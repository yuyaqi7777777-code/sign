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Dancing Script" charset="0"/>
      <p:regular r:id="rId11"/>
      <p:bold r:id="rId12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0" b="0" i="1">
                <a:solidFill>
                  <a:srgbClr val="622513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0" b="0" i="1">
                <a:solidFill>
                  <a:srgbClr val="622513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0" b="0" i="1">
                <a:solidFill>
                  <a:srgbClr val="622513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0" b="0" i="1">
                <a:solidFill>
                  <a:srgbClr val="622513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39"/>
            <a:ext cx="12285980" cy="20099655"/>
          </a:xfrm>
          <a:custGeom>
            <a:avLst/>
            <a:gdLst/>
            <a:ahLst/>
            <a:cxnLst/>
            <a:rect l="l" t="t" r="r" b="b"/>
            <a:pathLst>
              <a:path w="12285980" h="20099655">
                <a:moveTo>
                  <a:pt x="12285844" y="0"/>
                </a:moveTo>
                <a:lnTo>
                  <a:pt x="0" y="0"/>
                </a:lnTo>
                <a:lnTo>
                  <a:pt x="0" y="20099160"/>
                </a:lnTo>
                <a:lnTo>
                  <a:pt x="12285844" y="20099160"/>
                </a:lnTo>
                <a:lnTo>
                  <a:pt x="12285844" y="0"/>
                </a:lnTo>
                <a:close/>
              </a:path>
            </a:pathLst>
          </a:custGeom>
          <a:solidFill>
            <a:srgbClr val="F7F0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585" y="7401852"/>
            <a:ext cx="10516678" cy="677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6119" y="1650216"/>
            <a:ext cx="6790690" cy="5412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0" b="0" i="1">
                <a:solidFill>
                  <a:srgbClr val="622513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5812" y="1164880"/>
            <a:ext cx="4180204" cy="484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204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PLEASE</a:t>
            </a:r>
            <a:r>
              <a:rPr sz="3000" spc="-16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spc="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JOIN</a:t>
            </a:r>
            <a:r>
              <a:rPr sz="3000" spc="-7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spc="28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US</a:t>
            </a:r>
            <a:r>
              <a:rPr sz="3000" spc="-6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spc="20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3000" spc="-19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000" spc="18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A</a:t>
            </a:r>
            <a:endParaRPr sz="3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8699" y="14398621"/>
            <a:ext cx="9064625" cy="4192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1280" algn="ctr">
              <a:lnSpc>
                <a:spcPts val="5475"/>
              </a:lnSpc>
              <a:spcBef>
                <a:spcPts val="110"/>
              </a:spcBef>
            </a:pPr>
            <a:r>
              <a:rPr sz="4800" spc="-1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honoring</a:t>
            </a:r>
            <a:endParaRPr sz="4800">
              <a:latin typeface="Trebuchet MS" panose="020B0603020202020204"/>
              <a:cs typeface="Trebuchet MS" panose="020B0603020202020204"/>
            </a:endParaRPr>
          </a:p>
          <a:p>
            <a:pPr marL="66040" algn="ctr">
              <a:lnSpc>
                <a:spcPts val="12675"/>
              </a:lnSpc>
            </a:pPr>
            <a:r>
              <a:rPr sz="10800" i="0" u="none" strike="noStrike" kern="0" cap="none" spc="-100" normalizeH="0" dirty="0">
                <a:solidFill>
                  <a:srgbClr val="622513"/>
                </a:solidFill>
                <a:uFillTx/>
                <a:latin typeface="Dancing Script" charset="0"/>
                <a:cs typeface="Dancing Script" charset="0"/>
              </a:rPr>
              <a:t>Laura Watson</a:t>
            </a:r>
            <a:endParaRPr sz="10800">
              <a:latin typeface="Cambria" panose="02040503050406030204"/>
              <a:cs typeface="Cambria" panose="02040503050406030204"/>
            </a:endParaRPr>
          </a:p>
          <a:p>
            <a:pPr marL="81280" algn="ctr">
              <a:lnSpc>
                <a:spcPct val="100000"/>
              </a:lnSpc>
              <a:spcBef>
                <a:spcPts val="2560"/>
              </a:spcBef>
            </a:pPr>
            <a:r>
              <a:rPr sz="4550" spc="-2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FRI</a:t>
            </a:r>
            <a:r>
              <a:rPr sz="4550" spc="-14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D</a:t>
            </a:r>
            <a:r>
              <a:rPr sz="4550" spc="-434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4550" spc="-58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Y</a:t>
            </a:r>
            <a:r>
              <a:rPr sz="4550" spc="10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,</a:t>
            </a:r>
            <a:r>
              <a:rPr sz="4550" spc="-50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550" spc="-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June</a:t>
            </a:r>
            <a:r>
              <a:rPr sz="4550" spc="-36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550" spc="17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18</a:t>
            </a:r>
            <a:r>
              <a:rPr sz="4550" spc="-54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550" spc="-8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AT</a:t>
            </a:r>
            <a:r>
              <a:rPr sz="4550" spc="-50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550" spc="-1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3:00</a:t>
            </a:r>
            <a:r>
              <a:rPr sz="4550" spc="-35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550" spc="30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PM</a:t>
            </a:r>
            <a:endParaRPr sz="4550">
              <a:latin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00000"/>
              </a:lnSpc>
              <a:spcBef>
                <a:spcPts val="3240"/>
              </a:spcBef>
            </a:pPr>
            <a:r>
              <a:rPr sz="2650" spc="16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Lorem</a:t>
            </a:r>
            <a:r>
              <a:rPr sz="2650" spc="-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spc="18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ipsum</a:t>
            </a:r>
            <a:r>
              <a:rPr sz="2650" spc="-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spc="14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dolor</a:t>
            </a:r>
            <a:r>
              <a:rPr sz="2650" spc="-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sit</a:t>
            </a:r>
            <a:r>
              <a:rPr sz="2650" spc="-13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spc="6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amet,</a:t>
            </a:r>
            <a:r>
              <a:rPr sz="2650" spc="-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spc="114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consectetur</a:t>
            </a:r>
            <a:r>
              <a:rPr sz="2650" spc="-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spc="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adipiscing</a:t>
            </a:r>
            <a:r>
              <a:rPr sz="2650" spc="-135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50" spc="-10" dirty="0">
                <a:solidFill>
                  <a:srgbClr val="622513"/>
                </a:solidFill>
                <a:latin typeface="Trebuchet MS" panose="020B0603020202020204"/>
                <a:cs typeface="Trebuchet MS" panose="020B0603020202020204"/>
              </a:rPr>
              <a:t>elit.</a:t>
            </a:r>
            <a:endParaRPr sz="26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15870" y="1650365"/>
            <a:ext cx="7208520" cy="5469890"/>
          </a:xfrm>
          <a:prstGeom prst="rect">
            <a:avLst/>
          </a:prstGeom>
        </p:spPr>
        <p:txBody>
          <a:bodyPr vert="horz" wrap="square" lIns="0" tIns="730250" rIns="0" bIns="0" rtlCol="0">
            <a:spAutoFit/>
          </a:bodyPr>
          <a:lstStyle/>
          <a:p>
            <a:pPr marL="12700" marR="12700" indent="429260">
              <a:lnSpc>
                <a:spcPct val="77000"/>
              </a:lnSpc>
              <a:spcBef>
                <a:spcPts val="5750"/>
              </a:spcBef>
            </a:pPr>
            <a:r>
              <a:rPr i="0" spc="-955" dirty="0">
                <a:latin typeface="Dancing Script" charset="0"/>
                <a:cs typeface="Dancing Script" charset="0"/>
              </a:rPr>
              <a:t>Bridal </a:t>
            </a:r>
            <a:r>
              <a:rPr i="0" spc="-100" dirty="0">
                <a:solidFill>
                  <a:srgbClr val="622513"/>
                </a:solidFill>
                <a:uFillTx/>
                <a:latin typeface="Dancing Script" charset="0"/>
                <a:cs typeface="Dancing Script" charset="0"/>
              </a:rPr>
              <a:t>Shower</a:t>
            </a:r>
            <a:endParaRPr i="0" spc="-100" dirty="0">
              <a:solidFill>
                <a:srgbClr val="622513"/>
              </a:solidFill>
              <a:uFillTx/>
              <a:latin typeface="Dancing Script" charset="0"/>
              <a:cs typeface="Dancing Script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8269" y="751310"/>
            <a:ext cx="1612265" cy="2103755"/>
          </a:xfrm>
          <a:custGeom>
            <a:avLst/>
            <a:gdLst/>
            <a:ahLst/>
            <a:cxnLst/>
            <a:rect l="l" t="t" r="r" b="b"/>
            <a:pathLst>
              <a:path w="1612264" h="2103755">
                <a:moveTo>
                  <a:pt x="0" y="2103468"/>
                </a:moveTo>
                <a:lnTo>
                  <a:pt x="0" y="0"/>
                </a:lnTo>
                <a:lnTo>
                  <a:pt x="1611808" y="0"/>
                </a:lnTo>
              </a:path>
            </a:pathLst>
          </a:custGeom>
          <a:ln w="63042">
            <a:solidFill>
              <a:srgbClr val="6225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956393" y="17358836"/>
            <a:ext cx="1612265" cy="2103755"/>
          </a:xfrm>
          <a:custGeom>
            <a:avLst/>
            <a:gdLst/>
            <a:ahLst/>
            <a:cxnLst/>
            <a:rect l="l" t="t" r="r" b="b"/>
            <a:pathLst>
              <a:path w="1612265" h="2103755">
                <a:moveTo>
                  <a:pt x="1611808" y="0"/>
                </a:moveTo>
                <a:lnTo>
                  <a:pt x="1611808" y="2103468"/>
                </a:lnTo>
                <a:lnTo>
                  <a:pt x="0" y="2103468"/>
                </a:lnTo>
              </a:path>
            </a:pathLst>
          </a:custGeom>
          <a:ln w="63042">
            <a:solidFill>
              <a:srgbClr val="622513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98016" y="4938"/>
            <a:ext cx="3089626" cy="2808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025868"/>
            <a:ext cx="2346189" cy="2078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WPS 演示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Cambria</vt:lpstr>
      <vt:lpstr>Trebuchet MS</vt:lpstr>
      <vt:lpstr>微软雅黑</vt:lpstr>
      <vt:lpstr>Arial Unicode MS</vt:lpstr>
      <vt:lpstr>Calibri</vt:lpstr>
      <vt:lpstr>Dancing Script</vt:lpstr>
      <vt:lpstr>Office Theme</vt:lpstr>
      <vt:lpstr>Bridal Shower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Bridal Shower</dc:title>
  <dc:creator/>
  <cp:lastModifiedBy>平面设计师.张倩/金畅</cp:lastModifiedBy>
  <cp:revision>1</cp:revision>
  <dcterms:created xsi:type="dcterms:W3CDTF">2026-04-16T09:55:10Z</dcterms:created>
  <dcterms:modified xsi:type="dcterms:W3CDTF">2026-04-16T09:55:11Z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2026-04-16T08:00:00Z</vt:filetime>
  </property>
  <property fmtid="{D5CDD505-2E9C-101B-9397-08002B2CF9AE}" pid="4" name="Creator">
    <vt:lpwstr>Adobe Illustrator 27.0 (Windows)</vt:lpwstr>
  </property>
  <property fmtid="{D5CDD505-2E9C-101B-9397-08002B2CF9AE}" pid="5" name="LastSaved">
    <vt:filetime>2026-04-16T08:00:00Z</vt:filetime>
  </property>
  <property fmtid="{D5CDD505-2E9C-101B-9397-08002B2CF9AE}" pid="6" name="Producer">
    <vt:lpwstr>Adobe PDF library 16.07</vt:lpwstr>
  </property>
  <property fmtid="{D5CDD505-2E9C-101B-9397-08002B2CF9AE}" pid="7" name="KSOProductBuildVer">
    <vt:lpwstr>2052-12.1.0.25225</vt:lpwstr>
  </property>
  <property fmtid="{D5CDD505-2E9C-101B-9397-08002B2CF9AE}" pid="8" name="ICV">
    <vt:lpwstr>03A955596D3B43C6A5D384A1A3668B20_12</vt:lpwstr>
  </property>
</Properties>
</file>