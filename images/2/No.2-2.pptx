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3"/>
  </p:sldIdLst>
  <p:sldSz cx="12280900" cy="20104100"/>
  <p:notesSz cx="12280900" cy="20104100"/>
  <p:embeddedFontLst>
    <p:embeddedFont>
      <p:font typeface="Alex Brush" charset="0"/>
      <p:regular r:id="rId7"/>
    </p:embeddedFont>
    <p:embeddedFont>
      <p:font typeface="MonteCarlo" charset="0"/>
      <p:regular r:id="rId8"/>
    </p:embeddedFont>
    <p:embeddedFont>
      <p:font typeface="Gadugi" panose="020B0502040204020203"/>
      <p:regular r:id="rId9"/>
      <p:bold r:id="rId10"/>
    </p:embeddedFont>
  </p:embeddedFontLst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font" Target="fonts/font3.fntdata"/><Relationship Id="rId8" Type="http://schemas.openxmlformats.org/officeDocument/2006/relationships/font" Target="fonts/font2.fntdata"/><Relationship Id="rId7" Type="http://schemas.openxmlformats.org/officeDocument/2006/relationships/font" Target="fonts/font1.fntdata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font" Target="fonts/font4.fntdata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21543" y="6232271"/>
            <a:ext cx="10444163" cy="422186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350" b="0" i="1">
                <a:solidFill>
                  <a:srgbClr val="8B8D74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43087" y="11258296"/>
            <a:ext cx="8601075" cy="50260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350" b="0" i="1">
                <a:solidFill>
                  <a:srgbClr val="8B8D74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350" b="0" i="1">
                <a:solidFill>
                  <a:srgbClr val="8B8D74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14362" y="4623943"/>
            <a:ext cx="5344954" cy="132687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327933" y="4623943"/>
            <a:ext cx="5344954" cy="132687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350" b="0" i="1">
                <a:solidFill>
                  <a:srgbClr val="8B8D74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0774" y="0"/>
            <a:ext cx="12235069" cy="201040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40574" y="6997706"/>
            <a:ext cx="9625330" cy="22155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350" b="0" i="1">
                <a:solidFill>
                  <a:srgbClr val="8B8D74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4362" y="4623943"/>
            <a:ext cx="11058525" cy="132687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77665" y="18696814"/>
            <a:ext cx="3931920" cy="100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14362" y="18696814"/>
            <a:ext cx="2826067" cy="100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846820" y="18696814"/>
            <a:ext cx="2826067" cy="100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 rot="21240000">
            <a:off x="2722301" y="1359324"/>
            <a:ext cx="5142701" cy="2226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360"/>
              </a:lnSpc>
            </a:pPr>
            <a:r>
              <a:rPr sz="17500" i="1" spc="65" dirty="0">
                <a:solidFill>
                  <a:srgbClr val="8B8D74"/>
                </a:solidFill>
                <a:latin typeface="Alex Brush" charset="0"/>
                <a:cs typeface="Alex Brush" charset="0"/>
              </a:rPr>
              <a:t>Miss</a:t>
            </a:r>
            <a:endParaRPr sz="17500">
              <a:latin typeface="Alex Brush" charset="0"/>
              <a:cs typeface="Alex Brush" charset="0"/>
            </a:endParaRPr>
          </a:p>
        </p:txBody>
      </p:sp>
      <p:sp>
        <p:nvSpPr>
          <p:cNvPr id="3" name="object 3"/>
          <p:cNvSpPr txBox="1"/>
          <p:nvPr/>
        </p:nvSpPr>
        <p:spPr>
          <a:xfrm rot="21240000">
            <a:off x="4670983" y="3035333"/>
            <a:ext cx="5992518" cy="2226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365"/>
              </a:lnSpc>
            </a:pPr>
            <a:r>
              <a:rPr sz="17500" i="1" u="none" strike="noStrike" kern="0" cap="none" spc="400" normalizeH="0" dirty="0">
                <a:solidFill>
                  <a:srgbClr val="8B8D74"/>
                </a:solidFill>
                <a:uFillTx/>
                <a:latin typeface="Alex Brush" charset="0"/>
                <a:cs typeface="Alex Brush" charset="0"/>
              </a:rPr>
              <a:t>to Mis</a:t>
            </a:r>
            <a:endParaRPr sz="17500" i="1" u="none" strike="noStrike" kern="0" cap="none" spc="400" normalizeH="0" dirty="0">
              <a:solidFill>
                <a:srgbClr val="8B8D74"/>
              </a:solidFill>
              <a:uFillTx/>
              <a:latin typeface="Alex Brush" charset="0"/>
              <a:cs typeface="Alex Brush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340574" y="6997706"/>
            <a:ext cx="9625330" cy="221424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4300" spc="400" dirty="0">
                <a:solidFill>
                  <a:srgbClr val="8B8D74"/>
                </a:solidFill>
                <a:uFillTx/>
                <a:latin typeface="MonteCarlo" charset="0"/>
                <a:cs typeface="MonteCarlo" charset="0"/>
              </a:rPr>
              <a:t>Bridal Shower</a:t>
            </a:r>
            <a:endParaRPr sz="14300" spc="400" dirty="0">
              <a:solidFill>
                <a:srgbClr val="8B8D74"/>
              </a:solidFill>
              <a:uFillTx/>
              <a:latin typeface="MonteCarlo" charset="0"/>
              <a:cs typeface="MonteCarlo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71683" y="5819466"/>
            <a:ext cx="7742555" cy="1191895"/>
          </a:xfrm>
          <a:prstGeom prst="rect">
            <a:avLst/>
          </a:prstGeom>
        </p:spPr>
        <p:txBody>
          <a:bodyPr vert="horz" wrap="square" lIns="0" tIns="123189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70"/>
              </a:spcBef>
              <a:tabLst>
                <a:tab pos="1333500" algn="l"/>
                <a:tab pos="2178685" algn="l"/>
              </a:tabLst>
            </a:pPr>
            <a:r>
              <a:rPr sz="3100" spc="-685" dirty="0">
                <a:solidFill>
                  <a:srgbClr val="8B8D74"/>
                </a:solidFill>
                <a:latin typeface="Arial MT"/>
                <a:cs typeface="Arial MT"/>
              </a:rPr>
              <a:t>J</a:t>
            </a:r>
            <a:r>
              <a:rPr sz="3100" spc="-229" dirty="0">
                <a:solidFill>
                  <a:srgbClr val="8B8D74"/>
                </a:solidFill>
                <a:latin typeface="Arial MT"/>
                <a:cs typeface="Arial MT"/>
              </a:rPr>
              <a:t> </a:t>
            </a:r>
            <a:r>
              <a:rPr sz="3100" dirty="0">
                <a:solidFill>
                  <a:srgbClr val="8B8D74"/>
                </a:solidFill>
                <a:latin typeface="Arial MT"/>
                <a:cs typeface="Arial MT"/>
              </a:rPr>
              <a:t>O</a:t>
            </a:r>
            <a:r>
              <a:rPr sz="3100" spc="-229" dirty="0">
                <a:solidFill>
                  <a:srgbClr val="8B8D74"/>
                </a:solidFill>
                <a:latin typeface="Arial MT"/>
                <a:cs typeface="Arial MT"/>
              </a:rPr>
              <a:t> </a:t>
            </a:r>
            <a:r>
              <a:rPr sz="3100" dirty="0">
                <a:solidFill>
                  <a:srgbClr val="8B8D74"/>
                </a:solidFill>
                <a:latin typeface="Arial MT"/>
                <a:cs typeface="Arial MT"/>
              </a:rPr>
              <a:t>I</a:t>
            </a:r>
            <a:r>
              <a:rPr sz="3100" spc="-229" dirty="0">
                <a:solidFill>
                  <a:srgbClr val="8B8D74"/>
                </a:solidFill>
                <a:latin typeface="Arial MT"/>
                <a:cs typeface="Arial MT"/>
              </a:rPr>
              <a:t> </a:t>
            </a:r>
            <a:r>
              <a:rPr sz="3100" spc="80" dirty="0">
                <a:solidFill>
                  <a:srgbClr val="8B8D74"/>
                </a:solidFill>
                <a:latin typeface="Arial MT"/>
                <a:cs typeface="Arial MT"/>
              </a:rPr>
              <a:t>N</a:t>
            </a:r>
            <a:r>
              <a:rPr sz="3100" dirty="0">
                <a:solidFill>
                  <a:srgbClr val="8B8D74"/>
                </a:solidFill>
                <a:latin typeface="Arial MT"/>
                <a:cs typeface="Arial MT"/>
              </a:rPr>
              <a:t>	U</a:t>
            </a:r>
            <a:r>
              <a:rPr sz="3100" spc="-204" dirty="0">
                <a:solidFill>
                  <a:srgbClr val="8B8D74"/>
                </a:solidFill>
                <a:latin typeface="Arial MT"/>
                <a:cs typeface="Arial MT"/>
              </a:rPr>
              <a:t> </a:t>
            </a:r>
            <a:r>
              <a:rPr sz="3100" spc="-425" dirty="0">
                <a:solidFill>
                  <a:srgbClr val="8B8D74"/>
                </a:solidFill>
                <a:latin typeface="Arial MT"/>
                <a:cs typeface="Arial MT"/>
              </a:rPr>
              <a:t>S</a:t>
            </a:r>
            <a:r>
              <a:rPr sz="3100" dirty="0">
                <a:solidFill>
                  <a:srgbClr val="8B8D74"/>
                </a:solidFill>
                <a:latin typeface="Arial MT"/>
                <a:cs typeface="Arial MT"/>
              </a:rPr>
              <a:t>	</a:t>
            </a:r>
            <a:r>
              <a:rPr sz="3100" spc="-265" dirty="0">
                <a:solidFill>
                  <a:srgbClr val="8B8D74"/>
                </a:solidFill>
                <a:latin typeface="Arial MT"/>
                <a:cs typeface="Arial MT"/>
              </a:rPr>
              <a:t>F</a:t>
            </a:r>
            <a:r>
              <a:rPr sz="3100" spc="-245" dirty="0">
                <a:solidFill>
                  <a:srgbClr val="8B8D74"/>
                </a:solidFill>
                <a:latin typeface="Arial MT"/>
                <a:cs typeface="Arial MT"/>
              </a:rPr>
              <a:t> </a:t>
            </a:r>
            <a:r>
              <a:rPr sz="3100" dirty="0">
                <a:solidFill>
                  <a:srgbClr val="8B8D74"/>
                </a:solidFill>
                <a:latin typeface="Arial MT"/>
                <a:cs typeface="Arial MT"/>
              </a:rPr>
              <a:t>O</a:t>
            </a:r>
            <a:r>
              <a:rPr sz="3100" spc="-245" dirty="0">
                <a:solidFill>
                  <a:srgbClr val="8B8D74"/>
                </a:solidFill>
                <a:latin typeface="Arial MT"/>
                <a:cs typeface="Arial MT"/>
              </a:rPr>
              <a:t> </a:t>
            </a:r>
            <a:r>
              <a:rPr sz="3100" spc="-345" dirty="0">
                <a:solidFill>
                  <a:srgbClr val="8B8D74"/>
                </a:solidFill>
                <a:latin typeface="Arial MT"/>
                <a:cs typeface="Arial MT"/>
              </a:rPr>
              <a:t>R</a:t>
            </a:r>
            <a:endParaRPr sz="31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870"/>
              </a:spcBef>
              <a:tabLst>
                <a:tab pos="2024380" algn="l"/>
                <a:tab pos="4331970" algn="l"/>
                <a:tab pos="5088255" algn="l"/>
                <a:tab pos="7122795" algn="l"/>
              </a:tabLst>
            </a:pPr>
            <a:r>
              <a:rPr sz="3100" spc="-50" dirty="0">
                <a:solidFill>
                  <a:srgbClr val="8B8D74"/>
                </a:solidFill>
                <a:latin typeface="Arial MT"/>
                <a:cs typeface="Arial MT"/>
              </a:rPr>
              <a:t>B</a:t>
            </a:r>
            <a:r>
              <a:rPr sz="3100" spc="-229" dirty="0">
                <a:solidFill>
                  <a:srgbClr val="8B8D74"/>
                </a:solidFill>
                <a:latin typeface="Arial MT"/>
                <a:cs typeface="Arial MT"/>
              </a:rPr>
              <a:t> </a:t>
            </a:r>
            <a:r>
              <a:rPr sz="3100" spc="-295" dirty="0">
                <a:solidFill>
                  <a:srgbClr val="8B8D74"/>
                </a:solidFill>
                <a:latin typeface="Arial MT"/>
                <a:cs typeface="Arial MT"/>
              </a:rPr>
              <a:t>R</a:t>
            </a:r>
            <a:r>
              <a:rPr sz="3100" spc="-229" dirty="0">
                <a:solidFill>
                  <a:srgbClr val="8B8D74"/>
                </a:solidFill>
                <a:latin typeface="Arial MT"/>
                <a:cs typeface="Arial MT"/>
              </a:rPr>
              <a:t> </a:t>
            </a:r>
            <a:r>
              <a:rPr sz="3100" dirty="0">
                <a:solidFill>
                  <a:srgbClr val="8B8D74"/>
                </a:solidFill>
                <a:latin typeface="Arial MT"/>
                <a:cs typeface="Arial MT"/>
              </a:rPr>
              <a:t>I</a:t>
            </a:r>
            <a:r>
              <a:rPr sz="3100" spc="-225" dirty="0">
                <a:solidFill>
                  <a:srgbClr val="8B8D74"/>
                </a:solidFill>
                <a:latin typeface="Arial MT"/>
                <a:cs typeface="Arial MT"/>
              </a:rPr>
              <a:t> </a:t>
            </a:r>
            <a:r>
              <a:rPr sz="3100" dirty="0">
                <a:solidFill>
                  <a:srgbClr val="8B8D74"/>
                </a:solidFill>
                <a:latin typeface="Arial MT"/>
                <a:cs typeface="Arial MT"/>
              </a:rPr>
              <a:t>D</a:t>
            </a:r>
            <a:r>
              <a:rPr sz="3100" spc="-229" dirty="0">
                <a:solidFill>
                  <a:srgbClr val="8B8D74"/>
                </a:solidFill>
                <a:latin typeface="Arial MT"/>
                <a:cs typeface="Arial MT"/>
              </a:rPr>
              <a:t> </a:t>
            </a:r>
            <a:r>
              <a:rPr sz="3100" spc="-70" dirty="0">
                <a:solidFill>
                  <a:srgbClr val="8B8D74"/>
                </a:solidFill>
                <a:latin typeface="Arial MT"/>
                <a:cs typeface="Arial MT"/>
              </a:rPr>
              <a:t>A</a:t>
            </a:r>
            <a:r>
              <a:rPr sz="3100" spc="-225" dirty="0">
                <a:solidFill>
                  <a:srgbClr val="8B8D74"/>
                </a:solidFill>
                <a:latin typeface="Arial MT"/>
                <a:cs typeface="Arial MT"/>
              </a:rPr>
              <a:t> </a:t>
            </a:r>
            <a:r>
              <a:rPr sz="3100" spc="-50" dirty="0">
                <a:solidFill>
                  <a:srgbClr val="8B8D74"/>
                </a:solidFill>
                <a:latin typeface="Arial MT"/>
                <a:cs typeface="Arial MT"/>
              </a:rPr>
              <a:t>L</a:t>
            </a:r>
            <a:r>
              <a:rPr sz="3100" dirty="0">
                <a:solidFill>
                  <a:srgbClr val="8B8D74"/>
                </a:solidFill>
                <a:latin typeface="Arial MT"/>
                <a:cs typeface="Arial MT"/>
              </a:rPr>
              <a:t>	</a:t>
            </a:r>
            <a:r>
              <a:rPr sz="3100" spc="-375" dirty="0">
                <a:solidFill>
                  <a:srgbClr val="8B8D74"/>
                </a:solidFill>
                <a:latin typeface="Arial MT"/>
                <a:cs typeface="Arial MT"/>
              </a:rPr>
              <a:t>S</a:t>
            </a:r>
            <a:r>
              <a:rPr sz="3100" spc="-245" dirty="0">
                <a:solidFill>
                  <a:srgbClr val="8B8D74"/>
                </a:solidFill>
                <a:latin typeface="Arial MT"/>
                <a:cs typeface="Arial MT"/>
              </a:rPr>
              <a:t> </a:t>
            </a:r>
            <a:r>
              <a:rPr sz="3100" spc="65" dirty="0">
                <a:solidFill>
                  <a:srgbClr val="8B8D74"/>
                </a:solidFill>
                <a:latin typeface="Arial MT"/>
                <a:cs typeface="Arial MT"/>
              </a:rPr>
              <a:t>H</a:t>
            </a:r>
            <a:r>
              <a:rPr sz="3100" spc="-240" dirty="0">
                <a:solidFill>
                  <a:srgbClr val="8B8D74"/>
                </a:solidFill>
                <a:latin typeface="Arial MT"/>
                <a:cs typeface="Arial MT"/>
              </a:rPr>
              <a:t> </a:t>
            </a:r>
            <a:r>
              <a:rPr sz="3100" dirty="0">
                <a:solidFill>
                  <a:srgbClr val="8B8D74"/>
                </a:solidFill>
                <a:latin typeface="Arial MT"/>
                <a:cs typeface="Arial MT"/>
              </a:rPr>
              <a:t>O</a:t>
            </a:r>
            <a:r>
              <a:rPr sz="3100" spc="-245" dirty="0">
                <a:solidFill>
                  <a:srgbClr val="8B8D74"/>
                </a:solidFill>
                <a:latin typeface="Arial MT"/>
                <a:cs typeface="Arial MT"/>
              </a:rPr>
              <a:t> </a:t>
            </a:r>
            <a:r>
              <a:rPr sz="3100" spc="-35" dirty="0">
                <a:solidFill>
                  <a:srgbClr val="8B8D74"/>
                </a:solidFill>
                <a:latin typeface="Arial MT"/>
                <a:cs typeface="Arial MT"/>
              </a:rPr>
              <a:t>W</a:t>
            </a:r>
            <a:r>
              <a:rPr sz="3100" spc="-240" dirty="0">
                <a:solidFill>
                  <a:srgbClr val="8B8D74"/>
                </a:solidFill>
                <a:latin typeface="Arial MT"/>
                <a:cs typeface="Arial MT"/>
              </a:rPr>
              <a:t> </a:t>
            </a:r>
            <a:r>
              <a:rPr sz="3100" spc="-355" dirty="0">
                <a:solidFill>
                  <a:srgbClr val="8B8D74"/>
                </a:solidFill>
                <a:latin typeface="Arial MT"/>
                <a:cs typeface="Arial MT"/>
              </a:rPr>
              <a:t>E</a:t>
            </a:r>
            <a:r>
              <a:rPr sz="3100" spc="-235" dirty="0">
                <a:solidFill>
                  <a:srgbClr val="8B8D74"/>
                </a:solidFill>
                <a:latin typeface="Arial MT"/>
                <a:cs typeface="Arial MT"/>
              </a:rPr>
              <a:t> </a:t>
            </a:r>
            <a:r>
              <a:rPr sz="3100" spc="-345" dirty="0">
                <a:solidFill>
                  <a:srgbClr val="8B8D74"/>
                </a:solidFill>
                <a:latin typeface="Arial MT"/>
                <a:cs typeface="Arial MT"/>
              </a:rPr>
              <a:t>R</a:t>
            </a:r>
            <a:r>
              <a:rPr sz="3100" dirty="0">
                <a:solidFill>
                  <a:srgbClr val="8B8D74"/>
                </a:solidFill>
                <a:latin typeface="Arial MT"/>
                <a:cs typeface="Arial MT"/>
              </a:rPr>
              <a:t>	I</a:t>
            </a:r>
            <a:r>
              <a:rPr sz="3100" spc="-204" dirty="0">
                <a:solidFill>
                  <a:srgbClr val="8B8D74"/>
                </a:solidFill>
                <a:latin typeface="Arial MT"/>
                <a:cs typeface="Arial MT"/>
              </a:rPr>
              <a:t> </a:t>
            </a:r>
            <a:r>
              <a:rPr sz="3100" spc="80" dirty="0">
                <a:solidFill>
                  <a:srgbClr val="8B8D74"/>
                </a:solidFill>
                <a:latin typeface="Arial MT"/>
                <a:cs typeface="Arial MT"/>
              </a:rPr>
              <a:t>N</a:t>
            </a:r>
            <a:r>
              <a:rPr sz="3100" dirty="0">
                <a:solidFill>
                  <a:srgbClr val="8B8D74"/>
                </a:solidFill>
                <a:latin typeface="Arial MT"/>
                <a:cs typeface="Arial MT"/>
              </a:rPr>
              <a:t>	</a:t>
            </a:r>
            <a:r>
              <a:rPr sz="3100" spc="65" dirty="0">
                <a:solidFill>
                  <a:srgbClr val="8B8D74"/>
                </a:solidFill>
                <a:latin typeface="Arial MT"/>
                <a:cs typeface="Arial MT"/>
              </a:rPr>
              <a:t>H</a:t>
            </a:r>
            <a:r>
              <a:rPr sz="3100" spc="-245" dirty="0">
                <a:solidFill>
                  <a:srgbClr val="8B8D74"/>
                </a:solidFill>
                <a:latin typeface="Arial MT"/>
                <a:cs typeface="Arial MT"/>
              </a:rPr>
              <a:t> </a:t>
            </a:r>
            <a:r>
              <a:rPr sz="3100" dirty="0">
                <a:solidFill>
                  <a:srgbClr val="8B8D74"/>
                </a:solidFill>
                <a:latin typeface="Arial MT"/>
                <a:cs typeface="Arial MT"/>
              </a:rPr>
              <a:t>O</a:t>
            </a:r>
            <a:r>
              <a:rPr sz="3100" spc="-245" dirty="0">
                <a:solidFill>
                  <a:srgbClr val="8B8D74"/>
                </a:solidFill>
                <a:latin typeface="Arial MT"/>
                <a:cs typeface="Arial MT"/>
              </a:rPr>
              <a:t> </a:t>
            </a:r>
            <a:r>
              <a:rPr sz="3100" spc="130" dirty="0">
                <a:solidFill>
                  <a:srgbClr val="8B8D74"/>
                </a:solidFill>
                <a:latin typeface="Arial MT"/>
                <a:cs typeface="Arial MT"/>
              </a:rPr>
              <a:t>N</a:t>
            </a:r>
            <a:r>
              <a:rPr sz="3100" spc="-245" dirty="0">
                <a:solidFill>
                  <a:srgbClr val="8B8D74"/>
                </a:solidFill>
                <a:latin typeface="Arial MT"/>
                <a:cs typeface="Arial MT"/>
              </a:rPr>
              <a:t> </a:t>
            </a:r>
            <a:r>
              <a:rPr sz="3100" dirty="0">
                <a:solidFill>
                  <a:srgbClr val="8B8D74"/>
                </a:solidFill>
                <a:latin typeface="Arial MT"/>
                <a:cs typeface="Arial MT"/>
              </a:rPr>
              <a:t>O</a:t>
            </a:r>
            <a:r>
              <a:rPr sz="3100" spc="-240" dirty="0">
                <a:solidFill>
                  <a:srgbClr val="8B8D74"/>
                </a:solidFill>
                <a:latin typeface="Arial MT"/>
                <a:cs typeface="Arial MT"/>
              </a:rPr>
              <a:t> </a:t>
            </a:r>
            <a:r>
              <a:rPr sz="3100" spc="-345" dirty="0">
                <a:solidFill>
                  <a:srgbClr val="8B8D74"/>
                </a:solidFill>
                <a:latin typeface="Arial MT"/>
                <a:cs typeface="Arial MT"/>
              </a:rPr>
              <a:t>R</a:t>
            </a:r>
            <a:r>
              <a:rPr sz="3100" dirty="0">
                <a:solidFill>
                  <a:srgbClr val="8B8D74"/>
                </a:solidFill>
                <a:latin typeface="Arial MT"/>
                <a:cs typeface="Arial MT"/>
              </a:rPr>
              <a:t>	O</a:t>
            </a:r>
            <a:r>
              <a:rPr sz="3100" spc="-254" dirty="0">
                <a:solidFill>
                  <a:srgbClr val="8B8D74"/>
                </a:solidFill>
                <a:latin typeface="Arial MT"/>
                <a:cs typeface="Arial MT"/>
              </a:rPr>
              <a:t> </a:t>
            </a:r>
            <a:r>
              <a:rPr sz="3100" spc="-315" dirty="0">
                <a:solidFill>
                  <a:srgbClr val="8B8D74"/>
                </a:solidFill>
                <a:latin typeface="Arial MT"/>
                <a:cs typeface="Arial MT"/>
              </a:rPr>
              <a:t>F</a:t>
            </a:r>
            <a:endParaRPr sz="31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254751" y="19069043"/>
            <a:ext cx="3777615" cy="5080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3150" spc="-45" dirty="0">
                <a:solidFill>
                  <a:srgbClr val="8B8D74"/>
                </a:solidFill>
                <a:latin typeface="Arial MT"/>
                <a:cs typeface="Arial MT"/>
              </a:rPr>
              <a:t>+</a:t>
            </a:r>
            <a:r>
              <a:rPr sz="3150" spc="-245" dirty="0">
                <a:solidFill>
                  <a:srgbClr val="8B8D74"/>
                </a:solidFill>
                <a:latin typeface="Arial MT"/>
                <a:cs typeface="Arial MT"/>
              </a:rPr>
              <a:t> </a:t>
            </a:r>
            <a:r>
              <a:rPr sz="3150" spc="50" dirty="0">
                <a:solidFill>
                  <a:srgbClr val="8B8D74"/>
                </a:solidFill>
                <a:latin typeface="Arial MT"/>
                <a:cs typeface="Arial MT"/>
              </a:rPr>
              <a:t>1</a:t>
            </a:r>
            <a:r>
              <a:rPr sz="3150" spc="-240" dirty="0">
                <a:solidFill>
                  <a:srgbClr val="8B8D74"/>
                </a:solidFill>
                <a:latin typeface="Arial MT"/>
                <a:cs typeface="Arial MT"/>
              </a:rPr>
              <a:t> </a:t>
            </a:r>
            <a:r>
              <a:rPr sz="3150" spc="50" dirty="0">
                <a:solidFill>
                  <a:srgbClr val="8B8D74"/>
                </a:solidFill>
                <a:latin typeface="Arial MT"/>
                <a:cs typeface="Arial MT"/>
              </a:rPr>
              <a:t>2</a:t>
            </a:r>
            <a:r>
              <a:rPr sz="3150" spc="-240" dirty="0">
                <a:solidFill>
                  <a:srgbClr val="8B8D74"/>
                </a:solidFill>
                <a:latin typeface="Arial MT"/>
                <a:cs typeface="Arial MT"/>
              </a:rPr>
              <a:t> </a:t>
            </a:r>
            <a:r>
              <a:rPr sz="3150" spc="50" dirty="0">
                <a:solidFill>
                  <a:srgbClr val="8B8D74"/>
                </a:solidFill>
                <a:latin typeface="Arial MT"/>
                <a:cs typeface="Arial MT"/>
              </a:rPr>
              <a:t>3</a:t>
            </a:r>
            <a:r>
              <a:rPr sz="3150" spc="-240" dirty="0">
                <a:solidFill>
                  <a:srgbClr val="8B8D74"/>
                </a:solidFill>
                <a:latin typeface="Arial MT"/>
                <a:cs typeface="Arial MT"/>
              </a:rPr>
              <a:t> </a:t>
            </a:r>
            <a:r>
              <a:rPr sz="3150" spc="-50" dirty="0">
                <a:solidFill>
                  <a:srgbClr val="8B8D74"/>
                </a:solidFill>
                <a:latin typeface="Arial MT"/>
                <a:cs typeface="Arial MT"/>
              </a:rPr>
              <a:t>-</a:t>
            </a:r>
            <a:r>
              <a:rPr sz="3150" spc="-245" dirty="0">
                <a:solidFill>
                  <a:srgbClr val="8B8D74"/>
                </a:solidFill>
                <a:latin typeface="Arial MT"/>
                <a:cs typeface="Arial MT"/>
              </a:rPr>
              <a:t> </a:t>
            </a:r>
            <a:r>
              <a:rPr sz="3150" spc="50" dirty="0">
                <a:solidFill>
                  <a:srgbClr val="8B8D74"/>
                </a:solidFill>
                <a:latin typeface="Arial MT"/>
                <a:cs typeface="Arial MT"/>
              </a:rPr>
              <a:t>4</a:t>
            </a:r>
            <a:r>
              <a:rPr sz="3150" spc="-240" dirty="0">
                <a:solidFill>
                  <a:srgbClr val="8B8D74"/>
                </a:solidFill>
                <a:latin typeface="Arial MT"/>
                <a:cs typeface="Arial MT"/>
              </a:rPr>
              <a:t> </a:t>
            </a:r>
            <a:r>
              <a:rPr sz="3150" spc="50" dirty="0">
                <a:solidFill>
                  <a:srgbClr val="8B8D74"/>
                </a:solidFill>
                <a:latin typeface="Arial MT"/>
                <a:cs typeface="Arial MT"/>
              </a:rPr>
              <a:t>5</a:t>
            </a:r>
            <a:r>
              <a:rPr sz="3150" spc="-240" dirty="0">
                <a:solidFill>
                  <a:srgbClr val="8B8D74"/>
                </a:solidFill>
                <a:latin typeface="Arial MT"/>
                <a:cs typeface="Arial MT"/>
              </a:rPr>
              <a:t> </a:t>
            </a:r>
            <a:r>
              <a:rPr sz="3150" spc="50" dirty="0">
                <a:solidFill>
                  <a:srgbClr val="8B8D74"/>
                </a:solidFill>
                <a:latin typeface="Arial MT"/>
                <a:cs typeface="Arial MT"/>
              </a:rPr>
              <a:t>6</a:t>
            </a:r>
            <a:r>
              <a:rPr sz="3150" spc="-240" dirty="0">
                <a:solidFill>
                  <a:srgbClr val="8B8D74"/>
                </a:solidFill>
                <a:latin typeface="Arial MT"/>
                <a:cs typeface="Arial MT"/>
              </a:rPr>
              <a:t> </a:t>
            </a:r>
            <a:r>
              <a:rPr sz="3150" spc="-50" dirty="0">
                <a:solidFill>
                  <a:srgbClr val="8B8D74"/>
                </a:solidFill>
                <a:latin typeface="Arial MT"/>
                <a:cs typeface="Arial MT"/>
              </a:rPr>
              <a:t>-</a:t>
            </a:r>
            <a:r>
              <a:rPr sz="3150" spc="-240" dirty="0">
                <a:solidFill>
                  <a:srgbClr val="8B8D74"/>
                </a:solidFill>
                <a:latin typeface="Arial MT"/>
                <a:cs typeface="Arial MT"/>
              </a:rPr>
              <a:t> </a:t>
            </a:r>
            <a:r>
              <a:rPr sz="3150" spc="50" dirty="0">
                <a:solidFill>
                  <a:srgbClr val="8B8D74"/>
                </a:solidFill>
                <a:latin typeface="Arial MT"/>
                <a:cs typeface="Arial MT"/>
              </a:rPr>
              <a:t>7</a:t>
            </a:r>
            <a:r>
              <a:rPr sz="3150" spc="-245" dirty="0">
                <a:solidFill>
                  <a:srgbClr val="8B8D74"/>
                </a:solidFill>
                <a:latin typeface="Arial MT"/>
                <a:cs typeface="Arial MT"/>
              </a:rPr>
              <a:t> </a:t>
            </a:r>
            <a:r>
              <a:rPr sz="3150" spc="50" dirty="0">
                <a:solidFill>
                  <a:srgbClr val="8B8D74"/>
                </a:solidFill>
                <a:latin typeface="Arial MT"/>
                <a:cs typeface="Arial MT"/>
              </a:rPr>
              <a:t>8</a:t>
            </a:r>
            <a:r>
              <a:rPr sz="3150" spc="-240" dirty="0">
                <a:solidFill>
                  <a:srgbClr val="8B8D74"/>
                </a:solidFill>
                <a:latin typeface="Arial MT"/>
                <a:cs typeface="Arial MT"/>
              </a:rPr>
              <a:t> </a:t>
            </a:r>
            <a:r>
              <a:rPr sz="3150" spc="50" dirty="0">
                <a:solidFill>
                  <a:srgbClr val="8B8D74"/>
                </a:solidFill>
                <a:latin typeface="Arial MT"/>
                <a:cs typeface="Arial MT"/>
              </a:rPr>
              <a:t>9</a:t>
            </a:r>
            <a:r>
              <a:rPr sz="3150" spc="-240" dirty="0">
                <a:solidFill>
                  <a:srgbClr val="8B8D74"/>
                </a:solidFill>
                <a:latin typeface="Arial MT"/>
                <a:cs typeface="Arial MT"/>
              </a:rPr>
              <a:t> </a:t>
            </a:r>
            <a:r>
              <a:rPr sz="3150" dirty="0">
                <a:solidFill>
                  <a:srgbClr val="8B8D74"/>
                </a:solidFill>
                <a:latin typeface="Arial MT"/>
                <a:cs typeface="Arial MT"/>
              </a:rPr>
              <a:t>0</a:t>
            </a:r>
            <a:endParaRPr sz="3150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641320" y="15846128"/>
            <a:ext cx="35560" cy="1765935"/>
          </a:xfrm>
          <a:custGeom>
            <a:avLst/>
            <a:gdLst/>
            <a:ahLst/>
            <a:cxnLst/>
            <a:rect l="l" t="t" r="r" b="b"/>
            <a:pathLst>
              <a:path w="35560" h="1765934">
                <a:moveTo>
                  <a:pt x="35193" y="0"/>
                </a:moveTo>
                <a:lnTo>
                  <a:pt x="0" y="0"/>
                </a:lnTo>
                <a:lnTo>
                  <a:pt x="0" y="1765363"/>
                </a:lnTo>
                <a:lnTo>
                  <a:pt x="35193" y="1765363"/>
                </a:lnTo>
                <a:lnTo>
                  <a:pt x="35193" y="0"/>
                </a:lnTo>
                <a:close/>
              </a:path>
            </a:pathLst>
          </a:custGeom>
          <a:solidFill>
            <a:srgbClr val="8B8D7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757007" y="15540789"/>
            <a:ext cx="2333625" cy="2206625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60"/>
              </a:spcBef>
            </a:pPr>
            <a:r>
              <a:rPr sz="3450" spc="75" dirty="0">
                <a:solidFill>
                  <a:srgbClr val="8B8D74"/>
                </a:solidFill>
                <a:latin typeface="Arial MT"/>
                <a:cs typeface="Arial MT"/>
              </a:rPr>
              <a:t>OCTOBER </a:t>
            </a:r>
            <a:endParaRPr sz="3450">
              <a:latin typeface="Arial MT"/>
              <a:cs typeface="Arial MT"/>
            </a:endParaRPr>
          </a:p>
          <a:p>
            <a:pPr marR="24130" algn="ctr">
              <a:lnSpc>
                <a:spcPct val="100000"/>
              </a:lnSpc>
              <a:spcBef>
                <a:spcPts val="1025"/>
              </a:spcBef>
            </a:pPr>
            <a:r>
              <a:rPr sz="5150" b="1" spc="490" dirty="0">
                <a:solidFill>
                  <a:srgbClr val="8B8D74"/>
                </a:solidFill>
                <a:latin typeface="Gadugi" panose="020B0502040204020203"/>
                <a:cs typeface="Gadugi" panose="020B0502040204020203"/>
              </a:rPr>
              <a:t>2</a:t>
            </a:r>
            <a:r>
              <a:rPr sz="5150" b="1" spc="-25" dirty="0">
                <a:solidFill>
                  <a:srgbClr val="8B8D74"/>
                </a:solidFill>
                <a:latin typeface="Gadugi" panose="020B0502040204020203"/>
                <a:cs typeface="Gadugi" panose="020B0502040204020203"/>
              </a:rPr>
              <a:t>0</a:t>
            </a:r>
            <a:endParaRPr sz="5150">
              <a:latin typeface="Gadugi" panose="020B0502040204020203"/>
              <a:cs typeface="Gadugi" panose="020B0502040204020203"/>
            </a:endParaRPr>
          </a:p>
          <a:p>
            <a:pPr marL="35560" algn="ctr">
              <a:lnSpc>
                <a:spcPct val="100000"/>
              </a:lnSpc>
              <a:spcBef>
                <a:spcPts val="1025"/>
              </a:spcBef>
            </a:pPr>
            <a:r>
              <a:rPr sz="3450" spc="345" dirty="0">
                <a:solidFill>
                  <a:srgbClr val="8B8D74"/>
                </a:solidFill>
                <a:latin typeface="Arial MT"/>
                <a:cs typeface="Arial MT"/>
              </a:rPr>
              <a:t>3PM-</a:t>
            </a:r>
            <a:r>
              <a:rPr sz="3450" spc="204" dirty="0">
                <a:solidFill>
                  <a:srgbClr val="8B8D74"/>
                </a:solidFill>
                <a:latin typeface="Arial MT"/>
                <a:cs typeface="Arial MT"/>
              </a:rPr>
              <a:t>5PM </a:t>
            </a:r>
            <a:endParaRPr sz="345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043021" y="16160035"/>
            <a:ext cx="3974465" cy="11607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8150" marR="5080" indent="-426085">
              <a:lnSpc>
                <a:spcPct val="108000"/>
              </a:lnSpc>
              <a:spcBef>
                <a:spcPts val="100"/>
              </a:spcBef>
              <a:tabLst>
                <a:tab pos="1125220" algn="l"/>
                <a:tab pos="2401570" algn="l"/>
              </a:tabLst>
            </a:pPr>
            <a:r>
              <a:rPr sz="3450" spc="350" dirty="0">
                <a:solidFill>
                  <a:srgbClr val="8B8D74"/>
                </a:solidFill>
                <a:latin typeface="Arial MT"/>
                <a:cs typeface="Arial MT"/>
              </a:rPr>
              <a:t>123</a:t>
            </a:r>
            <a:r>
              <a:rPr sz="3450" dirty="0">
                <a:solidFill>
                  <a:srgbClr val="8B8D74"/>
                </a:solidFill>
                <a:latin typeface="Arial MT"/>
                <a:cs typeface="Arial MT"/>
              </a:rPr>
              <a:t>	</a:t>
            </a:r>
            <a:r>
              <a:rPr sz="3450" spc="210" dirty="0">
                <a:solidFill>
                  <a:srgbClr val="8B8D74"/>
                </a:solidFill>
                <a:latin typeface="Arial MT"/>
                <a:cs typeface="Arial MT"/>
              </a:rPr>
              <a:t>ANYWHERE </a:t>
            </a:r>
            <a:r>
              <a:rPr sz="3450" spc="-415" dirty="0">
                <a:solidFill>
                  <a:srgbClr val="8B8D74"/>
                </a:solidFill>
                <a:latin typeface="Arial MT"/>
                <a:cs typeface="Arial MT"/>
              </a:rPr>
              <a:t>S</a:t>
            </a:r>
            <a:r>
              <a:rPr sz="3450" spc="-475" dirty="0">
                <a:solidFill>
                  <a:srgbClr val="8B8D74"/>
                </a:solidFill>
                <a:latin typeface="Arial MT"/>
                <a:cs typeface="Arial MT"/>
              </a:rPr>
              <a:t> </a:t>
            </a:r>
            <a:r>
              <a:rPr sz="3450" spc="-35" dirty="0">
                <a:solidFill>
                  <a:srgbClr val="8B8D74"/>
                </a:solidFill>
                <a:latin typeface="Arial MT"/>
                <a:cs typeface="Arial MT"/>
              </a:rPr>
              <a:t>T,</a:t>
            </a:r>
            <a:r>
              <a:rPr sz="3450" spc="-465" dirty="0">
                <a:solidFill>
                  <a:srgbClr val="8B8D74"/>
                </a:solidFill>
                <a:latin typeface="Arial MT"/>
                <a:cs typeface="Arial MT"/>
              </a:rPr>
              <a:t> </a:t>
            </a:r>
            <a:r>
              <a:rPr sz="3450" spc="150" dirty="0">
                <a:solidFill>
                  <a:srgbClr val="8B8D74"/>
                </a:solidFill>
                <a:latin typeface="Arial MT"/>
                <a:cs typeface="Arial MT"/>
              </a:rPr>
              <a:t>ANY</a:t>
            </a:r>
            <a:r>
              <a:rPr sz="3450" dirty="0">
                <a:solidFill>
                  <a:srgbClr val="8B8D74"/>
                </a:solidFill>
                <a:latin typeface="Arial MT"/>
                <a:cs typeface="Arial MT"/>
              </a:rPr>
              <a:t>	</a:t>
            </a:r>
            <a:r>
              <a:rPr sz="3450" spc="100" dirty="0">
                <a:solidFill>
                  <a:srgbClr val="8B8D74"/>
                </a:solidFill>
                <a:latin typeface="Arial MT"/>
                <a:cs typeface="Arial MT"/>
              </a:rPr>
              <a:t>CITY </a:t>
            </a:r>
            <a:endParaRPr sz="34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151</Words>
  <Application>WPS 演示</Application>
  <PresentationFormat>On-screen Show (4:3)</PresentationFormat>
  <Paragraphs>17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3" baseType="lpstr">
      <vt:lpstr>Arial</vt:lpstr>
      <vt:lpstr>宋体</vt:lpstr>
      <vt:lpstr>Wingdings</vt:lpstr>
      <vt:lpstr>Palatino Linotype</vt:lpstr>
      <vt:lpstr>Alex Brush</vt:lpstr>
      <vt:lpstr>MonteCarlo</vt:lpstr>
      <vt:lpstr>Arial MT</vt:lpstr>
      <vt:lpstr>Gadugi</vt:lpstr>
      <vt:lpstr>微软雅黑</vt:lpstr>
      <vt:lpstr>Arial Unicode MS</vt:lpstr>
      <vt:lpstr>Calibri</vt:lpstr>
      <vt:lpstr>Office Theme</vt:lpstr>
      <vt:lpstr>Bridal Shower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Bridal Shower</dc:title>
  <dc:creator/>
  <cp:lastModifiedBy>Werty～</cp:lastModifiedBy>
  <cp:revision>3</cp:revision>
  <dcterms:created xsi:type="dcterms:W3CDTF">2026-04-16T08:15:00Z</dcterms:created>
  <dcterms:modified xsi:type="dcterms:W3CDTF">2026-04-16T08:50:08Z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2026-04-16T16:00:00Z</vt:filetime>
  </property>
  <property fmtid="{D5CDD505-2E9C-101B-9397-08002B2CF9AE}" pid="3" name="Creator">
    <vt:lpwstr>Adobe Illustrator 27.0 (Windows)</vt:lpwstr>
  </property>
  <property fmtid="{D5CDD505-2E9C-101B-9397-08002B2CF9AE}" pid="4" name="LastSaved">
    <vt:filetime>2026-04-16T16:00:00Z</vt:filetime>
  </property>
  <property fmtid="{D5CDD505-2E9C-101B-9397-08002B2CF9AE}" pid="5" name="Producer">
    <vt:lpwstr>Adobe PDF library 16.07</vt:lpwstr>
  </property>
  <property fmtid="{D5CDD505-2E9C-101B-9397-08002B2CF9AE}" pid="6" name="ICV">
    <vt:lpwstr>BFEF06FA65564020A299BB16EF06839E_12</vt:lpwstr>
  </property>
  <property fmtid="{D5CDD505-2E9C-101B-9397-08002B2CF9AE}" pid="7" name="KSOProductBuildVer">
    <vt:lpwstr>2052-12.1.0.25865</vt:lpwstr>
  </property>
</Properties>
</file>