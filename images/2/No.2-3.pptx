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Edu AU VIC WA NT Hand" charset="0"/>
      <p:regular r:id="rId7"/>
      <p:bold r:id="rId8"/>
    </p:embeddedFont>
    <p:embeddedFont>
      <p:font typeface="Verdana" panose="020B0604030504040204"/>
      <p:regular r:id="rId9"/>
      <p:bold r:id="rId10"/>
      <p:italic r:id="rId11"/>
      <p:boldItalic r:id="rId12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9"/>
            <a:ext cx="12285980" cy="20104735"/>
          </a:xfrm>
          <a:custGeom>
            <a:avLst/>
            <a:gdLst/>
            <a:ahLst/>
            <a:cxnLst/>
            <a:rect l="l" t="t" r="r" b="b"/>
            <a:pathLst>
              <a:path w="12285980" h="20104735">
                <a:moveTo>
                  <a:pt x="12285844" y="0"/>
                </a:moveTo>
                <a:lnTo>
                  <a:pt x="0" y="0"/>
                </a:lnTo>
                <a:lnTo>
                  <a:pt x="0" y="20104109"/>
                </a:lnTo>
                <a:lnTo>
                  <a:pt x="12285844" y="20104109"/>
                </a:lnTo>
                <a:lnTo>
                  <a:pt x="12285844" y="0"/>
                </a:lnTo>
                <a:close/>
              </a:path>
            </a:pathLst>
          </a:custGeom>
          <a:solidFill>
            <a:srgbClr val="F4C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362" y="804164"/>
            <a:ext cx="1105852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6085" y="15403830"/>
            <a:ext cx="7209790" cy="1562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50" i="0" spc="560" dirty="0">
                <a:solidFill>
                  <a:srgbClr val="FFF8F8"/>
                </a:solidFill>
                <a:latin typeface="Edu AU VIC WA NT Hand" charset="0"/>
                <a:cs typeface="Edu AU VIC WA NT Hand" charset="0"/>
              </a:rPr>
              <a:t>S</a:t>
            </a:r>
            <a:r>
              <a:rPr sz="10050" i="0" spc="1000" dirty="0">
                <a:solidFill>
                  <a:srgbClr val="FFF8F8"/>
                </a:solidFill>
                <a:latin typeface="Edu AU VIC WA NT Hand" charset="0"/>
                <a:cs typeface="Edu AU VIC WA NT Hand" charset="0"/>
              </a:rPr>
              <a:t>H</a:t>
            </a:r>
            <a:r>
              <a:rPr sz="10050" i="0" spc="1160" dirty="0">
                <a:solidFill>
                  <a:srgbClr val="FFF8F8"/>
                </a:solidFill>
                <a:latin typeface="Edu AU VIC WA NT Hand" charset="0"/>
                <a:cs typeface="Edu AU VIC WA NT Hand" charset="0"/>
              </a:rPr>
              <a:t>O</a:t>
            </a:r>
            <a:r>
              <a:rPr sz="10050" i="0" spc="1340" dirty="0">
                <a:solidFill>
                  <a:srgbClr val="FFF8F8"/>
                </a:solidFill>
                <a:latin typeface="Edu AU VIC WA NT Hand" charset="0"/>
                <a:cs typeface="Edu AU VIC WA NT Hand" charset="0"/>
              </a:rPr>
              <a:t>W</a:t>
            </a:r>
            <a:r>
              <a:rPr sz="10050" i="0" spc="600" dirty="0">
                <a:solidFill>
                  <a:srgbClr val="FFF8F8"/>
                </a:solidFill>
                <a:latin typeface="Edu AU VIC WA NT Hand" charset="0"/>
                <a:cs typeface="Edu AU VIC WA NT Hand" charset="0"/>
              </a:rPr>
              <a:t>E</a:t>
            </a:r>
            <a:r>
              <a:rPr sz="10050" i="0" spc="75" dirty="0">
                <a:solidFill>
                  <a:srgbClr val="FFF8F8"/>
                </a:solidFill>
                <a:latin typeface="Edu AU VIC WA NT Hand" charset="0"/>
                <a:cs typeface="Edu AU VIC WA NT Hand" charset="0"/>
              </a:rPr>
              <a:t>R</a:t>
            </a:r>
            <a:endParaRPr sz="10050" i="0">
              <a:latin typeface="Edu AU VIC WA NT Hand" charset="0"/>
              <a:cs typeface="Edu AU VIC WA NT Hand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2841" y="1248475"/>
            <a:ext cx="10250374" cy="130369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 rot="21480000">
            <a:off x="2386330" y="10314305"/>
            <a:ext cx="10998200" cy="3410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39940"/>
              </a:lnSpc>
            </a:pPr>
            <a:r>
              <a:rPr sz="19200" i="0" u="none" strike="noStrike" kern="0" cap="none" spc="600" normalizeH="0" dirty="0">
                <a:solidFill>
                  <a:srgbClr val="AC7AB7"/>
                </a:solidFill>
                <a:uFillTx/>
                <a:latin typeface="Qwigley Regular" charset="0"/>
                <a:cs typeface="Qwigley Regular" charset="0"/>
              </a:rPr>
              <a:t>Bridal</a:t>
            </a:r>
            <a:endParaRPr sz="40000" i="0" u="none" strike="noStrike" kern="0" cap="none" spc="600" normalizeH="0" dirty="0">
              <a:solidFill>
                <a:srgbClr val="AC7AB7"/>
              </a:solidFill>
              <a:uFillTx/>
              <a:latin typeface="Qwigley Regular" charset="0"/>
              <a:cs typeface="Qwigley Regula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5766" y="17430063"/>
            <a:ext cx="5816600" cy="140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95"/>
              </a:spcBef>
              <a:tabLst>
                <a:tab pos="1077595" algn="l"/>
                <a:tab pos="2130425" algn="l"/>
                <a:tab pos="4240530" algn="l"/>
              </a:tabLst>
            </a:pPr>
            <a:r>
              <a:rPr sz="2700" i="1" spc="-254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700" i="1" spc="-33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700" i="1" spc="-34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8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U</a:t>
            </a:r>
            <a:r>
              <a:rPr sz="2700" i="1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700" i="1" spc="-8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700" i="1" spc="-39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700" i="1" spc="-39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18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700" i="1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700" i="1" spc="-2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700" i="1" spc="-41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18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N</a:t>
            </a:r>
            <a:r>
              <a:rPr sz="2700" i="1" spc="-28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-37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V</a:t>
            </a:r>
            <a:r>
              <a:rPr sz="2700" i="1" spc="-26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-2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700" i="1" spc="-44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-5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700" i="1" spc="-42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23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700" i="1" spc="-48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3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D</a:t>
            </a:r>
            <a:r>
              <a:rPr sz="2700" i="1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700" i="1" spc="-5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700" i="1" spc="-48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i="1" spc="-5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O</a:t>
            </a:r>
            <a:endParaRPr sz="27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tabLst>
                <a:tab pos="3129280" algn="l"/>
              </a:tabLst>
            </a:pPr>
            <a:r>
              <a:rPr sz="3700" i="1" spc="61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L</a:t>
            </a:r>
            <a:r>
              <a:rPr sz="3700" i="1" spc="44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7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3700" i="1" spc="29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43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U</a:t>
            </a:r>
            <a:r>
              <a:rPr sz="3700" i="1" spc="30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254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3700" i="1" spc="54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2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3700" i="1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3700" i="1" spc="5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3700" i="1" spc="34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149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M</a:t>
            </a:r>
            <a:r>
              <a:rPr sz="3700" i="1" spc="31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105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3700" i="1" spc="24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11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3700" i="1" spc="27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700" i="1" spc="420" dirty="0">
                <a:solidFill>
                  <a:srgbClr val="FFF8F8"/>
                </a:solidFill>
                <a:latin typeface="Verdana" panose="020B0604030504040204"/>
                <a:cs typeface="Verdana" panose="020B0604030504040204"/>
              </a:rPr>
              <a:t>H</a:t>
            </a:r>
            <a:endParaRPr sz="37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43434" y="18130770"/>
            <a:ext cx="5774690" cy="0"/>
          </a:xfrm>
          <a:custGeom>
            <a:avLst/>
            <a:gdLst/>
            <a:ahLst/>
            <a:cxnLst/>
            <a:rect l="l" t="t" r="r" b="b"/>
            <a:pathLst>
              <a:path w="5774690">
                <a:moveTo>
                  <a:pt x="0" y="0"/>
                </a:moveTo>
                <a:lnTo>
                  <a:pt x="5774174" y="0"/>
                </a:lnTo>
              </a:path>
            </a:pathLst>
          </a:custGeom>
          <a:ln w="17872">
            <a:solidFill>
              <a:srgbClr val="FFF8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43434" y="18938313"/>
            <a:ext cx="5774690" cy="0"/>
          </a:xfrm>
          <a:custGeom>
            <a:avLst/>
            <a:gdLst/>
            <a:ahLst/>
            <a:cxnLst/>
            <a:rect l="l" t="t" r="r" b="b"/>
            <a:pathLst>
              <a:path w="5774690">
                <a:moveTo>
                  <a:pt x="0" y="0"/>
                </a:moveTo>
                <a:lnTo>
                  <a:pt x="5774174" y="0"/>
                </a:lnTo>
              </a:path>
            </a:pathLst>
          </a:custGeom>
          <a:ln w="17872">
            <a:solidFill>
              <a:srgbClr val="FFF8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032065" y="227160"/>
            <a:ext cx="254000" cy="509270"/>
          </a:xfrm>
          <a:custGeom>
            <a:avLst/>
            <a:gdLst/>
            <a:ahLst/>
            <a:cxnLst/>
            <a:rect l="l" t="t" r="r" b="b"/>
            <a:pathLst>
              <a:path w="254000" h="509270">
                <a:moveTo>
                  <a:pt x="151215" y="0"/>
                </a:moveTo>
                <a:lnTo>
                  <a:pt x="134052" y="18692"/>
                </a:lnTo>
                <a:lnTo>
                  <a:pt x="134312" y="21135"/>
                </a:lnTo>
                <a:lnTo>
                  <a:pt x="181073" y="156014"/>
                </a:lnTo>
                <a:lnTo>
                  <a:pt x="232926" y="297655"/>
                </a:lnTo>
                <a:lnTo>
                  <a:pt x="112869" y="234502"/>
                </a:lnTo>
                <a:lnTo>
                  <a:pt x="106055" y="232507"/>
                </a:lnTo>
                <a:lnTo>
                  <a:pt x="99249" y="233251"/>
                </a:lnTo>
                <a:lnTo>
                  <a:pt x="93225" y="236492"/>
                </a:lnTo>
                <a:lnTo>
                  <a:pt x="88755" y="241988"/>
                </a:lnTo>
                <a:lnTo>
                  <a:pt x="86848" y="245605"/>
                </a:lnTo>
                <a:lnTo>
                  <a:pt x="86384" y="249569"/>
                </a:lnTo>
                <a:lnTo>
                  <a:pt x="87668" y="257024"/>
                </a:lnTo>
                <a:lnTo>
                  <a:pt x="89473" y="260468"/>
                </a:lnTo>
                <a:lnTo>
                  <a:pt x="93444" y="264266"/>
                </a:lnTo>
                <a:lnTo>
                  <a:pt x="94729" y="265306"/>
                </a:lnTo>
                <a:lnTo>
                  <a:pt x="195234" y="318175"/>
                </a:lnTo>
                <a:lnTo>
                  <a:pt x="142791" y="336812"/>
                </a:lnTo>
                <a:lnTo>
                  <a:pt x="37163" y="371139"/>
                </a:lnTo>
                <a:lnTo>
                  <a:pt x="12458" y="378688"/>
                </a:lnTo>
                <a:lnTo>
                  <a:pt x="9613" y="379973"/>
                </a:lnTo>
                <a:lnTo>
                  <a:pt x="0" y="395907"/>
                </a:lnTo>
                <a:lnTo>
                  <a:pt x="1560" y="402069"/>
                </a:lnTo>
                <a:lnTo>
                  <a:pt x="18715" y="413527"/>
                </a:lnTo>
                <a:lnTo>
                  <a:pt x="22403" y="412967"/>
                </a:lnTo>
                <a:lnTo>
                  <a:pt x="79409" y="395410"/>
                </a:lnTo>
                <a:lnTo>
                  <a:pt x="138102" y="376072"/>
                </a:lnTo>
                <a:lnTo>
                  <a:pt x="186369" y="359216"/>
                </a:lnTo>
                <a:lnTo>
                  <a:pt x="233816" y="341808"/>
                </a:lnTo>
                <a:lnTo>
                  <a:pt x="222721" y="381383"/>
                </a:lnTo>
                <a:lnTo>
                  <a:pt x="212634" y="423700"/>
                </a:lnTo>
                <a:lnTo>
                  <a:pt x="208150" y="445978"/>
                </a:lnTo>
                <a:lnTo>
                  <a:pt x="205991" y="457042"/>
                </a:lnTo>
                <a:lnTo>
                  <a:pt x="201933" y="482897"/>
                </a:lnTo>
                <a:lnTo>
                  <a:pt x="201357" y="485813"/>
                </a:lnTo>
                <a:lnTo>
                  <a:pt x="199750" y="497436"/>
                </a:lnTo>
                <a:lnTo>
                  <a:pt x="205006" y="505474"/>
                </a:lnTo>
                <a:lnTo>
                  <a:pt x="214533" y="508532"/>
                </a:lnTo>
                <a:lnTo>
                  <a:pt x="217811" y="509115"/>
                </a:lnTo>
                <a:lnTo>
                  <a:pt x="219403" y="509115"/>
                </a:lnTo>
                <a:lnTo>
                  <a:pt x="241381" y="462211"/>
                </a:lnTo>
                <a:lnTo>
                  <a:pt x="248844" y="425347"/>
                </a:lnTo>
                <a:lnTo>
                  <a:pt x="253778" y="404441"/>
                </a:lnTo>
                <a:lnTo>
                  <a:pt x="253778" y="251327"/>
                </a:lnTo>
                <a:lnTo>
                  <a:pt x="212497" y="137740"/>
                </a:lnTo>
                <a:lnTo>
                  <a:pt x="186771" y="64374"/>
                </a:lnTo>
                <a:lnTo>
                  <a:pt x="168678" y="11528"/>
                </a:lnTo>
                <a:lnTo>
                  <a:pt x="154997" y="110"/>
                </a:lnTo>
                <a:lnTo>
                  <a:pt x="1512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846701" y="11559948"/>
            <a:ext cx="439420" cy="637540"/>
          </a:xfrm>
          <a:custGeom>
            <a:avLst/>
            <a:gdLst/>
            <a:ahLst/>
            <a:cxnLst/>
            <a:rect l="l" t="t" r="r" b="b"/>
            <a:pathLst>
              <a:path w="439420" h="637540">
                <a:moveTo>
                  <a:pt x="300042" y="373380"/>
                </a:moveTo>
                <a:lnTo>
                  <a:pt x="261862" y="373380"/>
                </a:lnTo>
                <a:lnTo>
                  <a:pt x="278931" y="416560"/>
                </a:lnTo>
                <a:lnTo>
                  <a:pt x="281343" y="422910"/>
                </a:lnTo>
                <a:lnTo>
                  <a:pt x="308892" y="492760"/>
                </a:lnTo>
                <a:lnTo>
                  <a:pt x="323362" y="528320"/>
                </a:lnTo>
                <a:lnTo>
                  <a:pt x="338483" y="565150"/>
                </a:lnTo>
                <a:lnTo>
                  <a:pt x="355646" y="605790"/>
                </a:lnTo>
                <a:lnTo>
                  <a:pt x="356103" y="605790"/>
                </a:lnTo>
                <a:lnTo>
                  <a:pt x="356316" y="607060"/>
                </a:lnTo>
                <a:lnTo>
                  <a:pt x="358979" y="613410"/>
                </a:lnTo>
                <a:lnTo>
                  <a:pt x="361627" y="619760"/>
                </a:lnTo>
                <a:lnTo>
                  <a:pt x="367530" y="633730"/>
                </a:lnTo>
                <a:lnTo>
                  <a:pt x="375315" y="637540"/>
                </a:lnTo>
                <a:lnTo>
                  <a:pt x="384630" y="637540"/>
                </a:lnTo>
                <a:lnTo>
                  <a:pt x="386206" y="636270"/>
                </a:lnTo>
                <a:lnTo>
                  <a:pt x="392140" y="633730"/>
                </a:lnTo>
                <a:lnTo>
                  <a:pt x="398562" y="618490"/>
                </a:lnTo>
                <a:lnTo>
                  <a:pt x="398318" y="615950"/>
                </a:lnTo>
                <a:lnTo>
                  <a:pt x="398011" y="614680"/>
                </a:lnTo>
                <a:lnTo>
                  <a:pt x="397364" y="613410"/>
                </a:lnTo>
                <a:lnTo>
                  <a:pt x="396513" y="610870"/>
                </a:lnTo>
                <a:lnTo>
                  <a:pt x="395883" y="609600"/>
                </a:lnTo>
                <a:lnTo>
                  <a:pt x="394701" y="607060"/>
                </a:lnTo>
                <a:lnTo>
                  <a:pt x="393700" y="604520"/>
                </a:lnTo>
                <a:lnTo>
                  <a:pt x="390461" y="596900"/>
                </a:lnTo>
                <a:lnTo>
                  <a:pt x="359649" y="521970"/>
                </a:lnTo>
                <a:lnTo>
                  <a:pt x="357120" y="515620"/>
                </a:lnTo>
                <a:lnTo>
                  <a:pt x="354511" y="509270"/>
                </a:lnTo>
                <a:lnTo>
                  <a:pt x="347457" y="492760"/>
                </a:lnTo>
                <a:lnTo>
                  <a:pt x="316237" y="414020"/>
                </a:lnTo>
                <a:lnTo>
                  <a:pt x="313108" y="406400"/>
                </a:lnTo>
                <a:lnTo>
                  <a:pt x="307056" y="391160"/>
                </a:lnTo>
                <a:lnTo>
                  <a:pt x="303943" y="383540"/>
                </a:lnTo>
                <a:lnTo>
                  <a:pt x="300665" y="374650"/>
                </a:lnTo>
                <a:lnTo>
                  <a:pt x="300042" y="373380"/>
                </a:lnTo>
                <a:close/>
              </a:path>
              <a:path w="439420" h="637540">
                <a:moveTo>
                  <a:pt x="315819" y="341630"/>
                </a:moveTo>
                <a:lnTo>
                  <a:pt x="233824" y="341630"/>
                </a:lnTo>
                <a:lnTo>
                  <a:pt x="233336" y="342900"/>
                </a:lnTo>
                <a:lnTo>
                  <a:pt x="232910" y="345440"/>
                </a:lnTo>
                <a:lnTo>
                  <a:pt x="231633" y="349250"/>
                </a:lnTo>
                <a:lnTo>
                  <a:pt x="230908" y="351790"/>
                </a:lnTo>
                <a:lnTo>
                  <a:pt x="226787" y="367030"/>
                </a:lnTo>
                <a:lnTo>
                  <a:pt x="225826" y="370840"/>
                </a:lnTo>
                <a:lnTo>
                  <a:pt x="224770" y="373380"/>
                </a:lnTo>
                <a:lnTo>
                  <a:pt x="222729" y="381000"/>
                </a:lnTo>
                <a:lnTo>
                  <a:pt x="221775" y="386080"/>
                </a:lnTo>
                <a:lnTo>
                  <a:pt x="219742" y="393700"/>
                </a:lnTo>
                <a:lnTo>
                  <a:pt x="217134" y="403860"/>
                </a:lnTo>
                <a:lnTo>
                  <a:pt x="216188" y="408940"/>
                </a:lnTo>
                <a:lnTo>
                  <a:pt x="215171" y="412750"/>
                </a:lnTo>
                <a:lnTo>
                  <a:pt x="214068" y="416560"/>
                </a:lnTo>
                <a:lnTo>
                  <a:pt x="213903" y="417830"/>
                </a:lnTo>
                <a:lnTo>
                  <a:pt x="212642" y="424180"/>
                </a:lnTo>
                <a:lnTo>
                  <a:pt x="211728" y="427990"/>
                </a:lnTo>
                <a:lnTo>
                  <a:pt x="209773" y="438150"/>
                </a:lnTo>
                <a:lnTo>
                  <a:pt x="209198" y="440690"/>
                </a:lnTo>
                <a:lnTo>
                  <a:pt x="208158" y="445770"/>
                </a:lnTo>
                <a:lnTo>
                  <a:pt x="207504" y="448310"/>
                </a:lnTo>
                <a:lnTo>
                  <a:pt x="206921" y="452120"/>
                </a:lnTo>
                <a:lnTo>
                  <a:pt x="205999" y="457200"/>
                </a:lnTo>
                <a:lnTo>
                  <a:pt x="203091" y="476250"/>
                </a:lnTo>
                <a:lnTo>
                  <a:pt x="202705" y="477520"/>
                </a:lnTo>
                <a:lnTo>
                  <a:pt x="201365" y="486410"/>
                </a:lnTo>
                <a:lnTo>
                  <a:pt x="199758" y="497840"/>
                </a:lnTo>
                <a:lnTo>
                  <a:pt x="205014" y="505460"/>
                </a:lnTo>
                <a:lnTo>
                  <a:pt x="213769" y="508000"/>
                </a:lnTo>
                <a:lnTo>
                  <a:pt x="215613" y="509270"/>
                </a:lnTo>
                <a:lnTo>
                  <a:pt x="219411" y="509270"/>
                </a:lnTo>
                <a:lnTo>
                  <a:pt x="223572" y="508000"/>
                </a:lnTo>
                <a:lnTo>
                  <a:pt x="225920" y="508000"/>
                </a:lnTo>
                <a:lnTo>
                  <a:pt x="229640" y="505460"/>
                </a:lnTo>
                <a:lnTo>
                  <a:pt x="230987" y="504190"/>
                </a:lnTo>
                <a:lnTo>
                  <a:pt x="233462" y="501650"/>
                </a:lnTo>
                <a:lnTo>
                  <a:pt x="234494" y="499110"/>
                </a:lnTo>
                <a:lnTo>
                  <a:pt x="235597" y="496570"/>
                </a:lnTo>
                <a:lnTo>
                  <a:pt x="236023" y="495300"/>
                </a:lnTo>
                <a:lnTo>
                  <a:pt x="236251" y="494030"/>
                </a:lnTo>
                <a:lnTo>
                  <a:pt x="236645" y="491490"/>
                </a:lnTo>
                <a:lnTo>
                  <a:pt x="237087" y="488950"/>
                </a:lnTo>
                <a:lnTo>
                  <a:pt x="237646" y="485140"/>
                </a:lnTo>
                <a:lnTo>
                  <a:pt x="237890" y="483870"/>
                </a:lnTo>
                <a:lnTo>
                  <a:pt x="239419" y="473710"/>
                </a:lnTo>
                <a:lnTo>
                  <a:pt x="241389" y="462280"/>
                </a:lnTo>
                <a:lnTo>
                  <a:pt x="242729" y="454660"/>
                </a:lnTo>
                <a:lnTo>
                  <a:pt x="244668" y="445770"/>
                </a:lnTo>
                <a:lnTo>
                  <a:pt x="246464" y="436880"/>
                </a:lnTo>
                <a:lnTo>
                  <a:pt x="247134" y="433070"/>
                </a:lnTo>
                <a:lnTo>
                  <a:pt x="248253" y="427990"/>
                </a:lnTo>
                <a:lnTo>
                  <a:pt x="248852" y="425450"/>
                </a:lnTo>
                <a:lnTo>
                  <a:pt x="249522" y="422910"/>
                </a:lnTo>
                <a:lnTo>
                  <a:pt x="250995" y="416560"/>
                </a:lnTo>
                <a:lnTo>
                  <a:pt x="251815" y="412750"/>
                </a:lnTo>
                <a:lnTo>
                  <a:pt x="254360" y="402590"/>
                </a:lnTo>
                <a:lnTo>
                  <a:pt x="256441" y="393700"/>
                </a:lnTo>
                <a:lnTo>
                  <a:pt x="259435" y="382270"/>
                </a:lnTo>
                <a:lnTo>
                  <a:pt x="259821" y="381000"/>
                </a:lnTo>
                <a:lnTo>
                  <a:pt x="260704" y="378460"/>
                </a:lnTo>
                <a:lnTo>
                  <a:pt x="261129" y="375920"/>
                </a:lnTo>
                <a:lnTo>
                  <a:pt x="261862" y="373380"/>
                </a:lnTo>
                <a:lnTo>
                  <a:pt x="376568" y="373380"/>
                </a:lnTo>
                <a:lnTo>
                  <a:pt x="315819" y="341630"/>
                </a:lnTo>
                <a:close/>
              </a:path>
              <a:path w="439420" h="637540">
                <a:moveTo>
                  <a:pt x="376568" y="373380"/>
                </a:moveTo>
                <a:lnTo>
                  <a:pt x="300042" y="373380"/>
                </a:lnTo>
                <a:lnTo>
                  <a:pt x="420596" y="436880"/>
                </a:lnTo>
                <a:lnTo>
                  <a:pt x="421281" y="436880"/>
                </a:lnTo>
                <a:lnTo>
                  <a:pt x="423653" y="438150"/>
                </a:lnTo>
                <a:lnTo>
                  <a:pt x="432511" y="438150"/>
                </a:lnTo>
                <a:lnTo>
                  <a:pt x="434355" y="436880"/>
                </a:lnTo>
                <a:lnTo>
                  <a:pt x="439141" y="435610"/>
                </a:lnTo>
                <a:lnTo>
                  <a:pt x="439141" y="406400"/>
                </a:lnTo>
                <a:lnTo>
                  <a:pt x="437318" y="405130"/>
                </a:lnTo>
                <a:lnTo>
                  <a:pt x="376568" y="373380"/>
                </a:lnTo>
                <a:close/>
              </a:path>
              <a:path w="439420" h="637540">
                <a:moveTo>
                  <a:pt x="21481" y="412750"/>
                </a:moveTo>
                <a:lnTo>
                  <a:pt x="14460" y="412750"/>
                </a:lnTo>
                <a:lnTo>
                  <a:pt x="16919" y="414020"/>
                </a:lnTo>
                <a:lnTo>
                  <a:pt x="18723" y="414020"/>
                </a:lnTo>
                <a:lnTo>
                  <a:pt x="21481" y="412750"/>
                </a:lnTo>
                <a:close/>
              </a:path>
              <a:path w="439420" h="637540">
                <a:moveTo>
                  <a:pt x="130907" y="378460"/>
                </a:moveTo>
                <a:lnTo>
                  <a:pt x="11836" y="378460"/>
                </a:lnTo>
                <a:lnTo>
                  <a:pt x="9621" y="379730"/>
                </a:lnTo>
                <a:lnTo>
                  <a:pt x="8156" y="381000"/>
                </a:lnTo>
                <a:lnTo>
                  <a:pt x="5713" y="382270"/>
                </a:lnTo>
                <a:lnTo>
                  <a:pt x="0" y="396240"/>
                </a:lnTo>
                <a:lnTo>
                  <a:pt x="1063" y="400050"/>
                </a:lnTo>
                <a:lnTo>
                  <a:pt x="1560" y="402590"/>
                </a:lnTo>
                <a:lnTo>
                  <a:pt x="2190" y="403860"/>
                </a:lnTo>
                <a:lnTo>
                  <a:pt x="3467" y="405130"/>
                </a:lnTo>
                <a:lnTo>
                  <a:pt x="4129" y="406400"/>
                </a:lnTo>
                <a:lnTo>
                  <a:pt x="5831" y="408940"/>
                </a:lnTo>
                <a:lnTo>
                  <a:pt x="6903" y="408940"/>
                </a:lnTo>
                <a:lnTo>
                  <a:pt x="9621" y="411480"/>
                </a:lnTo>
                <a:lnTo>
                  <a:pt x="11308" y="411480"/>
                </a:lnTo>
                <a:lnTo>
                  <a:pt x="13766" y="412750"/>
                </a:lnTo>
                <a:lnTo>
                  <a:pt x="25090" y="412750"/>
                </a:lnTo>
                <a:lnTo>
                  <a:pt x="26280" y="411480"/>
                </a:lnTo>
                <a:lnTo>
                  <a:pt x="31261" y="410210"/>
                </a:lnTo>
                <a:lnTo>
                  <a:pt x="35020" y="408940"/>
                </a:lnTo>
                <a:lnTo>
                  <a:pt x="59141" y="401320"/>
                </a:lnTo>
                <a:lnTo>
                  <a:pt x="62104" y="401320"/>
                </a:lnTo>
                <a:lnTo>
                  <a:pt x="78361" y="396240"/>
                </a:lnTo>
                <a:lnTo>
                  <a:pt x="92379" y="391160"/>
                </a:lnTo>
                <a:lnTo>
                  <a:pt x="116132" y="383540"/>
                </a:lnTo>
                <a:lnTo>
                  <a:pt x="130907" y="378460"/>
                </a:lnTo>
                <a:close/>
              </a:path>
              <a:path w="439420" h="637540">
                <a:moveTo>
                  <a:pt x="106063" y="232410"/>
                </a:moveTo>
                <a:lnTo>
                  <a:pt x="99257" y="233680"/>
                </a:lnTo>
                <a:lnTo>
                  <a:pt x="93233" y="236220"/>
                </a:lnTo>
                <a:lnTo>
                  <a:pt x="88763" y="242570"/>
                </a:lnTo>
                <a:lnTo>
                  <a:pt x="86856" y="245110"/>
                </a:lnTo>
                <a:lnTo>
                  <a:pt x="86391" y="250190"/>
                </a:lnTo>
                <a:lnTo>
                  <a:pt x="87676" y="256540"/>
                </a:lnTo>
                <a:lnTo>
                  <a:pt x="89480" y="260350"/>
                </a:lnTo>
                <a:lnTo>
                  <a:pt x="93452" y="264160"/>
                </a:lnTo>
                <a:lnTo>
                  <a:pt x="94737" y="265430"/>
                </a:lnTo>
                <a:lnTo>
                  <a:pt x="195242" y="318770"/>
                </a:lnTo>
                <a:lnTo>
                  <a:pt x="192579" y="318770"/>
                </a:lnTo>
                <a:lnTo>
                  <a:pt x="190601" y="320040"/>
                </a:lnTo>
                <a:lnTo>
                  <a:pt x="178393" y="323850"/>
                </a:lnTo>
                <a:lnTo>
                  <a:pt x="157875" y="331470"/>
                </a:lnTo>
                <a:lnTo>
                  <a:pt x="142799" y="336550"/>
                </a:lnTo>
                <a:lnTo>
                  <a:pt x="137976" y="339090"/>
                </a:lnTo>
                <a:lnTo>
                  <a:pt x="115911" y="345440"/>
                </a:lnTo>
                <a:lnTo>
                  <a:pt x="114532" y="346710"/>
                </a:lnTo>
                <a:lnTo>
                  <a:pt x="105721" y="349250"/>
                </a:lnTo>
                <a:lnTo>
                  <a:pt x="73476" y="359410"/>
                </a:lnTo>
                <a:lnTo>
                  <a:pt x="67991" y="361950"/>
                </a:lnTo>
                <a:lnTo>
                  <a:pt x="56399" y="365760"/>
                </a:lnTo>
                <a:lnTo>
                  <a:pt x="53507" y="365760"/>
                </a:lnTo>
                <a:lnTo>
                  <a:pt x="51190" y="367030"/>
                </a:lnTo>
                <a:lnTo>
                  <a:pt x="48865" y="367030"/>
                </a:lnTo>
                <a:lnTo>
                  <a:pt x="31340" y="373380"/>
                </a:lnTo>
                <a:lnTo>
                  <a:pt x="25508" y="374650"/>
                </a:lnTo>
                <a:lnTo>
                  <a:pt x="16288" y="377190"/>
                </a:lnTo>
                <a:lnTo>
                  <a:pt x="14736" y="378460"/>
                </a:lnTo>
                <a:lnTo>
                  <a:pt x="132704" y="378460"/>
                </a:lnTo>
                <a:lnTo>
                  <a:pt x="138110" y="375920"/>
                </a:lnTo>
                <a:lnTo>
                  <a:pt x="143484" y="374650"/>
                </a:lnTo>
                <a:lnTo>
                  <a:pt x="164848" y="367030"/>
                </a:lnTo>
                <a:lnTo>
                  <a:pt x="169505" y="365760"/>
                </a:lnTo>
                <a:lnTo>
                  <a:pt x="174178" y="363220"/>
                </a:lnTo>
                <a:lnTo>
                  <a:pt x="186377" y="359410"/>
                </a:lnTo>
                <a:lnTo>
                  <a:pt x="189411" y="358140"/>
                </a:lnTo>
                <a:lnTo>
                  <a:pt x="200096" y="354330"/>
                </a:lnTo>
                <a:lnTo>
                  <a:pt x="220325" y="346710"/>
                </a:lnTo>
                <a:lnTo>
                  <a:pt x="225676" y="345440"/>
                </a:lnTo>
                <a:lnTo>
                  <a:pt x="227607" y="344170"/>
                </a:lnTo>
                <a:lnTo>
                  <a:pt x="230956" y="342900"/>
                </a:lnTo>
                <a:lnTo>
                  <a:pt x="232398" y="342900"/>
                </a:lnTo>
                <a:lnTo>
                  <a:pt x="233824" y="341630"/>
                </a:lnTo>
                <a:lnTo>
                  <a:pt x="315819" y="341630"/>
                </a:lnTo>
                <a:lnTo>
                  <a:pt x="281800" y="323850"/>
                </a:lnTo>
                <a:lnTo>
                  <a:pt x="286173" y="321310"/>
                </a:lnTo>
                <a:lnTo>
                  <a:pt x="288104" y="321310"/>
                </a:lnTo>
                <a:lnTo>
                  <a:pt x="296189" y="317500"/>
                </a:lnTo>
                <a:lnTo>
                  <a:pt x="347175" y="297180"/>
                </a:lnTo>
                <a:lnTo>
                  <a:pt x="232934" y="297180"/>
                </a:lnTo>
                <a:lnTo>
                  <a:pt x="112877" y="234950"/>
                </a:lnTo>
                <a:lnTo>
                  <a:pt x="106063" y="232410"/>
                </a:lnTo>
                <a:close/>
              </a:path>
              <a:path w="439420" h="637540">
                <a:moveTo>
                  <a:pt x="155005" y="0"/>
                </a:moveTo>
                <a:lnTo>
                  <a:pt x="147795" y="0"/>
                </a:lnTo>
                <a:lnTo>
                  <a:pt x="147062" y="1270"/>
                </a:lnTo>
                <a:lnTo>
                  <a:pt x="143681" y="1270"/>
                </a:lnTo>
                <a:lnTo>
                  <a:pt x="141428" y="3810"/>
                </a:lnTo>
                <a:lnTo>
                  <a:pt x="139205" y="5080"/>
                </a:lnTo>
                <a:lnTo>
                  <a:pt x="138102" y="6350"/>
                </a:lnTo>
                <a:lnTo>
                  <a:pt x="137700" y="7620"/>
                </a:lnTo>
                <a:lnTo>
                  <a:pt x="136723" y="8890"/>
                </a:lnTo>
                <a:lnTo>
                  <a:pt x="136195" y="10160"/>
                </a:lnTo>
                <a:lnTo>
                  <a:pt x="134966" y="12700"/>
                </a:lnTo>
                <a:lnTo>
                  <a:pt x="134430" y="13970"/>
                </a:lnTo>
                <a:lnTo>
                  <a:pt x="134059" y="19050"/>
                </a:lnTo>
                <a:lnTo>
                  <a:pt x="134319" y="21590"/>
                </a:lnTo>
                <a:lnTo>
                  <a:pt x="136093" y="26670"/>
                </a:lnTo>
                <a:lnTo>
                  <a:pt x="137101" y="29210"/>
                </a:lnTo>
                <a:lnTo>
                  <a:pt x="141191" y="41910"/>
                </a:lnTo>
                <a:lnTo>
                  <a:pt x="151191" y="71120"/>
                </a:lnTo>
                <a:lnTo>
                  <a:pt x="153752" y="78740"/>
                </a:lnTo>
                <a:lnTo>
                  <a:pt x="166408" y="114300"/>
                </a:lnTo>
                <a:lnTo>
                  <a:pt x="178694" y="149860"/>
                </a:lnTo>
                <a:lnTo>
                  <a:pt x="179868" y="152400"/>
                </a:lnTo>
                <a:lnTo>
                  <a:pt x="202287" y="214630"/>
                </a:lnTo>
                <a:lnTo>
                  <a:pt x="203698" y="218440"/>
                </a:lnTo>
                <a:lnTo>
                  <a:pt x="208733" y="232410"/>
                </a:lnTo>
                <a:lnTo>
                  <a:pt x="210404" y="237490"/>
                </a:lnTo>
                <a:lnTo>
                  <a:pt x="224982" y="276860"/>
                </a:lnTo>
                <a:lnTo>
                  <a:pt x="227646" y="283210"/>
                </a:lnTo>
                <a:lnTo>
                  <a:pt x="230254" y="290830"/>
                </a:lnTo>
                <a:lnTo>
                  <a:pt x="232934" y="297180"/>
                </a:lnTo>
                <a:lnTo>
                  <a:pt x="347175" y="297180"/>
                </a:lnTo>
                <a:lnTo>
                  <a:pt x="372037" y="285750"/>
                </a:lnTo>
                <a:lnTo>
                  <a:pt x="382463" y="281940"/>
                </a:lnTo>
                <a:lnTo>
                  <a:pt x="385065" y="280670"/>
                </a:lnTo>
                <a:lnTo>
                  <a:pt x="291177" y="280670"/>
                </a:lnTo>
                <a:lnTo>
                  <a:pt x="292572" y="276860"/>
                </a:lnTo>
                <a:lnTo>
                  <a:pt x="294038" y="273050"/>
                </a:lnTo>
                <a:lnTo>
                  <a:pt x="296134" y="267970"/>
                </a:lnTo>
                <a:lnTo>
                  <a:pt x="297056" y="265430"/>
                </a:lnTo>
                <a:lnTo>
                  <a:pt x="258915" y="265430"/>
                </a:lnTo>
                <a:lnTo>
                  <a:pt x="255708" y="256540"/>
                </a:lnTo>
                <a:lnTo>
                  <a:pt x="253809" y="251460"/>
                </a:lnTo>
                <a:lnTo>
                  <a:pt x="229566" y="185420"/>
                </a:lnTo>
                <a:lnTo>
                  <a:pt x="216557" y="148590"/>
                </a:lnTo>
                <a:lnTo>
                  <a:pt x="206227" y="120650"/>
                </a:lnTo>
                <a:lnTo>
                  <a:pt x="197041" y="93980"/>
                </a:lnTo>
                <a:lnTo>
                  <a:pt x="193083" y="82550"/>
                </a:lnTo>
                <a:lnTo>
                  <a:pt x="192129" y="80010"/>
                </a:lnTo>
                <a:lnTo>
                  <a:pt x="186779" y="64770"/>
                </a:lnTo>
                <a:lnTo>
                  <a:pt x="184281" y="57150"/>
                </a:lnTo>
                <a:lnTo>
                  <a:pt x="168883" y="11430"/>
                </a:lnTo>
                <a:lnTo>
                  <a:pt x="167393" y="7620"/>
                </a:lnTo>
                <a:lnTo>
                  <a:pt x="165171" y="5080"/>
                </a:lnTo>
                <a:lnTo>
                  <a:pt x="161491" y="2540"/>
                </a:lnTo>
                <a:lnTo>
                  <a:pt x="160553" y="2540"/>
                </a:lnTo>
                <a:lnTo>
                  <a:pt x="157385" y="1270"/>
                </a:lnTo>
                <a:lnTo>
                  <a:pt x="155005" y="0"/>
                </a:lnTo>
                <a:close/>
              </a:path>
              <a:path w="439420" h="637540">
                <a:moveTo>
                  <a:pt x="439141" y="217170"/>
                </a:moveTo>
                <a:lnTo>
                  <a:pt x="427585" y="222250"/>
                </a:lnTo>
                <a:lnTo>
                  <a:pt x="423503" y="224790"/>
                </a:lnTo>
                <a:lnTo>
                  <a:pt x="402770" y="233680"/>
                </a:lnTo>
                <a:lnTo>
                  <a:pt x="392805" y="237490"/>
                </a:lnTo>
                <a:lnTo>
                  <a:pt x="378774" y="243840"/>
                </a:lnTo>
                <a:lnTo>
                  <a:pt x="360421" y="252730"/>
                </a:lnTo>
                <a:lnTo>
                  <a:pt x="352770" y="255270"/>
                </a:lnTo>
                <a:lnTo>
                  <a:pt x="335575" y="262890"/>
                </a:lnTo>
                <a:lnTo>
                  <a:pt x="333502" y="264160"/>
                </a:lnTo>
                <a:lnTo>
                  <a:pt x="329239" y="265430"/>
                </a:lnTo>
                <a:lnTo>
                  <a:pt x="327017" y="266700"/>
                </a:lnTo>
                <a:lnTo>
                  <a:pt x="303825" y="275590"/>
                </a:lnTo>
                <a:lnTo>
                  <a:pt x="299601" y="278130"/>
                </a:lnTo>
                <a:lnTo>
                  <a:pt x="291177" y="280670"/>
                </a:lnTo>
                <a:lnTo>
                  <a:pt x="385065" y="280670"/>
                </a:lnTo>
                <a:lnTo>
                  <a:pt x="392869" y="276860"/>
                </a:lnTo>
                <a:lnTo>
                  <a:pt x="403256" y="273050"/>
                </a:lnTo>
                <a:lnTo>
                  <a:pt x="425434" y="262890"/>
                </a:lnTo>
                <a:lnTo>
                  <a:pt x="430210" y="260350"/>
                </a:lnTo>
                <a:lnTo>
                  <a:pt x="439141" y="256540"/>
                </a:lnTo>
                <a:lnTo>
                  <a:pt x="439141" y="217170"/>
                </a:lnTo>
                <a:close/>
              </a:path>
              <a:path w="439420" h="637540">
                <a:moveTo>
                  <a:pt x="326631" y="115570"/>
                </a:moveTo>
                <a:lnTo>
                  <a:pt x="297237" y="163830"/>
                </a:lnTo>
                <a:lnTo>
                  <a:pt x="271957" y="229870"/>
                </a:lnTo>
                <a:lnTo>
                  <a:pt x="270176" y="234950"/>
                </a:lnTo>
                <a:lnTo>
                  <a:pt x="269002" y="237490"/>
                </a:lnTo>
                <a:lnTo>
                  <a:pt x="263234" y="254000"/>
                </a:lnTo>
                <a:lnTo>
                  <a:pt x="261563" y="257810"/>
                </a:lnTo>
                <a:lnTo>
                  <a:pt x="259609" y="262890"/>
                </a:lnTo>
                <a:lnTo>
                  <a:pt x="258915" y="265430"/>
                </a:lnTo>
                <a:lnTo>
                  <a:pt x="297056" y="265430"/>
                </a:lnTo>
                <a:lnTo>
                  <a:pt x="301666" y="252730"/>
                </a:lnTo>
                <a:lnTo>
                  <a:pt x="302383" y="250190"/>
                </a:lnTo>
                <a:lnTo>
                  <a:pt x="305740" y="241300"/>
                </a:lnTo>
                <a:lnTo>
                  <a:pt x="313802" y="219710"/>
                </a:lnTo>
                <a:lnTo>
                  <a:pt x="314582" y="217170"/>
                </a:lnTo>
                <a:lnTo>
                  <a:pt x="317001" y="210820"/>
                </a:lnTo>
                <a:lnTo>
                  <a:pt x="322653" y="196850"/>
                </a:lnTo>
                <a:lnTo>
                  <a:pt x="330200" y="177800"/>
                </a:lnTo>
                <a:lnTo>
                  <a:pt x="344424" y="140970"/>
                </a:lnTo>
                <a:lnTo>
                  <a:pt x="345681" y="134620"/>
                </a:lnTo>
                <a:lnTo>
                  <a:pt x="344216" y="128270"/>
                </a:lnTo>
                <a:lnTo>
                  <a:pt x="340351" y="121920"/>
                </a:lnTo>
                <a:lnTo>
                  <a:pt x="334409" y="118110"/>
                </a:lnTo>
                <a:lnTo>
                  <a:pt x="326631" y="115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426766" y="3959118"/>
            <a:ext cx="470534" cy="586740"/>
          </a:xfrm>
          <a:custGeom>
            <a:avLst/>
            <a:gdLst/>
            <a:ahLst/>
            <a:cxnLst/>
            <a:rect l="l" t="t" r="r" b="b"/>
            <a:pathLst>
              <a:path w="470534" h="586739">
                <a:moveTo>
                  <a:pt x="240068" y="323850"/>
                </a:moveTo>
                <a:lnTo>
                  <a:pt x="185526" y="323850"/>
                </a:lnTo>
                <a:lnTo>
                  <a:pt x="161727" y="364490"/>
                </a:lnTo>
                <a:lnTo>
                  <a:pt x="158315" y="369570"/>
                </a:lnTo>
                <a:lnTo>
                  <a:pt x="146093" y="391160"/>
                </a:lnTo>
                <a:lnTo>
                  <a:pt x="127306" y="422910"/>
                </a:lnTo>
                <a:lnTo>
                  <a:pt x="125241" y="426720"/>
                </a:lnTo>
                <a:lnTo>
                  <a:pt x="120947" y="434340"/>
                </a:lnTo>
                <a:lnTo>
                  <a:pt x="111364" y="450850"/>
                </a:lnTo>
                <a:lnTo>
                  <a:pt x="92315" y="483870"/>
                </a:lnTo>
                <a:lnTo>
                  <a:pt x="80954" y="504190"/>
                </a:lnTo>
                <a:lnTo>
                  <a:pt x="72800" y="519430"/>
                </a:lnTo>
                <a:lnTo>
                  <a:pt x="60631" y="541020"/>
                </a:lnTo>
                <a:lnTo>
                  <a:pt x="60315" y="542290"/>
                </a:lnTo>
                <a:lnTo>
                  <a:pt x="59819" y="542290"/>
                </a:lnTo>
                <a:lnTo>
                  <a:pt x="56462" y="548640"/>
                </a:lnTo>
                <a:lnTo>
                  <a:pt x="53042" y="553720"/>
                </a:lnTo>
                <a:lnTo>
                  <a:pt x="45745" y="567690"/>
                </a:lnTo>
                <a:lnTo>
                  <a:pt x="47242" y="576580"/>
                </a:lnTo>
                <a:lnTo>
                  <a:pt x="53948" y="582930"/>
                </a:lnTo>
                <a:lnTo>
                  <a:pt x="55241" y="584200"/>
                </a:lnTo>
                <a:lnTo>
                  <a:pt x="60891" y="586740"/>
                </a:lnTo>
                <a:lnTo>
                  <a:pt x="70323" y="586740"/>
                </a:lnTo>
                <a:lnTo>
                  <a:pt x="70741" y="585470"/>
                </a:lnTo>
                <a:lnTo>
                  <a:pt x="72380" y="585470"/>
                </a:lnTo>
                <a:lnTo>
                  <a:pt x="73531" y="584200"/>
                </a:lnTo>
                <a:lnTo>
                  <a:pt x="75658" y="582930"/>
                </a:lnTo>
                <a:lnTo>
                  <a:pt x="76620" y="582930"/>
                </a:lnTo>
                <a:lnTo>
                  <a:pt x="78582" y="580390"/>
                </a:lnTo>
                <a:lnTo>
                  <a:pt x="79536" y="580390"/>
                </a:lnTo>
                <a:lnTo>
                  <a:pt x="80576" y="577850"/>
                </a:lnTo>
                <a:lnTo>
                  <a:pt x="80796" y="577850"/>
                </a:lnTo>
                <a:lnTo>
                  <a:pt x="81789" y="576580"/>
                </a:lnTo>
                <a:lnTo>
                  <a:pt x="82656" y="574040"/>
                </a:lnTo>
                <a:lnTo>
                  <a:pt x="84122" y="571500"/>
                </a:lnTo>
                <a:lnTo>
                  <a:pt x="85422" y="570230"/>
                </a:lnTo>
                <a:lnTo>
                  <a:pt x="89506" y="562610"/>
                </a:lnTo>
                <a:lnTo>
                  <a:pt x="126691" y="496570"/>
                </a:lnTo>
                <a:lnTo>
                  <a:pt x="127802" y="494030"/>
                </a:lnTo>
                <a:lnTo>
                  <a:pt x="132239" y="486410"/>
                </a:lnTo>
                <a:lnTo>
                  <a:pt x="135423" y="481330"/>
                </a:lnTo>
                <a:lnTo>
                  <a:pt x="144748" y="464820"/>
                </a:lnTo>
                <a:lnTo>
                  <a:pt x="163784" y="431800"/>
                </a:lnTo>
                <a:lnTo>
                  <a:pt x="165131" y="429260"/>
                </a:lnTo>
                <a:lnTo>
                  <a:pt x="168662" y="422910"/>
                </a:lnTo>
                <a:lnTo>
                  <a:pt x="187173" y="391160"/>
                </a:lnTo>
                <a:lnTo>
                  <a:pt x="191334" y="384810"/>
                </a:lnTo>
                <a:lnTo>
                  <a:pt x="199742" y="369570"/>
                </a:lnTo>
                <a:lnTo>
                  <a:pt x="203792" y="363220"/>
                </a:lnTo>
                <a:lnTo>
                  <a:pt x="208410" y="355600"/>
                </a:lnTo>
                <a:lnTo>
                  <a:pt x="209238" y="353060"/>
                </a:lnTo>
                <a:lnTo>
                  <a:pt x="245406" y="353060"/>
                </a:lnTo>
                <a:lnTo>
                  <a:pt x="240068" y="323850"/>
                </a:lnTo>
                <a:close/>
              </a:path>
              <a:path w="470534" h="586739">
                <a:moveTo>
                  <a:pt x="245406" y="353060"/>
                </a:moveTo>
                <a:lnTo>
                  <a:pt x="209238" y="353060"/>
                </a:lnTo>
                <a:lnTo>
                  <a:pt x="233698" y="487680"/>
                </a:lnTo>
                <a:lnTo>
                  <a:pt x="234045" y="487680"/>
                </a:lnTo>
                <a:lnTo>
                  <a:pt x="235558" y="492760"/>
                </a:lnTo>
                <a:lnTo>
                  <a:pt x="237205" y="495300"/>
                </a:lnTo>
                <a:lnTo>
                  <a:pt x="237804" y="495300"/>
                </a:lnTo>
                <a:lnTo>
                  <a:pt x="240010" y="497840"/>
                </a:lnTo>
                <a:lnTo>
                  <a:pt x="241681" y="499110"/>
                </a:lnTo>
                <a:lnTo>
                  <a:pt x="246732" y="501650"/>
                </a:lnTo>
                <a:lnTo>
                  <a:pt x="250475" y="501650"/>
                </a:lnTo>
                <a:lnTo>
                  <a:pt x="268907" y="485140"/>
                </a:lnTo>
                <a:lnTo>
                  <a:pt x="268844" y="481330"/>
                </a:lnTo>
                <a:lnTo>
                  <a:pt x="245406" y="353060"/>
                </a:lnTo>
                <a:close/>
              </a:path>
              <a:path w="470534" h="586739">
                <a:moveTo>
                  <a:pt x="310027" y="308610"/>
                </a:moveTo>
                <a:lnTo>
                  <a:pt x="237284" y="308610"/>
                </a:lnTo>
                <a:lnTo>
                  <a:pt x="241366" y="311150"/>
                </a:lnTo>
                <a:lnTo>
                  <a:pt x="243194" y="312420"/>
                </a:lnTo>
                <a:lnTo>
                  <a:pt x="250751" y="316230"/>
                </a:lnTo>
                <a:lnTo>
                  <a:pt x="268371" y="326390"/>
                </a:lnTo>
                <a:lnTo>
                  <a:pt x="283499" y="335280"/>
                </a:lnTo>
                <a:lnTo>
                  <a:pt x="298669" y="342900"/>
                </a:lnTo>
                <a:lnTo>
                  <a:pt x="322304" y="356870"/>
                </a:lnTo>
                <a:lnTo>
                  <a:pt x="352296" y="372110"/>
                </a:lnTo>
                <a:lnTo>
                  <a:pt x="370658" y="382270"/>
                </a:lnTo>
                <a:lnTo>
                  <a:pt x="376095" y="384810"/>
                </a:lnTo>
                <a:lnTo>
                  <a:pt x="378396" y="386080"/>
                </a:lnTo>
                <a:lnTo>
                  <a:pt x="388830" y="392430"/>
                </a:lnTo>
                <a:lnTo>
                  <a:pt x="390138" y="392430"/>
                </a:lnTo>
                <a:lnTo>
                  <a:pt x="392589" y="393700"/>
                </a:lnTo>
                <a:lnTo>
                  <a:pt x="394851" y="394970"/>
                </a:lnTo>
                <a:lnTo>
                  <a:pt x="396222" y="396240"/>
                </a:lnTo>
                <a:lnTo>
                  <a:pt x="397609" y="396240"/>
                </a:lnTo>
                <a:lnTo>
                  <a:pt x="400619" y="397510"/>
                </a:lnTo>
                <a:lnTo>
                  <a:pt x="402274" y="398780"/>
                </a:lnTo>
                <a:lnTo>
                  <a:pt x="421596" y="408940"/>
                </a:lnTo>
                <a:lnTo>
                  <a:pt x="427475" y="411480"/>
                </a:lnTo>
                <a:lnTo>
                  <a:pt x="434638" y="415290"/>
                </a:lnTo>
                <a:lnTo>
                  <a:pt x="435899" y="415290"/>
                </a:lnTo>
                <a:lnTo>
                  <a:pt x="439043" y="416560"/>
                </a:lnTo>
                <a:lnTo>
                  <a:pt x="440895" y="417830"/>
                </a:lnTo>
                <a:lnTo>
                  <a:pt x="444252" y="420370"/>
                </a:lnTo>
                <a:lnTo>
                  <a:pt x="451188" y="421640"/>
                </a:lnTo>
                <a:lnTo>
                  <a:pt x="457913" y="420370"/>
                </a:lnTo>
                <a:lnTo>
                  <a:pt x="463792" y="416560"/>
                </a:lnTo>
                <a:lnTo>
                  <a:pt x="468074" y="411480"/>
                </a:lnTo>
                <a:lnTo>
                  <a:pt x="470383" y="406400"/>
                </a:lnTo>
                <a:lnTo>
                  <a:pt x="470360" y="401320"/>
                </a:lnTo>
                <a:lnTo>
                  <a:pt x="466963" y="393700"/>
                </a:lnTo>
                <a:lnTo>
                  <a:pt x="464024" y="389890"/>
                </a:lnTo>
                <a:lnTo>
                  <a:pt x="458988" y="387350"/>
                </a:lnTo>
                <a:lnTo>
                  <a:pt x="455064" y="384810"/>
                </a:lnTo>
                <a:lnTo>
                  <a:pt x="450943" y="383540"/>
                </a:lnTo>
                <a:lnTo>
                  <a:pt x="447917" y="382270"/>
                </a:lnTo>
                <a:lnTo>
                  <a:pt x="432401" y="373380"/>
                </a:lnTo>
                <a:lnTo>
                  <a:pt x="417207" y="365760"/>
                </a:lnTo>
                <a:lnTo>
                  <a:pt x="406671" y="360680"/>
                </a:lnTo>
                <a:lnTo>
                  <a:pt x="402739" y="359410"/>
                </a:lnTo>
                <a:lnTo>
                  <a:pt x="385441" y="349250"/>
                </a:lnTo>
                <a:lnTo>
                  <a:pt x="382557" y="347980"/>
                </a:lnTo>
                <a:lnTo>
                  <a:pt x="372906" y="342900"/>
                </a:lnTo>
                <a:lnTo>
                  <a:pt x="359380" y="336550"/>
                </a:lnTo>
                <a:lnTo>
                  <a:pt x="341785" y="326390"/>
                </a:lnTo>
                <a:lnTo>
                  <a:pt x="334432" y="322580"/>
                </a:lnTo>
                <a:lnTo>
                  <a:pt x="318065" y="313690"/>
                </a:lnTo>
                <a:lnTo>
                  <a:pt x="316134" y="312420"/>
                </a:lnTo>
                <a:lnTo>
                  <a:pt x="312099" y="309880"/>
                </a:lnTo>
                <a:lnTo>
                  <a:pt x="310027" y="308610"/>
                </a:lnTo>
                <a:close/>
              </a:path>
              <a:path w="470534" h="586739">
                <a:moveTo>
                  <a:pt x="23286" y="128270"/>
                </a:moveTo>
                <a:lnTo>
                  <a:pt x="14712" y="128270"/>
                </a:lnTo>
                <a:lnTo>
                  <a:pt x="9779" y="129540"/>
                </a:lnTo>
                <a:lnTo>
                  <a:pt x="6351" y="132080"/>
                </a:lnTo>
                <a:lnTo>
                  <a:pt x="3664" y="134620"/>
                </a:lnTo>
                <a:lnTo>
                  <a:pt x="3467" y="134620"/>
                </a:lnTo>
                <a:lnTo>
                  <a:pt x="0" y="144780"/>
                </a:lnTo>
                <a:lnTo>
                  <a:pt x="189" y="148590"/>
                </a:lnTo>
                <a:lnTo>
                  <a:pt x="606" y="149860"/>
                </a:lnTo>
                <a:lnTo>
                  <a:pt x="1536" y="152400"/>
                </a:lnTo>
                <a:lnTo>
                  <a:pt x="1820" y="153670"/>
                </a:lnTo>
                <a:lnTo>
                  <a:pt x="3002" y="156210"/>
                </a:lnTo>
                <a:lnTo>
                  <a:pt x="4026" y="157480"/>
                </a:lnTo>
                <a:lnTo>
                  <a:pt x="6012" y="158750"/>
                </a:lnTo>
                <a:lnTo>
                  <a:pt x="6745" y="160020"/>
                </a:lnTo>
                <a:lnTo>
                  <a:pt x="9022" y="161290"/>
                </a:lnTo>
                <a:lnTo>
                  <a:pt x="10063" y="162560"/>
                </a:lnTo>
                <a:lnTo>
                  <a:pt x="14302" y="165100"/>
                </a:lnTo>
                <a:lnTo>
                  <a:pt x="17573" y="167640"/>
                </a:lnTo>
                <a:lnTo>
                  <a:pt x="38274" y="181610"/>
                </a:lnTo>
                <a:lnTo>
                  <a:pt x="40804" y="182880"/>
                </a:lnTo>
                <a:lnTo>
                  <a:pt x="46052" y="186690"/>
                </a:lnTo>
                <a:lnTo>
                  <a:pt x="46950" y="187960"/>
                </a:lnTo>
                <a:lnTo>
                  <a:pt x="48842" y="189230"/>
                </a:lnTo>
                <a:lnTo>
                  <a:pt x="49803" y="189230"/>
                </a:lnTo>
                <a:lnTo>
                  <a:pt x="54799" y="193040"/>
                </a:lnTo>
                <a:lnTo>
                  <a:pt x="67039" y="200660"/>
                </a:lnTo>
                <a:lnTo>
                  <a:pt x="87841" y="214630"/>
                </a:lnTo>
                <a:lnTo>
                  <a:pt x="91104" y="217170"/>
                </a:lnTo>
                <a:lnTo>
                  <a:pt x="100781" y="223520"/>
                </a:lnTo>
                <a:lnTo>
                  <a:pt x="102381" y="224790"/>
                </a:lnTo>
                <a:lnTo>
                  <a:pt x="107156" y="227330"/>
                </a:lnTo>
                <a:lnTo>
                  <a:pt x="111987" y="231140"/>
                </a:lnTo>
                <a:lnTo>
                  <a:pt x="130986" y="243840"/>
                </a:lnTo>
                <a:lnTo>
                  <a:pt x="139260" y="248920"/>
                </a:lnTo>
                <a:lnTo>
                  <a:pt x="150198" y="255270"/>
                </a:lnTo>
                <a:lnTo>
                  <a:pt x="152980" y="257810"/>
                </a:lnTo>
                <a:lnTo>
                  <a:pt x="177835" y="273050"/>
                </a:lnTo>
                <a:lnTo>
                  <a:pt x="180932" y="274320"/>
                </a:lnTo>
                <a:lnTo>
                  <a:pt x="190585" y="280670"/>
                </a:lnTo>
                <a:lnTo>
                  <a:pt x="191869" y="281940"/>
                </a:lnTo>
                <a:lnTo>
                  <a:pt x="193170" y="281940"/>
                </a:lnTo>
                <a:lnTo>
                  <a:pt x="191570" y="283210"/>
                </a:lnTo>
                <a:lnTo>
                  <a:pt x="190002" y="283210"/>
                </a:lnTo>
                <a:lnTo>
                  <a:pt x="185786" y="285750"/>
                </a:lnTo>
                <a:lnTo>
                  <a:pt x="183193" y="285750"/>
                </a:lnTo>
                <a:lnTo>
                  <a:pt x="178347" y="288290"/>
                </a:lnTo>
                <a:lnTo>
                  <a:pt x="165841" y="293370"/>
                </a:lnTo>
                <a:lnTo>
                  <a:pt x="162468" y="294640"/>
                </a:lnTo>
                <a:lnTo>
                  <a:pt x="155179" y="297180"/>
                </a:lnTo>
                <a:lnTo>
                  <a:pt x="151286" y="299720"/>
                </a:lnTo>
                <a:lnTo>
                  <a:pt x="143713" y="303530"/>
                </a:lnTo>
                <a:lnTo>
                  <a:pt x="133697" y="307340"/>
                </a:lnTo>
                <a:lnTo>
                  <a:pt x="129993" y="308610"/>
                </a:lnTo>
                <a:lnTo>
                  <a:pt x="126266" y="311150"/>
                </a:lnTo>
                <a:lnTo>
                  <a:pt x="121727" y="312420"/>
                </a:lnTo>
                <a:lnTo>
                  <a:pt x="120891" y="313690"/>
                </a:lnTo>
                <a:lnTo>
                  <a:pt x="115651" y="316230"/>
                </a:lnTo>
                <a:lnTo>
                  <a:pt x="111317" y="318770"/>
                </a:lnTo>
                <a:lnTo>
                  <a:pt x="102609" y="322580"/>
                </a:lnTo>
                <a:lnTo>
                  <a:pt x="95351" y="326390"/>
                </a:lnTo>
                <a:lnTo>
                  <a:pt x="92822" y="327660"/>
                </a:lnTo>
                <a:lnTo>
                  <a:pt x="89961" y="328930"/>
                </a:lnTo>
                <a:lnTo>
                  <a:pt x="89197" y="328930"/>
                </a:lnTo>
                <a:lnTo>
                  <a:pt x="85312" y="331470"/>
                </a:lnTo>
                <a:lnTo>
                  <a:pt x="81513" y="334010"/>
                </a:lnTo>
                <a:lnTo>
                  <a:pt x="70820" y="339090"/>
                </a:lnTo>
                <a:lnTo>
                  <a:pt x="66966" y="341630"/>
                </a:lnTo>
                <a:lnTo>
                  <a:pt x="62459" y="344170"/>
                </a:lnTo>
                <a:lnTo>
                  <a:pt x="59811" y="345440"/>
                </a:lnTo>
                <a:lnTo>
                  <a:pt x="49669" y="351790"/>
                </a:lnTo>
                <a:lnTo>
                  <a:pt x="46580" y="360680"/>
                </a:lnTo>
                <a:lnTo>
                  <a:pt x="49709" y="369570"/>
                </a:lnTo>
                <a:lnTo>
                  <a:pt x="50560" y="370840"/>
                </a:lnTo>
                <a:lnTo>
                  <a:pt x="52601" y="373380"/>
                </a:lnTo>
                <a:lnTo>
                  <a:pt x="55595" y="377190"/>
                </a:lnTo>
                <a:lnTo>
                  <a:pt x="57896" y="378460"/>
                </a:lnTo>
                <a:lnTo>
                  <a:pt x="62049" y="379730"/>
                </a:lnTo>
                <a:lnTo>
                  <a:pt x="69717" y="379730"/>
                </a:lnTo>
                <a:lnTo>
                  <a:pt x="72814" y="378460"/>
                </a:lnTo>
                <a:lnTo>
                  <a:pt x="74862" y="378460"/>
                </a:lnTo>
                <a:lnTo>
                  <a:pt x="75020" y="377190"/>
                </a:lnTo>
                <a:lnTo>
                  <a:pt x="77258" y="377190"/>
                </a:lnTo>
                <a:lnTo>
                  <a:pt x="79370" y="375920"/>
                </a:lnTo>
                <a:lnTo>
                  <a:pt x="82672" y="373380"/>
                </a:lnTo>
                <a:lnTo>
                  <a:pt x="88976" y="369570"/>
                </a:lnTo>
                <a:lnTo>
                  <a:pt x="92774" y="368300"/>
                </a:lnTo>
                <a:lnTo>
                  <a:pt x="103074" y="361950"/>
                </a:lnTo>
                <a:lnTo>
                  <a:pt x="109441" y="359410"/>
                </a:lnTo>
                <a:lnTo>
                  <a:pt x="118370" y="354330"/>
                </a:lnTo>
                <a:lnTo>
                  <a:pt x="120891" y="353060"/>
                </a:lnTo>
                <a:lnTo>
                  <a:pt x="126502" y="350520"/>
                </a:lnTo>
                <a:lnTo>
                  <a:pt x="129552" y="349250"/>
                </a:lnTo>
                <a:lnTo>
                  <a:pt x="133137" y="346710"/>
                </a:lnTo>
                <a:lnTo>
                  <a:pt x="134170" y="346710"/>
                </a:lnTo>
                <a:lnTo>
                  <a:pt x="139245" y="344170"/>
                </a:lnTo>
                <a:lnTo>
                  <a:pt x="145194" y="341630"/>
                </a:lnTo>
                <a:lnTo>
                  <a:pt x="148591" y="340360"/>
                </a:lnTo>
                <a:lnTo>
                  <a:pt x="158410" y="335280"/>
                </a:lnTo>
                <a:lnTo>
                  <a:pt x="166156" y="331470"/>
                </a:lnTo>
                <a:lnTo>
                  <a:pt x="176763" y="327660"/>
                </a:lnTo>
                <a:lnTo>
                  <a:pt x="179671" y="326390"/>
                </a:lnTo>
                <a:lnTo>
                  <a:pt x="181326" y="325120"/>
                </a:lnTo>
                <a:lnTo>
                  <a:pt x="182957" y="325120"/>
                </a:lnTo>
                <a:lnTo>
                  <a:pt x="185526" y="323850"/>
                </a:lnTo>
                <a:lnTo>
                  <a:pt x="240068" y="323850"/>
                </a:lnTo>
                <a:lnTo>
                  <a:pt x="237284" y="308610"/>
                </a:lnTo>
                <a:lnTo>
                  <a:pt x="310027" y="308610"/>
                </a:lnTo>
                <a:lnTo>
                  <a:pt x="288183" y="297180"/>
                </a:lnTo>
                <a:lnTo>
                  <a:pt x="276268" y="289560"/>
                </a:lnTo>
                <a:lnTo>
                  <a:pt x="284219" y="287020"/>
                </a:lnTo>
                <a:lnTo>
                  <a:pt x="305543" y="280670"/>
                </a:lnTo>
                <a:lnTo>
                  <a:pt x="307592" y="279400"/>
                </a:lnTo>
                <a:lnTo>
                  <a:pt x="316796" y="276860"/>
                </a:lnTo>
                <a:lnTo>
                  <a:pt x="347159" y="266700"/>
                </a:lnTo>
                <a:lnTo>
                  <a:pt x="362130" y="262890"/>
                </a:lnTo>
                <a:lnTo>
                  <a:pt x="381998" y="256540"/>
                </a:lnTo>
                <a:lnTo>
                  <a:pt x="386121" y="255270"/>
                </a:lnTo>
                <a:lnTo>
                  <a:pt x="268892" y="255270"/>
                </a:lnTo>
                <a:lnTo>
                  <a:pt x="269582" y="254000"/>
                </a:lnTo>
                <a:lnTo>
                  <a:pt x="227370" y="254000"/>
                </a:lnTo>
                <a:lnTo>
                  <a:pt x="224354" y="237490"/>
                </a:lnTo>
                <a:lnTo>
                  <a:pt x="187969" y="237490"/>
                </a:lnTo>
                <a:lnTo>
                  <a:pt x="185565" y="236220"/>
                </a:lnTo>
                <a:lnTo>
                  <a:pt x="183816" y="234950"/>
                </a:lnTo>
                <a:lnTo>
                  <a:pt x="172804" y="227330"/>
                </a:lnTo>
                <a:lnTo>
                  <a:pt x="163589" y="222250"/>
                </a:lnTo>
                <a:lnTo>
                  <a:pt x="154395" y="215900"/>
                </a:lnTo>
                <a:lnTo>
                  <a:pt x="140947" y="207010"/>
                </a:lnTo>
                <a:lnTo>
                  <a:pt x="136723" y="204470"/>
                </a:lnTo>
                <a:lnTo>
                  <a:pt x="117203" y="191770"/>
                </a:lnTo>
                <a:lnTo>
                  <a:pt x="115966" y="190500"/>
                </a:lnTo>
                <a:lnTo>
                  <a:pt x="108228" y="185420"/>
                </a:lnTo>
                <a:lnTo>
                  <a:pt x="80087" y="167640"/>
                </a:lnTo>
                <a:lnTo>
                  <a:pt x="77707" y="165100"/>
                </a:lnTo>
                <a:lnTo>
                  <a:pt x="75296" y="163830"/>
                </a:lnTo>
                <a:lnTo>
                  <a:pt x="60772" y="153670"/>
                </a:lnTo>
                <a:lnTo>
                  <a:pt x="58795" y="152400"/>
                </a:lnTo>
                <a:lnTo>
                  <a:pt x="43759" y="142240"/>
                </a:lnTo>
                <a:lnTo>
                  <a:pt x="38739" y="138430"/>
                </a:lnTo>
                <a:lnTo>
                  <a:pt x="30867" y="133350"/>
                </a:lnTo>
                <a:lnTo>
                  <a:pt x="29519" y="132080"/>
                </a:lnTo>
                <a:lnTo>
                  <a:pt x="27596" y="130810"/>
                </a:lnTo>
                <a:lnTo>
                  <a:pt x="26942" y="130810"/>
                </a:lnTo>
                <a:lnTo>
                  <a:pt x="24822" y="129540"/>
                </a:lnTo>
                <a:lnTo>
                  <a:pt x="23286" y="128270"/>
                </a:lnTo>
                <a:close/>
              </a:path>
              <a:path w="470534" h="586739">
                <a:moveTo>
                  <a:pt x="421289" y="210820"/>
                </a:moveTo>
                <a:lnTo>
                  <a:pt x="410422" y="210820"/>
                </a:lnTo>
                <a:lnTo>
                  <a:pt x="339602" y="232410"/>
                </a:lnTo>
                <a:lnTo>
                  <a:pt x="305102" y="242570"/>
                </a:lnTo>
                <a:lnTo>
                  <a:pt x="296961" y="245110"/>
                </a:lnTo>
                <a:lnTo>
                  <a:pt x="295023" y="246380"/>
                </a:lnTo>
                <a:lnTo>
                  <a:pt x="280885" y="250190"/>
                </a:lnTo>
                <a:lnTo>
                  <a:pt x="276315" y="252730"/>
                </a:lnTo>
                <a:lnTo>
                  <a:pt x="268892" y="255270"/>
                </a:lnTo>
                <a:lnTo>
                  <a:pt x="386121" y="255270"/>
                </a:lnTo>
                <a:lnTo>
                  <a:pt x="419106" y="245110"/>
                </a:lnTo>
                <a:lnTo>
                  <a:pt x="425370" y="242570"/>
                </a:lnTo>
                <a:lnTo>
                  <a:pt x="429727" y="237490"/>
                </a:lnTo>
                <a:lnTo>
                  <a:pt x="431788" y="229870"/>
                </a:lnTo>
                <a:lnTo>
                  <a:pt x="431163" y="223520"/>
                </a:lnTo>
                <a:lnTo>
                  <a:pt x="428791" y="215900"/>
                </a:lnTo>
                <a:lnTo>
                  <a:pt x="421289" y="210820"/>
                </a:lnTo>
                <a:close/>
              </a:path>
              <a:path w="470534" h="586739">
                <a:moveTo>
                  <a:pt x="402589" y="0"/>
                </a:moveTo>
                <a:lnTo>
                  <a:pt x="394370" y="0"/>
                </a:lnTo>
                <a:lnTo>
                  <a:pt x="391423" y="1270"/>
                </a:lnTo>
                <a:lnTo>
                  <a:pt x="389587" y="1270"/>
                </a:lnTo>
                <a:lnTo>
                  <a:pt x="385930" y="3810"/>
                </a:lnTo>
                <a:lnTo>
                  <a:pt x="384165" y="6350"/>
                </a:lnTo>
                <a:lnTo>
                  <a:pt x="381115" y="10160"/>
                </a:lnTo>
                <a:lnTo>
                  <a:pt x="379468" y="12700"/>
                </a:lnTo>
                <a:lnTo>
                  <a:pt x="372494" y="24130"/>
                </a:lnTo>
                <a:lnTo>
                  <a:pt x="368034" y="30480"/>
                </a:lnTo>
                <a:lnTo>
                  <a:pt x="355741" y="49530"/>
                </a:lnTo>
                <a:lnTo>
                  <a:pt x="351343" y="55880"/>
                </a:lnTo>
                <a:lnTo>
                  <a:pt x="343085" y="68580"/>
                </a:lnTo>
                <a:lnTo>
                  <a:pt x="330587" y="88900"/>
                </a:lnTo>
                <a:lnTo>
                  <a:pt x="310752" y="119380"/>
                </a:lnTo>
                <a:lnTo>
                  <a:pt x="308790" y="123190"/>
                </a:lnTo>
                <a:lnTo>
                  <a:pt x="273738" y="179070"/>
                </a:lnTo>
                <a:lnTo>
                  <a:pt x="271484" y="182880"/>
                </a:lnTo>
                <a:lnTo>
                  <a:pt x="263722" y="194310"/>
                </a:lnTo>
                <a:lnTo>
                  <a:pt x="261256" y="199390"/>
                </a:lnTo>
                <a:lnTo>
                  <a:pt x="235345" y="241300"/>
                </a:lnTo>
                <a:lnTo>
                  <a:pt x="231326" y="247650"/>
                </a:lnTo>
                <a:lnTo>
                  <a:pt x="227370" y="254000"/>
                </a:lnTo>
                <a:lnTo>
                  <a:pt x="269582" y="254000"/>
                </a:lnTo>
                <a:lnTo>
                  <a:pt x="273722" y="246380"/>
                </a:lnTo>
                <a:lnTo>
                  <a:pt x="276662" y="242570"/>
                </a:lnTo>
                <a:lnTo>
                  <a:pt x="300736" y="203200"/>
                </a:lnTo>
                <a:lnTo>
                  <a:pt x="302099" y="200660"/>
                </a:lnTo>
                <a:lnTo>
                  <a:pt x="313709" y="181610"/>
                </a:lnTo>
                <a:lnTo>
                  <a:pt x="334196" y="149860"/>
                </a:lnTo>
                <a:lnTo>
                  <a:pt x="350729" y="123190"/>
                </a:lnTo>
                <a:lnTo>
                  <a:pt x="365618" y="100330"/>
                </a:lnTo>
                <a:lnTo>
                  <a:pt x="372116" y="90170"/>
                </a:lnTo>
                <a:lnTo>
                  <a:pt x="373613" y="87630"/>
                </a:lnTo>
                <a:lnTo>
                  <a:pt x="382502" y="73660"/>
                </a:lnTo>
                <a:lnTo>
                  <a:pt x="386797" y="67310"/>
                </a:lnTo>
                <a:lnTo>
                  <a:pt x="412747" y="27940"/>
                </a:lnTo>
                <a:lnTo>
                  <a:pt x="412818" y="26670"/>
                </a:lnTo>
                <a:lnTo>
                  <a:pt x="414827" y="24130"/>
                </a:lnTo>
                <a:lnTo>
                  <a:pt x="415655" y="20320"/>
                </a:lnTo>
                <a:lnTo>
                  <a:pt x="415442" y="16510"/>
                </a:lnTo>
                <a:lnTo>
                  <a:pt x="415308" y="15240"/>
                </a:lnTo>
                <a:lnTo>
                  <a:pt x="414512" y="11430"/>
                </a:lnTo>
                <a:lnTo>
                  <a:pt x="413480" y="8890"/>
                </a:lnTo>
                <a:lnTo>
                  <a:pt x="411226" y="6350"/>
                </a:lnTo>
                <a:lnTo>
                  <a:pt x="410296" y="5080"/>
                </a:lnTo>
                <a:lnTo>
                  <a:pt x="408681" y="3810"/>
                </a:lnTo>
                <a:lnTo>
                  <a:pt x="408145" y="3810"/>
                </a:lnTo>
                <a:lnTo>
                  <a:pt x="405158" y="1270"/>
                </a:lnTo>
                <a:lnTo>
                  <a:pt x="402589" y="0"/>
                </a:lnTo>
                <a:close/>
              </a:path>
              <a:path w="470534" h="586739">
                <a:moveTo>
                  <a:pt x="189327" y="106680"/>
                </a:moveTo>
                <a:lnTo>
                  <a:pt x="178221" y="106680"/>
                </a:lnTo>
                <a:lnTo>
                  <a:pt x="174816" y="109220"/>
                </a:lnTo>
                <a:lnTo>
                  <a:pt x="169741" y="114300"/>
                </a:lnTo>
                <a:lnTo>
                  <a:pt x="168142" y="118110"/>
                </a:lnTo>
                <a:lnTo>
                  <a:pt x="167598" y="123190"/>
                </a:lnTo>
                <a:lnTo>
                  <a:pt x="167582" y="125730"/>
                </a:lnTo>
                <a:lnTo>
                  <a:pt x="187969" y="237490"/>
                </a:lnTo>
                <a:lnTo>
                  <a:pt x="224354" y="237490"/>
                </a:lnTo>
                <a:lnTo>
                  <a:pt x="203012" y="120650"/>
                </a:lnTo>
                <a:lnTo>
                  <a:pt x="200378" y="114300"/>
                </a:lnTo>
                <a:lnTo>
                  <a:pt x="195594" y="109220"/>
                </a:lnTo>
                <a:lnTo>
                  <a:pt x="189327" y="10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84981" y="18964350"/>
            <a:ext cx="470534" cy="586740"/>
          </a:xfrm>
          <a:custGeom>
            <a:avLst/>
            <a:gdLst/>
            <a:ahLst/>
            <a:cxnLst/>
            <a:rect l="l" t="t" r="r" b="b"/>
            <a:pathLst>
              <a:path w="470535" h="586740">
                <a:moveTo>
                  <a:pt x="240068" y="323850"/>
                </a:moveTo>
                <a:lnTo>
                  <a:pt x="185526" y="323850"/>
                </a:lnTo>
                <a:lnTo>
                  <a:pt x="161727" y="364490"/>
                </a:lnTo>
                <a:lnTo>
                  <a:pt x="158315" y="369570"/>
                </a:lnTo>
                <a:lnTo>
                  <a:pt x="146093" y="391160"/>
                </a:lnTo>
                <a:lnTo>
                  <a:pt x="127306" y="422910"/>
                </a:lnTo>
                <a:lnTo>
                  <a:pt x="125241" y="426720"/>
                </a:lnTo>
                <a:lnTo>
                  <a:pt x="120947" y="434340"/>
                </a:lnTo>
                <a:lnTo>
                  <a:pt x="111364" y="450850"/>
                </a:lnTo>
                <a:lnTo>
                  <a:pt x="92315" y="483870"/>
                </a:lnTo>
                <a:lnTo>
                  <a:pt x="80954" y="504190"/>
                </a:lnTo>
                <a:lnTo>
                  <a:pt x="72800" y="519430"/>
                </a:lnTo>
                <a:lnTo>
                  <a:pt x="60631" y="541020"/>
                </a:lnTo>
                <a:lnTo>
                  <a:pt x="60315" y="542290"/>
                </a:lnTo>
                <a:lnTo>
                  <a:pt x="59819" y="542290"/>
                </a:lnTo>
                <a:lnTo>
                  <a:pt x="56462" y="548640"/>
                </a:lnTo>
                <a:lnTo>
                  <a:pt x="53042" y="553720"/>
                </a:lnTo>
                <a:lnTo>
                  <a:pt x="45745" y="567690"/>
                </a:lnTo>
                <a:lnTo>
                  <a:pt x="47242" y="576580"/>
                </a:lnTo>
                <a:lnTo>
                  <a:pt x="53948" y="582930"/>
                </a:lnTo>
                <a:lnTo>
                  <a:pt x="55241" y="584200"/>
                </a:lnTo>
                <a:lnTo>
                  <a:pt x="60891" y="586740"/>
                </a:lnTo>
                <a:lnTo>
                  <a:pt x="70323" y="586740"/>
                </a:lnTo>
                <a:lnTo>
                  <a:pt x="70741" y="585470"/>
                </a:lnTo>
                <a:lnTo>
                  <a:pt x="72380" y="585470"/>
                </a:lnTo>
                <a:lnTo>
                  <a:pt x="73531" y="584200"/>
                </a:lnTo>
                <a:lnTo>
                  <a:pt x="75658" y="582930"/>
                </a:lnTo>
                <a:lnTo>
                  <a:pt x="76620" y="582930"/>
                </a:lnTo>
                <a:lnTo>
                  <a:pt x="78582" y="580390"/>
                </a:lnTo>
                <a:lnTo>
                  <a:pt x="79536" y="580390"/>
                </a:lnTo>
                <a:lnTo>
                  <a:pt x="80576" y="577850"/>
                </a:lnTo>
                <a:lnTo>
                  <a:pt x="80796" y="577850"/>
                </a:lnTo>
                <a:lnTo>
                  <a:pt x="81789" y="576580"/>
                </a:lnTo>
                <a:lnTo>
                  <a:pt x="82656" y="574040"/>
                </a:lnTo>
                <a:lnTo>
                  <a:pt x="84122" y="571500"/>
                </a:lnTo>
                <a:lnTo>
                  <a:pt x="85422" y="570230"/>
                </a:lnTo>
                <a:lnTo>
                  <a:pt x="89506" y="562610"/>
                </a:lnTo>
                <a:lnTo>
                  <a:pt x="126691" y="496570"/>
                </a:lnTo>
                <a:lnTo>
                  <a:pt x="127802" y="494030"/>
                </a:lnTo>
                <a:lnTo>
                  <a:pt x="132239" y="486410"/>
                </a:lnTo>
                <a:lnTo>
                  <a:pt x="135423" y="481330"/>
                </a:lnTo>
                <a:lnTo>
                  <a:pt x="144748" y="464820"/>
                </a:lnTo>
                <a:lnTo>
                  <a:pt x="163784" y="431800"/>
                </a:lnTo>
                <a:lnTo>
                  <a:pt x="165131" y="429260"/>
                </a:lnTo>
                <a:lnTo>
                  <a:pt x="168662" y="422910"/>
                </a:lnTo>
                <a:lnTo>
                  <a:pt x="187173" y="391160"/>
                </a:lnTo>
                <a:lnTo>
                  <a:pt x="191334" y="384810"/>
                </a:lnTo>
                <a:lnTo>
                  <a:pt x="199742" y="369570"/>
                </a:lnTo>
                <a:lnTo>
                  <a:pt x="203792" y="363220"/>
                </a:lnTo>
                <a:lnTo>
                  <a:pt x="208410" y="355600"/>
                </a:lnTo>
                <a:lnTo>
                  <a:pt x="209238" y="353060"/>
                </a:lnTo>
                <a:lnTo>
                  <a:pt x="245406" y="353060"/>
                </a:lnTo>
                <a:lnTo>
                  <a:pt x="240068" y="323850"/>
                </a:lnTo>
                <a:close/>
              </a:path>
              <a:path w="470535" h="586740">
                <a:moveTo>
                  <a:pt x="245406" y="353060"/>
                </a:moveTo>
                <a:lnTo>
                  <a:pt x="209238" y="353060"/>
                </a:lnTo>
                <a:lnTo>
                  <a:pt x="233698" y="487680"/>
                </a:lnTo>
                <a:lnTo>
                  <a:pt x="234045" y="487680"/>
                </a:lnTo>
                <a:lnTo>
                  <a:pt x="235558" y="492760"/>
                </a:lnTo>
                <a:lnTo>
                  <a:pt x="237205" y="495300"/>
                </a:lnTo>
                <a:lnTo>
                  <a:pt x="237804" y="495300"/>
                </a:lnTo>
                <a:lnTo>
                  <a:pt x="240010" y="497840"/>
                </a:lnTo>
                <a:lnTo>
                  <a:pt x="241681" y="499110"/>
                </a:lnTo>
                <a:lnTo>
                  <a:pt x="246732" y="501650"/>
                </a:lnTo>
                <a:lnTo>
                  <a:pt x="250475" y="501650"/>
                </a:lnTo>
                <a:lnTo>
                  <a:pt x="268907" y="485140"/>
                </a:lnTo>
                <a:lnTo>
                  <a:pt x="268844" y="481330"/>
                </a:lnTo>
                <a:lnTo>
                  <a:pt x="245406" y="353060"/>
                </a:lnTo>
                <a:close/>
              </a:path>
              <a:path w="470535" h="586740">
                <a:moveTo>
                  <a:pt x="310027" y="308610"/>
                </a:moveTo>
                <a:lnTo>
                  <a:pt x="237284" y="308610"/>
                </a:lnTo>
                <a:lnTo>
                  <a:pt x="241366" y="311150"/>
                </a:lnTo>
                <a:lnTo>
                  <a:pt x="243194" y="312420"/>
                </a:lnTo>
                <a:lnTo>
                  <a:pt x="250759" y="316230"/>
                </a:lnTo>
                <a:lnTo>
                  <a:pt x="268371" y="326390"/>
                </a:lnTo>
                <a:lnTo>
                  <a:pt x="283500" y="335280"/>
                </a:lnTo>
                <a:lnTo>
                  <a:pt x="298673" y="342900"/>
                </a:lnTo>
                <a:lnTo>
                  <a:pt x="322304" y="356870"/>
                </a:lnTo>
                <a:lnTo>
                  <a:pt x="352296" y="372110"/>
                </a:lnTo>
                <a:lnTo>
                  <a:pt x="370658" y="382270"/>
                </a:lnTo>
                <a:lnTo>
                  <a:pt x="376095" y="384810"/>
                </a:lnTo>
                <a:lnTo>
                  <a:pt x="378396" y="386080"/>
                </a:lnTo>
                <a:lnTo>
                  <a:pt x="388830" y="392430"/>
                </a:lnTo>
                <a:lnTo>
                  <a:pt x="390138" y="392430"/>
                </a:lnTo>
                <a:lnTo>
                  <a:pt x="392589" y="393700"/>
                </a:lnTo>
                <a:lnTo>
                  <a:pt x="394851" y="394970"/>
                </a:lnTo>
                <a:lnTo>
                  <a:pt x="396222" y="396240"/>
                </a:lnTo>
                <a:lnTo>
                  <a:pt x="397609" y="396240"/>
                </a:lnTo>
                <a:lnTo>
                  <a:pt x="400619" y="397510"/>
                </a:lnTo>
                <a:lnTo>
                  <a:pt x="402274" y="398780"/>
                </a:lnTo>
                <a:lnTo>
                  <a:pt x="421596" y="408940"/>
                </a:lnTo>
                <a:lnTo>
                  <a:pt x="427475" y="411480"/>
                </a:lnTo>
                <a:lnTo>
                  <a:pt x="434646" y="415290"/>
                </a:lnTo>
                <a:lnTo>
                  <a:pt x="435899" y="415290"/>
                </a:lnTo>
                <a:lnTo>
                  <a:pt x="439043" y="416560"/>
                </a:lnTo>
                <a:lnTo>
                  <a:pt x="440895" y="417830"/>
                </a:lnTo>
                <a:lnTo>
                  <a:pt x="444252" y="420370"/>
                </a:lnTo>
                <a:lnTo>
                  <a:pt x="451188" y="421640"/>
                </a:lnTo>
                <a:lnTo>
                  <a:pt x="457913" y="420370"/>
                </a:lnTo>
                <a:lnTo>
                  <a:pt x="463792" y="416560"/>
                </a:lnTo>
                <a:lnTo>
                  <a:pt x="468074" y="411480"/>
                </a:lnTo>
                <a:lnTo>
                  <a:pt x="470383" y="406400"/>
                </a:lnTo>
                <a:lnTo>
                  <a:pt x="470360" y="401320"/>
                </a:lnTo>
                <a:lnTo>
                  <a:pt x="466963" y="393700"/>
                </a:lnTo>
                <a:lnTo>
                  <a:pt x="464024" y="389890"/>
                </a:lnTo>
                <a:lnTo>
                  <a:pt x="458988" y="387350"/>
                </a:lnTo>
                <a:lnTo>
                  <a:pt x="458106" y="387350"/>
                </a:lnTo>
                <a:lnTo>
                  <a:pt x="456128" y="386080"/>
                </a:lnTo>
                <a:lnTo>
                  <a:pt x="455064" y="384810"/>
                </a:lnTo>
                <a:lnTo>
                  <a:pt x="450943" y="383540"/>
                </a:lnTo>
                <a:lnTo>
                  <a:pt x="447917" y="382270"/>
                </a:lnTo>
                <a:lnTo>
                  <a:pt x="432401" y="373380"/>
                </a:lnTo>
                <a:lnTo>
                  <a:pt x="417207" y="365760"/>
                </a:lnTo>
                <a:lnTo>
                  <a:pt x="406671" y="360680"/>
                </a:lnTo>
                <a:lnTo>
                  <a:pt x="402739" y="359410"/>
                </a:lnTo>
                <a:lnTo>
                  <a:pt x="385441" y="349250"/>
                </a:lnTo>
                <a:lnTo>
                  <a:pt x="382557" y="347980"/>
                </a:lnTo>
                <a:lnTo>
                  <a:pt x="366141" y="339090"/>
                </a:lnTo>
                <a:lnTo>
                  <a:pt x="334432" y="322580"/>
                </a:lnTo>
                <a:lnTo>
                  <a:pt x="318065" y="313690"/>
                </a:lnTo>
                <a:lnTo>
                  <a:pt x="316134" y="312420"/>
                </a:lnTo>
                <a:lnTo>
                  <a:pt x="312099" y="309880"/>
                </a:lnTo>
                <a:lnTo>
                  <a:pt x="310027" y="308610"/>
                </a:lnTo>
                <a:close/>
              </a:path>
              <a:path w="470535" h="586740">
                <a:moveTo>
                  <a:pt x="23286" y="128270"/>
                </a:moveTo>
                <a:lnTo>
                  <a:pt x="14712" y="128270"/>
                </a:lnTo>
                <a:lnTo>
                  <a:pt x="9779" y="129540"/>
                </a:lnTo>
                <a:lnTo>
                  <a:pt x="6351" y="132080"/>
                </a:lnTo>
                <a:lnTo>
                  <a:pt x="3664" y="134620"/>
                </a:lnTo>
                <a:lnTo>
                  <a:pt x="3467" y="134620"/>
                </a:lnTo>
                <a:lnTo>
                  <a:pt x="0" y="144780"/>
                </a:lnTo>
                <a:lnTo>
                  <a:pt x="197" y="148590"/>
                </a:lnTo>
                <a:lnTo>
                  <a:pt x="606" y="149860"/>
                </a:lnTo>
                <a:lnTo>
                  <a:pt x="1536" y="152400"/>
                </a:lnTo>
                <a:lnTo>
                  <a:pt x="1828" y="153670"/>
                </a:lnTo>
                <a:lnTo>
                  <a:pt x="3002" y="156210"/>
                </a:lnTo>
                <a:lnTo>
                  <a:pt x="4026" y="157480"/>
                </a:lnTo>
                <a:lnTo>
                  <a:pt x="6012" y="158750"/>
                </a:lnTo>
                <a:lnTo>
                  <a:pt x="6745" y="160020"/>
                </a:lnTo>
                <a:lnTo>
                  <a:pt x="9022" y="161290"/>
                </a:lnTo>
                <a:lnTo>
                  <a:pt x="10063" y="162560"/>
                </a:lnTo>
                <a:lnTo>
                  <a:pt x="14302" y="165100"/>
                </a:lnTo>
                <a:lnTo>
                  <a:pt x="17573" y="167640"/>
                </a:lnTo>
                <a:lnTo>
                  <a:pt x="38274" y="181610"/>
                </a:lnTo>
                <a:lnTo>
                  <a:pt x="40804" y="182880"/>
                </a:lnTo>
                <a:lnTo>
                  <a:pt x="43956" y="185420"/>
                </a:lnTo>
                <a:lnTo>
                  <a:pt x="44539" y="185420"/>
                </a:lnTo>
                <a:lnTo>
                  <a:pt x="46052" y="186690"/>
                </a:lnTo>
                <a:lnTo>
                  <a:pt x="46950" y="187960"/>
                </a:lnTo>
                <a:lnTo>
                  <a:pt x="48842" y="189230"/>
                </a:lnTo>
                <a:lnTo>
                  <a:pt x="49803" y="189230"/>
                </a:lnTo>
                <a:lnTo>
                  <a:pt x="54799" y="193040"/>
                </a:lnTo>
                <a:lnTo>
                  <a:pt x="67039" y="200660"/>
                </a:lnTo>
                <a:lnTo>
                  <a:pt x="87841" y="214630"/>
                </a:lnTo>
                <a:lnTo>
                  <a:pt x="91104" y="217170"/>
                </a:lnTo>
                <a:lnTo>
                  <a:pt x="100781" y="223520"/>
                </a:lnTo>
                <a:lnTo>
                  <a:pt x="102381" y="224790"/>
                </a:lnTo>
                <a:lnTo>
                  <a:pt x="107156" y="227330"/>
                </a:lnTo>
                <a:lnTo>
                  <a:pt x="111987" y="231140"/>
                </a:lnTo>
                <a:lnTo>
                  <a:pt x="130986" y="243840"/>
                </a:lnTo>
                <a:lnTo>
                  <a:pt x="139260" y="248920"/>
                </a:lnTo>
                <a:lnTo>
                  <a:pt x="150198" y="255270"/>
                </a:lnTo>
                <a:lnTo>
                  <a:pt x="152980" y="257810"/>
                </a:lnTo>
                <a:lnTo>
                  <a:pt x="177835" y="273050"/>
                </a:lnTo>
                <a:lnTo>
                  <a:pt x="180932" y="274320"/>
                </a:lnTo>
                <a:lnTo>
                  <a:pt x="190585" y="280670"/>
                </a:lnTo>
                <a:lnTo>
                  <a:pt x="191869" y="281940"/>
                </a:lnTo>
                <a:lnTo>
                  <a:pt x="193170" y="281940"/>
                </a:lnTo>
                <a:lnTo>
                  <a:pt x="191570" y="283210"/>
                </a:lnTo>
                <a:lnTo>
                  <a:pt x="190002" y="283210"/>
                </a:lnTo>
                <a:lnTo>
                  <a:pt x="185786" y="285750"/>
                </a:lnTo>
                <a:lnTo>
                  <a:pt x="183193" y="285750"/>
                </a:lnTo>
                <a:lnTo>
                  <a:pt x="178347" y="288290"/>
                </a:lnTo>
                <a:lnTo>
                  <a:pt x="165841" y="293370"/>
                </a:lnTo>
                <a:lnTo>
                  <a:pt x="162468" y="294640"/>
                </a:lnTo>
                <a:lnTo>
                  <a:pt x="155179" y="297180"/>
                </a:lnTo>
                <a:lnTo>
                  <a:pt x="151286" y="299720"/>
                </a:lnTo>
                <a:lnTo>
                  <a:pt x="143713" y="303530"/>
                </a:lnTo>
                <a:lnTo>
                  <a:pt x="133697" y="307340"/>
                </a:lnTo>
                <a:lnTo>
                  <a:pt x="129993" y="308610"/>
                </a:lnTo>
                <a:lnTo>
                  <a:pt x="126266" y="311150"/>
                </a:lnTo>
                <a:lnTo>
                  <a:pt x="121727" y="312420"/>
                </a:lnTo>
                <a:lnTo>
                  <a:pt x="120891" y="313690"/>
                </a:lnTo>
                <a:lnTo>
                  <a:pt x="115651" y="316230"/>
                </a:lnTo>
                <a:lnTo>
                  <a:pt x="111317" y="318770"/>
                </a:lnTo>
                <a:lnTo>
                  <a:pt x="102609" y="322580"/>
                </a:lnTo>
                <a:lnTo>
                  <a:pt x="95351" y="326390"/>
                </a:lnTo>
                <a:lnTo>
                  <a:pt x="92822" y="327660"/>
                </a:lnTo>
                <a:lnTo>
                  <a:pt x="89961" y="328930"/>
                </a:lnTo>
                <a:lnTo>
                  <a:pt x="89197" y="328930"/>
                </a:lnTo>
                <a:lnTo>
                  <a:pt x="85312" y="331470"/>
                </a:lnTo>
                <a:lnTo>
                  <a:pt x="81513" y="334010"/>
                </a:lnTo>
                <a:lnTo>
                  <a:pt x="68905" y="340360"/>
                </a:lnTo>
                <a:lnTo>
                  <a:pt x="66966" y="341630"/>
                </a:lnTo>
                <a:lnTo>
                  <a:pt x="62459" y="344170"/>
                </a:lnTo>
                <a:lnTo>
                  <a:pt x="59811" y="345440"/>
                </a:lnTo>
                <a:lnTo>
                  <a:pt x="49669" y="351790"/>
                </a:lnTo>
                <a:lnTo>
                  <a:pt x="46580" y="360680"/>
                </a:lnTo>
                <a:lnTo>
                  <a:pt x="49709" y="369570"/>
                </a:lnTo>
                <a:lnTo>
                  <a:pt x="50560" y="370840"/>
                </a:lnTo>
                <a:lnTo>
                  <a:pt x="52601" y="373380"/>
                </a:lnTo>
                <a:lnTo>
                  <a:pt x="55595" y="377190"/>
                </a:lnTo>
                <a:lnTo>
                  <a:pt x="57896" y="378460"/>
                </a:lnTo>
                <a:lnTo>
                  <a:pt x="62049" y="379730"/>
                </a:lnTo>
                <a:lnTo>
                  <a:pt x="69717" y="379730"/>
                </a:lnTo>
                <a:lnTo>
                  <a:pt x="72814" y="378460"/>
                </a:lnTo>
                <a:lnTo>
                  <a:pt x="74862" y="378460"/>
                </a:lnTo>
                <a:lnTo>
                  <a:pt x="75020" y="377190"/>
                </a:lnTo>
                <a:lnTo>
                  <a:pt x="77258" y="377190"/>
                </a:lnTo>
                <a:lnTo>
                  <a:pt x="79370" y="375920"/>
                </a:lnTo>
                <a:lnTo>
                  <a:pt x="82672" y="373380"/>
                </a:lnTo>
                <a:lnTo>
                  <a:pt x="92774" y="368300"/>
                </a:lnTo>
                <a:lnTo>
                  <a:pt x="103074" y="361950"/>
                </a:lnTo>
                <a:lnTo>
                  <a:pt x="109441" y="359410"/>
                </a:lnTo>
                <a:lnTo>
                  <a:pt x="118370" y="354330"/>
                </a:lnTo>
                <a:lnTo>
                  <a:pt x="120891" y="353060"/>
                </a:lnTo>
                <a:lnTo>
                  <a:pt x="126502" y="350520"/>
                </a:lnTo>
                <a:lnTo>
                  <a:pt x="129552" y="349250"/>
                </a:lnTo>
                <a:lnTo>
                  <a:pt x="133137" y="346710"/>
                </a:lnTo>
                <a:lnTo>
                  <a:pt x="134170" y="346710"/>
                </a:lnTo>
                <a:lnTo>
                  <a:pt x="139245" y="344170"/>
                </a:lnTo>
                <a:lnTo>
                  <a:pt x="145194" y="341630"/>
                </a:lnTo>
                <a:lnTo>
                  <a:pt x="148591" y="340360"/>
                </a:lnTo>
                <a:lnTo>
                  <a:pt x="158410" y="335280"/>
                </a:lnTo>
                <a:lnTo>
                  <a:pt x="166156" y="331470"/>
                </a:lnTo>
                <a:lnTo>
                  <a:pt x="181326" y="325120"/>
                </a:lnTo>
                <a:lnTo>
                  <a:pt x="182957" y="325120"/>
                </a:lnTo>
                <a:lnTo>
                  <a:pt x="185526" y="323850"/>
                </a:lnTo>
                <a:lnTo>
                  <a:pt x="240068" y="323850"/>
                </a:lnTo>
                <a:lnTo>
                  <a:pt x="237284" y="308610"/>
                </a:lnTo>
                <a:lnTo>
                  <a:pt x="310027" y="308610"/>
                </a:lnTo>
                <a:lnTo>
                  <a:pt x="288183" y="297180"/>
                </a:lnTo>
                <a:lnTo>
                  <a:pt x="276268" y="289560"/>
                </a:lnTo>
                <a:lnTo>
                  <a:pt x="284219" y="287020"/>
                </a:lnTo>
                <a:lnTo>
                  <a:pt x="305543" y="280670"/>
                </a:lnTo>
                <a:lnTo>
                  <a:pt x="307592" y="279400"/>
                </a:lnTo>
                <a:lnTo>
                  <a:pt x="316796" y="276860"/>
                </a:lnTo>
                <a:lnTo>
                  <a:pt x="347159" y="266700"/>
                </a:lnTo>
                <a:lnTo>
                  <a:pt x="362130" y="262890"/>
                </a:lnTo>
                <a:lnTo>
                  <a:pt x="381998" y="256540"/>
                </a:lnTo>
                <a:lnTo>
                  <a:pt x="386120" y="255270"/>
                </a:lnTo>
                <a:lnTo>
                  <a:pt x="268892" y="255270"/>
                </a:lnTo>
                <a:lnTo>
                  <a:pt x="269582" y="254000"/>
                </a:lnTo>
                <a:lnTo>
                  <a:pt x="227370" y="254000"/>
                </a:lnTo>
                <a:lnTo>
                  <a:pt x="224354" y="237490"/>
                </a:lnTo>
                <a:lnTo>
                  <a:pt x="187969" y="237490"/>
                </a:lnTo>
                <a:lnTo>
                  <a:pt x="185565" y="236220"/>
                </a:lnTo>
                <a:lnTo>
                  <a:pt x="183816" y="234950"/>
                </a:lnTo>
                <a:lnTo>
                  <a:pt x="172804" y="227330"/>
                </a:lnTo>
                <a:lnTo>
                  <a:pt x="163589" y="222250"/>
                </a:lnTo>
                <a:lnTo>
                  <a:pt x="154395" y="215900"/>
                </a:lnTo>
                <a:lnTo>
                  <a:pt x="140947" y="207010"/>
                </a:lnTo>
                <a:lnTo>
                  <a:pt x="136723" y="204470"/>
                </a:lnTo>
                <a:lnTo>
                  <a:pt x="114130" y="189230"/>
                </a:lnTo>
                <a:lnTo>
                  <a:pt x="102339" y="181610"/>
                </a:lnTo>
                <a:lnTo>
                  <a:pt x="77699" y="165100"/>
                </a:lnTo>
                <a:lnTo>
                  <a:pt x="75296" y="163830"/>
                </a:lnTo>
                <a:lnTo>
                  <a:pt x="60772" y="153670"/>
                </a:lnTo>
                <a:lnTo>
                  <a:pt x="58795" y="152400"/>
                </a:lnTo>
                <a:lnTo>
                  <a:pt x="43759" y="142240"/>
                </a:lnTo>
                <a:lnTo>
                  <a:pt x="38739" y="138430"/>
                </a:lnTo>
                <a:lnTo>
                  <a:pt x="30867" y="133350"/>
                </a:lnTo>
                <a:lnTo>
                  <a:pt x="29519" y="132080"/>
                </a:lnTo>
                <a:lnTo>
                  <a:pt x="27596" y="130810"/>
                </a:lnTo>
                <a:lnTo>
                  <a:pt x="26942" y="130810"/>
                </a:lnTo>
                <a:lnTo>
                  <a:pt x="24822" y="129540"/>
                </a:lnTo>
                <a:lnTo>
                  <a:pt x="23286" y="128270"/>
                </a:lnTo>
                <a:close/>
              </a:path>
              <a:path w="470535" h="586740">
                <a:moveTo>
                  <a:pt x="421289" y="210820"/>
                </a:moveTo>
                <a:lnTo>
                  <a:pt x="410422" y="210820"/>
                </a:lnTo>
                <a:lnTo>
                  <a:pt x="339602" y="232410"/>
                </a:lnTo>
                <a:lnTo>
                  <a:pt x="305102" y="242570"/>
                </a:lnTo>
                <a:lnTo>
                  <a:pt x="296961" y="245110"/>
                </a:lnTo>
                <a:lnTo>
                  <a:pt x="295023" y="246380"/>
                </a:lnTo>
                <a:lnTo>
                  <a:pt x="280893" y="250190"/>
                </a:lnTo>
                <a:lnTo>
                  <a:pt x="276315" y="252730"/>
                </a:lnTo>
                <a:lnTo>
                  <a:pt x="270799" y="254000"/>
                </a:lnTo>
                <a:lnTo>
                  <a:pt x="269845" y="254000"/>
                </a:lnTo>
                <a:lnTo>
                  <a:pt x="268892" y="255270"/>
                </a:lnTo>
                <a:lnTo>
                  <a:pt x="386120" y="255270"/>
                </a:lnTo>
                <a:lnTo>
                  <a:pt x="419098" y="245110"/>
                </a:lnTo>
                <a:lnTo>
                  <a:pt x="425366" y="242570"/>
                </a:lnTo>
                <a:lnTo>
                  <a:pt x="429726" y="237490"/>
                </a:lnTo>
                <a:lnTo>
                  <a:pt x="431788" y="229870"/>
                </a:lnTo>
                <a:lnTo>
                  <a:pt x="431163" y="223520"/>
                </a:lnTo>
                <a:lnTo>
                  <a:pt x="428791" y="215900"/>
                </a:lnTo>
                <a:lnTo>
                  <a:pt x="421289" y="210820"/>
                </a:lnTo>
                <a:close/>
              </a:path>
              <a:path w="470535" h="586740">
                <a:moveTo>
                  <a:pt x="402589" y="0"/>
                </a:moveTo>
                <a:lnTo>
                  <a:pt x="394370" y="0"/>
                </a:lnTo>
                <a:lnTo>
                  <a:pt x="391423" y="1270"/>
                </a:lnTo>
                <a:lnTo>
                  <a:pt x="389587" y="1270"/>
                </a:lnTo>
                <a:lnTo>
                  <a:pt x="385930" y="3810"/>
                </a:lnTo>
                <a:lnTo>
                  <a:pt x="384165" y="6350"/>
                </a:lnTo>
                <a:lnTo>
                  <a:pt x="381115" y="10160"/>
                </a:lnTo>
                <a:lnTo>
                  <a:pt x="379468" y="12700"/>
                </a:lnTo>
                <a:lnTo>
                  <a:pt x="372494" y="24130"/>
                </a:lnTo>
                <a:lnTo>
                  <a:pt x="368034" y="30480"/>
                </a:lnTo>
                <a:lnTo>
                  <a:pt x="355741" y="49530"/>
                </a:lnTo>
                <a:lnTo>
                  <a:pt x="351343" y="55880"/>
                </a:lnTo>
                <a:lnTo>
                  <a:pt x="343085" y="68580"/>
                </a:lnTo>
                <a:lnTo>
                  <a:pt x="330587" y="88900"/>
                </a:lnTo>
                <a:lnTo>
                  <a:pt x="312683" y="116840"/>
                </a:lnTo>
                <a:lnTo>
                  <a:pt x="310752" y="119380"/>
                </a:lnTo>
                <a:lnTo>
                  <a:pt x="308790" y="123190"/>
                </a:lnTo>
                <a:lnTo>
                  <a:pt x="273738" y="179070"/>
                </a:lnTo>
                <a:lnTo>
                  <a:pt x="271484" y="182880"/>
                </a:lnTo>
                <a:lnTo>
                  <a:pt x="263722" y="194310"/>
                </a:lnTo>
                <a:lnTo>
                  <a:pt x="261256" y="199390"/>
                </a:lnTo>
                <a:lnTo>
                  <a:pt x="257552" y="204470"/>
                </a:lnTo>
                <a:lnTo>
                  <a:pt x="235345" y="241300"/>
                </a:lnTo>
                <a:lnTo>
                  <a:pt x="231326" y="247650"/>
                </a:lnTo>
                <a:lnTo>
                  <a:pt x="227370" y="254000"/>
                </a:lnTo>
                <a:lnTo>
                  <a:pt x="269582" y="254000"/>
                </a:lnTo>
                <a:lnTo>
                  <a:pt x="273722" y="246380"/>
                </a:lnTo>
                <a:lnTo>
                  <a:pt x="276662" y="242570"/>
                </a:lnTo>
                <a:lnTo>
                  <a:pt x="300736" y="203200"/>
                </a:lnTo>
                <a:lnTo>
                  <a:pt x="302099" y="200660"/>
                </a:lnTo>
                <a:lnTo>
                  <a:pt x="360650" y="107950"/>
                </a:lnTo>
                <a:lnTo>
                  <a:pt x="372116" y="90170"/>
                </a:lnTo>
                <a:lnTo>
                  <a:pt x="373613" y="87630"/>
                </a:lnTo>
                <a:lnTo>
                  <a:pt x="382502" y="73660"/>
                </a:lnTo>
                <a:lnTo>
                  <a:pt x="386797" y="67310"/>
                </a:lnTo>
                <a:lnTo>
                  <a:pt x="412747" y="27940"/>
                </a:lnTo>
                <a:lnTo>
                  <a:pt x="412818" y="26670"/>
                </a:lnTo>
                <a:lnTo>
                  <a:pt x="414827" y="24130"/>
                </a:lnTo>
                <a:lnTo>
                  <a:pt x="415655" y="20320"/>
                </a:lnTo>
                <a:lnTo>
                  <a:pt x="415442" y="16510"/>
                </a:lnTo>
                <a:lnTo>
                  <a:pt x="415308" y="15240"/>
                </a:lnTo>
                <a:lnTo>
                  <a:pt x="414512" y="11430"/>
                </a:lnTo>
                <a:lnTo>
                  <a:pt x="413480" y="8890"/>
                </a:lnTo>
                <a:lnTo>
                  <a:pt x="411226" y="6350"/>
                </a:lnTo>
                <a:lnTo>
                  <a:pt x="410296" y="5080"/>
                </a:lnTo>
                <a:lnTo>
                  <a:pt x="408681" y="3810"/>
                </a:lnTo>
                <a:lnTo>
                  <a:pt x="408145" y="3810"/>
                </a:lnTo>
                <a:lnTo>
                  <a:pt x="405166" y="1270"/>
                </a:lnTo>
                <a:lnTo>
                  <a:pt x="402589" y="0"/>
                </a:lnTo>
                <a:close/>
              </a:path>
              <a:path w="470535" h="586740">
                <a:moveTo>
                  <a:pt x="189327" y="106680"/>
                </a:moveTo>
                <a:lnTo>
                  <a:pt x="178221" y="106680"/>
                </a:lnTo>
                <a:lnTo>
                  <a:pt x="174816" y="109220"/>
                </a:lnTo>
                <a:lnTo>
                  <a:pt x="169741" y="114300"/>
                </a:lnTo>
                <a:lnTo>
                  <a:pt x="168142" y="118110"/>
                </a:lnTo>
                <a:lnTo>
                  <a:pt x="167598" y="123190"/>
                </a:lnTo>
                <a:lnTo>
                  <a:pt x="167582" y="125730"/>
                </a:lnTo>
                <a:lnTo>
                  <a:pt x="187969" y="237490"/>
                </a:lnTo>
                <a:lnTo>
                  <a:pt x="224354" y="237490"/>
                </a:lnTo>
                <a:lnTo>
                  <a:pt x="203012" y="120650"/>
                </a:lnTo>
                <a:lnTo>
                  <a:pt x="200378" y="114300"/>
                </a:lnTo>
                <a:lnTo>
                  <a:pt x="195594" y="109220"/>
                </a:lnTo>
                <a:lnTo>
                  <a:pt x="189327" y="10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950628" y="17424930"/>
            <a:ext cx="507365" cy="637540"/>
          </a:xfrm>
          <a:custGeom>
            <a:avLst/>
            <a:gdLst/>
            <a:ahLst/>
            <a:cxnLst/>
            <a:rect l="l" t="t" r="r" b="b"/>
            <a:pathLst>
              <a:path w="507365" h="637540">
                <a:moveTo>
                  <a:pt x="300042" y="373380"/>
                </a:moveTo>
                <a:lnTo>
                  <a:pt x="261862" y="373380"/>
                </a:lnTo>
                <a:lnTo>
                  <a:pt x="278931" y="416560"/>
                </a:lnTo>
                <a:lnTo>
                  <a:pt x="281343" y="422910"/>
                </a:lnTo>
                <a:lnTo>
                  <a:pt x="308892" y="492760"/>
                </a:lnTo>
                <a:lnTo>
                  <a:pt x="323362" y="528320"/>
                </a:lnTo>
                <a:lnTo>
                  <a:pt x="338483" y="565150"/>
                </a:lnTo>
                <a:lnTo>
                  <a:pt x="355646" y="605790"/>
                </a:lnTo>
                <a:lnTo>
                  <a:pt x="356103" y="605790"/>
                </a:lnTo>
                <a:lnTo>
                  <a:pt x="356316" y="607060"/>
                </a:lnTo>
                <a:lnTo>
                  <a:pt x="358979" y="613410"/>
                </a:lnTo>
                <a:lnTo>
                  <a:pt x="361627" y="619760"/>
                </a:lnTo>
                <a:lnTo>
                  <a:pt x="367530" y="633730"/>
                </a:lnTo>
                <a:lnTo>
                  <a:pt x="375315" y="637540"/>
                </a:lnTo>
                <a:lnTo>
                  <a:pt x="384630" y="637540"/>
                </a:lnTo>
                <a:lnTo>
                  <a:pt x="386206" y="636270"/>
                </a:lnTo>
                <a:lnTo>
                  <a:pt x="392140" y="633730"/>
                </a:lnTo>
                <a:lnTo>
                  <a:pt x="398562" y="618490"/>
                </a:lnTo>
                <a:lnTo>
                  <a:pt x="398318" y="615950"/>
                </a:lnTo>
                <a:lnTo>
                  <a:pt x="398011" y="614680"/>
                </a:lnTo>
                <a:lnTo>
                  <a:pt x="397364" y="613410"/>
                </a:lnTo>
                <a:lnTo>
                  <a:pt x="396513" y="610870"/>
                </a:lnTo>
                <a:lnTo>
                  <a:pt x="395883" y="609600"/>
                </a:lnTo>
                <a:lnTo>
                  <a:pt x="394701" y="607060"/>
                </a:lnTo>
                <a:lnTo>
                  <a:pt x="393700" y="604520"/>
                </a:lnTo>
                <a:lnTo>
                  <a:pt x="390461" y="596900"/>
                </a:lnTo>
                <a:lnTo>
                  <a:pt x="359649" y="521970"/>
                </a:lnTo>
                <a:lnTo>
                  <a:pt x="357120" y="515620"/>
                </a:lnTo>
                <a:lnTo>
                  <a:pt x="354511" y="509270"/>
                </a:lnTo>
                <a:lnTo>
                  <a:pt x="347457" y="492760"/>
                </a:lnTo>
                <a:lnTo>
                  <a:pt x="316237" y="414020"/>
                </a:lnTo>
                <a:lnTo>
                  <a:pt x="313108" y="406400"/>
                </a:lnTo>
                <a:lnTo>
                  <a:pt x="307056" y="391160"/>
                </a:lnTo>
                <a:lnTo>
                  <a:pt x="303943" y="383540"/>
                </a:lnTo>
                <a:lnTo>
                  <a:pt x="300665" y="374650"/>
                </a:lnTo>
                <a:lnTo>
                  <a:pt x="300042" y="373380"/>
                </a:lnTo>
                <a:close/>
              </a:path>
              <a:path w="507365" h="637540">
                <a:moveTo>
                  <a:pt x="315819" y="341630"/>
                </a:moveTo>
                <a:lnTo>
                  <a:pt x="233824" y="341630"/>
                </a:lnTo>
                <a:lnTo>
                  <a:pt x="233336" y="342900"/>
                </a:lnTo>
                <a:lnTo>
                  <a:pt x="232910" y="345440"/>
                </a:lnTo>
                <a:lnTo>
                  <a:pt x="231633" y="349250"/>
                </a:lnTo>
                <a:lnTo>
                  <a:pt x="230908" y="351790"/>
                </a:lnTo>
                <a:lnTo>
                  <a:pt x="226787" y="367030"/>
                </a:lnTo>
                <a:lnTo>
                  <a:pt x="225826" y="370840"/>
                </a:lnTo>
                <a:lnTo>
                  <a:pt x="224770" y="373380"/>
                </a:lnTo>
                <a:lnTo>
                  <a:pt x="222729" y="381000"/>
                </a:lnTo>
                <a:lnTo>
                  <a:pt x="221775" y="386080"/>
                </a:lnTo>
                <a:lnTo>
                  <a:pt x="219742" y="393700"/>
                </a:lnTo>
                <a:lnTo>
                  <a:pt x="217134" y="403860"/>
                </a:lnTo>
                <a:lnTo>
                  <a:pt x="216188" y="408940"/>
                </a:lnTo>
                <a:lnTo>
                  <a:pt x="215171" y="412750"/>
                </a:lnTo>
                <a:lnTo>
                  <a:pt x="214068" y="416560"/>
                </a:lnTo>
                <a:lnTo>
                  <a:pt x="213903" y="417830"/>
                </a:lnTo>
                <a:lnTo>
                  <a:pt x="212642" y="424180"/>
                </a:lnTo>
                <a:lnTo>
                  <a:pt x="211728" y="427990"/>
                </a:lnTo>
                <a:lnTo>
                  <a:pt x="209773" y="438150"/>
                </a:lnTo>
                <a:lnTo>
                  <a:pt x="209198" y="440690"/>
                </a:lnTo>
                <a:lnTo>
                  <a:pt x="208158" y="445770"/>
                </a:lnTo>
                <a:lnTo>
                  <a:pt x="207504" y="448310"/>
                </a:lnTo>
                <a:lnTo>
                  <a:pt x="206921" y="452120"/>
                </a:lnTo>
                <a:lnTo>
                  <a:pt x="205999" y="457200"/>
                </a:lnTo>
                <a:lnTo>
                  <a:pt x="203091" y="476250"/>
                </a:lnTo>
                <a:lnTo>
                  <a:pt x="202705" y="477520"/>
                </a:lnTo>
                <a:lnTo>
                  <a:pt x="201365" y="486410"/>
                </a:lnTo>
                <a:lnTo>
                  <a:pt x="199758" y="497840"/>
                </a:lnTo>
                <a:lnTo>
                  <a:pt x="205014" y="505460"/>
                </a:lnTo>
                <a:lnTo>
                  <a:pt x="213769" y="508000"/>
                </a:lnTo>
                <a:lnTo>
                  <a:pt x="215613" y="509270"/>
                </a:lnTo>
                <a:lnTo>
                  <a:pt x="219411" y="509270"/>
                </a:lnTo>
                <a:lnTo>
                  <a:pt x="223572" y="508000"/>
                </a:lnTo>
                <a:lnTo>
                  <a:pt x="225920" y="508000"/>
                </a:lnTo>
                <a:lnTo>
                  <a:pt x="229640" y="505460"/>
                </a:lnTo>
                <a:lnTo>
                  <a:pt x="230987" y="504190"/>
                </a:lnTo>
                <a:lnTo>
                  <a:pt x="233462" y="501650"/>
                </a:lnTo>
                <a:lnTo>
                  <a:pt x="234494" y="499110"/>
                </a:lnTo>
                <a:lnTo>
                  <a:pt x="235597" y="496570"/>
                </a:lnTo>
                <a:lnTo>
                  <a:pt x="236023" y="495300"/>
                </a:lnTo>
                <a:lnTo>
                  <a:pt x="236251" y="494030"/>
                </a:lnTo>
                <a:lnTo>
                  <a:pt x="236645" y="491490"/>
                </a:lnTo>
                <a:lnTo>
                  <a:pt x="237087" y="488950"/>
                </a:lnTo>
                <a:lnTo>
                  <a:pt x="237646" y="485140"/>
                </a:lnTo>
                <a:lnTo>
                  <a:pt x="237890" y="483870"/>
                </a:lnTo>
                <a:lnTo>
                  <a:pt x="239419" y="473710"/>
                </a:lnTo>
                <a:lnTo>
                  <a:pt x="241389" y="462280"/>
                </a:lnTo>
                <a:lnTo>
                  <a:pt x="242729" y="454660"/>
                </a:lnTo>
                <a:lnTo>
                  <a:pt x="244668" y="445770"/>
                </a:lnTo>
                <a:lnTo>
                  <a:pt x="246464" y="436880"/>
                </a:lnTo>
                <a:lnTo>
                  <a:pt x="247134" y="433070"/>
                </a:lnTo>
                <a:lnTo>
                  <a:pt x="248253" y="427990"/>
                </a:lnTo>
                <a:lnTo>
                  <a:pt x="248852" y="425450"/>
                </a:lnTo>
                <a:lnTo>
                  <a:pt x="249522" y="422910"/>
                </a:lnTo>
                <a:lnTo>
                  <a:pt x="250995" y="416560"/>
                </a:lnTo>
                <a:lnTo>
                  <a:pt x="251815" y="412750"/>
                </a:lnTo>
                <a:lnTo>
                  <a:pt x="254360" y="402590"/>
                </a:lnTo>
                <a:lnTo>
                  <a:pt x="256441" y="393700"/>
                </a:lnTo>
                <a:lnTo>
                  <a:pt x="259435" y="382270"/>
                </a:lnTo>
                <a:lnTo>
                  <a:pt x="259821" y="381000"/>
                </a:lnTo>
                <a:lnTo>
                  <a:pt x="260704" y="378460"/>
                </a:lnTo>
                <a:lnTo>
                  <a:pt x="261129" y="375920"/>
                </a:lnTo>
                <a:lnTo>
                  <a:pt x="261862" y="373380"/>
                </a:lnTo>
                <a:lnTo>
                  <a:pt x="376568" y="373380"/>
                </a:lnTo>
                <a:lnTo>
                  <a:pt x="315819" y="341630"/>
                </a:lnTo>
                <a:close/>
              </a:path>
              <a:path w="507365" h="637540">
                <a:moveTo>
                  <a:pt x="376568" y="373380"/>
                </a:moveTo>
                <a:lnTo>
                  <a:pt x="300042" y="373380"/>
                </a:lnTo>
                <a:lnTo>
                  <a:pt x="420596" y="436880"/>
                </a:lnTo>
                <a:lnTo>
                  <a:pt x="421281" y="436880"/>
                </a:lnTo>
                <a:lnTo>
                  <a:pt x="423653" y="438150"/>
                </a:lnTo>
                <a:lnTo>
                  <a:pt x="432511" y="438150"/>
                </a:lnTo>
                <a:lnTo>
                  <a:pt x="434355" y="436880"/>
                </a:lnTo>
                <a:lnTo>
                  <a:pt x="439382" y="434340"/>
                </a:lnTo>
                <a:lnTo>
                  <a:pt x="442243" y="431800"/>
                </a:lnTo>
                <a:lnTo>
                  <a:pt x="446238" y="425450"/>
                </a:lnTo>
                <a:lnTo>
                  <a:pt x="446577" y="420370"/>
                </a:lnTo>
                <a:lnTo>
                  <a:pt x="444977" y="414020"/>
                </a:lnTo>
                <a:lnTo>
                  <a:pt x="444150" y="412750"/>
                </a:lnTo>
                <a:lnTo>
                  <a:pt x="442314" y="410210"/>
                </a:lnTo>
                <a:lnTo>
                  <a:pt x="441455" y="408940"/>
                </a:lnTo>
                <a:lnTo>
                  <a:pt x="439887" y="407670"/>
                </a:lnTo>
                <a:lnTo>
                  <a:pt x="439280" y="406400"/>
                </a:lnTo>
                <a:lnTo>
                  <a:pt x="437964" y="405130"/>
                </a:lnTo>
                <a:lnTo>
                  <a:pt x="437318" y="405130"/>
                </a:lnTo>
                <a:lnTo>
                  <a:pt x="376568" y="373380"/>
                </a:lnTo>
                <a:close/>
              </a:path>
              <a:path w="507365" h="637540">
                <a:moveTo>
                  <a:pt x="21481" y="412750"/>
                </a:moveTo>
                <a:lnTo>
                  <a:pt x="14460" y="412750"/>
                </a:lnTo>
                <a:lnTo>
                  <a:pt x="16919" y="414020"/>
                </a:lnTo>
                <a:lnTo>
                  <a:pt x="18723" y="414020"/>
                </a:lnTo>
                <a:lnTo>
                  <a:pt x="21481" y="412750"/>
                </a:lnTo>
                <a:close/>
              </a:path>
              <a:path w="507365" h="637540">
                <a:moveTo>
                  <a:pt x="130907" y="378460"/>
                </a:moveTo>
                <a:lnTo>
                  <a:pt x="11836" y="378460"/>
                </a:lnTo>
                <a:lnTo>
                  <a:pt x="9621" y="379730"/>
                </a:lnTo>
                <a:lnTo>
                  <a:pt x="8156" y="381000"/>
                </a:lnTo>
                <a:lnTo>
                  <a:pt x="5713" y="382270"/>
                </a:lnTo>
                <a:lnTo>
                  <a:pt x="0" y="396240"/>
                </a:lnTo>
                <a:lnTo>
                  <a:pt x="1063" y="400050"/>
                </a:lnTo>
                <a:lnTo>
                  <a:pt x="1560" y="402590"/>
                </a:lnTo>
                <a:lnTo>
                  <a:pt x="2190" y="403860"/>
                </a:lnTo>
                <a:lnTo>
                  <a:pt x="3467" y="405130"/>
                </a:lnTo>
                <a:lnTo>
                  <a:pt x="4129" y="406400"/>
                </a:lnTo>
                <a:lnTo>
                  <a:pt x="5831" y="408940"/>
                </a:lnTo>
                <a:lnTo>
                  <a:pt x="6903" y="408940"/>
                </a:lnTo>
                <a:lnTo>
                  <a:pt x="9621" y="411480"/>
                </a:lnTo>
                <a:lnTo>
                  <a:pt x="11308" y="411480"/>
                </a:lnTo>
                <a:lnTo>
                  <a:pt x="13766" y="412750"/>
                </a:lnTo>
                <a:lnTo>
                  <a:pt x="25090" y="412750"/>
                </a:lnTo>
                <a:lnTo>
                  <a:pt x="26280" y="411480"/>
                </a:lnTo>
                <a:lnTo>
                  <a:pt x="31261" y="410210"/>
                </a:lnTo>
                <a:lnTo>
                  <a:pt x="35020" y="408940"/>
                </a:lnTo>
                <a:lnTo>
                  <a:pt x="59141" y="401320"/>
                </a:lnTo>
                <a:lnTo>
                  <a:pt x="62104" y="401320"/>
                </a:lnTo>
                <a:lnTo>
                  <a:pt x="78361" y="396240"/>
                </a:lnTo>
                <a:lnTo>
                  <a:pt x="92379" y="391160"/>
                </a:lnTo>
                <a:lnTo>
                  <a:pt x="116132" y="383540"/>
                </a:lnTo>
                <a:lnTo>
                  <a:pt x="130907" y="378460"/>
                </a:lnTo>
                <a:close/>
              </a:path>
              <a:path w="507365" h="637540">
                <a:moveTo>
                  <a:pt x="106063" y="232410"/>
                </a:moveTo>
                <a:lnTo>
                  <a:pt x="99257" y="233680"/>
                </a:lnTo>
                <a:lnTo>
                  <a:pt x="93233" y="236220"/>
                </a:lnTo>
                <a:lnTo>
                  <a:pt x="88763" y="242570"/>
                </a:lnTo>
                <a:lnTo>
                  <a:pt x="86856" y="245110"/>
                </a:lnTo>
                <a:lnTo>
                  <a:pt x="86391" y="250190"/>
                </a:lnTo>
                <a:lnTo>
                  <a:pt x="87676" y="256540"/>
                </a:lnTo>
                <a:lnTo>
                  <a:pt x="89480" y="260350"/>
                </a:lnTo>
                <a:lnTo>
                  <a:pt x="93452" y="264160"/>
                </a:lnTo>
                <a:lnTo>
                  <a:pt x="94737" y="265430"/>
                </a:lnTo>
                <a:lnTo>
                  <a:pt x="195242" y="318770"/>
                </a:lnTo>
                <a:lnTo>
                  <a:pt x="192579" y="318770"/>
                </a:lnTo>
                <a:lnTo>
                  <a:pt x="190601" y="320040"/>
                </a:lnTo>
                <a:lnTo>
                  <a:pt x="178393" y="323850"/>
                </a:lnTo>
                <a:lnTo>
                  <a:pt x="157875" y="331470"/>
                </a:lnTo>
                <a:lnTo>
                  <a:pt x="142799" y="336550"/>
                </a:lnTo>
                <a:lnTo>
                  <a:pt x="137976" y="339090"/>
                </a:lnTo>
                <a:lnTo>
                  <a:pt x="115911" y="345440"/>
                </a:lnTo>
                <a:lnTo>
                  <a:pt x="114532" y="346710"/>
                </a:lnTo>
                <a:lnTo>
                  <a:pt x="105721" y="349250"/>
                </a:lnTo>
                <a:lnTo>
                  <a:pt x="75611" y="359410"/>
                </a:lnTo>
                <a:lnTo>
                  <a:pt x="70733" y="360680"/>
                </a:lnTo>
                <a:lnTo>
                  <a:pt x="67991" y="361950"/>
                </a:lnTo>
                <a:lnTo>
                  <a:pt x="64082" y="363220"/>
                </a:lnTo>
                <a:lnTo>
                  <a:pt x="62924" y="363220"/>
                </a:lnTo>
                <a:lnTo>
                  <a:pt x="56399" y="365760"/>
                </a:lnTo>
                <a:lnTo>
                  <a:pt x="53507" y="365760"/>
                </a:lnTo>
                <a:lnTo>
                  <a:pt x="51190" y="367030"/>
                </a:lnTo>
                <a:lnTo>
                  <a:pt x="48865" y="367030"/>
                </a:lnTo>
                <a:lnTo>
                  <a:pt x="31340" y="373380"/>
                </a:lnTo>
                <a:lnTo>
                  <a:pt x="25508" y="374650"/>
                </a:lnTo>
                <a:lnTo>
                  <a:pt x="16288" y="377190"/>
                </a:lnTo>
                <a:lnTo>
                  <a:pt x="14736" y="378460"/>
                </a:lnTo>
                <a:lnTo>
                  <a:pt x="132704" y="378460"/>
                </a:lnTo>
                <a:lnTo>
                  <a:pt x="138110" y="375920"/>
                </a:lnTo>
                <a:lnTo>
                  <a:pt x="143484" y="374650"/>
                </a:lnTo>
                <a:lnTo>
                  <a:pt x="164848" y="367030"/>
                </a:lnTo>
                <a:lnTo>
                  <a:pt x="169505" y="365760"/>
                </a:lnTo>
                <a:lnTo>
                  <a:pt x="174178" y="363220"/>
                </a:lnTo>
                <a:lnTo>
                  <a:pt x="186377" y="359410"/>
                </a:lnTo>
                <a:lnTo>
                  <a:pt x="189411" y="358140"/>
                </a:lnTo>
                <a:lnTo>
                  <a:pt x="200096" y="354330"/>
                </a:lnTo>
                <a:lnTo>
                  <a:pt x="220325" y="346710"/>
                </a:lnTo>
                <a:lnTo>
                  <a:pt x="225676" y="345440"/>
                </a:lnTo>
                <a:lnTo>
                  <a:pt x="227607" y="344170"/>
                </a:lnTo>
                <a:lnTo>
                  <a:pt x="230956" y="342900"/>
                </a:lnTo>
                <a:lnTo>
                  <a:pt x="232398" y="342900"/>
                </a:lnTo>
                <a:lnTo>
                  <a:pt x="233824" y="341630"/>
                </a:lnTo>
                <a:lnTo>
                  <a:pt x="315819" y="341630"/>
                </a:lnTo>
                <a:lnTo>
                  <a:pt x="281800" y="323850"/>
                </a:lnTo>
                <a:lnTo>
                  <a:pt x="286173" y="321310"/>
                </a:lnTo>
                <a:lnTo>
                  <a:pt x="288104" y="321310"/>
                </a:lnTo>
                <a:lnTo>
                  <a:pt x="296189" y="317500"/>
                </a:lnTo>
                <a:lnTo>
                  <a:pt x="347175" y="297180"/>
                </a:lnTo>
                <a:lnTo>
                  <a:pt x="232934" y="297180"/>
                </a:lnTo>
                <a:lnTo>
                  <a:pt x="112877" y="234950"/>
                </a:lnTo>
                <a:lnTo>
                  <a:pt x="106063" y="232410"/>
                </a:lnTo>
                <a:close/>
              </a:path>
              <a:path w="507365" h="637540">
                <a:moveTo>
                  <a:pt x="155005" y="0"/>
                </a:moveTo>
                <a:lnTo>
                  <a:pt x="147795" y="0"/>
                </a:lnTo>
                <a:lnTo>
                  <a:pt x="147062" y="1270"/>
                </a:lnTo>
                <a:lnTo>
                  <a:pt x="143681" y="1270"/>
                </a:lnTo>
                <a:lnTo>
                  <a:pt x="141428" y="3810"/>
                </a:lnTo>
                <a:lnTo>
                  <a:pt x="139205" y="5080"/>
                </a:lnTo>
                <a:lnTo>
                  <a:pt x="138102" y="6350"/>
                </a:lnTo>
                <a:lnTo>
                  <a:pt x="137700" y="7620"/>
                </a:lnTo>
                <a:lnTo>
                  <a:pt x="136723" y="8890"/>
                </a:lnTo>
                <a:lnTo>
                  <a:pt x="136195" y="10160"/>
                </a:lnTo>
                <a:lnTo>
                  <a:pt x="134966" y="12700"/>
                </a:lnTo>
                <a:lnTo>
                  <a:pt x="134430" y="13970"/>
                </a:lnTo>
                <a:lnTo>
                  <a:pt x="134059" y="19050"/>
                </a:lnTo>
                <a:lnTo>
                  <a:pt x="134319" y="21590"/>
                </a:lnTo>
                <a:lnTo>
                  <a:pt x="136093" y="26670"/>
                </a:lnTo>
                <a:lnTo>
                  <a:pt x="137101" y="29210"/>
                </a:lnTo>
                <a:lnTo>
                  <a:pt x="141191" y="41910"/>
                </a:lnTo>
                <a:lnTo>
                  <a:pt x="151191" y="71120"/>
                </a:lnTo>
                <a:lnTo>
                  <a:pt x="153752" y="78740"/>
                </a:lnTo>
                <a:lnTo>
                  <a:pt x="166408" y="114300"/>
                </a:lnTo>
                <a:lnTo>
                  <a:pt x="178694" y="149860"/>
                </a:lnTo>
                <a:lnTo>
                  <a:pt x="179868" y="152400"/>
                </a:lnTo>
                <a:lnTo>
                  <a:pt x="202287" y="214630"/>
                </a:lnTo>
                <a:lnTo>
                  <a:pt x="203698" y="218440"/>
                </a:lnTo>
                <a:lnTo>
                  <a:pt x="208733" y="232410"/>
                </a:lnTo>
                <a:lnTo>
                  <a:pt x="210404" y="237490"/>
                </a:lnTo>
                <a:lnTo>
                  <a:pt x="224982" y="276860"/>
                </a:lnTo>
                <a:lnTo>
                  <a:pt x="227646" y="283210"/>
                </a:lnTo>
                <a:lnTo>
                  <a:pt x="230254" y="290830"/>
                </a:lnTo>
                <a:lnTo>
                  <a:pt x="232934" y="297180"/>
                </a:lnTo>
                <a:lnTo>
                  <a:pt x="347175" y="297180"/>
                </a:lnTo>
                <a:lnTo>
                  <a:pt x="372037" y="285750"/>
                </a:lnTo>
                <a:lnTo>
                  <a:pt x="382463" y="281940"/>
                </a:lnTo>
                <a:lnTo>
                  <a:pt x="385065" y="280670"/>
                </a:lnTo>
                <a:lnTo>
                  <a:pt x="291177" y="280670"/>
                </a:lnTo>
                <a:lnTo>
                  <a:pt x="292572" y="276860"/>
                </a:lnTo>
                <a:lnTo>
                  <a:pt x="294038" y="273050"/>
                </a:lnTo>
                <a:lnTo>
                  <a:pt x="296134" y="267970"/>
                </a:lnTo>
                <a:lnTo>
                  <a:pt x="297056" y="265430"/>
                </a:lnTo>
                <a:lnTo>
                  <a:pt x="258915" y="265430"/>
                </a:lnTo>
                <a:lnTo>
                  <a:pt x="255708" y="256540"/>
                </a:lnTo>
                <a:lnTo>
                  <a:pt x="253809" y="251460"/>
                </a:lnTo>
                <a:lnTo>
                  <a:pt x="237016" y="205740"/>
                </a:lnTo>
                <a:lnTo>
                  <a:pt x="216557" y="148590"/>
                </a:lnTo>
                <a:lnTo>
                  <a:pt x="206227" y="120650"/>
                </a:lnTo>
                <a:lnTo>
                  <a:pt x="197041" y="93980"/>
                </a:lnTo>
                <a:lnTo>
                  <a:pt x="193083" y="82550"/>
                </a:lnTo>
                <a:lnTo>
                  <a:pt x="192129" y="80010"/>
                </a:lnTo>
                <a:lnTo>
                  <a:pt x="186779" y="64770"/>
                </a:lnTo>
                <a:lnTo>
                  <a:pt x="184281" y="57150"/>
                </a:lnTo>
                <a:lnTo>
                  <a:pt x="168883" y="11430"/>
                </a:lnTo>
                <a:lnTo>
                  <a:pt x="167393" y="7620"/>
                </a:lnTo>
                <a:lnTo>
                  <a:pt x="165171" y="5080"/>
                </a:lnTo>
                <a:lnTo>
                  <a:pt x="161491" y="2540"/>
                </a:lnTo>
                <a:lnTo>
                  <a:pt x="160553" y="2540"/>
                </a:lnTo>
                <a:lnTo>
                  <a:pt x="157385" y="1270"/>
                </a:lnTo>
                <a:lnTo>
                  <a:pt x="155005" y="0"/>
                </a:lnTo>
                <a:close/>
              </a:path>
              <a:path w="507365" h="637540">
                <a:moveTo>
                  <a:pt x="490131" y="194310"/>
                </a:moveTo>
                <a:lnTo>
                  <a:pt x="485608" y="195580"/>
                </a:lnTo>
                <a:lnTo>
                  <a:pt x="480573" y="198120"/>
                </a:lnTo>
                <a:lnTo>
                  <a:pt x="477681" y="199390"/>
                </a:lnTo>
                <a:lnTo>
                  <a:pt x="476585" y="199390"/>
                </a:lnTo>
                <a:lnTo>
                  <a:pt x="472448" y="201930"/>
                </a:lnTo>
                <a:lnTo>
                  <a:pt x="469359" y="203200"/>
                </a:lnTo>
                <a:lnTo>
                  <a:pt x="453715" y="210820"/>
                </a:lnTo>
                <a:lnTo>
                  <a:pt x="438326" y="217170"/>
                </a:lnTo>
                <a:lnTo>
                  <a:pt x="427585" y="222250"/>
                </a:lnTo>
                <a:lnTo>
                  <a:pt x="423503" y="224790"/>
                </a:lnTo>
                <a:lnTo>
                  <a:pt x="402770" y="233680"/>
                </a:lnTo>
                <a:lnTo>
                  <a:pt x="392805" y="237490"/>
                </a:lnTo>
                <a:lnTo>
                  <a:pt x="378774" y="243840"/>
                </a:lnTo>
                <a:lnTo>
                  <a:pt x="360421" y="252730"/>
                </a:lnTo>
                <a:lnTo>
                  <a:pt x="352770" y="255270"/>
                </a:lnTo>
                <a:lnTo>
                  <a:pt x="335575" y="262890"/>
                </a:lnTo>
                <a:lnTo>
                  <a:pt x="333502" y="264160"/>
                </a:lnTo>
                <a:lnTo>
                  <a:pt x="329239" y="265430"/>
                </a:lnTo>
                <a:lnTo>
                  <a:pt x="327017" y="266700"/>
                </a:lnTo>
                <a:lnTo>
                  <a:pt x="303825" y="275590"/>
                </a:lnTo>
                <a:lnTo>
                  <a:pt x="299601" y="278130"/>
                </a:lnTo>
                <a:lnTo>
                  <a:pt x="291177" y="280670"/>
                </a:lnTo>
                <a:lnTo>
                  <a:pt x="385065" y="280670"/>
                </a:lnTo>
                <a:lnTo>
                  <a:pt x="392869" y="276860"/>
                </a:lnTo>
                <a:lnTo>
                  <a:pt x="403256" y="273050"/>
                </a:lnTo>
                <a:lnTo>
                  <a:pt x="425434" y="262890"/>
                </a:lnTo>
                <a:lnTo>
                  <a:pt x="430210" y="260350"/>
                </a:lnTo>
                <a:lnTo>
                  <a:pt x="436640" y="257810"/>
                </a:lnTo>
                <a:lnTo>
                  <a:pt x="437294" y="257810"/>
                </a:lnTo>
                <a:lnTo>
                  <a:pt x="440943" y="255270"/>
                </a:lnTo>
                <a:lnTo>
                  <a:pt x="442314" y="255270"/>
                </a:lnTo>
                <a:lnTo>
                  <a:pt x="444820" y="254000"/>
                </a:lnTo>
                <a:lnTo>
                  <a:pt x="447097" y="252730"/>
                </a:lnTo>
                <a:lnTo>
                  <a:pt x="448500" y="252730"/>
                </a:lnTo>
                <a:lnTo>
                  <a:pt x="449879" y="251460"/>
                </a:lnTo>
                <a:lnTo>
                  <a:pt x="452944" y="250190"/>
                </a:lnTo>
                <a:lnTo>
                  <a:pt x="454599" y="248920"/>
                </a:lnTo>
                <a:lnTo>
                  <a:pt x="474166" y="240030"/>
                </a:lnTo>
                <a:lnTo>
                  <a:pt x="480139" y="237490"/>
                </a:lnTo>
                <a:lnTo>
                  <a:pt x="491802" y="231140"/>
                </a:lnTo>
                <a:lnTo>
                  <a:pt x="493709" y="231140"/>
                </a:lnTo>
                <a:lnTo>
                  <a:pt x="496065" y="229870"/>
                </a:lnTo>
                <a:lnTo>
                  <a:pt x="497082" y="228600"/>
                </a:lnTo>
                <a:lnTo>
                  <a:pt x="502745" y="224790"/>
                </a:lnTo>
                <a:lnTo>
                  <a:pt x="506129" y="218440"/>
                </a:lnTo>
                <a:lnTo>
                  <a:pt x="507075" y="212090"/>
                </a:lnTo>
                <a:lnTo>
                  <a:pt x="505317" y="205740"/>
                </a:lnTo>
                <a:lnTo>
                  <a:pt x="503024" y="200660"/>
                </a:lnTo>
                <a:lnTo>
                  <a:pt x="498902" y="196850"/>
                </a:lnTo>
                <a:lnTo>
                  <a:pt x="490131" y="194310"/>
                </a:lnTo>
                <a:close/>
              </a:path>
              <a:path w="507365" h="637540">
                <a:moveTo>
                  <a:pt x="326631" y="115570"/>
                </a:moveTo>
                <a:lnTo>
                  <a:pt x="297237" y="163830"/>
                </a:lnTo>
                <a:lnTo>
                  <a:pt x="271957" y="229870"/>
                </a:lnTo>
                <a:lnTo>
                  <a:pt x="270176" y="234950"/>
                </a:lnTo>
                <a:lnTo>
                  <a:pt x="269002" y="237490"/>
                </a:lnTo>
                <a:lnTo>
                  <a:pt x="263234" y="254000"/>
                </a:lnTo>
                <a:lnTo>
                  <a:pt x="261563" y="257810"/>
                </a:lnTo>
                <a:lnTo>
                  <a:pt x="259609" y="262890"/>
                </a:lnTo>
                <a:lnTo>
                  <a:pt x="258915" y="265430"/>
                </a:lnTo>
                <a:lnTo>
                  <a:pt x="297056" y="265430"/>
                </a:lnTo>
                <a:lnTo>
                  <a:pt x="301666" y="252730"/>
                </a:lnTo>
                <a:lnTo>
                  <a:pt x="302383" y="250190"/>
                </a:lnTo>
                <a:lnTo>
                  <a:pt x="305740" y="241300"/>
                </a:lnTo>
                <a:lnTo>
                  <a:pt x="313802" y="219710"/>
                </a:lnTo>
                <a:lnTo>
                  <a:pt x="314582" y="217170"/>
                </a:lnTo>
                <a:lnTo>
                  <a:pt x="317001" y="210820"/>
                </a:lnTo>
                <a:lnTo>
                  <a:pt x="322653" y="196850"/>
                </a:lnTo>
                <a:lnTo>
                  <a:pt x="330200" y="177800"/>
                </a:lnTo>
                <a:lnTo>
                  <a:pt x="344424" y="140970"/>
                </a:lnTo>
                <a:lnTo>
                  <a:pt x="345681" y="134620"/>
                </a:lnTo>
                <a:lnTo>
                  <a:pt x="344216" y="128270"/>
                </a:lnTo>
                <a:lnTo>
                  <a:pt x="340351" y="121920"/>
                </a:lnTo>
                <a:lnTo>
                  <a:pt x="334409" y="118110"/>
                </a:lnTo>
                <a:lnTo>
                  <a:pt x="326631" y="115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48668" y="0"/>
            <a:ext cx="447040" cy="320040"/>
          </a:xfrm>
          <a:custGeom>
            <a:avLst/>
            <a:gdLst/>
            <a:ahLst/>
            <a:cxnLst/>
            <a:rect l="l" t="t" r="r" b="b"/>
            <a:pathLst>
              <a:path w="447039" h="320040">
                <a:moveTo>
                  <a:pt x="293467" y="0"/>
                </a:moveTo>
                <a:lnTo>
                  <a:pt x="193903" y="0"/>
                </a:lnTo>
                <a:lnTo>
                  <a:pt x="142791" y="18159"/>
                </a:lnTo>
                <a:lnTo>
                  <a:pt x="37163" y="52486"/>
                </a:lnTo>
                <a:lnTo>
                  <a:pt x="441" y="73243"/>
                </a:lnTo>
                <a:lnTo>
                  <a:pt x="0" y="77254"/>
                </a:lnTo>
                <a:lnTo>
                  <a:pt x="1560" y="83416"/>
                </a:lnTo>
                <a:lnTo>
                  <a:pt x="18715" y="94874"/>
                </a:lnTo>
                <a:lnTo>
                  <a:pt x="22403" y="94315"/>
                </a:lnTo>
                <a:lnTo>
                  <a:pt x="79409" y="76757"/>
                </a:lnTo>
                <a:lnTo>
                  <a:pt x="138102" y="57419"/>
                </a:lnTo>
                <a:lnTo>
                  <a:pt x="186369" y="40563"/>
                </a:lnTo>
                <a:lnTo>
                  <a:pt x="233816" y="23155"/>
                </a:lnTo>
                <a:lnTo>
                  <a:pt x="222721" y="62730"/>
                </a:lnTo>
                <a:lnTo>
                  <a:pt x="212634" y="105048"/>
                </a:lnTo>
                <a:lnTo>
                  <a:pt x="208150" y="127325"/>
                </a:lnTo>
                <a:lnTo>
                  <a:pt x="205991" y="138381"/>
                </a:lnTo>
                <a:lnTo>
                  <a:pt x="201933" y="164237"/>
                </a:lnTo>
                <a:lnTo>
                  <a:pt x="201357" y="167160"/>
                </a:lnTo>
                <a:lnTo>
                  <a:pt x="199750" y="178776"/>
                </a:lnTo>
                <a:lnTo>
                  <a:pt x="205006" y="186822"/>
                </a:lnTo>
                <a:lnTo>
                  <a:pt x="214533" y="189879"/>
                </a:lnTo>
                <a:lnTo>
                  <a:pt x="217811" y="190462"/>
                </a:lnTo>
                <a:lnTo>
                  <a:pt x="219403" y="190462"/>
                </a:lnTo>
                <a:lnTo>
                  <a:pt x="241381" y="143559"/>
                </a:lnTo>
                <a:lnTo>
                  <a:pt x="248844" y="106695"/>
                </a:lnTo>
                <a:lnTo>
                  <a:pt x="256433" y="75205"/>
                </a:lnTo>
                <a:lnTo>
                  <a:pt x="261854" y="54842"/>
                </a:lnTo>
                <a:lnTo>
                  <a:pt x="308884" y="173756"/>
                </a:lnTo>
                <a:lnTo>
                  <a:pt x="355638" y="287043"/>
                </a:lnTo>
                <a:lnTo>
                  <a:pt x="356095" y="287453"/>
                </a:lnTo>
                <a:lnTo>
                  <a:pt x="356308" y="287973"/>
                </a:lnTo>
                <a:lnTo>
                  <a:pt x="356284" y="288572"/>
                </a:lnTo>
                <a:lnTo>
                  <a:pt x="367522" y="315271"/>
                </a:lnTo>
                <a:lnTo>
                  <a:pt x="375307" y="319471"/>
                </a:lnTo>
                <a:lnTo>
                  <a:pt x="384622" y="318249"/>
                </a:lnTo>
                <a:lnTo>
                  <a:pt x="386198" y="317840"/>
                </a:lnTo>
                <a:lnTo>
                  <a:pt x="392132" y="315318"/>
                </a:lnTo>
                <a:lnTo>
                  <a:pt x="395363" y="311866"/>
                </a:lnTo>
                <a:lnTo>
                  <a:pt x="397987" y="305310"/>
                </a:lnTo>
                <a:lnTo>
                  <a:pt x="398546" y="301583"/>
                </a:lnTo>
                <a:lnTo>
                  <a:pt x="398310" y="297682"/>
                </a:lnTo>
                <a:lnTo>
                  <a:pt x="398011" y="296232"/>
                </a:lnTo>
                <a:lnTo>
                  <a:pt x="397183" y="293773"/>
                </a:lnTo>
                <a:lnTo>
                  <a:pt x="351863" y="184655"/>
                </a:lnTo>
                <a:lnTo>
                  <a:pt x="300035" y="54645"/>
                </a:lnTo>
                <a:lnTo>
                  <a:pt x="420588" y="118058"/>
                </a:lnTo>
                <a:lnTo>
                  <a:pt x="421273" y="118145"/>
                </a:lnTo>
                <a:lnTo>
                  <a:pt x="423645" y="119059"/>
                </a:lnTo>
                <a:lnTo>
                  <a:pt x="425371" y="119445"/>
                </a:lnTo>
                <a:lnTo>
                  <a:pt x="429437" y="119776"/>
                </a:lnTo>
                <a:lnTo>
                  <a:pt x="432503" y="119374"/>
                </a:lnTo>
                <a:lnTo>
                  <a:pt x="446569" y="101557"/>
                </a:lnTo>
                <a:lnTo>
                  <a:pt x="444969" y="95497"/>
                </a:lnTo>
                <a:lnTo>
                  <a:pt x="281792" y="4708"/>
                </a:lnTo>
                <a:lnTo>
                  <a:pt x="2934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593"/>
            <a:ext cx="471170" cy="513080"/>
          </a:xfrm>
          <a:custGeom>
            <a:avLst/>
            <a:gdLst/>
            <a:ahLst/>
            <a:cxnLst/>
            <a:rect l="l" t="t" r="r" b="b"/>
            <a:pathLst>
              <a:path w="471170" h="513080">
                <a:moveTo>
                  <a:pt x="263578" y="248920"/>
                </a:moveTo>
                <a:lnTo>
                  <a:pt x="225398" y="248920"/>
                </a:lnTo>
                <a:lnTo>
                  <a:pt x="242466" y="292100"/>
                </a:lnTo>
                <a:lnTo>
                  <a:pt x="244878" y="298450"/>
                </a:lnTo>
                <a:lnTo>
                  <a:pt x="272427" y="368300"/>
                </a:lnTo>
                <a:lnTo>
                  <a:pt x="286898" y="403860"/>
                </a:lnTo>
                <a:lnTo>
                  <a:pt x="302018" y="440690"/>
                </a:lnTo>
                <a:lnTo>
                  <a:pt x="319181" y="481330"/>
                </a:lnTo>
                <a:lnTo>
                  <a:pt x="319638" y="481330"/>
                </a:lnTo>
                <a:lnTo>
                  <a:pt x="319851" y="482600"/>
                </a:lnTo>
                <a:lnTo>
                  <a:pt x="322515" y="488950"/>
                </a:lnTo>
                <a:lnTo>
                  <a:pt x="325163" y="495300"/>
                </a:lnTo>
                <a:lnTo>
                  <a:pt x="331065" y="509270"/>
                </a:lnTo>
                <a:lnTo>
                  <a:pt x="338851" y="513080"/>
                </a:lnTo>
                <a:lnTo>
                  <a:pt x="348165" y="513080"/>
                </a:lnTo>
                <a:lnTo>
                  <a:pt x="349741" y="511810"/>
                </a:lnTo>
                <a:lnTo>
                  <a:pt x="355675" y="509270"/>
                </a:lnTo>
                <a:lnTo>
                  <a:pt x="362098" y="494030"/>
                </a:lnTo>
                <a:lnTo>
                  <a:pt x="361853" y="491490"/>
                </a:lnTo>
                <a:lnTo>
                  <a:pt x="361546" y="490220"/>
                </a:lnTo>
                <a:lnTo>
                  <a:pt x="360900" y="488950"/>
                </a:lnTo>
                <a:lnTo>
                  <a:pt x="360049" y="486410"/>
                </a:lnTo>
                <a:lnTo>
                  <a:pt x="359418" y="485140"/>
                </a:lnTo>
                <a:lnTo>
                  <a:pt x="358236" y="482600"/>
                </a:lnTo>
                <a:lnTo>
                  <a:pt x="357748" y="481330"/>
                </a:lnTo>
                <a:lnTo>
                  <a:pt x="353997" y="472440"/>
                </a:lnTo>
                <a:lnTo>
                  <a:pt x="323185" y="397510"/>
                </a:lnTo>
                <a:lnTo>
                  <a:pt x="320655" y="391160"/>
                </a:lnTo>
                <a:lnTo>
                  <a:pt x="318047" y="384810"/>
                </a:lnTo>
                <a:lnTo>
                  <a:pt x="310993" y="368300"/>
                </a:lnTo>
                <a:lnTo>
                  <a:pt x="279772" y="289560"/>
                </a:lnTo>
                <a:lnTo>
                  <a:pt x="276651" y="281940"/>
                </a:lnTo>
                <a:lnTo>
                  <a:pt x="270591" y="266700"/>
                </a:lnTo>
                <a:lnTo>
                  <a:pt x="267479" y="259080"/>
                </a:lnTo>
                <a:lnTo>
                  <a:pt x="264200" y="250190"/>
                </a:lnTo>
                <a:lnTo>
                  <a:pt x="263578" y="248920"/>
                </a:lnTo>
                <a:close/>
              </a:path>
              <a:path w="471170" h="513080">
                <a:moveTo>
                  <a:pt x="279354" y="217170"/>
                </a:moveTo>
                <a:lnTo>
                  <a:pt x="197360" y="217170"/>
                </a:lnTo>
                <a:lnTo>
                  <a:pt x="196871" y="218440"/>
                </a:lnTo>
                <a:lnTo>
                  <a:pt x="196445" y="220980"/>
                </a:lnTo>
                <a:lnTo>
                  <a:pt x="195169" y="224790"/>
                </a:lnTo>
                <a:lnTo>
                  <a:pt x="194444" y="227330"/>
                </a:lnTo>
                <a:lnTo>
                  <a:pt x="190322" y="242570"/>
                </a:lnTo>
                <a:lnTo>
                  <a:pt x="189361" y="246380"/>
                </a:lnTo>
                <a:lnTo>
                  <a:pt x="188305" y="248920"/>
                </a:lnTo>
                <a:lnTo>
                  <a:pt x="186264" y="256540"/>
                </a:lnTo>
                <a:lnTo>
                  <a:pt x="185311" y="261620"/>
                </a:lnTo>
                <a:lnTo>
                  <a:pt x="183277" y="269240"/>
                </a:lnTo>
                <a:lnTo>
                  <a:pt x="180669" y="279400"/>
                </a:lnTo>
                <a:lnTo>
                  <a:pt x="179723" y="284480"/>
                </a:lnTo>
                <a:lnTo>
                  <a:pt x="178707" y="288290"/>
                </a:lnTo>
                <a:lnTo>
                  <a:pt x="177604" y="292100"/>
                </a:lnTo>
                <a:lnTo>
                  <a:pt x="177438" y="293370"/>
                </a:lnTo>
                <a:lnTo>
                  <a:pt x="176177" y="299720"/>
                </a:lnTo>
                <a:lnTo>
                  <a:pt x="175263" y="303530"/>
                </a:lnTo>
                <a:lnTo>
                  <a:pt x="173309" y="313690"/>
                </a:lnTo>
                <a:lnTo>
                  <a:pt x="172734" y="316230"/>
                </a:lnTo>
                <a:lnTo>
                  <a:pt x="171693" y="321310"/>
                </a:lnTo>
                <a:lnTo>
                  <a:pt x="171039" y="323850"/>
                </a:lnTo>
                <a:lnTo>
                  <a:pt x="170456" y="327660"/>
                </a:lnTo>
                <a:lnTo>
                  <a:pt x="170322" y="328930"/>
                </a:lnTo>
                <a:lnTo>
                  <a:pt x="169534" y="332740"/>
                </a:lnTo>
                <a:lnTo>
                  <a:pt x="166626" y="351790"/>
                </a:lnTo>
                <a:lnTo>
                  <a:pt x="166240" y="353060"/>
                </a:lnTo>
                <a:lnTo>
                  <a:pt x="164901" y="361950"/>
                </a:lnTo>
                <a:lnTo>
                  <a:pt x="163293" y="373380"/>
                </a:lnTo>
                <a:lnTo>
                  <a:pt x="168549" y="381000"/>
                </a:lnTo>
                <a:lnTo>
                  <a:pt x="177304" y="383540"/>
                </a:lnTo>
                <a:lnTo>
                  <a:pt x="179148" y="384810"/>
                </a:lnTo>
                <a:lnTo>
                  <a:pt x="182946" y="384810"/>
                </a:lnTo>
                <a:lnTo>
                  <a:pt x="187107" y="383540"/>
                </a:lnTo>
                <a:lnTo>
                  <a:pt x="189456" y="383540"/>
                </a:lnTo>
                <a:lnTo>
                  <a:pt x="193175" y="381000"/>
                </a:lnTo>
                <a:lnTo>
                  <a:pt x="194523" y="379730"/>
                </a:lnTo>
                <a:lnTo>
                  <a:pt x="196997" y="377190"/>
                </a:lnTo>
                <a:lnTo>
                  <a:pt x="198029" y="374650"/>
                </a:lnTo>
                <a:lnTo>
                  <a:pt x="199133" y="372110"/>
                </a:lnTo>
                <a:lnTo>
                  <a:pt x="199558" y="370840"/>
                </a:lnTo>
                <a:lnTo>
                  <a:pt x="199787" y="369570"/>
                </a:lnTo>
                <a:lnTo>
                  <a:pt x="200181" y="367030"/>
                </a:lnTo>
                <a:lnTo>
                  <a:pt x="200622" y="364490"/>
                </a:lnTo>
                <a:lnTo>
                  <a:pt x="201182" y="360680"/>
                </a:lnTo>
                <a:lnTo>
                  <a:pt x="201426" y="359410"/>
                </a:lnTo>
                <a:lnTo>
                  <a:pt x="202955" y="349250"/>
                </a:lnTo>
                <a:lnTo>
                  <a:pt x="204925" y="337820"/>
                </a:lnTo>
                <a:lnTo>
                  <a:pt x="206264" y="330200"/>
                </a:lnTo>
                <a:lnTo>
                  <a:pt x="208203" y="321310"/>
                </a:lnTo>
                <a:lnTo>
                  <a:pt x="208731" y="318770"/>
                </a:lnTo>
                <a:lnTo>
                  <a:pt x="210000" y="312420"/>
                </a:lnTo>
                <a:lnTo>
                  <a:pt x="210669" y="308610"/>
                </a:lnTo>
                <a:lnTo>
                  <a:pt x="211788" y="303530"/>
                </a:lnTo>
                <a:lnTo>
                  <a:pt x="212387" y="300990"/>
                </a:lnTo>
                <a:lnTo>
                  <a:pt x="213057" y="298450"/>
                </a:lnTo>
                <a:lnTo>
                  <a:pt x="214531" y="292100"/>
                </a:lnTo>
                <a:lnTo>
                  <a:pt x="215350" y="288290"/>
                </a:lnTo>
                <a:lnTo>
                  <a:pt x="217896" y="278130"/>
                </a:lnTo>
                <a:lnTo>
                  <a:pt x="219976" y="269240"/>
                </a:lnTo>
                <a:lnTo>
                  <a:pt x="222971" y="257810"/>
                </a:lnTo>
                <a:lnTo>
                  <a:pt x="223357" y="256540"/>
                </a:lnTo>
                <a:lnTo>
                  <a:pt x="224239" y="254000"/>
                </a:lnTo>
                <a:lnTo>
                  <a:pt x="224665" y="251460"/>
                </a:lnTo>
                <a:lnTo>
                  <a:pt x="225398" y="248920"/>
                </a:lnTo>
                <a:lnTo>
                  <a:pt x="340104" y="248920"/>
                </a:lnTo>
                <a:lnTo>
                  <a:pt x="279354" y="217170"/>
                </a:lnTo>
                <a:close/>
              </a:path>
              <a:path w="471170" h="513080">
                <a:moveTo>
                  <a:pt x="340104" y="248920"/>
                </a:moveTo>
                <a:lnTo>
                  <a:pt x="263578" y="248920"/>
                </a:lnTo>
                <a:lnTo>
                  <a:pt x="384131" y="312420"/>
                </a:lnTo>
                <a:lnTo>
                  <a:pt x="384817" y="312420"/>
                </a:lnTo>
                <a:lnTo>
                  <a:pt x="387188" y="313690"/>
                </a:lnTo>
                <a:lnTo>
                  <a:pt x="396046" y="313690"/>
                </a:lnTo>
                <a:lnTo>
                  <a:pt x="397890" y="312420"/>
                </a:lnTo>
                <a:lnTo>
                  <a:pt x="402918" y="309880"/>
                </a:lnTo>
                <a:lnTo>
                  <a:pt x="405778" y="307340"/>
                </a:lnTo>
                <a:lnTo>
                  <a:pt x="409773" y="300990"/>
                </a:lnTo>
                <a:lnTo>
                  <a:pt x="410112" y="295910"/>
                </a:lnTo>
                <a:lnTo>
                  <a:pt x="408513" y="289560"/>
                </a:lnTo>
                <a:lnTo>
                  <a:pt x="407685" y="288290"/>
                </a:lnTo>
                <a:lnTo>
                  <a:pt x="405849" y="285750"/>
                </a:lnTo>
                <a:lnTo>
                  <a:pt x="404990" y="284480"/>
                </a:lnTo>
                <a:lnTo>
                  <a:pt x="403422" y="283210"/>
                </a:lnTo>
                <a:lnTo>
                  <a:pt x="402807" y="281940"/>
                </a:lnTo>
                <a:lnTo>
                  <a:pt x="401499" y="280670"/>
                </a:lnTo>
                <a:lnTo>
                  <a:pt x="400853" y="280670"/>
                </a:lnTo>
                <a:lnTo>
                  <a:pt x="340104" y="248920"/>
                </a:lnTo>
                <a:close/>
              </a:path>
              <a:path w="471170" h="513080">
                <a:moveTo>
                  <a:pt x="69598" y="107950"/>
                </a:moveTo>
                <a:lnTo>
                  <a:pt x="62792" y="109220"/>
                </a:lnTo>
                <a:lnTo>
                  <a:pt x="56768" y="111760"/>
                </a:lnTo>
                <a:lnTo>
                  <a:pt x="52299" y="118110"/>
                </a:lnTo>
                <a:lnTo>
                  <a:pt x="50392" y="120650"/>
                </a:lnTo>
                <a:lnTo>
                  <a:pt x="49927" y="125730"/>
                </a:lnTo>
                <a:lnTo>
                  <a:pt x="51211" y="132080"/>
                </a:lnTo>
                <a:lnTo>
                  <a:pt x="53016" y="135890"/>
                </a:lnTo>
                <a:lnTo>
                  <a:pt x="56988" y="139700"/>
                </a:lnTo>
                <a:lnTo>
                  <a:pt x="58272" y="140970"/>
                </a:lnTo>
                <a:lnTo>
                  <a:pt x="158778" y="194310"/>
                </a:lnTo>
                <a:lnTo>
                  <a:pt x="156122" y="194310"/>
                </a:lnTo>
                <a:lnTo>
                  <a:pt x="154136" y="195580"/>
                </a:lnTo>
                <a:lnTo>
                  <a:pt x="141928" y="199390"/>
                </a:lnTo>
                <a:lnTo>
                  <a:pt x="121410" y="207010"/>
                </a:lnTo>
                <a:lnTo>
                  <a:pt x="106334" y="212090"/>
                </a:lnTo>
                <a:lnTo>
                  <a:pt x="101511" y="214630"/>
                </a:lnTo>
                <a:lnTo>
                  <a:pt x="75979" y="222250"/>
                </a:lnTo>
                <a:lnTo>
                  <a:pt x="62529" y="227330"/>
                </a:lnTo>
                <a:lnTo>
                  <a:pt x="39146" y="234950"/>
                </a:lnTo>
                <a:lnTo>
                  <a:pt x="34269" y="236220"/>
                </a:lnTo>
                <a:lnTo>
                  <a:pt x="31526" y="237490"/>
                </a:lnTo>
                <a:lnTo>
                  <a:pt x="27618" y="238760"/>
                </a:lnTo>
                <a:lnTo>
                  <a:pt x="26459" y="238760"/>
                </a:lnTo>
                <a:lnTo>
                  <a:pt x="19934" y="241300"/>
                </a:lnTo>
                <a:lnTo>
                  <a:pt x="17042" y="241300"/>
                </a:lnTo>
                <a:lnTo>
                  <a:pt x="14725" y="242570"/>
                </a:lnTo>
                <a:lnTo>
                  <a:pt x="12401" y="242570"/>
                </a:lnTo>
                <a:lnTo>
                  <a:pt x="0" y="246380"/>
                </a:lnTo>
                <a:lnTo>
                  <a:pt x="0" y="284480"/>
                </a:lnTo>
                <a:lnTo>
                  <a:pt x="22677" y="276860"/>
                </a:lnTo>
                <a:lnTo>
                  <a:pt x="25640" y="276860"/>
                </a:lnTo>
                <a:lnTo>
                  <a:pt x="31739" y="274320"/>
                </a:lnTo>
                <a:lnTo>
                  <a:pt x="32795" y="274320"/>
                </a:lnTo>
                <a:lnTo>
                  <a:pt x="34986" y="273050"/>
                </a:lnTo>
                <a:lnTo>
                  <a:pt x="36120" y="273050"/>
                </a:lnTo>
                <a:lnTo>
                  <a:pt x="42953" y="270510"/>
                </a:lnTo>
                <a:lnTo>
                  <a:pt x="49438" y="269240"/>
                </a:lnTo>
                <a:lnTo>
                  <a:pt x="94443" y="254000"/>
                </a:lnTo>
                <a:lnTo>
                  <a:pt x="96239" y="254000"/>
                </a:lnTo>
                <a:lnTo>
                  <a:pt x="101645" y="251460"/>
                </a:lnTo>
                <a:lnTo>
                  <a:pt x="107020" y="250190"/>
                </a:lnTo>
                <a:lnTo>
                  <a:pt x="128383" y="242570"/>
                </a:lnTo>
                <a:lnTo>
                  <a:pt x="133040" y="241300"/>
                </a:lnTo>
                <a:lnTo>
                  <a:pt x="137721" y="238760"/>
                </a:lnTo>
                <a:lnTo>
                  <a:pt x="149912" y="234950"/>
                </a:lnTo>
                <a:lnTo>
                  <a:pt x="152946" y="233680"/>
                </a:lnTo>
                <a:lnTo>
                  <a:pt x="163632" y="229870"/>
                </a:lnTo>
                <a:lnTo>
                  <a:pt x="183861" y="222250"/>
                </a:lnTo>
                <a:lnTo>
                  <a:pt x="189211" y="220980"/>
                </a:lnTo>
                <a:lnTo>
                  <a:pt x="191142" y="219710"/>
                </a:lnTo>
                <a:lnTo>
                  <a:pt x="194491" y="218440"/>
                </a:lnTo>
                <a:lnTo>
                  <a:pt x="195933" y="218440"/>
                </a:lnTo>
                <a:lnTo>
                  <a:pt x="197360" y="217170"/>
                </a:lnTo>
                <a:lnTo>
                  <a:pt x="279354" y="217170"/>
                </a:lnTo>
                <a:lnTo>
                  <a:pt x="245335" y="199390"/>
                </a:lnTo>
                <a:lnTo>
                  <a:pt x="249709" y="196850"/>
                </a:lnTo>
                <a:lnTo>
                  <a:pt x="251639" y="196850"/>
                </a:lnTo>
                <a:lnTo>
                  <a:pt x="259724" y="193040"/>
                </a:lnTo>
                <a:lnTo>
                  <a:pt x="310711" y="172720"/>
                </a:lnTo>
                <a:lnTo>
                  <a:pt x="196469" y="172720"/>
                </a:lnTo>
                <a:lnTo>
                  <a:pt x="76412" y="110490"/>
                </a:lnTo>
                <a:lnTo>
                  <a:pt x="69598" y="107950"/>
                </a:lnTo>
                <a:close/>
              </a:path>
              <a:path w="471170" h="513080">
                <a:moveTo>
                  <a:pt x="171333" y="0"/>
                </a:moveTo>
                <a:lnTo>
                  <a:pt x="133504" y="0"/>
                </a:lnTo>
                <a:lnTo>
                  <a:pt x="142229" y="25400"/>
                </a:lnTo>
                <a:lnTo>
                  <a:pt x="143403" y="27940"/>
                </a:lnTo>
                <a:lnTo>
                  <a:pt x="165823" y="90170"/>
                </a:lnTo>
                <a:lnTo>
                  <a:pt x="167233" y="93980"/>
                </a:lnTo>
                <a:lnTo>
                  <a:pt x="172269" y="107950"/>
                </a:lnTo>
                <a:lnTo>
                  <a:pt x="173939" y="113030"/>
                </a:lnTo>
                <a:lnTo>
                  <a:pt x="188518" y="152400"/>
                </a:lnTo>
                <a:lnTo>
                  <a:pt x="191181" y="158750"/>
                </a:lnTo>
                <a:lnTo>
                  <a:pt x="193790" y="166370"/>
                </a:lnTo>
                <a:lnTo>
                  <a:pt x="196469" y="172720"/>
                </a:lnTo>
                <a:lnTo>
                  <a:pt x="310711" y="172720"/>
                </a:lnTo>
                <a:lnTo>
                  <a:pt x="335572" y="161290"/>
                </a:lnTo>
                <a:lnTo>
                  <a:pt x="345999" y="157480"/>
                </a:lnTo>
                <a:lnTo>
                  <a:pt x="348600" y="156210"/>
                </a:lnTo>
                <a:lnTo>
                  <a:pt x="254713" y="156210"/>
                </a:lnTo>
                <a:lnTo>
                  <a:pt x="256107" y="152400"/>
                </a:lnTo>
                <a:lnTo>
                  <a:pt x="257573" y="148590"/>
                </a:lnTo>
                <a:lnTo>
                  <a:pt x="260434" y="140970"/>
                </a:lnTo>
                <a:lnTo>
                  <a:pt x="222450" y="140970"/>
                </a:lnTo>
                <a:lnTo>
                  <a:pt x="219243" y="132080"/>
                </a:lnTo>
                <a:lnTo>
                  <a:pt x="217344" y="127000"/>
                </a:lnTo>
                <a:lnTo>
                  <a:pt x="202379" y="86360"/>
                </a:lnTo>
                <a:lnTo>
                  <a:pt x="201481" y="83820"/>
                </a:lnTo>
                <a:lnTo>
                  <a:pt x="193104" y="60960"/>
                </a:lnTo>
                <a:lnTo>
                  <a:pt x="180093" y="24130"/>
                </a:lnTo>
                <a:lnTo>
                  <a:pt x="171333" y="0"/>
                </a:lnTo>
                <a:close/>
              </a:path>
              <a:path w="471170" h="513080">
                <a:moveTo>
                  <a:pt x="453667" y="69850"/>
                </a:moveTo>
                <a:lnTo>
                  <a:pt x="449144" y="71120"/>
                </a:lnTo>
                <a:lnTo>
                  <a:pt x="444108" y="73660"/>
                </a:lnTo>
                <a:lnTo>
                  <a:pt x="441216" y="74930"/>
                </a:lnTo>
                <a:lnTo>
                  <a:pt x="440121" y="74930"/>
                </a:lnTo>
                <a:lnTo>
                  <a:pt x="435983" y="77470"/>
                </a:lnTo>
                <a:lnTo>
                  <a:pt x="432894" y="78740"/>
                </a:lnTo>
                <a:lnTo>
                  <a:pt x="417250" y="86360"/>
                </a:lnTo>
                <a:lnTo>
                  <a:pt x="401862" y="92710"/>
                </a:lnTo>
                <a:lnTo>
                  <a:pt x="391121" y="97790"/>
                </a:lnTo>
                <a:lnTo>
                  <a:pt x="387039" y="100330"/>
                </a:lnTo>
                <a:lnTo>
                  <a:pt x="366306" y="109220"/>
                </a:lnTo>
                <a:lnTo>
                  <a:pt x="356340" y="113030"/>
                </a:lnTo>
                <a:lnTo>
                  <a:pt x="342310" y="119380"/>
                </a:lnTo>
                <a:lnTo>
                  <a:pt x="323957" y="128270"/>
                </a:lnTo>
                <a:lnTo>
                  <a:pt x="316305" y="130810"/>
                </a:lnTo>
                <a:lnTo>
                  <a:pt x="299110" y="138430"/>
                </a:lnTo>
                <a:lnTo>
                  <a:pt x="297038" y="139700"/>
                </a:lnTo>
                <a:lnTo>
                  <a:pt x="292774" y="140970"/>
                </a:lnTo>
                <a:lnTo>
                  <a:pt x="267360" y="151130"/>
                </a:lnTo>
                <a:lnTo>
                  <a:pt x="263137" y="153670"/>
                </a:lnTo>
                <a:lnTo>
                  <a:pt x="254713" y="156210"/>
                </a:lnTo>
                <a:lnTo>
                  <a:pt x="348600" y="156210"/>
                </a:lnTo>
                <a:lnTo>
                  <a:pt x="356404" y="152400"/>
                </a:lnTo>
                <a:lnTo>
                  <a:pt x="366792" y="148590"/>
                </a:lnTo>
                <a:lnTo>
                  <a:pt x="388969" y="138430"/>
                </a:lnTo>
                <a:lnTo>
                  <a:pt x="393745" y="135890"/>
                </a:lnTo>
                <a:lnTo>
                  <a:pt x="404478" y="130810"/>
                </a:lnTo>
                <a:lnTo>
                  <a:pt x="405849" y="130810"/>
                </a:lnTo>
                <a:lnTo>
                  <a:pt x="408355" y="129540"/>
                </a:lnTo>
                <a:lnTo>
                  <a:pt x="410632" y="128270"/>
                </a:lnTo>
                <a:lnTo>
                  <a:pt x="412035" y="128270"/>
                </a:lnTo>
                <a:lnTo>
                  <a:pt x="413414" y="127000"/>
                </a:lnTo>
                <a:lnTo>
                  <a:pt x="416487" y="125730"/>
                </a:lnTo>
                <a:lnTo>
                  <a:pt x="418134" y="124460"/>
                </a:lnTo>
                <a:lnTo>
                  <a:pt x="437701" y="115570"/>
                </a:lnTo>
                <a:lnTo>
                  <a:pt x="443675" y="113030"/>
                </a:lnTo>
                <a:lnTo>
                  <a:pt x="450893" y="109220"/>
                </a:lnTo>
                <a:lnTo>
                  <a:pt x="452177" y="109220"/>
                </a:lnTo>
                <a:lnTo>
                  <a:pt x="455337" y="106680"/>
                </a:lnTo>
                <a:lnTo>
                  <a:pt x="457244" y="106680"/>
                </a:lnTo>
                <a:lnTo>
                  <a:pt x="459601" y="105410"/>
                </a:lnTo>
                <a:lnTo>
                  <a:pt x="460089" y="105410"/>
                </a:lnTo>
                <a:lnTo>
                  <a:pt x="460617" y="104140"/>
                </a:lnTo>
                <a:lnTo>
                  <a:pt x="466280" y="100330"/>
                </a:lnTo>
                <a:lnTo>
                  <a:pt x="469665" y="93980"/>
                </a:lnTo>
                <a:lnTo>
                  <a:pt x="470610" y="87630"/>
                </a:lnTo>
                <a:lnTo>
                  <a:pt x="468852" y="81280"/>
                </a:lnTo>
                <a:lnTo>
                  <a:pt x="466559" y="76200"/>
                </a:lnTo>
                <a:lnTo>
                  <a:pt x="462438" y="72390"/>
                </a:lnTo>
                <a:lnTo>
                  <a:pt x="453667" y="69850"/>
                </a:lnTo>
                <a:close/>
              </a:path>
              <a:path w="471170" h="513080">
                <a:moveTo>
                  <a:pt x="305479" y="0"/>
                </a:moveTo>
                <a:lnTo>
                  <a:pt x="276925" y="0"/>
                </a:lnTo>
                <a:lnTo>
                  <a:pt x="276076" y="1270"/>
                </a:lnTo>
                <a:lnTo>
                  <a:pt x="260772" y="39370"/>
                </a:lnTo>
                <a:lnTo>
                  <a:pt x="243483" y="83820"/>
                </a:lnTo>
                <a:lnTo>
                  <a:pt x="233711" y="110490"/>
                </a:lnTo>
                <a:lnTo>
                  <a:pt x="232537" y="113030"/>
                </a:lnTo>
                <a:lnTo>
                  <a:pt x="226769" y="129540"/>
                </a:lnTo>
                <a:lnTo>
                  <a:pt x="225098" y="133350"/>
                </a:lnTo>
                <a:lnTo>
                  <a:pt x="223144" y="138430"/>
                </a:lnTo>
                <a:lnTo>
                  <a:pt x="222450" y="140970"/>
                </a:lnTo>
                <a:lnTo>
                  <a:pt x="260434" y="140970"/>
                </a:lnTo>
                <a:lnTo>
                  <a:pt x="265201" y="128270"/>
                </a:lnTo>
                <a:lnTo>
                  <a:pt x="265918" y="125730"/>
                </a:lnTo>
                <a:lnTo>
                  <a:pt x="269283" y="116840"/>
                </a:lnTo>
                <a:lnTo>
                  <a:pt x="277337" y="95250"/>
                </a:lnTo>
                <a:lnTo>
                  <a:pt x="278117" y="92710"/>
                </a:lnTo>
                <a:lnTo>
                  <a:pt x="280536" y="86360"/>
                </a:lnTo>
                <a:lnTo>
                  <a:pt x="286189" y="72390"/>
                </a:lnTo>
                <a:lnTo>
                  <a:pt x="293736" y="53340"/>
                </a:lnTo>
                <a:lnTo>
                  <a:pt x="307960" y="16510"/>
                </a:lnTo>
                <a:lnTo>
                  <a:pt x="309216" y="10160"/>
                </a:lnTo>
                <a:lnTo>
                  <a:pt x="307751" y="3810"/>
                </a:lnTo>
                <a:lnTo>
                  <a:pt x="305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1387" y="16696149"/>
            <a:ext cx="500380" cy="599440"/>
          </a:xfrm>
          <a:custGeom>
            <a:avLst/>
            <a:gdLst/>
            <a:ahLst/>
            <a:cxnLst/>
            <a:rect l="l" t="t" r="r" b="b"/>
            <a:pathLst>
              <a:path w="500380" h="599440">
                <a:moveTo>
                  <a:pt x="41757" y="81280"/>
                </a:moveTo>
                <a:lnTo>
                  <a:pt x="29929" y="81280"/>
                </a:lnTo>
                <a:lnTo>
                  <a:pt x="25768" y="82550"/>
                </a:lnTo>
                <a:lnTo>
                  <a:pt x="22214" y="86360"/>
                </a:lnTo>
                <a:lnTo>
                  <a:pt x="21970" y="86360"/>
                </a:lnTo>
                <a:lnTo>
                  <a:pt x="16138" y="101600"/>
                </a:lnTo>
                <a:lnTo>
                  <a:pt x="16304" y="102870"/>
                </a:lnTo>
                <a:lnTo>
                  <a:pt x="16950" y="105410"/>
                </a:lnTo>
                <a:lnTo>
                  <a:pt x="17163" y="106680"/>
                </a:lnTo>
                <a:lnTo>
                  <a:pt x="18108" y="109220"/>
                </a:lnTo>
                <a:lnTo>
                  <a:pt x="19015" y="111760"/>
                </a:lnTo>
                <a:lnTo>
                  <a:pt x="20906" y="114300"/>
                </a:lnTo>
                <a:lnTo>
                  <a:pt x="21615" y="114300"/>
                </a:lnTo>
                <a:lnTo>
                  <a:pt x="23893" y="116840"/>
                </a:lnTo>
                <a:lnTo>
                  <a:pt x="24933" y="118110"/>
                </a:lnTo>
                <a:lnTo>
                  <a:pt x="29165" y="121920"/>
                </a:lnTo>
                <a:lnTo>
                  <a:pt x="32435" y="124460"/>
                </a:lnTo>
                <a:lnTo>
                  <a:pt x="40276" y="132080"/>
                </a:lnTo>
                <a:lnTo>
                  <a:pt x="53121" y="143510"/>
                </a:lnTo>
                <a:lnTo>
                  <a:pt x="55642" y="146050"/>
                </a:lnTo>
                <a:lnTo>
                  <a:pt x="63680" y="153670"/>
                </a:lnTo>
                <a:lnTo>
                  <a:pt x="64634" y="154940"/>
                </a:lnTo>
                <a:lnTo>
                  <a:pt x="69638" y="160020"/>
                </a:lnTo>
                <a:lnTo>
                  <a:pt x="70568" y="160020"/>
                </a:lnTo>
                <a:lnTo>
                  <a:pt x="76229" y="165100"/>
                </a:lnTo>
                <a:lnTo>
                  <a:pt x="99488" y="186690"/>
                </a:lnTo>
                <a:lnTo>
                  <a:pt x="102798" y="189230"/>
                </a:lnTo>
                <a:lnTo>
                  <a:pt x="106069" y="193040"/>
                </a:lnTo>
                <a:lnTo>
                  <a:pt x="110229" y="196850"/>
                </a:lnTo>
                <a:lnTo>
                  <a:pt x="111049" y="196850"/>
                </a:lnTo>
                <a:lnTo>
                  <a:pt x="115785" y="200660"/>
                </a:lnTo>
                <a:lnTo>
                  <a:pt x="116605" y="201930"/>
                </a:lnTo>
                <a:lnTo>
                  <a:pt x="122207" y="207010"/>
                </a:lnTo>
                <a:lnTo>
                  <a:pt x="127085" y="210820"/>
                </a:lnTo>
                <a:lnTo>
                  <a:pt x="146227" y="227330"/>
                </a:lnTo>
                <a:lnTo>
                  <a:pt x="150419" y="231140"/>
                </a:lnTo>
                <a:lnTo>
                  <a:pt x="165596" y="245110"/>
                </a:lnTo>
                <a:lnTo>
                  <a:pt x="168425" y="246380"/>
                </a:lnTo>
                <a:lnTo>
                  <a:pt x="178181" y="255270"/>
                </a:lnTo>
                <a:lnTo>
                  <a:pt x="193564" y="267970"/>
                </a:lnTo>
                <a:lnTo>
                  <a:pt x="196692" y="270510"/>
                </a:lnTo>
                <a:lnTo>
                  <a:pt x="201625" y="274320"/>
                </a:lnTo>
                <a:lnTo>
                  <a:pt x="203367" y="276860"/>
                </a:lnTo>
                <a:lnTo>
                  <a:pt x="206456" y="279400"/>
                </a:lnTo>
                <a:lnTo>
                  <a:pt x="207756" y="280670"/>
                </a:lnTo>
                <a:lnTo>
                  <a:pt x="209072" y="280670"/>
                </a:lnTo>
                <a:lnTo>
                  <a:pt x="207197" y="281940"/>
                </a:lnTo>
                <a:lnTo>
                  <a:pt x="205329" y="281940"/>
                </a:lnTo>
                <a:lnTo>
                  <a:pt x="200364" y="283210"/>
                </a:lnTo>
                <a:lnTo>
                  <a:pt x="197299" y="284480"/>
                </a:lnTo>
                <a:lnTo>
                  <a:pt x="180782" y="288290"/>
                </a:lnTo>
                <a:lnTo>
                  <a:pt x="172862" y="290830"/>
                </a:lnTo>
                <a:lnTo>
                  <a:pt x="164249" y="292100"/>
                </a:lnTo>
                <a:lnTo>
                  <a:pt x="150647" y="295910"/>
                </a:lnTo>
                <a:lnTo>
                  <a:pt x="138764" y="299720"/>
                </a:lnTo>
                <a:lnTo>
                  <a:pt x="129946" y="302260"/>
                </a:lnTo>
                <a:lnTo>
                  <a:pt x="124548" y="303530"/>
                </a:lnTo>
                <a:lnTo>
                  <a:pt x="123539" y="304800"/>
                </a:lnTo>
                <a:lnTo>
                  <a:pt x="117306" y="306070"/>
                </a:lnTo>
                <a:lnTo>
                  <a:pt x="112129" y="308610"/>
                </a:lnTo>
                <a:lnTo>
                  <a:pt x="101726" y="311150"/>
                </a:lnTo>
                <a:lnTo>
                  <a:pt x="98866" y="312420"/>
                </a:lnTo>
                <a:lnTo>
                  <a:pt x="93058" y="313690"/>
                </a:lnTo>
                <a:lnTo>
                  <a:pt x="90048" y="314960"/>
                </a:lnTo>
                <a:lnTo>
                  <a:pt x="86628" y="316230"/>
                </a:lnTo>
                <a:lnTo>
                  <a:pt x="86163" y="316230"/>
                </a:lnTo>
                <a:lnTo>
                  <a:pt x="81049" y="318770"/>
                </a:lnTo>
                <a:lnTo>
                  <a:pt x="76462" y="320040"/>
                </a:lnTo>
                <a:lnTo>
                  <a:pt x="63609" y="325120"/>
                </a:lnTo>
                <a:lnTo>
                  <a:pt x="61300" y="326390"/>
                </a:lnTo>
                <a:lnTo>
                  <a:pt x="193784" y="326390"/>
                </a:lnTo>
                <a:lnTo>
                  <a:pt x="160734" y="367030"/>
                </a:lnTo>
                <a:lnTo>
                  <a:pt x="156006" y="373380"/>
                </a:lnTo>
                <a:lnTo>
                  <a:pt x="138992" y="394970"/>
                </a:lnTo>
                <a:lnTo>
                  <a:pt x="103941" y="438150"/>
                </a:lnTo>
                <a:lnTo>
                  <a:pt x="90560" y="455930"/>
                </a:lnTo>
                <a:lnTo>
                  <a:pt x="77218" y="472440"/>
                </a:lnTo>
                <a:lnTo>
                  <a:pt x="63922" y="490220"/>
                </a:lnTo>
                <a:lnTo>
                  <a:pt x="49772" y="508000"/>
                </a:lnTo>
                <a:lnTo>
                  <a:pt x="19440" y="547370"/>
                </a:lnTo>
                <a:lnTo>
                  <a:pt x="19291" y="548640"/>
                </a:lnTo>
                <a:lnTo>
                  <a:pt x="18305" y="548640"/>
                </a:lnTo>
                <a:lnTo>
                  <a:pt x="13577" y="554990"/>
                </a:lnTo>
                <a:lnTo>
                  <a:pt x="8794" y="561340"/>
                </a:lnTo>
                <a:lnTo>
                  <a:pt x="4082" y="567690"/>
                </a:lnTo>
                <a:lnTo>
                  <a:pt x="986" y="572770"/>
                </a:lnTo>
                <a:lnTo>
                  <a:pt x="0" y="579120"/>
                </a:lnTo>
                <a:lnTo>
                  <a:pt x="1052" y="585470"/>
                </a:lnTo>
                <a:lnTo>
                  <a:pt x="4074" y="591820"/>
                </a:lnTo>
                <a:lnTo>
                  <a:pt x="5153" y="593090"/>
                </a:lnTo>
                <a:lnTo>
                  <a:pt x="6430" y="594360"/>
                </a:lnTo>
                <a:lnTo>
                  <a:pt x="12206" y="599440"/>
                </a:lnTo>
                <a:lnTo>
                  <a:pt x="25248" y="599440"/>
                </a:lnTo>
                <a:lnTo>
                  <a:pt x="26611" y="598170"/>
                </a:lnTo>
                <a:lnTo>
                  <a:pt x="29196" y="596900"/>
                </a:lnTo>
                <a:lnTo>
                  <a:pt x="30378" y="596900"/>
                </a:lnTo>
                <a:lnTo>
                  <a:pt x="32868" y="595630"/>
                </a:lnTo>
                <a:lnTo>
                  <a:pt x="34121" y="594360"/>
                </a:lnTo>
                <a:lnTo>
                  <a:pt x="35540" y="591820"/>
                </a:lnTo>
                <a:lnTo>
                  <a:pt x="35823" y="591820"/>
                </a:lnTo>
                <a:lnTo>
                  <a:pt x="37218" y="590550"/>
                </a:lnTo>
                <a:lnTo>
                  <a:pt x="38432" y="589280"/>
                </a:lnTo>
                <a:lnTo>
                  <a:pt x="40489" y="585470"/>
                </a:lnTo>
                <a:lnTo>
                  <a:pt x="41411" y="584200"/>
                </a:lnTo>
                <a:lnTo>
                  <a:pt x="48044" y="576580"/>
                </a:lnTo>
                <a:lnTo>
                  <a:pt x="100182" y="509270"/>
                </a:lnTo>
                <a:lnTo>
                  <a:pt x="101750" y="506730"/>
                </a:lnTo>
                <a:lnTo>
                  <a:pt x="107952" y="499110"/>
                </a:lnTo>
                <a:lnTo>
                  <a:pt x="112452" y="492760"/>
                </a:lnTo>
                <a:lnTo>
                  <a:pt x="117290" y="486410"/>
                </a:lnTo>
                <a:lnTo>
                  <a:pt x="152011" y="443230"/>
                </a:lnTo>
                <a:lnTo>
                  <a:pt x="191864" y="392430"/>
                </a:lnTo>
                <a:lnTo>
                  <a:pt x="200592" y="382270"/>
                </a:lnTo>
                <a:lnTo>
                  <a:pt x="209206" y="370840"/>
                </a:lnTo>
                <a:lnTo>
                  <a:pt x="215290" y="363220"/>
                </a:lnTo>
                <a:lnTo>
                  <a:pt x="255456" y="363220"/>
                </a:lnTo>
                <a:lnTo>
                  <a:pt x="253856" y="317500"/>
                </a:lnTo>
                <a:lnTo>
                  <a:pt x="318607" y="317500"/>
                </a:lnTo>
                <a:lnTo>
                  <a:pt x="308388" y="309880"/>
                </a:lnTo>
                <a:lnTo>
                  <a:pt x="304298" y="306070"/>
                </a:lnTo>
                <a:lnTo>
                  <a:pt x="300271" y="303530"/>
                </a:lnTo>
                <a:lnTo>
                  <a:pt x="304897" y="302260"/>
                </a:lnTo>
                <a:lnTo>
                  <a:pt x="309538" y="302260"/>
                </a:lnTo>
                <a:lnTo>
                  <a:pt x="334409" y="297180"/>
                </a:lnTo>
                <a:lnTo>
                  <a:pt x="336804" y="297180"/>
                </a:lnTo>
                <a:lnTo>
                  <a:pt x="347521" y="294640"/>
                </a:lnTo>
                <a:lnTo>
                  <a:pt x="372778" y="290830"/>
                </a:lnTo>
                <a:lnTo>
                  <a:pt x="375276" y="290830"/>
                </a:lnTo>
                <a:lnTo>
                  <a:pt x="379460" y="289560"/>
                </a:lnTo>
                <a:lnTo>
                  <a:pt x="381155" y="289560"/>
                </a:lnTo>
                <a:lnTo>
                  <a:pt x="400250" y="287020"/>
                </a:lnTo>
                <a:lnTo>
                  <a:pt x="423330" y="283210"/>
                </a:lnTo>
                <a:lnTo>
                  <a:pt x="466412" y="276860"/>
                </a:lnTo>
                <a:lnTo>
                  <a:pt x="473925" y="274320"/>
                </a:lnTo>
                <a:lnTo>
                  <a:pt x="479634" y="269240"/>
                </a:lnTo>
                <a:lnTo>
                  <a:pt x="482989" y="262890"/>
                </a:lnTo>
                <a:lnTo>
                  <a:pt x="297797" y="262890"/>
                </a:lnTo>
                <a:lnTo>
                  <a:pt x="304463" y="255270"/>
                </a:lnTo>
                <a:lnTo>
                  <a:pt x="251681" y="255270"/>
                </a:lnTo>
                <a:lnTo>
                  <a:pt x="250789" y="229870"/>
                </a:lnTo>
                <a:lnTo>
                  <a:pt x="210617" y="229870"/>
                </a:lnTo>
                <a:lnTo>
                  <a:pt x="208182" y="228600"/>
                </a:lnTo>
                <a:lnTo>
                  <a:pt x="206416" y="227330"/>
                </a:lnTo>
                <a:lnTo>
                  <a:pt x="195288" y="217170"/>
                </a:lnTo>
                <a:lnTo>
                  <a:pt x="176704" y="201930"/>
                </a:lnTo>
                <a:lnTo>
                  <a:pt x="163154" y="189230"/>
                </a:lnTo>
                <a:lnTo>
                  <a:pt x="136171" y="165100"/>
                </a:lnTo>
                <a:lnTo>
                  <a:pt x="124332" y="154940"/>
                </a:lnTo>
                <a:lnTo>
                  <a:pt x="102018" y="134620"/>
                </a:lnTo>
                <a:lnTo>
                  <a:pt x="99630" y="132080"/>
                </a:lnTo>
                <a:lnTo>
                  <a:pt x="97211" y="130810"/>
                </a:lnTo>
                <a:lnTo>
                  <a:pt x="93815" y="127000"/>
                </a:lnTo>
                <a:lnTo>
                  <a:pt x="92790" y="125730"/>
                </a:lnTo>
                <a:lnTo>
                  <a:pt x="87148" y="120650"/>
                </a:lnTo>
                <a:lnTo>
                  <a:pt x="82680" y="116840"/>
                </a:lnTo>
                <a:lnTo>
                  <a:pt x="80710" y="115570"/>
                </a:lnTo>
                <a:lnTo>
                  <a:pt x="65690" y="100330"/>
                </a:lnTo>
                <a:lnTo>
                  <a:pt x="60662" y="96520"/>
                </a:lnTo>
                <a:lnTo>
                  <a:pt x="52813" y="88900"/>
                </a:lnTo>
                <a:lnTo>
                  <a:pt x="51458" y="87630"/>
                </a:lnTo>
                <a:lnTo>
                  <a:pt x="49535" y="85090"/>
                </a:lnTo>
                <a:lnTo>
                  <a:pt x="48865" y="85090"/>
                </a:lnTo>
                <a:lnTo>
                  <a:pt x="46690" y="83820"/>
                </a:lnTo>
                <a:lnTo>
                  <a:pt x="45091" y="82550"/>
                </a:lnTo>
                <a:lnTo>
                  <a:pt x="41757" y="81280"/>
                </a:lnTo>
                <a:close/>
              </a:path>
              <a:path w="500380" h="599440">
                <a:moveTo>
                  <a:pt x="255456" y="363220"/>
                </a:moveTo>
                <a:lnTo>
                  <a:pt x="215290" y="363220"/>
                </a:lnTo>
                <a:lnTo>
                  <a:pt x="220656" y="516890"/>
                </a:lnTo>
                <a:lnTo>
                  <a:pt x="220956" y="516890"/>
                </a:lnTo>
                <a:lnTo>
                  <a:pt x="221397" y="520700"/>
                </a:lnTo>
                <a:lnTo>
                  <a:pt x="221972" y="521970"/>
                </a:lnTo>
                <a:lnTo>
                  <a:pt x="223422" y="524510"/>
                </a:lnTo>
                <a:lnTo>
                  <a:pt x="223919" y="525780"/>
                </a:lnTo>
                <a:lnTo>
                  <a:pt x="226023" y="528320"/>
                </a:lnTo>
                <a:lnTo>
                  <a:pt x="227717" y="530860"/>
                </a:lnTo>
                <a:lnTo>
                  <a:pt x="232934" y="533400"/>
                </a:lnTo>
                <a:lnTo>
                  <a:pt x="236984" y="534670"/>
                </a:lnTo>
                <a:lnTo>
                  <a:pt x="246622" y="534670"/>
                </a:lnTo>
                <a:lnTo>
                  <a:pt x="251263" y="532130"/>
                </a:lnTo>
                <a:lnTo>
                  <a:pt x="256291" y="528320"/>
                </a:lnTo>
                <a:lnTo>
                  <a:pt x="257575" y="525780"/>
                </a:lnTo>
                <a:lnTo>
                  <a:pt x="259246" y="523240"/>
                </a:lnTo>
                <a:lnTo>
                  <a:pt x="259766" y="520700"/>
                </a:lnTo>
                <a:lnTo>
                  <a:pt x="260334" y="519430"/>
                </a:lnTo>
                <a:lnTo>
                  <a:pt x="260483" y="518160"/>
                </a:lnTo>
                <a:lnTo>
                  <a:pt x="260672" y="515620"/>
                </a:lnTo>
                <a:lnTo>
                  <a:pt x="255456" y="363220"/>
                </a:lnTo>
                <a:close/>
              </a:path>
              <a:path w="500380" h="599440">
                <a:moveTo>
                  <a:pt x="318607" y="317500"/>
                </a:moveTo>
                <a:lnTo>
                  <a:pt x="253856" y="317500"/>
                </a:lnTo>
                <a:lnTo>
                  <a:pt x="258017" y="321310"/>
                </a:lnTo>
                <a:lnTo>
                  <a:pt x="259884" y="322580"/>
                </a:lnTo>
                <a:lnTo>
                  <a:pt x="264983" y="326390"/>
                </a:lnTo>
                <a:lnTo>
                  <a:pt x="267583" y="328930"/>
                </a:lnTo>
                <a:lnTo>
                  <a:pt x="285533" y="342900"/>
                </a:lnTo>
                <a:lnTo>
                  <a:pt x="300964" y="354330"/>
                </a:lnTo>
                <a:lnTo>
                  <a:pt x="316458" y="367030"/>
                </a:lnTo>
                <a:lnTo>
                  <a:pt x="390201" y="421640"/>
                </a:lnTo>
                <a:lnTo>
                  <a:pt x="395796" y="425450"/>
                </a:lnTo>
                <a:lnTo>
                  <a:pt x="398160" y="427990"/>
                </a:lnTo>
                <a:lnTo>
                  <a:pt x="401636" y="430530"/>
                </a:lnTo>
                <a:lnTo>
                  <a:pt x="402715" y="430530"/>
                </a:lnTo>
                <a:lnTo>
                  <a:pt x="408878" y="435610"/>
                </a:lnTo>
                <a:lnTo>
                  <a:pt x="410217" y="436880"/>
                </a:lnTo>
                <a:lnTo>
                  <a:pt x="412731" y="438150"/>
                </a:lnTo>
                <a:lnTo>
                  <a:pt x="413905" y="439420"/>
                </a:lnTo>
                <a:lnTo>
                  <a:pt x="416474" y="440690"/>
                </a:lnTo>
                <a:lnTo>
                  <a:pt x="417908" y="441960"/>
                </a:lnTo>
                <a:lnTo>
                  <a:pt x="421013" y="444500"/>
                </a:lnTo>
                <a:lnTo>
                  <a:pt x="422723" y="444500"/>
                </a:lnTo>
                <a:lnTo>
                  <a:pt x="427680" y="448310"/>
                </a:lnTo>
                <a:lnTo>
                  <a:pt x="442637" y="458470"/>
                </a:lnTo>
                <a:lnTo>
                  <a:pt x="448689" y="463550"/>
                </a:lnTo>
                <a:lnTo>
                  <a:pt x="456088" y="468630"/>
                </a:lnTo>
                <a:lnTo>
                  <a:pt x="457381" y="469900"/>
                </a:lnTo>
                <a:lnTo>
                  <a:pt x="460620" y="471170"/>
                </a:lnTo>
                <a:lnTo>
                  <a:pt x="462527" y="472440"/>
                </a:lnTo>
                <a:lnTo>
                  <a:pt x="465994" y="474980"/>
                </a:lnTo>
                <a:lnTo>
                  <a:pt x="473417" y="478790"/>
                </a:lnTo>
                <a:lnTo>
                  <a:pt x="481058" y="478790"/>
                </a:lnTo>
                <a:lnTo>
                  <a:pt x="488157" y="476250"/>
                </a:lnTo>
                <a:lnTo>
                  <a:pt x="493835" y="469900"/>
                </a:lnTo>
                <a:lnTo>
                  <a:pt x="497176" y="464820"/>
                </a:lnTo>
                <a:lnTo>
                  <a:pt x="497996" y="459740"/>
                </a:lnTo>
                <a:lnTo>
                  <a:pt x="495608" y="449580"/>
                </a:lnTo>
                <a:lnTo>
                  <a:pt x="492890" y="444500"/>
                </a:lnTo>
                <a:lnTo>
                  <a:pt x="487689" y="441960"/>
                </a:lnTo>
                <a:lnTo>
                  <a:pt x="486782" y="440690"/>
                </a:lnTo>
                <a:lnTo>
                  <a:pt x="484741" y="439420"/>
                </a:lnTo>
                <a:lnTo>
                  <a:pt x="483646" y="438150"/>
                </a:lnTo>
                <a:lnTo>
                  <a:pt x="479391" y="435610"/>
                </a:lnTo>
                <a:lnTo>
                  <a:pt x="476278" y="433070"/>
                </a:lnTo>
                <a:lnTo>
                  <a:pt x="460276" y="422910"/>
                </a:lnTo>
                <a:lnTo>
                  <a:pt x="453856" y="417830"/>
                </a:lnTo>
                <a:lnTo>
                  <a:pt x="446506" y="412750"/>
                </a:lnTo>
                <a:lnTo>
                  <a:pt x="445553" y="412750"/>
                </a:lnTo>
                <a:lnTo>
                  <a:pt x="433771" y="403860"/>
                </a:lnTo>
                <a:lnTo>
                  <a:pt x="429745" y="401320"/>
                </a:lnTo>
                <a:lnTo>
                  <a:pt x="411967" y="387350"/>
                </a:lnTo>
                <a:lnTo>
                  <a:pt x="408996" y="386080"/>
                </a:lnTo>
                <a:lnTo>
                  <a:pt x="399093" y="378460"/>
                </a:lnTo>
                <a:lnTo>
                  <a:pt x="385222" y="368300"/>
                </a:lnTo>
                <a:lnTo>
                  <a:pt x="344905" y="337820"/>
                </a:lnTo>
                <a:lnTo>
                  <a:pt x="340957" y="335280"/>
                </a:lnTo>
                <a:lnTo>
                  <a:pt x="336836" y="331470"/>
                </a:lnTo>
                <a:lnTo>
                  <a:pt x="334724" y="330200"/>
                </a:lnTo>
                <a:lnTo>
                  <a:pt x="320311" y="318770"/>
                </a:lnTo>
                <a:lnTo>
                  <a:pt x="318607" y="317500"/>
                </a:lnTo>
                <a:close/>
              </a:path>
              <a:path w="500380" h="599440">
                <a:moveTo>
                  <a:pt x="193784" y="326390"/>
                </a:moveTo>
                <a:lnTo>
                  <a:pt x="58976" y="326390"/>
                </a:lnTo>
                <a:lnTo>
                  <a:pt x="53546" y="328930"/>
                </a:lnTo>
                <a:lnTo>
                  <a:pt x="47258" y="331470"/>
                </a:lnTo>
                <a:lnTo>
                  <a:pt x="41243" y="335280"/>
                </a:lnTo>
                <a:lnTo>
                  <a:pt x="37051" y="340360"/>
                </a:lnTo>
                <a:lnTo>
                  <a:pt x="34924" y="346710"/>
                </a:lnTo>
                <a:lnTo>
                  <a:pt x="35106" y="354330"/>
                </a:lnTo>
                <a:lnTo>
                  <a:pt x="35280" y="354330"/>
                </a:lnTo>
                <a:lnTo>
                  <a:pt x="35949" y="356870"/>
                </a:lnTo>
                <a:lnTo>
                  <a:pt x="36808" y="359410"/>
                </a:lnTo>
                <a:lnTo>
                  <a:pt x="37699" y="360680"/>
                </a:lnTo>
                <a:lnTo>
                  <a:pt x="40552" y="364490"/>
                </a:lnTo>
                <a:lnTo>
                  <a:pt x="42916" y="365760"/>
                </a:lnTo>
                <a:lnTo>
                  <a:pt x="47297" y="368300"/>
                </a:lnTo>
                <a:lnTo>
                  <a:pt x="49196" y="369570"/>
                </a:lnTo>
                <a:lnTo>
                  <a:pt x="60623" y="369570"/>
                </a:lnTo>
                <a:lnTo>
                  <a:pt x="61907" y="368300"/>
                </a:lnTo>
                <a:lnTo>
                  <a:pt x="62128" y="368300"/>
                </a:lnTo>
                <a:lnTo>
                  <a:pt x="64713" y="367030"/>
                </a:lnTo>
                <a:lnTo>
                  <a:pt x="67242" y="367030"/>
                </a:lnTo>
                <a:lnTo>
                  <a:pt x="71214" y="364490"/>
                </a:lnTo>
                <a:lnTo>
                  <a:pt x="72727" y="364490"/>
                </a:lnTo>
                <a:lnTo>
                  <a:pt x="83389" y="360680"/>
                </a:lnTo>
                <a:lnTo>
                  <a:pt x="95753" y="355600"/>
                </a:lnTo>
                <a:lnTo>
                  <a:pt x="103373" y="353060"/>
                </a:lnTo>
                <a:lnTo>
                  <a:pt x="114043" y="349250"/>
                </a:lnTo>
                <a:lnTo>
                  <a:pt x="117069" y="347980"/>
                </a:lnTo>
                <a:lnTo>
                  <a:pt x="123760" y="346710"/>
                </a:lnTo>
                <a:lnTo>
                  <a:pt x="127408" y="345440"/>
                </a:lnTo>
                <a:lnTo>
                  <a:pt x="131680" y="344170"/>
                </a:lnTo>
                <a:lnTo>
                  <a:pt x="132901" y="342900"/>
                </a:lnTo>
                <a:lnTo>
                  <a:pt x="135903" y="342900"/>
                </a:lnTo>
                <a:lnTo>
                  <a:pt x="138937" y="341630"/>
                </a:lnTo>
                <a:lnTo>
                  <a:pt x="146006" y="339090"/>
                </a:lnTo>
                <a:lnTo>
                  <a:pt x="150049" y="337820"/>
                </a:lnTo>
                <a:lnTo>
                  <a:pt x="161704" y="335280"/>
                </a:lnTo>
                <a:lnTo>
                  <a:pt x="170884" y="332740"/>
                </a:lnTo>
                <a:lnTo>
                  <a:pt x="183422" y="328930"/>
                </a:lnTo>
                <a:lnTo>
                  <a:pt x="185140" y="328930"/>
                </a:lnTo>
                <a:lnTo>
                  <a:pt x="188820" y="327660"/>
                </a:lnTo>
                <a:lnTo>
                  <a:pt x="190750" y="327660"/>
                </a:lnTo>
                <a:lnTo>
                  <a:pt x="193784" y="326390"/>
                </a:lnTo>
                <a:close/>
              </a:path>
              <a:path w="500380" h="599440">
                <a:moveTo>
                  <a:pt x="464040" y="237490"/>
                </a:moveTo>
                <a:lnTo>
                  <a:pt x="462408" y="237490"/>
                </a:lnTo>
                <a:lnTo>
                  <a:pt x="418342" y="243840"/>
                </a:lnTo>
                <a:lnTo>
                  <a:pt x="380146" y="248920"/>
                </a:lnTo>
                <a:lnTo>
                  <a:pt x="371556" y="250190"/>
                </a:lnTo>
                <a:lnTo>
                  <a:pt x="350406" y="254000"/>
                </a:lnTo>
                <a:lnTo>
                  <a:pt x="348010" y="254000"/>
                </a:lnTo>
                <a:lnTo>
                  <a:pt x="342817" y="255270"/>
                </a:lnTo>
                <a:lnTo>
                  <a:pt x="340019" y="255270"/>
                </a:lnTo>
                <a:lnTo>
                  <a:pt x="330531" y="257810"/>
                </a:lnTo>
                <a:lnTo>
                  <a:pt x="311792" y="260350"/>
                </a:lnTo>
                <a:lnTo>
                  <a:pt x="306465" y="261620"/>
                </a:lnTo>
                <a:lnTo>
                  <a:pt x="300027" y="262890"/>
                </a:lnTo>
                <a:lnTo>
                  <a:pt x="482989" y="262890"/>
                </a:lnTo>
                <a:lnTo>
                  <a:pt x="483441" y="255270"/>
                </a:lnTo>
                <a:lnTo>
                  <a:pt x="482117" y="245110"/>
                </a:lnTo>
                <a:lnTo>
                  <a:pt x="474584" y="238760"/>
                </a:lnTo>
                <a:lnTo>
                  <a:pt x="464040" y="237490"/>
                </a:lnTo>
                <a:close/>
              </a:path>
              <a:path w="500380" h="599440">
                <a:moveTo>
                  <a:pt x="484592" y="1270"/>
                </a:moveTo>
                <a:lnTo>
                  <a:pt x="473291" y="1270"/>
                </a:lnTo>
                <a:lnTo>
                  <a:pt x="466601" y="5080"/>
                </a:lnTo>
                <a:lnTo>
                  <a:pt x="462440" y="10160"/>
                </a:lnTo>
                <a:lnTo>
                  <a:pt x="460194" y="12700"/>
                </a:lnTo>
                <a:lnTo>
                  <a:pt x="420377" y="57150"/>
                </a:lnTo>
                <a:lnTo>
                  <a:pt x="410580" y="68580"/>
                </a:lnTo>
                <a:lnTo>
                  <a:pt x="393487" y="88900"/>
                </a:lnTo>
                <a:lnTo>
                  <a:pt x="366340" y="119380"/>
                </a:lnTo>
                <a:lnTo>
                  <a:pt x="363668" y="123190"/>
                </a:lnTo>
                <a:lnTo>
                  <a:pt x="315543" y="179070"/>
                </a:lnTo>
                <a:lnTo>
                  <a:pt x="312454" y="182880"/>
                </a:lnTo>
                <a:lnTo>
                  <a:pt x="301784" y="195580"/>
                </a:lnTo>
                <a:lnTo>
                  <a:pt x="298372" y="199390"/>
                </a:lnTo>
                <a:lnTo>
                  <a:pt x="293281" y="205740"/>
                </a:lnTo>
                <a:lnTo>
                  <a:pt x="291642" y="208280"/>
                </a:lnTo>
                <a:lnTo>
                  <a:pt x="255787" y="250190"/>
                </a:lnTo>
                <a:lnTo>
                  <a:pt x="251681" y="255270"/>
                </a:lnTo>
                <a:lnTo>
                  <a:pt x="304463" y="255270"/>
                </a:lnTo>
                <a:lnTo>
                  <a:pt x="308498" y="250190"/>
                </a:lnTo>
                <a:lnTo>
                  <a:pt x="341643" y="210820"/>
                </a:lnTo>
                <a:lnTo>
                  <a:pt x="343526" y="208280"/>
                </a:lnTo>
                <a:lnTo>
                  <a:pt x="387577" y="156210"/>
                </a:lnTo>
                <a:lnTo>
                  <a:pt x="410225" y="130810"/>
                </a:lnTo>
                <a:lnTo>
                  <a:pt x="430597" y="106680"/>
                </a:lnTo>
                <a:lnTo>
                  <a:pt x="439477" y="96520"/>
                </a:lnTo>
                <a:lnTo>
                  <a:pt x="441526" y="93980"/>
                </a:lnTo>
                <a:lnTo>
                  <a:pt x="452215" y="82550"/>
                </a:lnTo>
                <a:lnTo>
                  <a:pt x="491203" y="38100"/>
                </a:lnTo>
                <a:lnTo>
                  <a:pt x="492795" y="35560"/>
                </a:lnTo>
                <a:lnTo>
                  <a:pt x="494891" y="34290"/>
                </a:lnTo>
                <a:lnTo>
                  <a:pt x="494994" y="33020"/>
                </a:lnTo>
                <a:lnTo>
                  <a:pt x="497775" y="30480"/>
                </a:lnTo>
                <a:lnTo>
                  <a:pt x="499265" y="26670"/>
                </a:lnTo>
                <a:lnTo>
                  <a:pt x="499769" y="21590"/>
                </a:lnTo>
                <a:lnTo>
                  <a:pt x="499785" y="20320"/>
                </a:lnTo>
                <a:lnTo>
                  <a:pt x="499462" y="16510"/>
                </a:lnTo>
                <a:lnTo>
                  <a:pt x="498674" y="13970"/>
                </a:lnTo>
                <a:lnTo>
                  <a:pt x="496664" y="10160"/>
                </a:lnTo>
                <a:lnTo>
                  <a:pt x="495782" y="8890"/>
                </a:lnTo>
                <a:lnTo>
                  <a:pt x="494206" y="6350"/>
                </a:lnTo>
                <a:lnTo>
                  <a:pt x="493693" y="6350"/>
                </a:lnTo>
                <a:lnTo>
                  <a:pt x="490699" y="3810"/>
                </a:lnTo>
                <a:lnTo>
                  <a:pt x="487972" y="2540"/>
                </a:lnTo>
                <a:lnTo>
                  <a:pt x="484592" y="1270"/>
                </a:lnTo>
                <a:close/>
              </a:path>
              <a:path w="500380" h="599440">
                <a:moveTo>
                  <a:pt x="225566" y="83820"/>
                </a:moveTo>
                <a:lnTo>
                  <a:pt x="220971" y="83820"/>
                </a:lnTo>
                <a:lnTo>
                  <a:pt x="216842" y="86360"/>
                </a:lnTo>
                <a:lnTo>
                  <a:pt x="206230" y="105410"/>
                </a:lnTo>
                <a:lnTo>
                  <a:pt x="210617" y="229870"/>
                </a:lnTo>
                <a:lnTo>
                  <a:pt x="250789" y="229870"/>
                </a:lnTo>
                <a:lnTo>
                  <a:pt x="246330" y="102870"/>
                </a:lnTo>
                <a:lnTo>
                  <a:pt x="244477" y="95250"/>
                </a:lnTo>
                <a:lnTo>
                  <a:pt x="239952" y="88900"/>
                </a:lnTo>
                <a:lnTo>
                  <a:pt x="233426" y="85090"/>
                </a:lnTo>
                <a:lnTo>
                  <a:pt x="225566" y="83820"/>
                </a:lnTo>
                <a:close/>
              </a:path>
              <a:path w="500380" h="599440">
                <a:moveTo>
                  <a:pt x="480053" y="0"/>
                </a:moveTo>
                <a:lnTo>
                  <a:pt x="478863" y="0"/>
                </a:lnTo>
                <a:lnTo>
                  <a:pt x="475466" y="1270"/>
                </a:lnTo>
                <a:lnTo>
                  <a:pt x="482007" y="1270"/>
                </a:lnTo>
                <a:lnTo>
                  <a:pt x="480053" y="0"/>
                </a:lnTo>
                <a:close/>
              </a:path>
            </a:pathLst>
          </a:custGeom>
          <a:solidFill>
            <a:srgbClr val="AC7A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030148" y="14930880"/>
            <a:ext cx="592455" cy="741680"/>
          </a:xfrm>
          <a:custGeom>
            <a:avLst/>
            <a:gdLst/>
            <a:ahLst/>
            <a:cxnLst/>
            <a:rect l="l" t="t" r="r" b="b"/>
            <a:pathLst>
              <a:path w="592454" h="741680">
                <a:moveTo>
                  <a:pt x="326114" y="417830"/>
                </a:moveTo>
                <a:lnTo>
                  <a:pt x="258474" y="417830"/>
                </a:lnTo>
                <a:lnTo>
                  <a:pt x="245999" y="469900"/>
                </a:lnTo>
                <a:lnTo>
                  <a:pt x="244203" y="476250"/>
                </a:lnTo>
                <a:lnTo>
                  <a:pt x="237843" y="502920"/>
                </a:lnTo>
                <a:lnTo>
                  <a:pt x="228190" y="544830"/>
                </a:lnTo>
                <a:lnTo>
                  <a:pt x="227118" y="548640"/>
                </a:lnTo>
                <a:lnTo>
                  <a:pt x="224912" y="558800"/>
                </a:lnTo>
                <a:lnTo>
                  <a:pt x="220032" y="579120"/>
                </a:lnTo>
                <a:lnTo>
                  <a:pt x="215197" y="600710"/>
                </a:lnTo>
                <a:lnTo>
                  <a:pt x="210412" y="621030"/>
                </a:lnTo>
                <a:lnTo>
                  <a:pt x="205361" y="643890"/>
                </a:lnTo>
                <a:lnTo>
                  <a:pt x="204746" y="646430"/>
                </a:lnTo>
                <a:lnTo>
                  <a:pt x="200718" y="665480"/>
                </a:lnTo>
                <a:lnTo>
                  <a:pt x="194738" y="692150"/>
                </a:lnTo>
                <a:lnTo>
                  <a:pt x="194895" y="693420"/>
                </a:lnTo>
                <a:lnTo>
                  <a:pt x="194754" y="693420"/>
                </a:lnTo>
                <a:lnTo>
                  <a:pt x="194336" y="694690"/>
                </a:lnTo>
                <a:lnTo>
                  <a:pt x="192689" y="702310"/>
                </a:lnTo>
                <a:lnTo>
                  <a:pt x="190979" y="709930"/>
                </a:lnTo>
                <a:lnTo>
                  <a:pt x="189356" y="717550"/>
                </a:lnTo>
                <a:lnTo>
                  <a:pt x="189061" y="723900"/>
                </a:lnTo>
                <a:lnTo>
                  <a:pt x="190873" y="730250"/>
                </a:lnTo>
                <a:lnTo>
                  <a:pt x="194504" y="735330"/>
                </a:lnTo>
                <a:lnTo>
                  <a:pt x="199671" y="739140"/>
                </a:lnTo>
                <a:lnTo>
                  <a:pt x="201247" y="740410"/>
                </a:lnTo>
                <a:lnTo>
                  <a:pt x="202957" y="740410"/>
                </a:lnTo>
                <a:lnTo>
                  <a:pt x="210049" y="741680"/>
                </a:lnTo>
                <a:lnTo>
                  <a:pt x="215250" y="741680"/>
                </a:lnTo>
                <a:lnTo>
                  <a:pt x="219931" y="737870"/>
                </a:lnTo>
                <a:lnTo>
                  <a:pt x="221909" y="736600"/>
                </a:lnTo>
                <a:lnTo>
                  <a:pt x="222957" y="735330"/>
                </a:lnTo>
                <a:lnTo>
                  <a:pt x="228379" y="726440"/>
                </a:lnTo>
                <a:lnTo>
                  <a:pt x="228537" y="726440"/>
                </a:lnTo>
                <a:lnTo>
                  <a:pt x="229025" y="723900"/>
                </a:lnTo>
                <a:lnTo>
                  <a:pt x="229474" y="721360"/>
                </a:lnTo>
                <a:lnTo>
                  <a:pt x="230183" y="718820"/>
                </a:lnTo>
                <a:lnTo>
                  <a:pt x="230838" y="716280"/>
                </a:lnTo>
                <a:lnTo>
                  <a:pt x="232847" y="706120"/>
                </a:lnTo>
                <a:lnTo>
                  <a:pt x="245905" y="647700"/>
                </a:lnTo>
                <a:lnTo>
                  <a:pt x="251366" y="623570"/>
                </a:lnTo>
                <a:lnTo>
                  <a:pt x="254140" y="610870"/>
                </a:lnTo>
                <a:lnTo>
                  <a:pt x="255676" y="603250"/>
                </a:lnTo>
                <a:lnTo>
                  <a:pt x="270208" y="541020"/>
                </a:lnTo>
                <a:lnTo>
                  <a:pt x="271602" y="535940"/>
                </a:lnTo>
                <a:lnTo>
                  <a:pt x="272729" y="530860"/>
                </a:lnTo>
                <a:lnTo>
                  <a:pt x="285027" y="480060"/>
                </a:lnTo>
                <a:lnTo>
                  <a:pt x="288288" y="466090"/>
                </a:lnTo>
                <a:lnTo>
                  <a:pt x="291471" y="452120"/>
                </a:lnTo>
                <a:lnTo>
                  <a:pt x="293746" y="443230"/>
                </a:lnTo>
                <a:lnTo>
                  <a:pt x="339102" y="443230"/>
                </a:lnTo>
                <a:lnTo>
                  <a:pt x="326114" y="417830"/>
                </a:lnTo>
                <a:close/>
              </a:path>
              <a:path w="592454" h="741680">
                <a:moveTo>
                  <a:pt x="339102" y="443230"/>
                </a:moveTo>
                <a:lnTo>
                  <a:pt x="293746" y="443230"/>
                </a:lnTo>
                <a:lnTo>
                  <a:pt x="363708" y="579120"/>
                </a:lnTo>
                <a:lnTo>
                  <a:pt x="364283" y="579120"/>
                </a:lnTo>
                <a:lnTo>
                  <a:pt x="365883" y="581660"/>
                </a:lnTo>
                <a:lnTo>
                  <a:pt x="367214" y="582930"/>
                </a:lnTo>
                <a:lnTo>
                  <a:pt x="369775" y="585470"/>
                </a:lnTo>
                <a:lnTo>
                  <a:pt x="370745" y="586740"/>
                </a:lnTo>
                <a:lnTo>
                  <a:pt x="373826" y="588010"/>
                </a:lnTo>
                <a:lnTo>
                  <a:pt x="375961" y="589280"/>
                </a:lnTo>
                <a:lnTo>
                  <a:pt x="386442" y="589280"/>
                </a:lnTo>
                <a:lnTo>
                  <a:pt x="395024" y="584200"/>
                </a:lnTo>
                <a:lnTo>
                  <a:pt x="398286" y="580390"/>
                </a:lnTo>
                <a:lnTo>
                  <a:pt x="400729" y="574040"/>
                </a:lnTo>
                <a:lnTo>
                  <a:pt x="401123" y="571500"/>
                </a:lnTo>
                <a:lnTo>
                  <a:pt x="401092" y="566420"/>
                </a:lnTo>
                <a:lnTo>
                  <a:pt x="400603" y="563880"/>
                </a:lnTo>
                <a:lnTo>
                  <a:pt x="400359" y="563880"/>
                </a:lnTo>
                <a:lnTo>
                  <a:pt x="399760" y="561340"/>
                </a:lnTo>
                <a:lnTo>
                  <a:pt x="399492" y="561340"/>
                </a:lnTo>
                <a:lnTo>
                  <a:pt x="339102" y="443230"/>
                </a:lnTo>
                <a:close/>
              </a:path>
              <a:path w="592454" h="741680">
                <a:moveTo>
                  <a:pt x="156101" y="513080"/>
                </a:moveTo>
                <a:lnTo>
                  <a:pt x="128709" y="513080"/>
                </a:lnTo>
                <a:lnTo>
                  <a:pt x="130308" y="514350"/>
                </a:lnTo>
                <a:lnTo>
                  <a:pt x="131774" y="515620"/>
                </a:lnTo>
                <a:lnTo>
                  <a:pt x="135951" y="518160"/>
                </a:lnTo>
                <a:lnTo>
                  <a:pt x="145762" y="518160"/>
                </a:lnTo>
                <a:lnTo>
                  <a:pt x="149930" y="516890"/>
                </a:lnTo>
                <a:lnTo>
                  <a:pt x="152066" y="516890"/>
                </a:lnTo>
                <a:lnTo>
                  <a:pt x="155068" y="514350"/>
                </a:lnTo>
                <a:lnTo>
                  <a:pt x="156101" y="513080"/>
                </a:lnTo>
                <a:close/>
              </a:path>
              <a:path w="592454" h="741680">
                <a:moveTo>
                  <a:pt x="29890" y="262890"/>
                </a:moveTo>
                <a:lnTo>
                  <a:pt x="10922" y="262890"/>
                </a:lnTo>
                <a:lnTo>
                  <a:pt x="6012" y="266700"/>
                </a:lnTo>
                <a:lnTo>
                  <a:pt x="3010" y="269240"/>
                </a:lnTo>
                <a:lnTo>
                  <a:pt x="1245" y="274320"/>
                </a:lnTo>
                <a:lnTo>
                  <a:pt x="1087" y="274320"/>
                </a:lnTo>
                <a:lnTo>
                  <a:pt x="472" y="276860"/>
                </a:lnTo>
                <a:lnTo>
                  <a:pt x="220" y="278130"/>
                </a:lnTo>
                <a:lnTo>
                  <a:pt x="98" y="279400"/>
                </a:lnTo>
                <a:lnTo>
                  <a:pt x="0" y="281940"/>
                </a:lnTo>
                <a:lnTo>
                  <a:pt x="307" y="284480"/>
                </a:lnTo>
                <a:lnTo>
                  <a:pt x="661" y="287020"/>
                </a:lnTo>
                <a:lnTo>
                  <a:pt x="1938" y="289560"/>
                </a:lnTo>
                <a:lnTo>
                  <a:pt x="2978" y="292100"/>
                </a:lnTo>
                <a:lnTo>
                  <a:pt x="4759" y="294640"/>
                </a:lnTo>
                <a:lnTo>
                  <a:pt x="5279" y="294640"/>
                </a:lnTo>
                <a:lnTo>
                  <a:pt x="7265" y="297180"/>
                </a:lnTo>
                <a:lnTo>
                  <a:pt x="8857" y="298450"/>
                </a:lnTo>
                <a:lnTo>
                  <a:pt x="11623" y="299720"/>
                </a:lnTo>
                <a:lnTo>
                  <a:pt x="12608" y="299720"/>
                </a:lnTo>
                <a:lnTo>
                  <a:pt x="15587" y="300990"/>
                </a:lnTo>
                <a:lnTo>
                  <a:pt x="16942" y="300990"/>
                </a:lnTo>
                <a:lnTo>
                  <a:pt x="22482" y="303530"/>
                </a:lnTo>
                <a:lnTo>
                  <a:pt x="26714" y="304800"/>
                </a:lnTo>
                <a:lnTo>
                  <a:pt x="36958" y="307340"/>
                </a:lnTo>
                <a:lnTo>
                  <a:pt x="56998" y="314960"/>
                </a:lnTo>
                <a:lnTo>
                  <a:pt x="67471" y="317500"/>
                </a:lnTo>
                <a:lnTo>
                  <a:pt x="69985" y="318770"/>
                </a:lnTo>
                <a:lnTo>
                  <a:pt x="75217" y="320040"/>
                </a:lnTo>
                <a:lnTo>
                  <a:pt x="76415" y="321310"/>
                </a:lnTo>
                <a:lnTo>
                  <a:pt x="83735" y="322580"/>
                </a:lnTo>
                <a:lnTo>
                  <a:pt x="108401" y="330200"/>
                </a:lnTo>
                <a:lnTo>
                  <a:pt x="111057" y="331470"/>
                </a:lnTo>
                <a:lnTo>
                  <a:pt x="117976" y="332740"/>
                </a:lnTo>
                <a:lnTo>
                  <a:pt x="122215" y="335280"/>
                </a:lnTo>
                <a:lnTo>
                  <a:pt x="134713" y="337820"/>
                </a:lnTo>
                <a:lnTo>
                  <a:pt x="136770" y="339090"/>
                </a:lnTo>
                <a:lnTo>
                  <a:pt x="142925" y="340360"/>
                </a:lnTo>
                <a:lnTo>
                  <a:pt x="149119" y="342900"/>
                </a:lnTo>
                <a:lnTo>
                  <a:pt x="173563" y="349250"/>
                </a:lnTo>
                <a:lnTo>
                  <a:pt x="178898" y="350520"/>
                </a:lnTo>
                <a:lnTo>
                  <a:pt x="184218" y="353060"/>
                </a:lnTo>
                <a:lnTo>
                  <a:pt x="198237" y="356870"/>
                </a:lnTo>
                <a:lnTo>
                  <a:pt x="201783" y="356870"/>
                </a:lnTo>
                <a:lnTo>
                  <a:pt x="214131" y="360680"/>
                </a:lnTo>
                <a:lnTo>
                  <a:pt x="233556" y="365760"/>
                </a:lnTo>
                <a:lnTo>
                  <a:pt x="237520" y="367030"/>
                </a:lnTo>
                <a:lnTo>
                  <a:pt x="243738" y="368300"/>
                </a:lnTo>
                <a:lnTo>
                  <a:pt x="245952" y="369570"/>
                </a:lnTo>
                <a:lnTo>
                  <a:pt x="249845" y="370840"/>
                </a:lnTo>
                <a:lnTo>
                  <a:pt x="253155" y="370840"/>
                </a:lnTo>
                <a:lnTo>
                  <a:pt x="251642" y="372110"/>
                </a:lnTo>
                <a:lnTo>
                  <a:pt x="250176" y="373380"/>
                </a:lnTo>
                <a:lnTo>
                  <a:pt x="246181" y="377190"/>
                </a:lnTo>
                <a:lnTo>
                  <a:pt x="243761" y="378460"/>
                </a:lnTo>
                <a:lnTo>
                  <a:pt x="239175" y="382270"/>
                </a:lnTo>
                <a:lnTo>
                  <a:pt x="230554" y="389890"/>
                </a:lnTo>
                <a:lnTo>
                  <a:pt x="227410" y="392430"/>
                </a:lnTo>
                <a:lnTo>
                  <a:pt x="224194" y="394970"/>
                </a:lnTo>
                <a:lnTo>
                  <a:pt x="217370" y="400050"/>
                </a:lnTo>
                <a:lnTo>
                  <a:pt x="213777" y="403860"/>
                </a:lnTo>
                <a:lnTo>
                  <a:pt x="206724" y="410210"/>
                </a:lnTo>
                <a:lnTo>
                  <a:pt x="197417" y="417830"/>
                </a:lnTo>
                <a:lnTo>
                  <a:pt x="193989" y="420370"/>
                </a:lnTo>
                <a:lnTo>
                  <a:pt x="190498" y="424180"/>
                </a:lnTo>
                <a:lnTo>
                  <a:pt x="186322" y="427990"/>
                </a:lnTo>
                <a:lnTo>
                  <a:pt x="185565" y="427990"/>
                </a:lnTo>
                <a:lnTo>
                  <a:pt x="180742" y="433070"/>
                </a:lnTo>
                <a:lnTo>
                  <a:pt x="176810" y="436880"/>
                </a:lnTo>
                <a:lnTo>
                  <a:pt x="168851" y="444500"/>
                </a:lnTo>
                <a:lnTo>
                  <a:pt x="166637" y="445770"/>
                </a:lnTo>
                <a:lnTo>
                  <a:pt x="162216" y="450850"/>
                </a:lnTo>
                <a:lnTo>
                  <a:pt x="159867" y="452120"/>
                </a:lnTo>
                <a:lnTo>
                  <a:pt x="157283" y="454660"/>
                </a:lnTo>
                <a:lnTo>
                  <a:pt x="156944" y="455930"/>
                </a:lnTo>
                <a:lnTo>
                  <a:pt x="153082" y="459740"/>
                </a:lnTo>
                <a:lnTo>
                  <a:pt x="149718" y="462280"/>
                </a:lnTo>
                <a:lnTo>
                  <a:pt x="145517" y="467360"/>
                </a:lnTo>
                <a:lnTo>
                  <a:pt x="138409" y="474980"/>
                </a:lnTo>
                <a:lnTo>
                  <a:pt x="122603" y="497840"/>
                </a:lnTo>
                <a:lnTo>
                  <a:pt x="123431" y="504190"/>
                </a:lnTo>
                <a:lnTo>
                  <a:pt x="126549" y="510540"/>
                </a:lnTo>
                <a:lnTo>
                  <a:pt x="127062" y="511810"/>
                </a:lnTo>
                <a:lnTo>
                  <a:pt x="128527" y="513080"/>
                </a:lnTo>
                <a:lnTo>
                  <a:pt x="157251" y="513080"/>
                </a:lnTo>
                <a:lnTo>
                  <a:pt x="159150" y="510540"/>
                </a:lnTo>
                <a:lnTo>
                  <a:pt x="161065" y="509270"/>
                </a:lnTo>
                <a:lnTo>
                  <a:pt x="164005" y="505460"/>
                </a:lnTo>
                <a:lnTo>
                  <a:pt x="165139" y="504190"/>
                </a:lnTo>
                <a:lnTo>
                  <a:pt x="173043" y="496570"/>
                </a:lnTo>
                <a:lnTo>
                  <a:pt x="182311" y="486410"/>
                </a:lnTo>
                <a:lnTo>
                  <a:pt x="188095" y="481330"/>
                </a:lnTo>
                <a:lnTo>
                  <a:pt x="196227" y="473710"/>
                </a:lnTo>
                <a:lnTo>
                  <a:pt x="198513" y="471170"/>
                </a:lnTo>
                <a:lnTo>
                  <a:pt x="203643" y="466090"/>
                </a:lnTo>
                <a:lnTo>
                  <a:pt x="206424" y="463550"/>
                </a:lnTo>
                <a:lnTo>
                  <a:pt x="209726" y="461010"/>
                </a:lnTo>
                <a:lnTo>
                  <a:pt x="210680" y="459740"/>
                </a:lnTo>
                <a:lnTo>
                  <a:pt x="213004" y="457200"/>
                </a:lnTo>
                <a:lnTo>
                  <a:pt x="215376" y="455930"/>
                </a:lnTo>
                <a:lnTo>
                  <a:pt x="220869" y="450850"/>
                </a:lnTo>
                <a:lnTo>
                  <a:pt x="223997" y="448310"/>
                </a:lnTo>
                <a:lnTo>
                  <a:pt x="233107" y="439420"/>
                </a:lnTo>
                <a:lnTo>
                  <a:pt x="240333" y="433070"/>
                </a:lnTo>
                <a:lnTo>
                  <a:pt x="250278" y="425450"/>
                </a:lnTo>
                <a:lnTo>
                  <a:pt x="251626" y="424180"/>
                </a:lnTo>
                <a:lnTo>
                  <a:pt x="254557" y="421640"/>
                </a:lnTo>
                <a:lnTo>
                  <a:pt x="256062" y="420370"/>
                </a:lnTo>
                <a:lnTo>
                  <a:pt x="258474" y="417830"/>
                </a:lnTo>
                <a:lnTo>
                  <a:pt x="326114" y="417830"/>
                </a:lnTo>
                <a:lnTo>
                  <a:pt x="309231" y="384810"/>
                </a:lnTo>
                <a:lnTo>
                  <a:pt x="498319" y="384810"/>
                </a:lnTo>
                <a:lnTo>
                  <a:pt x="482149" y="381000"/>
                </a:lnTo>
                <a:lnTo>
                  <a:pt x="478563" y="381000"/>
                </a:lnTo>
                <a:lnTo>
                  <a:pt x="466516" y="378460"/>
                </a:lnTo>
                <a:lnTo>
                  <a:pt x="449601" y="374650"/>
                </a:lnTo>
                <a:lnTo>
                  <a:pt x="422961" y="369570"/>
                </a:lnTo>
                <a:lnTo>
                  <a:pt x="397798" y="364490"/>
                </a:lnTo>
                <a:lnTo>
                  <a:pt x="395363" y="363220"/>
                </a:lnTo>
                <a:lnTo>
                  <a:pt x="390288" y="361950"/>
                </a:lnTo>
                <a:lnTo>
                  <a:pt x="360130" y="355600"/>
                </a:lnTo>
                <a:lnTo>
                  <a:pt x="345118" y="351790"/>
                </a:lnTo>
                <a:lnTo>
                  <a:pt x="352825" y="346710"/>
                </a:lnTo>
                <a:lnTo>
                  <a:pt x="371493" y="334010"/>
                </a:lnTo>
                <a:lnTo>
                  <a:pt x="375473" y="331470"/>
                </a:lnTo>
                <a:lnTo>
                  <a:pt x="377262" y="330200"/>
                </a:lnTo>
                <a:lnTo>
                  <a:pt x="280870" y="330200"/>
                </a:lnTo>
                <a:lnTo>
                  <a:pt x="277614" y="323850"/>
                </a:lnTo>
                <a:lnTo>
                  <a:pt x="229845" y="323850"/>
                </a:lnTo>
                <a:lnTo>
                  <a:pt x="227591" y="322580"/>
                </a:lnTo>
                <a:lnTo>
                  <a:pt x="213496" y="318770"/>
                </a:lnTo>
                <a:lnTo>
                  <a:pt x="201688" y="316230"/>
                </a:lnTo>
                <a:lnTo>
                  <a:pt x="189892" y="312420"/>
                </a:lnTo>
                <a:lnTo>
                  <a:pt x="172618" y="307340"/>
                </a:lnTo>
                <a:lnTo>
                  <a:pt x="167149" y="306070"/>
                </a:lnTo>
                <a:lnTo>
                  <a:pt x="138031" y="297180"/>
                </a:lnTo>
                <a:lnTo>
                  <a:pt x="130405" y="295910"/>
                </a:lnTo>
                <a:lnTo>
                  <a:pt x="93964" y="284480"/>
                </a:lnTo>
                <a:lnTo>
                  <a:pt x="87755" y="281940"/>
                </a:lnTo>
                <a:lnTo>
                  <a:pt x="77211" y="279400"/>
                </a:lnTo>
                <a:lnTo>
                  <a:pt x="68881" y="275590"/>
                </a:lnTo>
                <a:lnTo>
                  <a:pt x="66297" y="275590"/>
                </a:lnTo>
                <a:lnTo>
                  <a:pt x="46698" y="269240"/>
                </a:lnTo>
                <a:lnTo>
                  <a:pt x="40165" y="266700"/>
                </a:lnTo>
                <a:lnTo>
                  <a:pt x="29890" y="262890"/>
                </a:lnTo>
                <a:close/>
              </a:path>
              <a:path w="592454" h="741680">
                <a:moveTo>
                  <a:pt x="498319" y="384810"/>
                </a:moveTo>
                <a:lnTo>
                  <a:pt x="309231" y="384810"/>
                </a:lnTo>
                <a:lnTo>
                  <a:pt x="314393" y="386080"/>
                </a:lnTo>
                <a:lnTo>
                  <a:pt x="316694" y="387350"/>
                </a:lnTo>
                <a:lnTo>
                  <a:pt x="323029" y="388620"/>
                </a:lnTo>
                <a:lnTo>
                  <a:pt x="326237" y="388620"/>
                </a:lnTo>
                <a:lnTo>
                  <a:pt x="348503" y="393700"/>
                </a:lnTo>
                <a:lnTo>
                  <a:pt x="367582" y="398780"/>
                </a:lnTo>
                <a:lnTo>
                  <a:pt x="386680" y="402590"/>
                </a:lnTo>
                <a:lnTo>
                  <a:pt x="416372" y="408940"/>
                </a:lnTo>
                <a:lnTo>
                  <a:pt x="453916" y="416560"/>
                </a:lnTo>
                <a:lnTo>
                  <a:pt x="476829" y="421640"/>
                </a:lnTo>
                <a:lnTo>
                  <a:pt x="483614" y="422910"/>
                </a:lnTo>
                <a:lnTo>
                  <a:pt x="486499" y="422910"/>
                </a:lnTo>
                <a:lnTo>
                  <a:pt x="490707" y="424180"/>
                </a:lnTo>
                <a:lnTo>
                  <a:pt x="492031" y="424180"/>
                </a:lnTo>
                <a:lnTo>
                  <a:pt x="499501" y="425450"/>
                </a:lnTo>
                <a:lnTo>
                  <a:pt x="501148" y="425450"/>
                </a:lnTo>
                <a:lnTo>
                  <a:pt x="508697" y="426720"/>
                </a:lnTo>
                <a:lnTo>
                  <a:pt x="512110" y="427990"/>
                </a:lnTo>
                <a:lnTo>
                  <a:pt x="516192" y="427990"/>
                </a:lnTo>
                <a:lnTo>
                  <a:pt x="540156" y="433070"/>
                </a:lnTo>
                <a:lnTo>
                  <a:pt x="547453" y="434340"/>
                </a:lnTo>
                <a:lnTo>
                  <a:pt x="556326" y="435610"/>
                </a:lnTo>
                <a:lnTo>
                  <a:pt x="557886" y="435610"/>
                </a:lnTo>
                <a:lnTo>
                  <a:pt x="561771" y="436880"/>
                </a:lnTo>
                <a:lnTo>
                  <a:pt x="564088" y="436880"/>
                </a:lnTo>
                <a:lnTo>
                  <a:pt x="568241" y="438150"/>
                </a:lnTo>
                <a:lnTo>
                  <a:pt x="568375" y="438150"/>
                </a:lnTo>
                <a:lnTo>
                  <a:pt x="592150" y="415290"/>
                </a:lnTo>
                <a:lnTo>
                  <a:pt x="590424" y="408940"/>
                </a:lnTo>
                <a:lnTo>
                  <a:pt x="584010" y="401320"/>
                </a:lnTo>
                <a:lnTo>
                  <a:pt x="579723" y="398780"/>
                </a:lnTo>
                <a:lnTo>
                  <a:pt x="573505" y="397510"/>
                </a:lnTo>
                <a:lnTo>
                  <a:pt x="568635" y="397510"/>
                </a:lnTo>
                <a:lnTo>
                  <a:pt x="563537" y="396240"/>
                </a:lnTo>
                <a:lnTo>
                  <a:pt x="559778" y="394970"/>
                </a:lnTo>
                <a:lnTo>
                  <a:pt x="540566" y="392430"/>
                </a:lnTo>
                <a:lnTo>
                  <a:pt x="516278" y="387350"/>
                </a:lnTo>
                <a:lnTo>
                  <a:pt x="508627" y="386080"/>
                </a:lnTo>
                <a:lnTo>
                  <a:pt x="503709" y="386080"/>
                </a:lnTo>
                <a:lnTo>
                  <a:pt x="498319" y="384810"/>
                </a:lnTo>
                <a:close/>
              </a:path>
              <a:path w="592454" h="741680">
                <a:moveTo>
                  <a:pt x="394504" y="1270"/>
                </a:moveTo>
                <a:lnTo>
                  <a:pt x="379035" y="1270"/>
                </a:lnTo>
                <a:lnTo>
                  <a:pt x="377963" y="2540"/>
                </a:lnTo>
                <a:lnTo>
                  <a:pt x="375032" y="3810"/>
                </a:lnTo>
                <a:lnTo>
                  <a:pt x="366103" y="21590"/>
                </a:lnTo>
                <a:lnTo>
                  <a:pt x="345181" y="92710"/>
                </a:lnTo>
                <a:lnTo>
                  <a:pt x="338089" y="118110"/>
                </a:lnTo>
                <a:lnTo>
                  <a:pt x="326883" y="158750"/>
                </a:lnTo>
                <a:lnTo>
                  <a:pt x="321301" y="177800"/>
                </a:lnTo>
                <a:lnTo>
                  <a:pt x="309239" y="222250"/>
                </a:lnTo>
                <a:lnTo>
                  <a:pt x="308356" y="226060"/>
                </a:lnTo>
                <a:lnTo>
                  <a:pt x="306260" y="233680"/>
                </a:lnTo>
                <a:lnTo>
                  <a:pt x="304991" y="238760"/>
                </a:lnTo>
                <a:lnTo>
                  <a:pt x="300697" y="254000"/>
                </a:lnTo>
                <a:lnTo>
                  <a:pt x="299365" y="259080"/>
                </a:lnTo>
                <a:lnTo>
                  <a:pt x="297332" y="266700"/>
                </a:lnTo>
                <a:lnTo>
                  <a:pt x="282485" y="323850"/>
                </a:lnTo>
                <a:lnTo>
                  <a:pt x="280870" y="330200"/>
                </a:lnTo>
                <a:lnTo>
                  <a:pt x="377262" y="330200"/>
                </a:lnTo>
                <a:lnTo>
                  <a:pt x="384417" y="325120"/>
                </a:lnTo>
                <a:lnTo>
                  <a:pt x="395513" y="317500"/>
                </a:lnTo>
                <a:lnTo>
                  <a:pt x="325709" y="317500"/>
                </a:lnTo>
                <a:lnTo>
                  <a:pt x="329980" y="300990"/>
                </a:lnTo>
                <a:lnTo>
                  <a:pt x="342407" y="254000"/>
                </a:lnTo>
                <a:lnTo>
                  <a:pt x="343179" y="251460"/>
                </a:lnTo>
                <a:lnTo>
                  <a:pt x="343912" y="247650"/>
                </a:lnTo>
                <a:lnTo>
                  <a:pt x="350366" y="224790"/>
                </a:lnTo>
                <a:lnTo>
                  <a:pt x="361801" y="182880"/>
                </a:lnTo>
                <a:lnTo>
                  <a:pt x="371099" y="148590"/>
                </a:lnTo>
                <a:lnTo>
                  <a:pt x="379527" y="119380"/>
                </a:lnTo>
                <a:lnTo>
                  <a:pt x="385883" y="96520"/>
                </a:lnTo>
                <a:lnTo>
                  <a:pt x="386308" y="95250"/>
                </a:lnTo>
                <a:lnTo>
                  <a:pt x="405024" y="30480"/>
                </a:lnTo>
                <a:lnTo>
                  <a:pt x="405686" y="29210"/>
                </a:lnTo>
                <a:lnTo>
                  <a:pt x="406576" y="25400"/>
                </a:lnTo>
                <a:lnTo>
                  <a:pt x="407664" y="21590"/>
                </a:lnTo>
                <a:lnTo>
                  <a:pt x="407420" y="16510"/>
                </a:lnTo>
                <a:lnTo>
                  <a:pt x="405733" y="12700"/>
                </a:lnTo>
                <a:lnTo>
                  <a:pt x="405229" y="11430"/>
                </a:lnTo>
                <a:lnTo>
                  <a:pt x="403267" y="7620"/>
                </a:lnTo>
                <a:lnTo>
                  <a:pt x="401431" y="6350"/>
                </a:lnTo>
                <a:lnTo>
                  <a:pt x="398018" y="3810"/>
                </a:lnTo>
                <a:lnTo>
                  <a:pt x="396695" y="2540"/>
                </a:lnTo>
                <a:lnTo>
                  <a:pt x="394504" y="1270"/>
                </a:lnTo>
                <a:close/>
              </a:path>
              <a:path w="592454" h="741680">
                <a:moveTo>
                  <a:pt x="191827" y="182880"/>
                </a:moveTo>
                <a:lnTo>
                  <a:pt x="172878" y="203200"/>
                </a:lnTo>
                <a:lnTo>
                  <a:pt x="174084" y="209550"/>
                </a:lnTo>
                <a:lnTo>
                  <a:pt x="174596" y="210820"/>
                </a:lnTo>
                <a:lnTo>
                  <a:pt x="232926" y="323850"/>
                </a:lnTo>
                <a:lnTo>
                  <a:pt x="277614" y="323850"/>
                </a:lnTo>
                <a:lnTo>
                  <a:pt x="211192" y="194310"/>
                </a:lnTo>
                <a:lnTo>
                  <a:pt x="206209" y="187960"/>
                </a:lnTo>
                <a:lnTo>
                  <a:pt x="199465" y="184150"/>
                </a:lnTo>
                <a:lnTo>
                  <a:pt x="191827" y="182880"/>
                </a:lnTo>
                <a:close/>
              </a:path>
              <a:path w="592454" h="741680">
                <a:moveTo>
                  <a:pt x="473319" y="220980"/>
                </a:moveTo>
                <a:lnTo>
                  <a:pt x="466814" y="222250"/>
                </a:lnTo>
                <a:lnTo>
                  <a:pt x="465285" y="223520"/>
                </a:lnTo>
                <a:lnTo>
                  <a:pt x="463795" y="223520"/>
                </a:lnTo>
                <a:lnTo>
                  <a:pt x="426616" y="247650"/>
                </a:lnTo>
                <a:lnTo>
                  <a:pt x="400777" y="265430"/>
                </a:lnTo>
                <a:lnTo>
                  <a:pt x="381824" y="278130"/>
                </a:lnTo>
                <a:lnTo>
                  <a:pt x="369547" y="287020"/>
                </a:lnTo>
                <a:lnTo>
                  <a:pt x="367530" y="288290"/>
                </a:lnTo>
                <a:lnTo>
                  <a:pt x="357269" y="294640"/>
                </a:lnTo>
                <a:lnTo>
                  <a:pt x="356056" y="295910"/>
                </a:lnTo>
                <a:lnTo>
                  <a:pt x="352935" y="298450"/>
                </a:lnTo>
                <a:lnTo>
                  <a:pt x="337348" y="308610"/>
                </a:lnTo>
                <a:lnTo>
                  <a:pt x="332903" y="312420"/>
                </a:lnTo>
                <a:lnTo>
                  <a:pt x="327568" y="316230"/>
                </a:lnTo>
                <a:lnTo>
                  <a:pt x="326631" y="316230"/>
                </a:lnTo>
                <a:lnTo>
                  <a:pt x="325709" y="317500"/>
                </a:lnTo>
                <a:lnTo>
                  <a:pt x="395513" y="317500"/>
                </a:lnTo>
                <a:lnTo>
                  <a:pt x="428638" y="294640"/>
                </a:lnTo>
                <a:lnTo>
                  <a:pt x="448074" y="281940"/>
                </a:lnTo>
                <a:lnTo>
                  <a:pt x="484426" y="257810"/>
                </a:lnTo>
                <a:lnTo>
                  <a:pt x="490088" y="252730"/>
                </a:lnTo>
                <a:lnTo>
                  <a:pt x="493059" y="245110"/>
                </a:lnTo>
                <a:lnTo>
                  <a:pt x="493152" y="237490"/>
                </a:lnTo>
                <a:lnTo>
                  <a:pt x="490179" y="229870"/>
                </a:lnTo>
                <a:lnTo>
                  <a:pt x="485544" y="226060"/>
                </a:lnTo>
                <a:lnTo>
                  <a:pt x="479743" y="222250"/>
                </a:lnTo>
                <a:lnTo>
                  <a:pt x="473319" y="220980"/>
                </a:lnTo>
                <a:close/>
              </a:path>
              <a:path w="592454" h="741680">
                <a:moveTo>
                  <a:pt x="25618" y="261620"/>
                </a:moveTo>
                <a:lnTo>
                  <a:pt x="15090" y="261620"/>
                </a:lnTo>
                <a:lnTo>
                  <a:pt x="12175" y="262890"/>
                </a:lnTo>
                <a:lnTo>
                  <a:pt x="28132" y="262890"/>
                </a:lnTo>
                <a:lnTo>
                  <a:pt x="25618" y="261620"/>
                </a:lnTo>
                <a:close/>
              </a:path>
              <a:path w="592454" h="741680">
                <a:moveTo>
                  <a:pt x="389917" y="0"/>
                </a:moveTo>
                <a:lnTo>
                  <a:pt x="383408" y="0"/>
                </a:lnTo>
                <a:lnTo>
                  <a:pt x="381580" y="1270"/>
                </a:lnTo>
                <a:lnTo>
                  <a:pt x="393763" y="1270"/>
                </a:lnTo>
                <a:lnTo>
                  <a:pt x="389917" y="0"/>
                </a:lnTo>
                <a:close/>
              </a:path>
            </a:pathLst>
          </a:custGeom>
          <a:solidFill>
            <a:srgbClr val="AC7A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551346" y="19493230"/>
            <a:ext cx="592455" cy="610870"/>
          </a:xfrm>
          <a:custGeom>
            <a:avLst/>
            <a:gdLst/>
            <a:ahLst/>
            <a:cxnLst/>
            <a:rect l="l" t="t" r="r" b="b"/>
            <a:pathLst>
              <a:path w="592454" h="610869">
                <a:moveTo>
                  <a:pt x="326762" y="419100"/>
                </a:moveTo>
                <a:lnTo>
                  <a:pt x="258474" y="419100"/>
                </a:lnTo>
                <a:lnTo>
                  <a:pt x="245999" y="469900"/>
                </a:lnTo>
                <a:lnTo>
                  <a:pt x="244203" y="477520"/>
                </a:lnTo>
                <a:lnTo>
                  <a:pt x="237843" y="502920"/>
                </a:lnTo>
                <a:lnTo>
                  <a:pt x="228190" y="544830"/>
                </a:lnTo>
                <a:lnTo>
                  <a:pt x="227118" y="548640"/>
                </a:lnTo>
                <a:lnTo>
                  <a:pt x="224912" y="558800"/>
                </a:lnTo>
                <a:lnTo>
                  <a:pt x="220032" y="579120"/>
                </a:lnTo>
                <a:lnTo>
                  <a:pt x="215197" y="600710"/>
                </a:lnTo>
                <a:lnTo>
                  <a:pt x="212704" y="610870"/>
                </a:lnTo>
                <a:lnTo>
                  <a:pt x="254053" y="610870"/>
                </a:lnTo>
                <a:lnTo>
                  <a:pt x="255676" y="603250"/>
                </a:lnTo>
                <a:lnTo>
                  <a:pt x="260414" y="582930"/>
                </a:lnTo>
                <a:lnTo>
                  <a:pt x="270208" y="542290"/>
                </a:lnTo>
                <a:lnTo>
                  <a:pt x="272729" y="530860"/>
                </a:lnTo>
                <a:lnTo>
                  <a:pt x="285027" y="480060"/>
                </a:lnTo>
                <a:lnTo>
                  <a:pt x="288288" y="466090"/>
                </a:lnTo>
                <a:lnTo>
                  <a:pt x="291471" y="452120"/>
                </a:lnTo>
                <a:lnTo>
                  <a:pt x="293746" y="443230"/>
                </a:lnTo>
                <a:lnTo>
                  <a:pt x="339099" y="443230"/>
                </a:lnTo>
                <a:lnTo>
                  <a:pt x="326762" y="419100"/>
                </a:lnTo>
                <a:close/>
              </a:path>
              <a:path w="592454" h="610869">
                <a:moveTo>
                  <a:pt x="339099" y="443230"/>
                </a:moveTo>
                <a:lnTo>
                  <a:pt x="293746" y="443230"/>
                </a:lnTo>
                <a:lnTo>
                  <a:pt x="363708" y="579120"/>
                </a:lnTo>
                <a:lnTo>
                  <a:pt x="364283" y="580390"/>
                </a:lnTo>
                <a:lnTo>
                  <a:pt x="365883" y="581660"/>
                </a:lnTo>
                <a:lnTo>
                  <a:pt x="367214" y="584200"/>
                </a:lnTo>
                <a:lnTo>
                  <a:pt x="369775" y="585470"/>
                </a:lnTo>
                <a:lnTo>
                  <a:pt x="370745" y="586740"/>
                </a:lnTo>
                <a:lnTo>
                  <a:pt x="373826" y="588010"/>
                </a:lnTo>
                <a:lnTo>
                  <a:pt x="375961" y="589280"/>
                </a:lnTo>
                <a:lnTo>
                  <a:pt x="386442" y="589280"/>
                </a:lnTo>
                <a:lnTo>
                  <a:pt x="395024" y="585470"/>
                </a:lnTo>
                <a:lnTo>
                  <a:pt x="398278" y="580390"/>
                </a:lnTo>
                <a:lnTo>
                  <a:pt x="400729" y="574040"/>
                </a:lnTo>
                <a:lnTo>
                  <a:pt x="401123" y="571500"/>
                </a:lnTo>
                <a:lnTo>
                  <a:pt x="401092" y="566420"/>
                </a:lnTo>
                <a:lnTo>
                  <a:pt x="400603" y="563880"/>
                </a:lnTo>
                <a:lnTo>
                  <a:pt x="400359" y="563880"/>
                </a:lnTo>
                <a:lnTo>
                  <a:pt x="399760" y="561340"/>
                </a:lnTo>
                <a:lnTo>
                  <a:pt x="399484" y="561340"/>
                </a:lnTo>
                <a:lnTo>
                  <a:pt x="339099" y="443230"/>
                </a:lnTo>
                <a:close/>
              </a:path>
              <a:path w="592454" h="610869">
                <a:moveTo>
                  <a:pt x="145762" y="518160"/>
                </a:moveTo>
                <a:lnTo>
                  <a:pt x="138811" y="518160"/>
                </a:lnTo>
                <a:lnTo>
                  <a:pt x="143760" y="519430"/>
                </a:lnTo>
                <a:lnTo>
                  <a:pt x="145762" y="518160"/>
                </a:lnTo>
                <a:close/>
              </a:path>
              <a:path w="592454" h="610869">
                <a:moveTo>
                  <a:pt x="157007" y="513080"/>
                </a:moveTo>
                <a:lnTo>
                  <a:pt x="128709" y="513080"/>
                </a:lnTo>
                <a:lnTo>
                  <a:pt x="130308" y="514350"/>
                </a:lnTo>
                <a:lnTo>
                  <a:pt x="131774" y="515620"/>
                </a:lnTo>
                <a:lnTo>
                  <a:pt x="135951" y="518160"/>
                </a:lnTo>
                <a:lnTo>
                  <a:pt x="149930" y="518160"/>
                </a:lnTo>
                <a:lnTo>
                  <a:pt x="152066" y="516890"/>
                </a:lnTo>
                <a:lnTo>
                  <a:pt x="155068" y="514350"/>
                </a:lnTo>
                <a:lnTo>
                  <a:pt x="156101" y="514350"/>
                </a:lnTo>
                <a:lnTo>
                  <a:pt x="157007" y="513080"/>
                </a:lnTo>
                <a:close/>
              </a:path>
              <a:path w="592454" h="610869">
                <a:moveTo>
                  <a:pt x="25618" y="261620"/>
                </a:moveTo>
                <a:lnTo>
                  <a:pt x="15090" y="261620"/>
                </a:lnTo>
                <a:lnTo>
                  <a:pt x="12175" y="262890"/>
                </a:lnTo>
                <a:lnTo>
                  <a:pt x="10922" y="264160"/>
                </a:lnTo>
                <a:lnTo>
                  <a:pt x="6012" y="266700"/>
                </a:lnTo>
                <a:lnTo>
                  <a:pt x="3010" y="270510"/>
                </a:lnTo>
                <a:lnTo>
                  <a:pt x="1245" y="274320"/>
                </a:lnTo>
                <a:lnTo>
                  <a:pt x="1087" y="274320"/>
                </a:lnTo>
                <a:lnTo>
                  <a:pt x="464" y="276860"/>
                </a:lnTo>
                <a:lnTo>
                  <a:pt x="220" y="278130"/>
                </a:lnTo>
                <a:lnTo>
                  <a:pt x="98" y="279400"/>
                </a:lnTo>
                <a:lnTo>
                  <a:pt x="0" y="281940"/>
                </a:lnTo>
                <a:lnTo>
                  <a:pt x="307" y="285750"/>
                </a:lnTo>
                <a:lnTo>
                  <a:pt x="654" y="287020"/>
                </a:lnTo>
                <a:lnTo>
                  <a:pt x="1938" y="290830"/>
                </a:lnTo>
                <a:lnTo>
                  <a:pt x="2978" y="292100"/>
                </a:lnTo>
                <a:lnTo>
                  <a:pt x="4759" y="294640"/>
                </a:lnTo>
                <a:lnTo>
                  <a:pt x="5279" y="294640"/>
                </a:lnTo>
                <a:lnTo>
                  <a:pt x="7265" y="297180"/>
                </a:lnTo>
                <a:lnTo>
                  <a:pt x="8857" y="298450"/>
                </a:lnTo>
                <a:lnTo>
                  <a:pt x="11623" y="299720"/>
                </a:lnTo>
                <a:lnTo>
                  <a:pt x="12608" y="299720"/>
                </a:lnTo>
                <a:lnTo>
                  <a:pt x="15587" y="300990"/>
                </a:lnTo>
                <a:lnTo>
                  <a:pt x="16942" y="300990"/>
                </a:lnTo>
                <a:lnTo>
                  <a:pt x="22482" y="303530"/>
                </a:lnTo>
                <a:lnTo>
                  <a:pt x="26714" y="304800"/>
                </a:lnTo>
                <a:lnTo>
                  <a:pt x="36958" y="308610"/>
                </a:lnTo>
                <a:lnTo>
                  <a:pt x="53696" y="313690"/>
                </a:lnTo>
                <a:lnTo>
                  <a:pt x="56998" y="314960"/>
                </a:lnTo>
                <a:lnTo>
                  <a:pt x="67471" y="317500"/>
                </a:lnTo>
                <a:lnTo>
                  <a:pt x="69985" y="318770"/>
                </a:lnTo>
                <a:lnTo>
                  <a:pt x="75217" y="320040"/>
                </a:lnTo>
                <a:lnTo>
                  <a:pt x="76415" y="321310"/>
                </a:lnTo>
                <a:lnTo>
                  <a:pt x="83735" y="322580"/>
                </a:lnTo>
                <a:lnTo>
                  <a:pt x="108401" y="330200"/>
                </a:lnTo>
                <a:lnTo>
                  <a:pt x="111057" y="331470"/>
                </a:lnTo>
                <a:lnTo>
                  <a:pt x="117976" y="334010"/>
                </a:lnTo>
                <a:lnTo>
                  <a:pt x="134713" y="339090"/>
                </a:lnTo>
                <a:lnTo>
                  <a:pt x="136770" y="339090"/>
                </a:lnTo>
                <a:lnTo>
                  <a:pt x="142925" y="340360"/>
                </a:lnTo>
                <a:lnTo>
                  <a:pt x="149119" y="342900"/>
                </a:lnTo>
                <a:lnTo>
                  <a:pt x="173563" y="349250"/>
                </a:lnTo>
                <a:lnTo>
                  <a:pt x="178898" y="350520"/>
                </a:lnTo>
                <a:lnTo>
                  <a:pt x="184218" y="353060"/>
                </a:lnTo>
                <a:lnTo>
                  <a:pt x="198237" y="356870"/>
                </a:lnTo>
                <a:lnTo>
                  <a:pt x="201783" y="358140"/>
                </a:lnTo>
                <a:lnTo>
                  <a:pt x="214131" y="360680"/>
                </a:lnTo>
                <a:lnTo>
                  <a:pt x="233556" y="365760"/>
                </a:lnTo>
                <a:lnTo>
                  <a:pt x="237520" y="367030"/>
                </a:lnTo>
                <a:lnTo>
                  <a:pt x="243738" y="368300"/>
                </a:lnTo>
                <a:lnTo>
                  <a:pt x="245952" y="369570"/>
                </a:lnTo>
                <a:lnTo>
                  <a:pt x="249845" y="370840"/>
                </a:lnTo>
                <a:lnTo>
                  <a:pt x="253155" y="370840"/>
                </a:lnTo>
                <a:lnTo>
                  <a:pt x="251642" y="372110"/>
                </a:lnTo>
                <a:lnTo>
                  <a:pt x="250176" y="373380"/>
                </a:lnTo>
                <a:lnTo>
                  <a:pt x="246181" y="377190"/>
                </a:lnTo>
                <a:lnTo>
                  <a:pt x="243753" y="378460"/>
                </a:lnTo>
                <a:lnTo>
                  <a:pt x="239175" y="382270"/>
                </a:lnTo>
                <a:lnTo>
                  <a:pt x="230554" y="389890"/>
                </a:lnTo>
                <a:lnTo>
                  <a:pt x="227410" y="392430"/>
                </a:lnTo>
                <a:lnTo>
                  <a:pt x="224194" y="394970"/>
                </a:lnTo>
                <a:lnTo>
                  <a:pt x="217370" y="400050"/>
                </a:lnTo>
                <a:lnTo>
                  <a:pt x="213777" y="403860"/>
                </a:lnTo>
                <a:lnTo>
                  <a:pt x="206724" y="410210"/>
                </a:lnTo>
                <a:lnTo>
                  <a:pt x="197417" y="417830"/>
                </a:lnTo>
                <a:lnTo>
                  <a:pt x="193989" y="421640"/>
                </a:lnTo>
                <a:lnTo>
                  <a:pt x="190498" y="424180"/>
                </a:lnTo>
                <a:lnTo>
                  <a:pt x="186322" y="427990"/>
                </a:lnTo>
                <a:lnTo>
                  <a:pt x="185565" y="427990"/>
                </a:lnTo>
                <a:lnTo>
                  <a:pt x="180742" y="433070"/>
                </a:lnTo>
                <a:lnTo>
                  <a:pt x="176810" y="436880"/>
                </a:lnTo>
                <a:lnTo>
                  <a:pt x="168851" y="444500"/>
                </a:lnTo>
                <a:lnTo>
                  <a:pt x="166637" y="445770"/>
                </a:lnTo>
                <a:lnTo>
                  <a:pt x="162216" y="450850"/>
                </a:lnTo>
                <a:lnTo>
                  <a:pt x="159867" y="452120"/>
                </a:lnTo>
                <a:lnTo>
                  <a:pt x="157283" y="454660"/>
                </a:lnTo>
                <a:lnTo>
                  <a:pt x="156944" y="455930"/>
                </a:lnTo>
                <a:lnTo>
                  <a:pt x="153082" y="459740"/>
                </a:lnTo>
                <a:lnTo>
                  <a:pt x="149718" y="463550"/>
                </a:lnTo>
                <a:lnTo>
                  <a:pt x="145517" y="467360"/>
                </a:lnTo>
                <a:lnTo>
                  <a:pt x="138409" y="474980"/>
                </a:lnTo>
                <a:lnTo>
                  <a:pt x="122603" y="497840"/>
                </a:lnTo>
                <a:lnTo>
                  <a:pt x="123431" y="504190"/>
                </a:lnTo>
                <a:lnTo>
                  <a:pt x="126549" y="510540"/>
                </a:lnTo>
                <a:lnTo>
                  <a:pt x="127062" y="511810"/>
                </a:lnTo>
                <a:lnTo>
                  <a:pt x="128527" y="513080"/>
                </a:lnTo>
                <a:lnTo>
                  <a:pt x="157251" y="513080"/>
                </a:lnTo>
                <a:lnTo>
                  <a:pt x="159150" y="510540"/>
                </a:lnTo>
                <a:lnTo>
                  <a:pt x="161065" y="509270"/>
                </a:lnTo>
                <a:lnTo>
                  <a:pt x="164005" y="505460"/>
                </a:lnTo>
                <a:lnTo>
                  <a:pt x="165139" y="504190"/>
                </a:lnTo>
                <a:lnTo>
                  <a:pt x="173043" y="496570"/>
                </a:lnTo>
                <a:lnTo>
                  <a:pt x="182311" y="486410"/>
                </a:lnTo>
                <a:lnTo>
                  <a:pt x="188095" y="481330"/>
                </a:lnTo>
                <a:lnTo>
                  <a:pt x="196227" y="473710"/>
                </a:lnTo>
                <a:lnTo>
                  <a:pt x="198513" y="471170"/>
                </a:lnTo>
                <a:lnTo>
                  <a:pt x="203643" y="466090"/>
                </a:lnTo>
                <a:lnTo>
                  <a:pt x="206424" y="463550"/>
                </a:lnTo>
                <a:lnTo>
                  <a:pt x="209726" y="461010"/>
                </a:lnTo>
                <a:lnTo>
                  <a:pt x="210680" y="459740"/>
                </a:lnTo>
                <a:lnTo>
                  <a:pt x="213004" y="458470"/>
                </a:lnTo>
                <a:lnTo>
                  <a:pt x="215376" y="455930"/>
                </a:lnTo>
                <a:lnTo>
                  <a:pt x="220869" y="450850"/>
                </a:lnTo>
                <a:lnTo>
                  <a:pt x="223997" y="448310"/>
                </a:lnTo>
                <a:lnTo>
                  <a:pt x="233107" y="439420"/>
                </a:lnTo>
                <a:lnTo>
                  <a:pt x="240333" y="434340"/>
                </a:lnTo>
                <a:lnTo>
                  <a:pt x="250278" y="425450"/>
                </a:lnTo>
                <a:lnTo>
                  <a:pt x="251626" y="424180"/>
                </a:lnTo>
                <a:lnTo>
                  <a:pt x="254557" y="421640"/>
                </a:lnTo>
                <a:lnTo>
                  <a:pt x="256062" y="420370"/>
                </a:lnTo>
                <a:lnTo>
                  <a:pt x="258474" y="419100"/>
                </a:lnTo>
                <a:lnTo>
                  <a:pt x="326762" y="419100"/>
                </a:lnTo>
                <a:lnTo>
                  <a:pt x="309231" y="384810"/>
                </a:lnTo>
                <a:lnTo>
                  <a:pt x="498319" y="384810"/>
                </a:lnTo>
                <a:lnTo>
                  <a:pt x="482149" y="381000"/>
                </a:lnTo>
                <a:lnTo>
                  <a:pt x="478563" y="381000"/>
                </a:lnTo>
                <a:lnTo>
                  <a:pt x="466516" y="378460"/>
                </a:lnTo>
                <a:lnTo>
                  <a:pt x="449601" y="374650"/>
                </a:lnTo>
                <a:lnTo>
                  <a:pt x="422961" y="369570"/>
                </a:lnTo>
                <a:lnTo>
                  <a:pt x="397798" y="364490"/>
                </a:lnTo>
                <a:lnTo>
                  <a:pt x="395363" y="363220"/>
                </a:lnTo>
                <a:lnTo>
                  <a:pt x="390288" y="363220"/>
                </a:lnTo>
                <a:lnTo>
                  <a:pt x="387664" y="361950"/>
                </a:lnTo>
                <a:lnTo>
                  <a:pt x="360130" y="355600"/>
                </a:lnTo>
                <a:lnTo>
                  <a:pt x="350114" y="353060"/>
                </a:lnTo>
                <a:lnTo>
                  <a:pt x="345118" y="353060"/>
                </a:lnTo>
                <a:lnTo>
                  <a:pt x="348948" y="349250"/>
                </a:lnTo>
                <a:lnTo>
                  <a:pt x="352825" y="346710"/>
                </a:lnTo>
                <a:lnTo>
                  <a:pt x="371493" y="334010"/>
                </a:lnTo>
                <a:lnTo>
                  <a:pt x="375473" y="331470"/>
                </a:lnTo>
                <a:lnTo>
                  <a:pt x="377262" y="330200"/>
                </a:lnTo>
                <a:lnTo>
                  <a:pt x="280870" y="330200"/>
                </a:lnTo>
                <a:lnTo>
                  <a:pt x="278265" y="325120"/>
                </a:lnTo>
                <a:lnTo>
                  <a:pt x="232926" y="325120"/>
                </a:lnTo>
                <a:lnTo>
                  <a:pt x="229845" y="323850"/>
                </a:lnTo>
                <a:lnTo>
                  <a:pt x="227591" y="322580"/>
                </a:lnTo>
                <a:lnTo>
                  <a:pt x="213496" y="318770"/>
                </a:lnTo>
                <a:lnTo>
                  <a:pt x="201688" y="316230"/>
                </a:lnTo>
                <a:lnTo>
                  <a:pt x="189892" y="312420"/>
                </a:lnTo>
                <a:lnTo>
                  <a:pt x="172618" y="307340"/>
                </a:lnTo>
                <a:lnTo>
                  <a:pt x="167149" y="306070"/>
                </a:lnTo>
                <a:lnTo>
                  <a:pt x="138031" y="297180"/>
                </a:lnTo>
                <a:lnTo>
                  <a:pt x="130405" y="295910"/>
                </a:lnTo>
                <a:lnTo>
                  <a:pt x="93964" y="284480"/>
                </a:lnTo>
                <a:lnTo>
                  <a:pt x="87755" y="281940"/>
                </a:lnTo>
                <a:lnTo>
                  <a:pt x="77211" y="279400"/>
                </a:lnTo>
                <a:lnTo>
                  <a:pt x="68881" y="276860"/>
                </a:lnTo>
                <a:lnTo>
                  <a:pt x="66297" y="275590"/>
                </a:lnTo>
                <a:lnTo>
                  <a:pt x="46698" y="269240"/>
                </a:lnTo>
                <a:lnTo>
                  <a:pt x="40165" y="266700"/>
                </a:lnTo>
                <a:lnTo>
                  <a:pt x="29890" y="264160"/>
                </a:lnTo>
                <a:lnTo>
                  <a:pt x="28132" y="262890"/>
                </a:lnTo>
                <a:lnTo>
                  <a:pt x="25618" y="261620"/>
                </a:lnTo>
                <a:close/>
              </a:path>
              <a:path w="592454" h="610869">
                <a:moveTo>
                  <a:pt x="498319" y="384810"/>
                </a:moveTo>
                <a:lnTo>
                  <a:pt x="309231" y="384810"/>
                </a:lnTo>
                <a:lnTo>
                  <a:pt x="314393" y="386080"/>
                </a:lnTo>
                <a:lnTo>
                  <a:pt x="316694" y="387350"/>
                </a:lnTo>
                <a:lnTo>
                  <a:pt x="323029" y="388620"/>
                </a:lnTo>
                <a:lnTo>
                  <a:pt x="326237" y="388620"/>
                </a:lnTo>
                <a:lnTo>
                  <a:pt x="348503" y="394970"/>
                </a:lnTo>
                <a:lnTo>
                  <a:pt x="386680" y="402590"/>
                </a:lnTo>
                <a:lnTo>
                  <a:pt x="416372" y="408940"/>
                </a:lnTo>
                <a:lnTo>
                  <a:pt x="453916" y="416560"/>
                </a:lnTo>
                <a:lnTo>
                  <a:pt x="476829" y="421640"/>
                </a:lnTo>
                <a:lnTo>
                  <a:pt x="483614" y="422910"/>
                </a:lnTo>
                <a:lnTo>
                  <a:pt x="486499" y="422910"/>
                </a:lnTo>
                <a:lnTo>
                  <a:pt x="490707" y="424180"/>
                </a:lnTo>
                <a:lnTo>
                  <a:pt x="492031" y="424180"/>
                </a:lnTo>
                <a:lnTo>
                  <a:pt x="499501" y="425450"/>
                </a:lnTo>
                <a:lnTo>
                  <a:pt x="501148" y="425450"/>
                </a:lnTo>
                <a:lnTo>
                  <a:pt x="508697" y="427990"/>
                </a:lnTo>
                <a:lnTo>
                  <a:pt x="514151" y="427990"/>
                </a:lnTo>
                <a:lnTo>
                  <a:pt x="516192" y="429260"/>
                </a:lnTo>
                <a:lnTo>
                  <a:pt x="522165" y="429260"/>
                </a:lnTo>
                <a:lnTo>
                  <a:pt x="524198" y="430530"/>
                </a:lnTo>
                <a:lnTo>
                  <a:pt x="540156" y="433070"/>
                </a:lnTo>
                <a:lnTo>
                  <a:pt x="547453" y="434340"/>
                </a:lnTo>
                <a:lnTo>
                  <a:pt x="556326" y="435610"/>
                </a:lnTo>
                <a:lnTo>
                  <a:pt x="557886" y="435610"/>
                </a:lnTo>
                <a:lnTo>
                  <a:pt x="561771" y="436880"/>
                </a:lnTo>
                <a:lnTo>
                  <a:pt x="564088" y="436880"/>
                </a:lnTo>
                <a:lnTo>
                  <a:pt x="568241" y="438150"/>
                </a:lnTo>
                <a:lnTo>
                  <a:pt x="568375" y="438150"/>
                </a:lnTo>
                <a:lnTo>
                  <a:pt x="592150" y="415290"/>
                </a:lnTo>
                <a:lnTo>
                  <a:pt x="590424" y="410210"/>
                </a:lnTo>
                <a:lnTo>
                  <a:pt x="584010" y="401320"/>
                </a:lnTo>
                <a:lnTo>
                  <a:pt x="579723" y="398780"/>
                </a:lnTo>
                <a:lnTo>
                  <a:pt x="567303" y="396240"/>
                </a:lnTo>
                <a:lnTo>
                  <a:pt x="563537" y="396240"/>
                </a:lnTo>
                <a:lnTo>
                  <a:pt x="559778" y="394970"/>
                </a:lnTo>
                <a:lnTo>
                  <a:pt x="540563" y="392430"/>
                </a:lnTo>
                <a:lnTo>
                  <a:pt x="516278" y="388620"/>
                </a:lnTo>
                <a:lnTo>
                  <a:pt x="508627" y="386080"/>
                </a:lnTo>
                <a:lnTo>
                  <a:pt x="503709" y="386080"/>
                </a:lnTo>
                <a:lnTo>
                  <a:pt x="498319" y="384810"/>
                </a:lnTo>
                <a:close/>
              </a:path>
              <a:path w="592454" h="610869">
                <a:moveTo>
                  <a:pt x="394504" y="1270"/>
                </a:moveTo>
                <a:lnTo>
                  <a:pt x="380871" y="1270"/>
                </a:lnTo>
                <a:lnTo>
                  <a:pt x="379035" y="2540"/>
                </a:lnTo>
                <a:lnTo>
                  <a:pt x="377963" y="2540"/>
                </a:lnTo>
                <a:lnTo>
                  <a:pt x="366103" y="21590"/>
                </a:lnTo>
                <a:lnTo>
                  <a:pt x="345181" y="92710"/>
                </a:lnTo>
                <a:lnTo>
                  <a:pt x="338089" y="118110"/>
                </a:lnTo>
                <a:lnTo>
                  <a:pt x="326883" y="158750"/>
                </a:lnTo>
                <a:lnTo>
                  <a:pt x="325764" y="162560"/>
                </a:lnTo>
                <a:lnTo>
                  <a:pt x="321301" y="179070"/>
                </a:lnTo>
                <a:lnTo>
                  <a:pt x="307489" y="229870"/>
                </a:lnTo>
                <a:lnTo>
                  <a:pt x="306260" y="233680"/>
                </a:lnTo>
                <a:lnTo>
                  <a:pt x="304991" y="238760"/>
                </a:lnTo>
                <a:lnTo>
                  <a:pt x="300697" y="254000"/>
                </a:lnTo>
                <a:lnTo>
                  <a:pt x="299365" y="259080"/>
                </a:lnTo>
                <a:lnTo>
                  <a:pt x="297332" y="266700"/>
                </a:lnTo>
                <a:lnTo>
                  <a:pt x="282485" y="323850"/>
                </a:lnTo>
                <a:lnTo>
                  <a:pt x="280870" y="330200"/>
                </a:lnTo>
                <a:lnTo>
                  <a:pt x="377262" y="330200"/>
                </a:lnTo>
                <a:lnTo>
                  <a:pt x="384417" y="325120"/>
                </a:lnTo>
                <a:lnTo>
                  <a:pt x="395513" y="317500"/>
                </a:lnTo>
                <a:lnTo>
                  <a:pt x="325709" y="317500"/>
                </a:lnTo>
                <a:lnTo>
                  <a:pt x="329980" y="300990"/>
                </a:lnTo>
                <a:lnTo>
                  <a:pt x="342407" y="254000"/>
                </a:lnTo>
                <a:lnTo>
                  <a:pt x="343179" y="251460"/>
                </a:lnTo>
                <a:lnTo>
                  <a:pt x="343912" y="247650"/>
                </a:lnTo>
                <a:lnTo>
                  <a:pt x="348231" y="232410"/>
                </a:lnTo>
                <a:lnTo>
                  <a:pt x="361801" y="182880"/>
                </a:lnTo>
                <a:lnTo>
                  <a:pt x="371099" y="149860"/>
                </a:lnTo>
                <a:lnTo>
                  <a:pt x="379527" y="119380"/>
                </a:lnTo>
                <a:lnTo>
                  <a:pt x="385883" y="96520"/>
                </a:lnTo>
                <a:lnTo>
                  <a:pt x="386308" y="95250"/>
                </a:lnTo>
                <a:lnTo>
                  <a:pt x="405024" y="30480"/>
                </a:lnTo>
                <a:lnTo>
                  <a:pt x="405686" y="29210"/>
                </a:lnTo>
                <a:lnTo>
                  <a:pt x="406576" y="25400"/>
                </a:lnTo>
                <a:lnTo>
                  <a:pt x="407664" y="21590"/>
                </a:lnTo>
                <a:lnTo>
                  <a:pt x="401431" y="6350"/>
                </a:lnTo>
                <a:lnTo>
                  <a:pt x="398018" y="3810"/>
                </a:lnTo>
                <a:lnTo>
                  <a:pt x="396695" y="2540"/>
                </a:lnTo>
                <a:lnTo>
                  <a:pt x="394504" y="1270"/>
                </a:lnTo>
                <a:close/>
              </a:path>
              <a:path w="592454" h="610869">
                <a:moveTo>
                  <a:pt x="191827" y="182880"/>
                </a:moveTo>
                <a:lnTo>
                  <a:pt x="172878" y="203200"/>
                </a:lnTo>
                <a:lnTo>
                  <a:pt x="174084" y="209550"/>
                </a:lnTo>
                <a:lnTo>
                  <a:pt x="174596" y="210820"/>
                </a:lnTo>
                <a:lnTo>
                  <a:pt x="232926" y="325120"/>
                </a:lnTo>
                <a:lnTo>
                  <a:pt x="278265" y="325120"/>
                </a:lnTo>
                <a:lnTo>
                  <a:pt x="211192" y="194310"/>
                </a:lnTo>
                <a:lnTo>
                  <a:pt x="206209" y="187960"/>
                </a:lnTo>
                <a:lnTo>
                  <a:pt x="199465" y="184150"/>
                </a:lnTo>
                <a:lnTo>
                  <a:pt x="191827" y="182880"/>
                </a:lnTo>
                <a:close/>
              </a:path>
              <a:path w="592454" h="610869">
                <a:moveTo>
                  <a:pt x="473319" y="220980"/>
                </a:moveTo>
                <a:lnTo>
                  <a:pt x="466814" y="222250"/>
                </a:lnTo>
                <a:lnTo>
                  <a:pt x="465285" y="223520"/>
                </a:lnTo>
                <a:lnTo>
                  <a:pt x="463795" y="223520"/>
                </a:lnTo>
                <a:lnTo>
                  <a:pt x="426616" y="248920"/>
                </a:lnTo>
                <a:lnTo>
                  <a:pt x="400777" y="265430"/>
                </a:lnTo>
                <a:lnTo>
                  <a:pt x="381824" y="278130"/>
                </a:lnTo>
                <a:lnTo>
                  <a:pt x="369547" y="287020"/>
                </a:lnTo>
                <a:lnTo>
                  <a:pt x="367530" y="288290"/>
                </a:lnTo>
                <a:lnTo>
                  <a:pt x="357269" y="294640"/>
                </a:lnTo>
                <a:lnTo>
                  <a:pt x="356056" y="295910"/>
                </a:lnTo>
                <a:lnTo>
                  <a:pt x="352935" y="298450"/>
                </a:lnTo>
                <a:lnTo>
                  <a:pt x="337348" y="308610"/>
                </a:lnTo>
                <a:lnTo>
                  <a:pt x="332903" y="312420"/>
                </a:lnTo>
                <a:lnTo>
                  <a:pt x="327561" y="316230"/>
                </a:lnTo>
                <a:lnTo>
                  <a:pt x="325709" y="317500"/>
                </a:lnTo>
                <a:lnTo>
                  <a:pt x="395513" y="317500"/>
                </a:lnTo>
                <a:lnTo>
                  <a:pt x="428638" y="294640"/>
                </a:lnTo>
                <a:lnTo>
                  <a:pt x="448074" y="281940"/>
                </a:lnTo>
                <a:lnTo>
                  <a:pt x="484426" y="257810"/>
                </a:lnTo>
                <a:lnTo>
                  <a:pt x="490087" y="252730"/>
                </a:lnTo>
                <a:lnTo>
                  <a:pt x="493056" y="245110"/>
                </a:lnTo>
                <a:lnTo>
                  <a:pt x="493148" y="237490"/>
                </a:lnTo>
                <a:lnTo>
                  <a:pt x="490179" y="231140"/>
                </a:lnTo>
                <a:lnTo>
                  <a:pt x="485544" y="226060"/>
                </a:lnTo>
                <a:lnTo>
                  <a:pt x="479743" y="222250"/>
                </a:lnTo>
                <a:lnTo>
                  <a:pt x="473319" y="220980"/>
                </a:lnTo>
                <a:close/>
              </a:path>
              <a:path w="592454" h="610869">
                <a:moveTo>
                  <a:pt x="389917" y="0"/>
                </a:moveTo>
                <a:lnTo>
                  <a:pt x="383408" y="0"/>
                </a:lnTo>
                <a:lnTo>
                  <a:pt x="381580" y="1270"/>
                </a:lnTo>
                <a:lnTo>
                  <a:pt x="393763" y="1270"/>
                </a:lnTo>
                <a:lnTo>
                  <a:pt x="389917" y="0"/>
                </a:lnTo>
                <a:close/>
              </a:path>
            </a:pathLst>
          </a:custGeom>
          <a:solidFill>
            <a:srgbClr val="AC7AB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0" y="0"/>
            <a:ext cx="11227435" cy="13671550"/>
            <a:chOff x="0" y="0"/>
            <a:chExt cx="11227435" cy="13671550"/>
          </a:xfrm>
        </p:grpSpPr>
        <p:sp>
          <p:nvSpPr>
            <p:cNvPr id="19" name="object 19"/>
            <p:cNvSpPr/>
            <p:nvPr/>
          </p:nvSpPr>
          <p:spPr>
            <a:xfrm>
              <a:off x="278079" y="665390"/>
              <a:ext cx="8498840" cy="9730105"/>
            </a:xfrm>
            <a:custGeom>
              <a:avLst/>
              <a:gdLst/>
              <a:ahLst/>
              <a:cxnLst/>
              <a:rect l="l" t="t" r="r" b="b"/>
              <a:pathLst>
                <a:path w="8498840" h="9730105">
                  <a:moveTo>
                    <a:pt x="470382" y="9549447"/>
                  </a:moveTo>
                  <a:lnTo>
                    <a:pt x="470357" y="9544367"/>
                  </a:lnTo>
                  <a:lnTo>
                    <a:pt x="466966" y="9536747"/>
                  </a:lnTo>
                  <a:lnTo>
                    <a:pt x="464019" y="9532937"/>
                  </a:lnTo>
                  <a:lnTo>
                    <a:pt x="458990" y="9530397"/>
                  </a:lnTo>
                  <a:lnTo>
                    <a:pt x="458101" y="9530397"/>
                  </a:lnTo>
                  <a:lnTo>
                    <a:pt x="456133" y="9529127"/>
                  </a:lnTo>
                  <a:lnTo>
                    <a:pt x="455066" y="9527857"/>
                  </a:lnTo>
                  <a:lnTo>
                    <a:pt x="450938" y="9526587"/>
                  </a:lnTo>
                  <a:lnTo>
                    <a:pt x="447916" y="9525317"/>
                  </a:lnTo>
                  <a:lnTo>
                    <a:pt x="432396" y="9516427"/>
                  </a:lnTo>
                  <a:lnTo>
                    <a:pt x="417207" y="9508807"/>
                  </a:lnTo>
                  <a:lnTo>
                    <a:pt x="406666" y="9503727"/>
                  </a:lnTo>
                  <a:lnTo>
                    <a:pt x="402742" y="9502457"/>
                  </a:lnTo>
                  <a:lnTo>
                    <a:pt x="385445" y="9492297"/>
                  </a:lnTo>
                  <a:lnTo>
                    <a:pt x="382562" y="9491027"/>
                  </a:lnTo>
                  <a:lnTo>
                    <a:pt x="366141" y="9482137"/>
                  </a:lnTo>
                  <a:lnTo>
                    <a:pt x="334429" y="9465627"/>
                  </a:lnTo>
                  <a:lnTo>
                    <a:pt x="318058" y="9456737"/>
                  </a:lnTo>
                  <a:lnTo>
                    <a:pt x="316128" y="9455467"/>
                  </a:lnTo>
                  <a:lnTo>
                    <a:pt x="312102" y="9452927"/>
                  </a:lnTo>
                  <a:lnTo>
                    <a:pt x="310032" y="9451657"/>
                  </a:lnTo>
                  <a:lnTo>
                    <a:pt x="288175" y="9440227"/>
                  </a:lnTo>
                  <a:lnTo>
                    <a:pt x="276263" y="9432607"/>
                  </a:lnTo>
                  <a:lnTo>
                    <a:pt x="284213" y="9430067"/>
                  </a:lnTo>
                  <a:lnTo>
                    <a:pt x="305536" y="9423717"/>
                  </a:lnTo>
                  <a:lnTo>
                    <a:pt x="307594" y="9422447"/>
                  </a:lnTo>
                  <a:lnTo>
                    <a:pt x="316801" y="9419907"/>
                  </a:lnTo>
                  <a:lnTo>
                    <a:pt x="347154" y="9409747"/>
                  </a:lnTo>
                  <a:lnTo>
                    <a:pt x="362127" y="9405937"/>
                  </a:lnTo>
                  <a:lnTo>
                    <a:pt x="382003" y="9399587"/>
                  </a:lnTo>
                  <a:lnTo>
                    <a:pt x="386118" y="9398317"/>
                  </a:lnTo>
                  <a:lnTo>
                    <a:pt x="419100" y="9388157"/>
                  </a:lnTo>
                  <a:lnTo>
                    <a:pt x="425361" y="9385617"/>
                  </a:lnTo>
                  <a:lnTo>
                    <a:pt x="429729" y="9380537"/>
                  </a:lnTo>
                  <a:lnTo>
                    <a:pt x="431787" y="9372917"/>
                  </a:lnTo>
                  <a:lnTo>
                    <a:pt x="431165" y="9366567"/>
                  </a:lnTo>
                  <a:lnTo>
                    <a:pt x="428790" y="9358947"/>
                  </a:lnTo>
                  <a:lnTo>
                    <a:pt x="421284" y="9353867"/>
                  </a:lnTo>
                  <a:lnTo>
                    <a:pt x="410425" y="9353867"/>
                  </a:lnTo>
                  <a:lnTo>
                    <a:pt x="339598" y="9375457"/>
                  </a:lnTo>
                  <a:lnTo>
                    <a:pt x="305104" y="9385617"/>
                  </a:lnTo>
                  <a:lnTo>
                    <a:pt x="301434" y="9386887"/>
                  </a:lnTo>
                  <a:lnTo>
                    <a:pt x="298919" y="9388157"/>
                  </a:lnTo>
                  <a:lnTo>
                    <a:pt x="296964" y="9388157"/>
                  </a:lnTo>
                  <a:lnTo>
                    <a:pt x="295021" y="9389427"/>
                  </a:lnTo>
                  <a:lnTo>
                    <a:pt x="280898" y="9393237"/>
                  </a:lnTo>
                  <a:lnTo>
                    <a:pt x="276313" y="9395777"/>
                  </a:lnTo>
                  <a:lnTo>
                    <a:pt x="270802" y="9397047"/>
                  </a:lnTo>
                  <a:lnTo>
                    <a:pt x="269849" y="9397047"/>
                  </a:lnTo>
                  <a:lnTo>
                    <a:pt x="268897" y="9398317"/>
                  </a:lnTo>
                  <a:lnTo>
                    <a:pt x="269582" y="9397047"/>
                  </a:lnTo>
                  <a:lnTo>
                    <a:pt x="273723" y="9389427"/>
                  </a:lnTo>
                  <a:lnTo>
                    <a:pt x="276656" y="9385617"/>
                  </a:lnTo>
                  <a:lnTo>
                    <a:pt x="300736" y="9346247"/>
                  </a:lnTo>
                  <a:lnTo>
                    <a:pt x="302094" y="9343707"/>
                  </a:lnTo>
                  <a:lnTo>
                    <a:pt x="360654" y="9250997"/>
                  </a:lnTo>
                  <a:lnTo>
                    <a:pt x="372110" y="9233217"/>
                  </a:lnTo>
                  <a:lnTo>
                    <a:pt x="373608" y="9230677"/>
                  </a:lnTo>
                  <a:lnTo>
                    <a:pt x="382498" y="9216707"/>
                  </a:lnTo>
                  <a:lnTo>
                    <a:pt x="386791" y="9210357"/>
                  </a:lnTo>
                  <a:lnTo>
                    <a:pt x="412750" y="9170987"/>
                  </a:lnTo>
                  <a:lnTo>
                    <a:pt x="412813" y="9169717"/>
                  </a:lnTo>
                  <a:lnTo>
                    <a:pt x="414832" y="9167177"/>
                  </a:lnTo>
                  <a:lnTo>
                    <a:pt x="415658" y="9163367"/>
                  </a:lnTo>
                  <a:lnTo>
                    <a:pt x="411226" y="9149397"/>
                  </a:lnTo>
                  <a:lnTo>
                    <a:pt x="410298" y="9148127"/>
                  </a:lnTo>
                  <a:lnTo>
                    <a:pt x="408686" y="9146857"/>
                  </a:lnTo>
                  <a:lnTo>
                    <a:pt x="408139" y="9146857"/>
                  </a:lnTo>
                  <a:lnTo>
                    <a:pt x="405168" y="9144317"/>
                  </a:lnTo>
                  <a:lnTo>
                    <a:pt x="402590" y="9143047"/>
                  </a:lnTo>
                  <a:lnTo>
                    <a:pt x="394373" y="9143047"/>
                  </a:lnTo>
                  <a:lnTo>
                    <a:pt x="391426" y="9144317"/>
                  </a:lnTo>
                  <a:lnTo>
                    <a:pt x="389585" y="9144317"/>
                  </a:lnTo>
                  <a:lnTo>
                    <a:pt x="385927" y="9146857"/>
                  </a:lnTo>
                  <a:lnTo>
                    <a:pt x="384162" y="9149397"/>
                  </a:lnTo>
                  <a:lnTo>
                    <a:pt x="381114" y="9153207"/>
                  </a:lnTo>
                  <a:lnTo>
                    <a:pt x="379463" y="9155747"/>
                  </a:lnTo>
                  <a:lnTo>
                    <a:pt x="372491" y="9167177"/>
                  </a:lnTo>
                  <a:lnTo>
                    <a:pt x="368033" y="9173527"/>
                  </a:lnTo>
                  <a:lnTo>
                    <a:pt x="355739" y="9192577"/>
                  </a:lnTo>
                  <a:lnTo>
                    <a:pt x="351345" y="9198927"/>
                  </a:lnTo>
                  <a:lnTo>
                    <a:pt x="343090" y="9211627"/>
                  </a:lnTo>
                  <a:lnTo>
                    <a:pt x="330581" y="9231947"/>
                  </a:lnTo>
                  <a:lnTo>
                    <a:pt x="312686" y="9259887"/>
                  </a:lnTo>
                  <a:lnTo>
                    <a:pt x="310756" y="9262427"/>
                  </a:lnTo>
                  <a:lnTo>
                    <a:pt x="308787" y="9266237"/>
                  </a:lnTo>
                  <a:lnTo>
                    <a:pt x="273735" y="9322117"/>
                  </a:lnTo>
                  <a:lnTo>
                    <a:pt x="271487" y="9325927"/>
                  </a:lnTo>
                  <a:lnTo>
                    <a:pt x="263715" y="9337357"/>
                  </a:lnTo>
                  <a:lnTo>
                    <a:pt x="261251" y="9342437"/>
                  </a:lnTo>
                  <a:lnTo>
                    <a:pt x="257556" y="9347517"/>
                  </a:lnTo>
                  <a:lnTo>
                    <a:pt x="235343" y="9384347"/>
                  </a:lnTo>
                  <a:lnTo>
                    <a:pt x="231330" y="9390697"/>
                  </a:lnTo>
                  <a:lnTo>
                    <a:pt x="227368" y="9397047"/>
                  </a:lnTo>
                  <a:lnTo>
                    <a:pt x="224358" y="9380537"/>
                  </a:lnTo>
                  <a:lnTo>
                    <a:pt x="203009" y="9263697"/>
                  </a:lnTo>
                  <a:lnTo>
                    <a:pt x="200380" y="9257347"/>
                  </a:lnTo>
                  <a:lnTo>
                    <a:pt x="195592" y="9252267"/>
                  </a:lnTo>
                  <a:lnTo>
                    <a:pt x="189331" y="9249727"/>
                  </a:lnTo>
                  <a:lnTo>
                    <a:pt x="178219" y="9249727"/>
                  </a:lnTo>
                  <a:lnTo>
                    <a:pt x="167576" y="9268777"/>
                  </a:lnTo>
                  <a:lnTo>
                    <a:pt x="187972" y="9380537"/>
                  </a:lnTo>
                  <a:lnTo>
                    <a:pt x="185559" y="9379267"/>
                  </a:lnTo>
                  <a:lnTo>
                    <a:pt x="183819" y="9377997"/>
                  </a:lnTo>
                  <a:lnTo>
                    <a:pt x="172808" y="9370377"/>
                  </a:lnTo>
                  <a:lnTo>
                    <a:pt x="163588" y="9365297"/>
                  </a:lnTo>
                  <a:lnTo>
                    <a:pt x="154393" y="9358947"/>
                  </a:lnTo>
                  <a:lnTo>
                    <a:pt x="140944" y="9350057"/>
                  </a:lnTo>
                  <a:lnTo>
                    <a:pt x="136728" y="9347517"/>
                  </a:lnTo>
                  <a:lnTo>
                    <a:pt x="117208" y="9334817"/>
                  </a:lnTo>
                  <a:lnTo>
                    <a:pt x="115963" y="9333547"/>
                  </a:lnTo>
                  <a:lnTo>
                    <a:pt x="108229" y="9328467"/>
                  </a:lnTo>
                  <a:lnTo>
                    <a:pt x="80086" y="9310687"/>
                  </a:lnTo>
                  <a:lnTo>
                    <a:pt x="77698" y="9308147"/>
                  </a:lnTo>
                  <a:lnTo>
                    <a:pt x="75298" y="9306877"/>
                  </a:lnTo>
                  <a:lnTo>
                    <a:pt x="65252" y="9300527"/>
                  </a:lnTo>
                  <a:lnTo>
                    <a:pt x="60769" y="9296717"/>
                  </a:lnTo>
                  <a:lnTo>
                    <a:pt x="58788" y="9295447"/>
                  </a:lnTo>
                  <a:lnTo>
                    <a:pt x="43764" y="9285287"/>
                  </a:lnTo>
                  <a:lnTo>
                    <a:pt x="38735" y="9281477"/>
                  </a:lnTo>
                  <a:lnTo>
                    <a:pt x="30861" y="9276397"/>
                  </a:lnTo>
                  <a:lnTo>
                    <a:pt x="29514" y="9275127"/>
                  </a:lnTo>
                  <a:lnTo>
                    <a:pt x="27597" y="9273857"/>
                  </a:lnTo>
                  <a:lnTo>
                    <a:pt x="26936" y="9273857"/>
                  </a:lnTo>
                  <a:lnTo>
                    <a:pt x="24815" y="9272587"/>
                  </a:lnTo>
                  <a:lnTo>
                    <a:pt x="23279" y="9271317"/>
                  </a:lnTo>
                  <a:lnTo>
                    <a:pt x="14706" y="9271317"/>
                  </a:lnTo>
                  <a:lnTo>
                    <a:pt x="9779" y="9272587"/>
                  </a:lnTo>
                  <a:lnTo>
                    <a:pt x="6350" y="9275127"/>
                  </a:lnTo>
                  <a:lnTo>
                    <a:pt x="3657" y="9277667"/>
                  </a:lnTo>
                  <a:lnTo>
                    <a:pt x="3467" y="9277667"/>
                  </a:lnTo>
                  <a:lnTo>
                    <a:pt x="0" y="9287827"/>
                  </a:lnTo>
                  <a:lnTo>
                    <a:pt x="190" y="9291637"/>
                  </a:lnTo>
                  <a:lnTo>
                    <a:pt x="609" y="9292907"/>
                  </a:lnTo>
                  <a:lnTo>
                    <a:pt x="1536" y="9295447"/>
                  </a:lnTo>
                  <a:lnTo>
                    <a:pt x="1828" y="9296717"/>
                  </a:lnTo>
                  <a:lnTo>
                    <a:pt x="2997" y="9299257"/>
                  </a:lnTo>
                  <a:lnTo>
                    <a:pt x="4025" y="9300527"/>
                  </a:lnTo>
                  <a:lnTo>
                    <a:pt x="6007" y="9301797"/>
                  </a:lnTo>
                  <a:lnTo>
                    <a:pt x="6743" y="9303067"/>
                  </a:lnTo>
                  <a:lnTo>
                    <a:pt x="9017" y="9304337"/>
                  </a:lnTo>
                  <a:lnTo>
                    <a:pt x="10058" y="9305607"/>
                  </a:lnTo>
                  <a:lnTo>
                    <a:pt x="14300" y="9308147"/>
                  </a:lnTo>
                  <a:lnTo>
                    <a:pt x="17576" y="9310687"/>
                  </a:lnTo>
                  <a:lnTo>
                    <a:pt x="38277" y="9324657"/>
                  </a:lnTo>
                  <a:lnTo>
                    <a:pt x="40805" y="9325927"/>
                  </a:lnTo>
                  <a:lnTo>
                    <a:pt x="43954" y="9328467"/>
                  </a:lnTo>
                  <a:lnTo>
                    <a:pt x="44538" y="9328467"/>
                  </a:lnTo>
                  <a:lnTo>
                    <a:pt x="46050" y="9329737"/>
                  </a:lnTo>
                  <a:lnTo>
                    <a:pt x="46951" y="9331007"/>
                  </a:lnTo>
                  <a:lnTo>
                    <a:pt x="54800" y="9336087"/>
                  </a:lnTo>
                  <a:lnTo>
                    <a:pt x="67043" y="9343707"/>
                  </a:lnTo>
                  <a:lnTo>
                    <a:pt x="87845" y="9357677"/>
                  </a:lnTo>
                  <a:lnTo>
                    <a:pt x="91097" y="9360217"/>
                  </a:lnTo>
                  <a:lnTo>
                    <a:pt x="100774" y="9366567"/>
                  </a:lnTo>
                  <a:lnTo>
                    <a:pt x="102374" y="9367837"/>
                  </a:lnTo>
                  <a:lnTo>
                    <a:pt x="107149" y="9370377"/>
                  </a:lnTo>
                  <a:lnTo>
                    <a:pt x="111988" y="9374187"/>
                  </a:lnTo>
                  <a:lnTo>
                    <a:pt x="130987" y="9386887"/>
                  </a:lnTo>
                  <a:lnTo>
                    <a:pt x="139255" y="9391967"/>
                  </a:lnTo>
                  <a:lnTo>
                    <a:pt x="150202" y="9398317"/>
                  </a:lnTo>
                  <a:lnTo>
                    <a:pt x="152984" y="9400857"/>
                  </a:lnTo>
                  <a:lnTo>
                    <a:pt x="177838" y="9416097"/>
                  </a:lnTo>
                  <a:lnTo>
                    <a:pt x="180936" y="9417367"/>
                  </a:lnTo>
                  <a:lnTo>
                    <a:pt x="190588" y="9423717"/>
                  </a:lnTo>
                  <a:lnTo>
                    <a:pt x="191871" y="9424987"/>
                  </a:lnTo>
                  <a:lnTo>
                    <a:pt x="193167" y="9424987"/>
                  </a:lnTo>
                  <a:lnTo>
                    <a:pt x="191566" y="9426257"/>
                  </a:lnTo>
                  <a:lnTo>
                    <a:pt x="190004" y="9426257"/>
                  </a:lnTo>
                  <a:lnTo>
                    <a:pt x="185788" y="9428797"/>
                  </a:lnTo>
                  <a:lnTo>
                    <a:pt x="183197" y="9428797"/>
                  </a:lnTo>
                  <a:lnTo>
                    <a:pt x="178346" y="9431337"/>
                  </a:lnTo>
                  <a:lnTo>
                    <a:pt x="165836" y="9436417"/>
                  </a:lnTo>
                  <a:lnTo>
                    <a:pt x="162471" y="9437687"/>
                  </a:lnTo>
                  <a:lnTo>
                    <a:pt x="155181" y="9440227"/>
                  </a:lnTo>
                  <a:lnTo>
                    <a:pt x="151282" y="9442767"/>
                  </a:lnTo>
                  <a:lnTo>
                    <a:pt x="143713" y="9446577"/>
                  </a:lnTo>
                  <a:lnTo>
                    <a:pt x="133692" y="9450387"/>
                  </a:lnTo>
                  <a:lnTo>
                    <a:pt x="129997" y="9451657"/>
                  </a:lnTo>
                  <a:lnTo>
                    <a:pt x="126263" y="9454197"/>
                  </a:lnTo>
                  <a:lnTo>
                    <a:pt x="121729" y="9455467"/>
                  </a:lnTo>
                  <a:lnTo>
                    <a:pt x="120891" y="9456737"/>
                  </a:lnTo>
                  <a:lnTo>
                    <a:pt x="115646" y="9459277"/>
                  </a:lnTo>
                  <a:lnTo>
                    <a:pt x="111315" y="9461817"/>
                  </a:lnTo>
                  <a:lnTo>
                    <a:pt x="102603" y="9465627"/>
                  </a:lnTo>
                  <a:lnTo>
                    <a:pt x="95351" y="9469437"/>
                  </a:lnTo>
                  <a:lnTo>
                    <a:pt x="92824" y="9470707"/>
                  </a:lnTo>
                  <a:lnTo>
                    <a:pt x="89966" y="9471977"/>
                  </a:lnTo>
                  <a:lnTo>
                    <a:pt x="89192" y="9471977"/>
                  </a:lnTo>
                  <a:lnTo>
                    <a:pt x="85305" y="9474517"/>
                  </a:lnTo>
                  <a:lnTo>
                    <a:pt x="81508" y="9477057"/>
                  </a:lnTo>
                  <a:lnTo>
                    <a:pt x="68910" y="9483407"/>
                  </a:lnTo>
                  <a:lnTo>
                    <a:pt x="66967" y="9484677"/>
                  </a:lnTo>
                  <a:lnTo>
                    <a:pt x="62458" y="9487217"/>
                  </a:lnTo>
                  <a:lnTo>
                    <a:pt x="59804" y="9488487"/>
                  </a:lnTo>
                  <a:lnTo>
                    <a:pt x="49669" y="9494837"/>
                  </a:lnTo>
                  <a:lnTo>
                    <a:pt x="46583" y="9503727"/>
                  </a:lnTo>
                  <a:lnTo>
                    <a:pt x="49707" y="9512617"/>
                  </a:lnTo>
                  <a:lnTo>
                    <a:pt x="50558" y="9513887"/>
                  </a:lnTo>
                  <a:lnTo>
                    <a:pt x="52603" y="9516427"/>
                  </a:lnTo>
                  <a:lnTo>
                    <a:pt x="55600" y="9520237"/>
                  </a:lnTo>
                  <a:lnTo>
                    <a:pt x="57899" y="9521507"/>
                  </a:lnTo>
                  <a:lnTo>
                    <a:pt x="62052" y="9522777"/>
                  </a:lnTo>
                  <a:lnTo>
                    <a:pt x="69710" y="9522777"/>
                  </a:lnTo>
                  <a:lnTo>
                    <a:pt x="72809" y="9521507"/>
                  </a:lnTo>
                  <a:lnTo>
                    <a:pt x="74866" y="9521507"/>
                  </a:lnTo>
                  <a:lnTo>
                    <a:pt x="75018" y="9520237"/>
                  </a:lnTo>
                  <a:lnTo>
                    <a:pt x="77254" y="9520237"/>
                  </a:lnTo>
                  <a:lnTo>
                    <a:pt x="79375" y="9518967"/>
                  </a:lnTo>
                  <a:lnTo>
                    <a:pt x="82677" y="9516427"/>
                  </a:lnTo>
                  <a:lnTo>
                    <a:pt x="92773" y="9511347"/>
                  </a:lnTo>
                  <a:lnTo>
                    <a:pt x="103073" y="9504997"/>
                  </a:lnTo>
                  <a:lnTo>
                    <a:pt x="109435" y="9502457"/>
                  </a:lnTo>
                  <a:lnTo>
                    <a:pt x="118364" y="9497377"/>
                  </a:lnTo>
                  <a:lnTo>
                    <a:pt x="120891" y="9496107"/>
                  </a:lnTo>
                  <a:lnTo>
                    <a:pt x="126504" y="9493567"/>
                  </a:lnTo>
                  <a:lnTo>
                    <a:pt x="129552" y="9492297"/>
                  </a:lnTo>
                  <a:lnTo>
                    <a:pt x="133134" y="9489757"/>
                  </a:lnTo>
                  <a:lnTo>
                    <a:pt x="134175" y="9489757"/>
                  </a:lnTo>
                  <a:lnTo>
                    <a:pt x="139242" y="9487217"/>
                  </a:lnTo>
                  <a:lnTo>
                    <a:pt x="145199" y="9484677"/>
                  </a:lnTo>
                  <a:lnTo>
                    <a:pt x="148590" y="9483407"/>
                  </a:lnTo>
                  <a:lnTo>
                    <a:pt x="158407" y="9478327"/>
                  </a:lnTo>
                  <a:lnTo>
                    <a:pt x="166154" y="9474517"/>
                  </a:lnTo>
                  <a:lnTo>
                    <a:pt x="181330" y="9468167"/>
                  </a:lnTo>
                  <a:lnTo>
                    <a:pt x="182956" y="9468167"/>
                  </a:lnTo>
                  <a:lnTo>
                    <a:pt x="185521" y="9466897"/>
                  </a:lnTo>
                  <a:lnTo>
                    <a:pt x="161721" y="9507537"/>
                  </a:lnTo>
                  <a:lnTo>
                    <a:pt x="158318" y="9512617"/>
                  </a:lnTo>
                  <a:lnTo>
                    <a:pt x="146088" y="9534207"/>
                  </a:lnTo>
                  <a:lnTo>
                    <a:pt x="127304" y="9565957"/>
                  </a:lnTo>
                  <a:lnTo>
                    <a:pt x="125234" y="9569767"/>
                  </a:lnTo>
                  <a:lnTo>
                    <a:pt x="120942" y="9577387"/>
                  </a:lnTo>
                  <a:lnTo>
                    <a:pt x="111366" y="9593897"/>
                  </a:lnTo>
                  <a:lnTo>
                    <a:pt x="92316" y="9626917"/>
                  </a:lnTo>
                  <a:lnTo>
                    <a:pt x="80949" y="9647237"/>
                  </a:lnTo>
                  <a:lnTo>
                    <a:pt x="72796" y="9662477"/>
                  </a:lnTo>
                  <a:lnTo>
                    <a:pt x="60629" y="9684067"/>
                  </a:lnTo>
                  <a:lnTo>
                    <a:pt x="60312" y="9685337"/>
                  </a:lnTo>
                  <a:lnTo>
                    <a:pt x="59817" y="9685337"/>
                  </a:lnTo>
                  <a:lnTo>
                    <a:pt x="56464" y="9691687"/>
                  </a:lnTo>
                  <a:lnTo>
                    <a:pt x="53035" y="9696767"/>
                  </a:lnTo>
                  <a:lnTo>
                    <a:pt x="45745" y="9710737"/>
                  </a:lnTo>
                  <a:lnTo>
                    <a:pt x="47244" y="9719627"/>
                  </a:lnTo>
                  <a:lnTo>
                    <a:pt x="53949" y="9725977"/>
                  </a:lnTo>
                  <a:lnTo>
                    <a:pt x="55245" y="9727247"/>
                  </a:lnTo>
                  <a:lnTo>
                    <a:pt x="60883" y="9729787"/>
                  </a:lnTo>
                  <a:lnTo>
                    <a:pt x="70319" y="9729787"/>
                  </a:lnTo>
                  <a:lnTo>
                    <a:pt x="70739" y="9728517"/>
                  </a:lnTo>
                  <a:lnTo>
                    <a:pt x="72377" y="9728517"/>
                  </a:lnTo>
                  <a:lnTo>
                    <a:pt x="73533" y="9727247"/>
                  </a:lnTo>
                  <a:lnTo>
                    <a:pt x="75653" y="9725977"/>
                  </a:lnTo>
                  <a:lnTo>
                    <a:pt x="76619" y="9725977"/>
                  </a:lnTo>
                  <a:lnTo>
                    <a:pt x="78587" y="9723437"/>
                  </a:lnTo>
                  <a:lnTo>
                    <a:pt x="79540" y="9723437"/>
                  </a:lnTo>
                  <a:lnTo>
                    <a:pt x="80568" y="9720897"/>
                  </a:lnTo>
                  <a:lnTo>
                    <a:pt x="80797" y="9720897"/>
                  </a:lnTo>
                  <a:lnTo>
                    <a:pt x="81788" y="9719627"/>
                  </a:lnTo>
                  <a:lnTo>
                    <a:pt x="82651" y="9717087"/>
                  </a:lnTo>
                  <a:lnTo>
                    <a:pt x="84124" y="9714547"/>
                  </a:lnTo>
                  <a:lnTo>
                    <a:pt x="85420" y="9713277"/>
                  </a:lnTo>
                  <a:lnTo>
                    <a:pt x="89509" y="9705657"/>
                  </a:lnTo>
                  <a:lnTo>
                    <a:pt x="126695" y="9639617"/>
                  </a:lnTo>
                  <a:lnTo>
                    <a:pt x="127800" y="9637077"/>
                  </a:lnTo>
                  <a:lnTo>
                    <a:pt x="132232" y="9629457"/>
                  </a:lnTo>
                  <a:lnTo>
                    <a:pt x="135420" y="9624377"/>
                  </a:lnTo>
                  <a:lnTo>
                    <a:pt x="144741" y="9607867"/>
                  </a:lnTo>
                  <a:lnTo>
                    <a:pt x="163779" y="9574847"/>
                  </a:lnTo>
                  <a:lnTo>
                    <a:pt x="165125" y="9572307"/>
                  </a:lnTo>
                  <a:lnTo>
                    <a:pt x="168656" y="9565957"/>
                  </a:lnTo>
                  <a:lnTo>
                    <a:pt x="187172" y="9534207"/>
                  </a:lnTo>
                  <a:lnTo>
                    <a:pt x="191338" y="9527857"/>
                  </a:lnTo>
                  <a:lnTo>
                    <a:pt x="199745" y="9512617"/>
                  </a:lnTo>
                  <a:lnTo>
                    <a:pt x="203796" y="9506267"/>
                  </a:lnTo>
                  <a:lnTo>
                    <a:pt x="208407" y="9498647"/>
                  </a:lnTo>
                  <a:lnTo>
                    <a:pt x="209232" y="9496107"/>
                  </a:lnTo>
                  <a:lnTo>
                    <a:pt x="233692" y="9630727"/>
                  </a:lnTo>
                  <a:lnTo>
                    <a:pt x="234048" y="9630727"/>
                  </a:lnTo>
                  <a:lnTo>
                    <a:pt x="235559" y="9635807"/>
                  </a:lnTo>
                  <a:lnTo>
                    <a:pt x="237210" y="9638347"/>
                  </a:lnTo>
                  <a:lnTo>
                    <a:pt x="237807" y="9638347"/>
                  </a:lnTo>
                  <a:lnTo>
                    <a:pt x="240004" y="9640887"/>
                  </a:lnTo>
                  <a:lnTo>
                    <a:pt x="241681" y="9642157"/>
                  </a:lnTo>
                  <a:lnTo>
                    <a:pt x="246735" y="9644697"/>
                  </a:lnTo>
                  <a:lnTo>
                    <a:pt x="250469" y="9644697"/>
                  </a:lnTo>
                  <a:lnTo>
                    <a:pt x="268909" y="9628187"/>
                  </a:lnTo>
                  <a:lnTo>
                    <a:pt x="268846" y="9624377"/>
                  </a:lnTo>
                  <a:lnTo>
                    <a:pt x="245402" y="9496107"/>
                  </a:lnTo>
                  <a:lnTo>
                    <a:pt x="240068" y="9466897"/>
                  </a:lnTo>
                  <a:lnTo>
                    <a:pt x="237286" y="9451657"/>
                  </a:lnTo>
                  <a:lnTo>
                    <a:pt x="241363" y="9454197"/>
                  </a:lnTo>
                  <a:lnTo>
                    <a:pt x="243192" y="9455467"/>
                  </a:lnTo>
                  <a:lnTo>
                    <a:pt x="250761" y="9459277"/>
                  </a:lnTo>
                  <a:lnTo>
                    <a:pt x="268376" y="9469437"/>
                  </a:lnTo>
                  <a:lnTo>
                    <a:pt x="283502" y="9478327"/>
                  </a:lnTo>
                  <a:lnTo>
                    <a:pt x="298665" y="9485947"/>
                  </a:lnTo>
                  <a:lnTo>
                    <a:pt x="322300" y="9499917"/>
                  </a:lnTo>
                  <a:lnTo>
                    <a:pt x="352298" y="9515157"/>
                  </a:lnTo>
                  <a:lnTo>
                    <a:pt x="370662" y="9525317"/>
                  </a:lnTo>
                  <a:lnTo>
                    <a:pt x="376097" y="9527857"/>
                  </a:lnTo>
                  <a:lnTo>
                    <a:pt x="378396" y="9529127"/>
                  </a:lnTo>
                  <a:lnTo>
                    <a:pt x="388823" y="9535477"/>
                  </a:lnTo>
                  <a:lnTo>
                    <a:pt x="390131" y="9535477"/>
                  </a:lnTo>
                  <a:lnTo>
                    <a:pt x="392582" y="9536747"/>
                  </a:lnTo>
                  <a:lnTo>
                    <a:pt x="394855" y="9538017"/>
                  </a:lnTo>
                  <a:lnTo>
                    <a:pt x="396227" y="9539287"/>
                  </a:lnTo>
                  <a:lnTo>
                    <a:pt x="397611" y="9539287"/>
                  </a:lnTo>
                  <a:lnTo>
                    <a:pt x="400621" y="9540557"/>
                  </a:lnTo>
                  <a:lnTo>
                    <a:pt x="402272" y="9541827"/>
                  </a:lnTo>
                  <a:lnTo>
                    <a:pt x="421601" y="9551987"/>
                  </a:lnTo>
                  <a:lnTo>
                    <a:pt x="427469" y="9554527"/>
                  </a:lnTo>
                  <a:lnTo>
                    <a:pt x="434644" y="9558337"/>
                  </a:lnTo>
                  <a:lnTo>
                    <a:pt x="435902" y="9558337"/>
                  </a:lnTo>
                  <a:lnTo>
                    <a:pt x="439039" y="9559607"/>
                  </a:lnTo>
                  <a:lnTo>
                    <a:pt x="440893" y="9560877"/>
                  </a:lnTo>
                  <a:lnTo>
                    <a:pt x="444246" y="9563417"/>
                  </a:lnTo>
                  <a:lnTo>
                    <a:pt x="451192" y="9564687"/>
                  </a:lnTo>
                  <a:lnTo>
                    <a:pt x="457911" y="9563417"/>
                  </a:lnTo>
                  <a:lnTo>
                    <a:pt x="463791" y="9559607"/>
                  </a:lnTo>
                  <a:lnTo>
                    <a:pt x="468071" y="9554527"/>
                  </a:lnTo>
                  <a:lnTo>
                    <a:pt x="470382" y="9549447"/>
                  </a:lnTo>
                  <a:close/>
                </a:path>
                <a:path w="8498840" h="9730105">
                  <a:moveTo>
                    <a:pt x="976464" y="2769730"/>
                  </a:moveTo>
                  <a:lnTo>
                    <a:pt x="974712" y="2763380"/>
                  </a:lnTo>
                  <a:lnTo>
                    <a:pt x="972413" y="2758300"/>
                  </a:lnTo>
                  <a:lnTo>
                    <a:pt x="968298" y="2754490"/>
                  </a:lnTo>
                  <a:lnTo>
                    <a:pt x="959523" y="2751950"/>
                  </a:lnTo>
                  <a:lnTo>
                    <a:pt x="955001" y="2753220"/>
                  </a:lnTo>
                  <a:lnTo>
                    <a:pt x="949960" y="2755760"/>
                  </a:lnTo>
                  <a:lnTo>
                    <a:pt x="947077" y="2757030"/>
                  </a:lnTo>
                  <a:lnTo>
                    <a:pt x="945972" y="2757030"/>
                  </a:lnTo>
                  <a:lnTo>
                    <a:pt x="941844" y="2759570"/>
                  </a:lnTo>
                  <a:lnTo>
                    <a:pt x="938745" y="2760840"/>
                  </a:lnTo>
                  <a:lnTo>
                    <a:pt x="923099" y="2768460"/>
                  </a:lnTo>
                  <a:lnTo>
                    <a:pt x="907719" y="2774810"/>
                  </a:lnTo>
                  <a:lnTo>
                    <a:pt x="896975" y="2779890"/>
                  </a:lnTo>
                  <a:lnTo>
                    <a:pt x="892898" y="2782430"/>
                  </a:lnTo>
                  <a:lnTo>
                    <a:pt x="872159" y="2791320"/>
                  </a:lnTo>
                  <a:lnTo>
                    <a:pt x="862190" y="2795130"/>
                  </a:lnTo>
                  <a:lnTo>
                    <a:pt x="848169" y="2801480"/>
                  </a:lnTo>
                  <a:lnTo>
                    <a:pt x="829818" y="2810370"/>
                  </a:lnTo>
                  <a:lnTo>
                    <a:pt x="822159" y="2812910"/>
                  </a:lnTo>
                  <a:lnTo>
                    <a:pt x="804964" y="2820530"/>
                  </a:lnTo>
                  <a:lnTo>
                    <a:pt x="802894" y="2821800"/>
                  </a:lnTo>
                  <a:lnTo>
                    <a:pt x="798626" y="2823070"/>
                  </a:lnTo>
                  <a:lnTo>
                    <a:pt x="796404" y="2824340"/>
                  </a:lnTo>
                  <a:lnTo>
                    <a:pt x="773214" y="2833230"/>
                  </a:lnTo>
                  <a:lnTo>
                    <a:pt x="768997" y="2835770"/>
                  </a:lnTo>
                  <a:lnTo>
                    <a:pt x="760564" y="2838310"/>
                  </a:lnTo>
                  <a:lnTo>
                    <a:pt x="761961" y="2834500"/>
                  </a:lnTo>
                  <a:lnTo>
                    <a:pt x="763435" y="2830690"/>
                  </a:lnTo>
                  <a:lnTo>
                    <a:pt x="765530" y="2825610"/>
                  </a:lnTo>
                  <a:lnTo>
                    <a:pt x="766445" y="2823070"/>
                  </a:lnTo>
                  <a:lnTo>
                    <a:pt x="771055" y="2810370"/>
                  </a:lnTo>
                  <a:lnTo>
                    <a:pt x="771779" y="2807830"/>
                  </a:lnTo>
                  <a:lnTo>
                    <a:pt x="775144" y="2798940"/>
                  </a:lnTo>
                  <a:lnTo>
                    <a:pt x="783196" y="2777350"/>
                  </a:lnTo>
                  <a:lnTo>
                    <a:pt x="783971" y="2774810"/>
                  </a:lnTo>
                  <a:lnTo>
                    <a:pt x="786396" y="2768460"/>
                  </a:lnTo>
                  <a:lnTo>
                    <a:pt x="792048" y="2754490"/>
                  </a:lnTo>
                  <a:lnTo>
                    <a:pt x="799592" y="2735440"/>
                  </a:lnTo>
                  <a:lnTo>
                    <a:pt x="813816" y="2698610"/>
                  </a:lnTo>
                  <a:lnTo>
                    <a:pt x="815073" y="2692260"/>
                  </a:lnTo>
                  <a:lnTo>
                    <a:pt x="813612" y="2685910"/>
                  </a:lnTo>
                  <a:lnTo>
                    <a:pt x="809739" y="2679560"/>
                  </a:lnTo>
                  <a:lnTo>
                    <a:pt x="803795" y="2675750"/>
                  </a:lnTo>
                  <a:lnTo>
                    <a:pt x="796023" y="2673210"/>
                  </a:lnTo>
                  <a:lnTo>
                    <a:pt x="787438" y="2675750"/>
                  </a:lnTo>
                  <a:lnTo>
                    <a:pt x="766622" y="2721470"/>
                  </a:lnTo>
                  <a:lnTo>
                    <a:pt x="741349" y="2787510"/>
                  </a:lnTo>
                  <a:lnTo>
                    <a:pt x="739571" y="2792590"/>
                  </a:lnTo>
                  <a:lnTo>
                    <a:pt x="738390" y="2795130"/>
                  </a:lnTo>
                  <a:lnTo>
                    <a:pt x="732624" y="2811640"/>
                  </a:lnTo>
                  <a:lnTo>
                    <a:pt x="730948" y="2815450"/>
                  </a:lnTo>
                  <a:lnTo>
                    <a:pt x="729005" y="2820530"/>
                  </a:lnTo>
                  <a:lnTo>
                    <a:pt x="728306" y="2823070"/>
                  </a:lnTo>
                  <a:lnTo>
                    <a:pt x="725093" y="2814180"/>
                  </a:lnTo>
                  <a:lnTo>
                    <a:pt x="723201" y="2809100"/>
                  </a:lnTo>
                  <a:lnTo>
                    <a:pt x="706412" y="2763380"/>
                  </a:lnTo>
                  <a:lnTo>
                    <a:pt x="685952" y="2706230"/>
                  </a:lnTo>
                  <a:lnTo>
                    <a:pt x="675614" y="2678290"/>
                  </a:lnTo>
                  <a:lnTo>
                    <a:pt x="666432" y="2651620"/>
                  </a:lnTo>
                  <a:lnTo>
                    <a:pt x="662470" y="2640190"/>
                  </a:lnTo>
                  <a:lnTo>
                    <a:pt x="659574" y="2632570"/>
                  </a:lnTo>
                  <a:lnTo>
                    <a:pt x="658736" y="2630030"/>
                  </a:lnTo>
                  <a:lnTo>
                    <a:pt x="656170" y="2622410"/>
                  </a:lnTo>
                  <a:lnTo>
                    <a:pt x="653669" y="2614790"/>
                  </a:lnTo>
                  <a:lnTo>
                    <a:pt x="639889" y="2574150"/>
                  </a:lnTo>
                  <a:lnTo>
                    <a:pt x="639178" y="2572880"/>
                  </a:lnTo>
                  <a:lnTo>
                    <a:pt x="638276" y="2569070"/>
                  </a:lnTo>
                  <a:lnTo>
                    <a:pt x="638149" y="2569070"/>
                  </a:lnTo>
                  <a:lnTo>
                    <a:pt x="636778" y="2565260"/>
                  </a:lnTo>
                  <a:lnTo>
                    <a:pt x="634568" y="2562720"/>
                  </a:lnTo>
                  <a:lnTo>
                    <a:pt x="630885" y="2560180"/>
                  </a:lnTo>
                  <a:lnTo>
                    <a:pt x="629945" y="2560180"/>
                  </a:lnTo>
                  <a:lnTo>
                    <a:pt x="626770" y="2558910"/>
                  </a:lnTo>
                  <a:lnTo>
                    <a:pt x="624395" y="2557640"/>
                  </a:lnTo>
                  <a:lnTo>
                    <a:pt x="617181" y="2557640"/>
                  </a:lnTo>
                  <a:lnTo>
                    <a:pt x="616458" y="2558910"/>
                  </a:lnTo>
                  <a:lnTo>
                    <a:pt x="613067" y="2558910"/>
                  </a:lnTo>
                  <a:lnTo>
                    <a:pt x="610819" y="2561450"/>
                  </a:lnTo>
                  <a:lnTo>
                    <a:pt x="608596" y="2562720"/>
                  </a:lnTo>
                  <a:lnTo>
                    <a:pt x="607491" y="2563990"/>
                  </a:lnTo>
                  <a:lnTo>
                    <a:pt x="607085" y="2565260"/>
                  </a:lnTo>
                  <a:lnTo>
                    <a:pt x="606120" y="2566530"/>
                  </a:lnTo>
                  <a:lnTo>
                    <a:pt x="605599" y="2567800"/>
                  </a:lnTo>
                  <a:lnTo>
                    <a:pt x="604354" y="2570340"/>
                  </a:lnTo>
                  <a:lnTo>
                    <a:pt x="603821" y="2571610"/>
                  </a:lnTo>
                  <a:lnTo>
                    <a:pt x="603453" y="2576690"/>
                  </a:lnTo>
                  <a:lnTo>
                    <a:pt x="603707" y="2579230"/>
                  </a:lnTo>
                  <a:lnTo>
                    <a:pt x="605485" y="2584310"/>
                  </a:lnTo>
                  <a:lnTo>
                    <a:pt x="606488" y="2586850"/>
                  </a:lnTo>
                  <a:lnTo>
                    <a:pt x="610577" y="2599550"/>
                  </a:lnTo>
                  <a:lnTo>
                    <a:pt x="613283" y="2607170"/>
                  </a:lnTo>
                  <a:lnTo>
                    <a:pt x="623138" y="2636380"/>
                  </a:lnTo>
                  <a:lnTo>
                    <a:pt x="628129" y="2650350"/>
                  </a:lnTo>
                  <a:lnTo>
                    <a:pt x="635800" y="2671940"/>
                  </a:lnTo>
                  <a:lnTo>
                    <a:pt x="648081" y="2707500"/>
                  </a:lnTo>
                  <a:lnTo>
                    <a:pt x="649262" y="2710040"/>
                  </a:lnTo>
                  <a:lnTo>
                    <a:pt x="671677" y="2772270"/>
                  </a:lnTo>
                  <a:lnTo>
                    <a:pt x="673087" y="2776080"/>
                  </a:lnTo>
                  <a:lnTo>
                    <a:pt x="678129" y="2790050"/>
                  </a:lnTo>
                  <a:lnTo>
                    <a:pt x="679792" y="2795130"/>
                  </a:lnTo>
                  <a:lnTo>
                    <a:pt x="697039" y="2840850"/>
                  </a:lnTo>
                  <a:lnTo>
                    <a:pt x="699643" y="2848470"/>
                  </a:lnTo>
                  <a:lnTo>
                    <a:pt x="702322" y="2854820"/>
                  </a:lnTo>
                  <a:lnTo>
                    <a:pt x="582269" y="2792590"/>
                  </a:lnTo>
                  <a:lnTo>
                    <a:pt x="575449" y="2790050"/>
                  </a:lnTo>
                  <a:lnTo>
                    <a:pt x="568642" y="2791320"/>
                  </a:lnTo>
                  <a:lnTo>
                    <a:pt x="562622" y="2793860"/>
                  </a:lnTo>
                  <a:lnTo>
                    <a:pt x="558152" y="2800210"/>
                  </a:lnTo>
                  <a:lnTo>
                    <a:pt x="556247" y="2802750"/>
                  </a:lnTo>
                  <a:lnTo>
                    <a:pt x="555777" y="2807830"/>
                  </a:lnTo>
                  <a:lnTo>
                    <a:pt x="557072" y="2814180"/>
                  </a:lnTo>
                  <a:lnTo>
                    <a:pt x="558876" y="2817990"/>
                  </a:lnTo>
                  <a:lnTo>
                    <a:pt x="562838" y="2821800"/>
                  </a:lnTo>
                  <a:lnTo>
                    <a:pt x="564134" y="2823070"/>
                  </a:lnTo>
                  <a:lnTo>
                    <a:pt x="664629" y="2876410"/>
                  </a:lnTo>
                  <a:lnTo>
                    <a:pt x="661974" y="2876410"/>
                  </a:lnTo>
                  <a:lnTo>
                    <a:pt x="659993" y="2877680"/>
                  </a:lnTo>
                  <a:lnTo>
                    <a:pt x="647788" y="2881490"/>
                  </a:lnTo>
                  <a:lnTo>
                    <a:pt x="627265" y="2889110"/>
                  </a:lnTo>
                  <a:lnTo>
                    <a:pt x="612190" y="2894190"/>
                  </a:lnTo>
                  <a:lnTo>
                    <a:pt x="607364" y="2896730"/>
                  </a:lnTo>
                  <a:lnTo>
                    <a:pt x="581837" y="2904350"/>
                  </a:lnTo>
                  <a:lnTo>
                    <a:pt x="568388" y="2909430"/>
                  </a:lnTo>
                  <a:lnTo>
                    <a:pt x="540118" y="2918320"/>
                  </a:lnTo>
                  <a:lnTo>
                    <a:pt x="537387" y="2919590"/>
                  </a:lnTo>
                  <a:lnTo>
                    <a:pt x="520585" y="2924670"/>
                  </a:lnTo>
                  <a:lnTo>
                    <a:pt x="518261" y="2924670"/>
                  </a:lnTo>
                  <a:lnTo>
                    <a:pt x="500735" y="2931020"/>
                  </a:lnTo>
                  <a:lnTo>
                    <a:pt x="494893" y="2932290"/>
                  </a:lnTo>
                  <a:lnTo>
                    <a:pt x="485673" y="2934830"/>
                  </a:lnTo>
                  <a:lnTo>
                    <a:pt x="484124" y="2936100"/>
                  </a:lnTo>
                  <a:lnTo>
                    <a:pt x="481228" y="2936100"/>
                  </a:lnTo>
                  <a:lnTo>
                    <a:pt x="479018" y="2937370"/>
                  </a:lnTo>
                  <a:lnTo>
                    <a:pt x="477545" y="2938640"/>
                  </a:lnTo>
                  <a:lnTo>
                    <a:pt x="475107" y="2939910"/>
                  </a:lnTo>
                  <a:lnTo>
                    <a:pt x="469404" y="2953880"/>
                  </a:lnTo>
                  <a:lnTo>
                    <a:pt x="470458" y="2957690"/>
                  </a:lnTo>
                  <a:lnTo>
                    <a:pt x="470954" y="2960230"/>
                  </a:lnTo>
                  <a:lnTo>
                    <a:pt x="471576" y="2961500"/>
                  </a:lnTo>
                  <a:lnTo>
                    <a:pt x="472859" y="2962770"/>
                  </a:lnTo>
                  <a:lnTo>
                    <a:pt x="473519" y="2964040"/>
                  </a:lnTo>
                  <a:lnTo>
                    <a:pt x="475221" y="2966580"/>
                  </a:lnTo>
                  <a:lnTo>
                    <a:pt x="476288" y="2966580"/>
                  </a:lnTo>
                  <a:lnTo>
                    <a:pt x="479018" y="2969120"/>
                  </a:lnTo>
                  <a:lnTo>
                    <a:pt x="480695" y="2969120"/>
                  </a:lnTo>
                  <a:lnTo>
                    <a:pt x="483158" y="2970390"/>
                  </a:lnTo>
                  <a:lnTo>
                    <a:pt x="483857" y="2970390"/>
                  </a:lnTo>
                  <a:lnTo>
                    <a:pt x="486308" y="2971660"/>
                  </a:lnTo>
                  <a:lnTo>
                    <a:pt x="488111" y="2971660"/>
                  </a:lnTo>
                  <a:lnTo>
                    <a:pt x="490867" y="2970390"/>
                  </a:lnTo>
                  <a:lnTo>
                    <a:pt x="494487" y="2970390"/>
                  </a:lnTo>
                  <a:lnTo>
                    <a:pt x="495668" y="2969120"/>
                  </a:lnTo>
                  <a:lnTo>
                    <a:pt x="500646" y="2967850"/>
                  </a:lnTo>
                  <a:lnTo>
                    <a:pt x="504405" y="2966580"/>
                  </a:lnTo>
                  <a:lnTo>
                    <a:pt x="528535" y="2958960"/>
                  </a:lnTo>
                  <a:lnTo>
                    <a:pt x="531495" y="2958960"/>
                  </a:lnTo>
                  <a:lnTo>
                    <a:pt x="540842" y="2955150"/>
                  </a:lnTo>
                  <a:lnTo>
                    <a:pt x="541972" y="2955150"/>
                  </a:lnTo>
                  <a:lnTo>
                    <a:pt x="547751" y="2953880"/>
                  </a:lnTo>
                  <a:lnTo>
                    <a:pt x="561771" y="2948800"/>
                  </a:lnTo>
                  <a:lnTo>
                    <a:pt x="585520" y="2941180"/>
                  </a:lnTo>
                  <a:lnTo>
                    <a:pt x="600303" y="2936100"/>
                  </a:lnTo>
                  <a:lnTo>
                    <a:pt x="602094" y="2936100"/>
                  </a:lnTo>
                  <a:lnTo>
                    <a:pt x="607504" y="2933560"/>
                  </a:lnTo>
                  <a:lnTo>
                    <a:pt x="612876" y="2932290"/>
                  </a:lnTo>
                  <a:lnTo>
                    <a:pt x="634238" y="2924670"/>
                  </a:lnTo>
                  <a:lnTo>
                    <a:pt x="638898" y="2923400"/>
                  </a:lnTo>
                  <a:lnTo>
                    <a:pt x="643572" y="2920860"/>
                  </a:lnTo>
                  <a:lnTo>
                    <a:pt x="655764" y="2917050"/>
                  </a:lnTo>
                  <a:lnTo>
                    <a:pt x="658799" y="2915780"/>
                  </a:lnTo>
                  <a:lnTo>
                    <a:pt x="669493" y="2911970"/>
                  </a:lnTo>
                  <a:lnTo>
                    <a:pt x="689711" y="2904350"/>
                  </a:lnTo>
                  <a:lnTo>
                    <a:pt x="695071" y="2903080"/>
                  </a:lnTo>
                  <a:lnTo>
                    <a:pt x="697001" y="2901810"/>
                  </a:lnTo>
                  <a:lnTo>
                    <a:pt x="700341" y="2900540"/>
                  </a:lnTo>
                  <a:lnTo>
                    <a:pt x="701789" y="2900540"/>
                  </a:lnTo>
                  <a:lnTo>
                    <a:pt x="703211" y="2899270"/>
                  </a:lnTo>
                  <a:lnTo>
                    <a:pt x="702729" y="2900540"/>
                  </a:lnTo>
                  <a:lnTo>
                    <a:pt x="702297" y="2903080"/>
                  </a:lnTo>
                  <a:lnTo>
                    <a:pt x="701027" y="2906890"/>
                  </a:lnTo>
                  <a:lnTo>
                    <a:pt x="700303" y="2909430"/>
                  </a:lnTo>
                  <a:lnTo>
                    <a:pt x="698207" y="2917050"/>
                  </a:lnTo>
                  <a:lnTo>
                    <a:pt x="695210" y="2928480"/>
                  </a:lnTo>
                  <a:lnTo>
                    <a:pt x="694156" y="2931020"/>
                  </a:lnTo>
                  <a:lnTo>
                    <a:pt x="692124" y="2938640"/>
                  </a:lnTo>
                  <a:lnTo>
                    <a:pt x="691172" y="2943720"/>
                  </a:lnTo>
                  <a:lnTo>
                    <a:pt x="689127" y="2951340"/>
                  </a:lnTo>
                  <a:lnTo>
                    <a:pt x="686523" y="2961500"/>
                  </a:lnTo>
                  <a:lnTo>
                    <a:pt x="685584" y="2966580"/>
                  </a:lnTo>
                  <a:lnTo>
                    <a:pt x="684568" y="2970390"/>
                  </a:lnTo>
                  <a:lnTo>
                    <a:pt x="683463" y="2974200"/>
                  </a:lnTo>
                  <a:lnTo>
                    <a:pt x="683298" y="2975470"/>
                  </a:lnTo>
                  <a:lnTo>
                    <a:pt x="682028" y="2981820"/>
                  </a:lnTo>
                  <a:lnTo>
                    <a:pt x="681113" y="2985630"/>
                  </a:lnTo>
                  <a:lnTo>
                    <a:pt x="679170" y="2995790"/>
                  </a:lnTo>
                  <a:lnTo>
                    <a:pt x="678586" y="2998330"/>
                  </a:lnTo>
                  <a:lnTo>
                    <a:pt x="677545" y="3003410"/>
                  </a:lnTo>
                  <a:lnTo>
                    <a:pt x="676897" y="3005950"/>
                  </a:lnTo>
                  <a:lnTo>
                    <a:pt x="676313" y="3009760"/>
                  </a:lnTo>
                  <a:lnTo>
                    <a:pt x="675386" y="3014840"/>
                  </a:lnTo>
                  <a:lnTo>
                    <a:pt x="672477" y="3033890"/>
                  </a:lnTo>
                  <a:lnTo>
                    <a:pt x="672096" y="3035160"/>
                  </a:lnTo>
                  <a:lnTo>
                    <a:pt x="670750" y="3044050"/>
                  </a:lnTo>
                  <a:lnTo>
                    <a:pt x="669150" y="3055480"/>
                  </a:lnTo>
                  <a:lnTo>
                    <a:pt x="674408" y="3063100"/>
                  </a:lnTo>
                  <a:lnTo>
                    <a:pt x="683158" y="3065640"/>
                  </a:lnTo>
                  <a:lnTo>
                    <a:pt x="684999" y="3066910"/>
                  </a:lnTo>
                  <a:lnTo>
                    <a:pt x="688797" y="3066910"/>
                  </a:lnTo>
                  <a:lnTo>
                    <a:pt x="692962" y="3065640"/>
                  </a:lnTo>
                  <a:lnTo>
                    <a:pt x="695312" y="3065640"/>
                  </a:lnTo>
                  <a:lnTo>
                    <a:pt x="699033" y="3063100"/>
                  </a:lnTo>
                  <a:lnTo>
                    <a:pt x="700379" y="3061830"/>
                  </a:lnTo>
                  <a:lnTo>
                    <a:pt x="702856" y="3059290"/>
                  </a:lnTo>
                  <a:lnTo>
                    <a:pt x="703884" y="3056750"/>
                  </a:lnTo>
                  <a:lnTo>
                    <a:pt x="704989" y="3054210"/>
                  </a:lnTo>
                  <a:lnTo>
                    <a:pt x="705408" y="3052940"/>
                  </a:lnTo>
                  <a:lnTo>
                    <a:pt x="705637" y="3051670"/>
                  </a:lnTo>
                  <a:lnTo>
                    <a:pt x="706031" y="3049130"/>
                  </a:lnTo>
                  <a:lnTo>
                    <a:pt x="706475" y="3046590"/>
                  </a:lnTo>
                  <a:lnTo>
                    <a:pt x="707034" y="3042780"/>
                  </a:lnTo>
                  <a:lnTo>
                    <a:pt x="707275" y="3041510"/>
                  </a:lnTo>
                  <a:lnTo>
                    <a:pt x="708812" y="3031350"/>
                  </a:lnTo>
                  <a:lnTo>
                    <a:pt x="710780" y="3019920"/>
                  </a:lnTo>
                  <a:lnTo>
                    <a:pt x="712114" y="3012300"/>
                  </a:lnTo>
                  <a:lnTo>
                    <a:pt x="714057" y="3003410"/>
                  </a:lnTo>
                  <a:lnTo>
                    <a:pt x="714590" y="3000870"/>
                  </a:lnTo>
                  <a:lnTo>
                    <a:pt x="715860" y="2994520"/>
                  </a:lnTo>
                  <a:lnTo>
                    <a:pt x="716521" y="2990710"/>
                  </a:lnTo>
                  <a:lnTo>
                    <a:pt x="717638" y="2985630"/>
                  </a:lnTo>
                  <a:lnTo>
                    <a:pt x="718248" y="2983090"/>
                  </a:lnTo>
                  <a:lnTo>
                    <a:pt x="718908" y="2980550"/>
                  </a:lnTo>
                  <a:lnTo>
                    <a:pt x="720382" y="2974200"/>
                  </a:lnTo>
                  <a:lnTo>
                    <a:pt x="721207" y="2970390"/>
                  </a:lnTo>
                  <a:lnTo>
                    <a:pt x="723747" y="2960230"/>
                  </a:lnTo>
                  <a:lnTo>
                    <a:pt x="725830" y="2951340"/>
                  </a:lnTo>
                  <a:lnTo>
                    <a:pt x="728827" y="2939910"/>
                  </a:lnTo>
                  <a:lnTo>
                    <a:pt x="729208" y="2938640"/>
                  </a:lnTo>
                  <a:lnTo>
                    <a:pt x="730097" y="2936100"/>
                  </a:lnTo>
                  <a:lnTo>
                    <a:pt x="730516" y="2933560"/>
                  </a:lnTo>
                  <a:lnTo>
                    <a:pt x="731253" y="2931020"/>
                  </a:lnTo>
                  <a:lnTo>
                    <a:pt x="748322" y="2974200"/>
                  </a:lnTo>
                  <a:lnTo>
                    <a:pt x="750735" y="2980550"/>
                  </a:lnTo>
                  <a:lnTo>
                    <a:pt x="759625" y="3003410"/>
                  </a:lnTo>
                  <a:lnTo>
                    <a:pt x="778281" y="3050400"/>
                  </a:lnTo>
                  <a:lnTo>
                    <a:pt x="792759" y="3085960"/>
                  </a:lnTo>
                  <a:lnTo>
                    <a:pt x="807872" y="3122790"/>
                  </a:lnTo>
                  <a:lnTo>
                    <a:pt x="825042" y="3163430"/>
                  </a:lnTo>
                  <a:lnTo>
                    <a:pt x="825500" y="3163430"/>
                  </a:lnTo>
                  <a:lnTo>
                    <a:pt x="825703" y="3164700"/>
                  </a:lnTo>
                  <a:lnTo>
                    <a:pt x="828370" y="3171050"/>
                  </a:lnTo>
                  <a:lnTo>
                    <a:pt x="831024" y="3177400"/>
                  </a:lnTo>
                  <a:lnTo>
                    <a:pt x="836917" y="3191370"/>
                  </a:lnTo>
                  <a:lnTo>
                    <a:pt x="844702" y="3195180"/>
                  </a:lnTo>
                  <a:lnTo>
                    <a:pt x="854024" y="3195180"/>
                  </a:lnTo>
                  <a:lnTo>
                    <a:pt x="855599" y="3193910"/>
                  </a:lnTo>
                  <a:lnTo>
                    <a:pt x="861529" y="3191370"/>
                  </a:lnTo>
                  <a:lnTo>
                    <a:pt x="867956" y="3176130"/>
                  </a:lnTo>
                  <a:lnTo>
                    <a:pt x="867714" y="3173590"/>
                  </a:lnTo>
                  <a:lnTo>
                    <a:pt x="867410" y="3172320"/>
                  </a:lnTo>
                  <a:lnTo>
                    <a:pt x="866749" y="3171050"/>
                  </a:lnTo>
                  <a:lnTo>
                    <a:pt x="865898" y="3168510"/>
                  </a:lnTo>
                  <a:lnTo>
                    <a:pt x="865276" y="3167240"/>
                  </a:lnTo>
                  <a:lnTo>
                    <a:pt x="864095" y="3164700"/>
                  </a:lnTo>
                  <a:lnTo>
                    <a:pt x="863092" y="3162160"/>
                  </a:lnTo>
                  <a:lnTo>
                    <a:pt x="859853" y="3154540"/>
                  </a:lnTo>
                  <a:lnTo>
                    <a:pt x="829043" y="3079610"/>
                  </a:lnTo>
                  <a:lnTo>
                    <a:pt x="826516" y="3073260"/>
                  </a:lnTo>
                  <a:lnTo>
                    <a:pt x="823899" y="3066910"/>
                  </a:lnTo>
                  <a:lnTo>
                    <a:pt x="816851" y="3050400"/>
                  </a:lnTo>
                  <a:lnTo>
                    <a:pt x="785622" y="2971660"/>
                  </a:lnTo>
                  <a:lnTo>
                    <a:pt x="782510" y="2964040"/>
                  </a:lnTo>
                  <a:lnTo>
                    <a:pt x="776452" y="2948800"/>
                  </a:lnTo>
                  <a:lnTo>
                    <a:pt x="773328" y="2941180"/>
                  </a:lnTo>
                  <a:lnTo>
                    <a:pt x="770051" y="2932290"/>
                  </a:lnTo>
                  <a:lnTo>
                    <a:pt x="769429" y="2931020"/>
                  </a:lnTo>
                  <a:lnTo>
                    <a:pt x="889990" y="2994520"/>
                  </a:lnTo>
                  <a:lnTo>
                    <a:pt x="890676" y="2994520"/>
                  </a:lnTo>
                  <a:lnTo>
                    <a:pt x="893038" y="2995790"/>
                  </a:lnTo>
                  <a:lnTo>
                    <a:pt x="901903" y="2995790"/>
                  </a:lnTo>
                  <a:lnTo>
                    <a:pt x="903744" y="2994520"/>
                  </a:lnTo>
                  <a:lnTo>
                    <a:pt x="908773" y="2991980"/>
                  </a:lnTo>
                  <a:lnTo>
                    <a:pt x="911631" y="2989440"/>
                  </a:lnTo>
                  <a:lnTo>
                    <a:pt x="915631" y="2983090"/>
                  </a:lnTo>
                  <a:lnTo>
                    <a:pt x="915962" y="2978010"/>
                  </a:lnTo>
                  <a:lnTo>
                    <a:pt x="914374" y="2971660"/>
                  </a:lnTo>
                  <a:lnTo>
                    <a:pt x="913536" y="2970390"/>
                  </a:lnTo>
                  <a:lnTo>
                    <a:pt x="911707" y="2967850"/>
                  </a:lnTo>
                  <a:lnTo>
                    <a:pt x="910844" y="2966580"/>
                  </a:lnTo>
                  <a:lnTo>
                    <a:pt x="909281" y="2965310"/>
                  </a:lnTo>
                  <a:lnTo>
                    <a:pt x="908659" y="2964040"/>
                  </a:lnTo>
                  <a:lnTo>
                    <a:pt x="906703" y="2962770"/>
                  </a:lnTo>
                  <a:lnTo>
                    <a:pt x="845959" y="2931020"/>
                  </a:lnTo>
                  <a:lnTo>
                    <a:pt x="785215" y="2899270"/>
                  </a:lnTo>
                  <a:lnTo>
                    <a:pt x="751192" y="2881490"/>
                  </a:lnTo>
                  <a:lnTo>
                    <a:pt x="753618" y="2880220"/>
                  </a:lnTo>
                  <a:lnTo>
                    <a:pt x="755561" y="2878950"/>
                  </a:lnTo>
                  <a:lnTo>
                    <a:pt x="757491" y="2878950"/>
                  </a:lnTo>
                  <a:lnTo>
                    <a:pt x="765581" y="2875140"/>
                  </a:lnTo>
                  <a:lnTo>
                    <a:pt x="816571" y="2854820"/>
                  </a:lnTo>
                  <a:lnTo>
                    <a:pt x="841425" y="2843390"/>
                  </a:lnTo>
                  <a:lnTo>
                    <a:pt x="851852" y="2839580"/>
                  </a:lnTo>
                  <a:lnTo>
                    <a:pt x="854456" y="2838310"/>
                  </a:lnTo>
                  <a:lnTo>
                    <a:pt x="862253" y="2834500"/>
                  </a:lnTo>
                  <a:lnTo>
                    <a:pt x="872642" y="2830690"/>
                  </a:lnTo>
                  <a:lnTo>
                    <a:pt x="897204" y="2819260"/>
                  </a:lnTo>
                  <a:lnTo>
                    <a:pt x="899604" y="2817990"/>
                  </a:lnTo>
                  <a:lnTo>
                    <a:pt x="910336" y="2812910"/>
                  </a:lnTo>
                  <a:lnTo>
                    <a:pt x="911707" y="2812910"/>
                  </a:lnTo>
                  <a:lnTo>
                    <a:pt x="914209" y="2811640"/>
                  </a:lnTo>
                  <a:lnTo>
                    <a:pt x="916482" y="2810370"/>
                  </a:lnTo>
                  <a:lnTo>
                    <a:pt x="917892" y="2810370"/>
                  </a:lnTo>
                  <a:lnTo>
                    <a:pt x="919264" y="2809100"/>
                  </a:lnTo>
                  <a:lnTo>
                    <a:pt x="922337" y="2807830"/>
                  </a:lnTo>
                  <a:lnTo>
                    <a:pt x="923988" y="2806560"/>
                  </a:lnTo>
                  <a:lnTo>
                    <a:pt x="943559" y="2797670"/>
                  </a:lnTo>
                  <a:lnTo>
                    <a:pt x="949528" y="2795130"/>
                  </a:lnTo>
                  <a:lnTo>
                    <a:pt x="961199" y="2788780"/>
                  </a:lnTo>
                  <a:lnTo>
                    <a:pt x="963104" y="2788780"/>
                  </a:lnTo>
                  <a:lnTo>
                    <a:pt x="966470" y="2786240"/>
                  </a:lnTo>
                  <a:lnTo>
                    <a:pt x="972134" y="2782430"/>
                  </a:lnTo>
                  <a:lnTo>
                    <a:pt x="975525" y="2776080"/>
                  </a:lnTo>
                  <a:lnTo>
                    <a:pt x="976464" y="2769730"/>
                  </a:lnTo>
                  <a:close/>
                </a:path>
                <a:path w="8498840" h="9730105">
                  <a:moveTo>
                    <a:pt x="8498688" y="212090"/>
                  </a:moveTo>
                  <a:lnTo>
                    <a:pt x="8496935" y="205740"/>
                  </a:lnTo>
                  <a:lnTo>
                    <a:pt x="8494636" y="200660"/>
                  </a:lnTo>
                  <a:lnTo>
                    <a:pt x="8490509" y="196850"/>
                  </a:lnTo>
                  <a:lnTo>
                    <a:pt x="8481746" y="194310"/>
                  </a:lnTo>
                  <a:lnTo>
                    <a:pt x="8477225" y="195580"/>
                  </a:lnTo>
                  <a:lnTo>
                    <a:pt x="8472183" y="198120"/>
                  </a:lnTo>
                  <a:lnTo>
                    <a:pt x="8469287" y="199390"/>
                  </a:lnTo>
                  <a:lnTo>
                    <a:pt x="8468195" y="199390"/>
                  </a:lnTo>
                  <a:lnTo>
                    <a:pt x="8464055" y="201930"/>
                  </a:lnTo>
                  <a:lnTo>
                    <a:pt x="8460969" y="203200"/>
                  </a:lnTo>
                  <a:lnTo>
                    <a:pt x="8445322" y="210820"/>
                  </a:lnTo>
                  <a:lnTo>
                    <a:pt x="8429942" y="217170"/>
                  </a:lnTo>
                  <a:lnTo>
                    <a:pt x="8419198" y="222250"/>
                  </a:lnTo>
                  <a:lnTo>
                    <a:pt x="8415121" y="224790"/>
                  </a:lnTo>
                  <a:lnTo>
                    <a:pt x="8394382" y="233680"/>
                  </a:lnTo>
                  <a:lnTo>
                    <a:pt x="8384413" y="237490"/>
                  </a:lnTo>
                  <a:lnTo>
                    <a:pt x="8370392" y="243840"/>
                  </a:lnTo>
                  <a:lnTo>
                    <a:pt x="8352028" y="252730"/>
                  </a:lnTo>
                  <a:lnTo>
                    <a:pt x="8344382" y="255270"/>
                  </a:lnTo>
                  <a:lnTo>
                    <a:pt x="8327187" y="262890"/>
                  </a:lnTo>
                  <a:lnTo>
                    <a:pt x="8325117" y="264160"/>
                  </a:lnTo>
                  <a:lnTo>
                    <a:pt x="8320849" y="265430"/>
                  </a:lnTo>
                  <a:lnTo>
                    <a:pt x="8318627" y="266700"/>
                  </a:lnTo>
                  <a:lnTo>
                    <a:pt x="8295437" y="275590"/>
                  </a:lnTo>
                  <a:lnTo>
                    <a:pt x="8291208" y="278130"/>
                  </a:lnTo>
                  <a:lnTo>
                    <a:pt x="8282787" y="280670"/>
                  </a:lnTo>
                  <a:lnTo>
                    <a:pt x="8284184" y="276860"/>
                  </a:lnTo>
                  <a:lnTo>
                    <a:pt x="8285645" y="273050"/>
                  </a:lnTo>
                  <a:lnTo>
                    <a:pt x="8287740" y="267970"/>
                  </a:lnTo>
                  <a:lnTo>
                    <a:pt x="8288668" y="265430"/>
                  </a:lnTo>
                  <a:lnTo>
                    <a:pt x="8293278" y="252730"/>
                  </a:lnTo>
                  <a:lnTo>
                    <a:pt x="8293989" y="250190"/>
                  </a:lnTo>
                  <a:lnTo>
                    <a:pt x="8297354" y="241300"/>
                  </a:lnTo>
                  <a:lnTo>
                    <a:pt x="8305419" y="219710"/>
                  </a:lnTo>
                  <a:lnTo>
                    <a:pt x="8306194" y="217170"/>
                  </a:lnTo>
                  <a:lnTo>
                    <a:pt x="8308619" y="210820"/>
                  </a:lnTo>
                  <a:lnTo>
                    <a:pt x="8314271" y="196850"/>
                  </a:lnTo>
                  <a:lnTo>
                    <a:pt x="8321815" y="177800"/>
                  </a:lnTo>
                  <a:lnTo>
                    <a:pt x="8336039" y="140970"/>
                  </a:lnTo>
                  <a:lnTo>
                    <a:pt x="8337296" y="134620"/>
                  </a:lnTo>
                  <a:lnTo>
                    <a:pt x="8335823" y="128270"/>
                  </a:lnTo>
                  <a:lnTo>
                    <a:pt x="8331962" y="121920"/>
                  </a:lnTo>
                  <a:lnTo>
                    <a:pt x="8326018" y="118110"/>
                  </a:lnTo>
                  <a:lnTo>
                    <a:pt x="8318246" y="115570"/>
                  </a:lnTo>
                  <a:lnTo>
                    <a:pt x="8309648" y="118110"/>
                  </a:lnTo>
                  <a:lnTo>
                    <a:pt x="8288845" y="163830"/>
                  </a:lnTo>
                  <a:lnTo>
                    <a:pt x="8263572" y="229870"/>
                  </a:lnTo>
                  <a:lnTo>
                    <a:pt x="8261794" y="234950"/>
                  </a:lnTo>
                  <a:lnTo>
                    <a:pt x="8260613" y="237490"/>
                  </a:lnTo>
                  <a:lnTo>
                    <a:pt x="8254847" y="254000"/>
                  </a:lnTo>
                  <a:lnTo>
                    <a:pt x="8253171" y="257810"/>
                  </a:lnTo>
                  <a:lnTo>
                    <a:pt x="8251215" y="262890"/>
                  </a:lnTo>
                  <a:lnTo>
                    <a:pt x="8250529" y="265430"/>
                  </a:lnTo>
                  <a:lnTo>
                    <a:pt x="8247316" y="256540"/>
                  </a:lnTo>
                  <a:lnTo>
                    <a:pt x="8245424" y="251460"/>
                  </a:lnTo>
                  <a:lnTo>
                    <a:pt x="8228622" y="205740"/>
                  </a:lnTo>
                  <a:lnTo>
                    <a:pt x="8208175" y="148590"/>
                  </a:lnTo>
                  <a:lnTo>
                    <a:pt x="8197837" y="120650"/>
                  </a:lnTo>
                  <a:lnTo>
                    <a:pt x="8188655" y="93980"/>
                  </a:lnTo>
                  <a:lnTo>
                    <a:pt x="8184693" y="82550"/>
                  </a:lnTo>
                  <a:lnTo>
                    <a:pt x="8183740" y="80010"/>
                  </a:lnTo>
                  <a:lnTo>
                    <a:pt x="8178393" y="64770"/>
                  </a:lnTo>
                  <a:lnTo>
                    <a:pt x="8175892" y="57150"/>
                  </a:lnTo>
                  <a:lnTo>
                    <a:pt x="8160499" y="11430"/>
                  </a:lnTo>
                  <a:lnTo>
                    <a:pt x="8160372" y="11430"/>
                  </a:lnTo>
                  <a:lnTo>
                    <a:pt x="8159001" y="7620"/>
                  </a:lnTo>
                  <a:lnTo>
                    <a:pt x="8156778" y="5080"/>
                  </a:lnTo>
                  <a:lnTo>
                    <a:pt x="8153108" y="2540"/>
                  </a:lnTo>
                  <a:lnTo>
                    <a:pt x="8152168" y="2540"/>
                  </a:lnTo>
                  <a:lnTo>
                    <a:pt x="8148993" y="1270"/>
                  </a:lnTo>
                  <a:lnTo>
                    <a:pt x="8146618" y="0"/>
                  </a:lnTo>
                  <a:lnTo>
                    <a:pt x="8139404" y="0"/>
                  </a:lnTo>
                  <a:lnTo>
                    <a:pt x="8138668" y="1270"/>
                  </a:lnTo>
                  <a:lnTo>
                    <a:pt x="8135290" y="1270"/>
                  </a:lnTo>
                  <a:lnTo>
                    <a:pt x="8133042" y="3810"/>
                  </a:lnTo>
                  <a:lnTo>
                    <a:pt x="8130819" y="5080"/>
                  </a:lnTo>
                  <a:lnTo>
                    <a:pt x="8129714" y="6350"/>
                  </a:lnTo>
                  <a:lnTo>
                    <a:pt x="8129308" y="7620"/>
                  </a:lnTo>
                  <a:lnTo>
                    <a:pt x="8128330" y="8890"/>
                  </a:lnTo>
                  <a:lnTo>
                    <a:pt x="8127809" y="10160"/>
                  </a:lnTo>
                  <a:lnTo>
                    <a:pt x="8126577" y="12700"/>
                  </a:lnTo>
                  <a:lnTo>
                    <a:pt x="8126044" y="13970"/>
                  </a:lnTo>
                  <a:lnTo>
                    <a:pt x="8125676" y="19050"/>
                  </a:lnTo>
                  <a:lnTo>
                    <a:pt x="8125930" y="21590"/>
                  </a:lnTo>
                  <a:lnTo>
                    <a:pt x="8127708" y="26670"/>
                  </a:lnTo>
                  <a:lnTo>
                    <a:pt x="8128711" y="29210"/>
                  </a:lnTo>
                  <a:lnTo>
                    <a:pt x="8132800" y="41910"/>
                  </a:lnTo>
                  <a:lnTo>
                    <a:pt x="8142808" y="71120"/>
                  </a:lnTo>
                  <a:lnTo>
                    <a:pt x="8145361" y="78740"/>
                  </a:lnTo>
                  <a:lnTo>
                    <a:pt x="8158023" y="114300"/>
                  </a:lnTo>
                  <a:lnTo>
                    <a:pt x="8170304" y="149860"/>
                  </a:lnTo>
                  <a:lnTo>
                    <a:pt x="8171485" y="152400"/>
                  </a:lnTo>
                  <a:lnTo>
                    <a:pt x="8193900" y="214630"/>
                  </a:lnTo>
                  <a:lnTo>
                    <a:pt x="8195310" y="218440"/>
                  </a:lnTo>
                  <a:lnTo>
                    <a:pt x="8200339" y="232410"/>
                  </a:lnTo>
                  <a:lnTo>
                    <a:pt x="8202015" y="237490"/>
                  </a:lnTo>
                  <a:lnTo>
                    <a:pt x="8219262" y="283210"/>
                  </a:lnTo>
                  <a:lnTo>
                    <a:pt x="8221866" y="290830"/>
                  </a:lnTo>
                  <a:lnTo>
                    <a:pt x="8224545" y="297180"/>
                  </a:lnTo>
                  <a:lnTo>
                    <a:pt x="8104492" y="234950"/>
                  </a:lnTo>
                  <a:lnTo>
                    <a:pt x="8097672" y="232410"/>
                  </a:lnTo>
                  <a:lnTo>
                    <a:pt x="8090865" y="233680"/>
                  </a:lnTo>
                  <a:lnTo>
                    <a:pt x="8084845" y="236220"/>
                  </a:lnTo>
                  <a:lnTo>
                    <a:pt x="8080375" y="242570"/>
                  </a:lnTo>
                  <a:lnTo>
                    <a:pt x="8078470" y="245110"/>
                  </a:lnTo>
                  <a:lnTo>
                    <a:pt x="8078000" y="250190"/>
                  </a:lnTo>
                  <a:lnTo>
                    <a:pt x="8079283" y="256540"/>
                  </a:lnTo>
                  <a:lnTo>
                    <a:pt x="8081099" y="260350"/>
                  </a:lnTo>
                  <a:lnTo>
                    <a:pt x="8085061" y="264160"/>
                  </a:lnTo>
                  <a:lnTo>
                    <a:pt x="8086344" y="265430"/>
                  </a:lnTo>
                  <a:lnTo>
                    <a:pt x="8186852" y="318770"/>
                  </a:lnTo>
                  <a:lnTo>
                    <a:pt x="8184185" y="318770"/>
                  </a:lnTo>
                  <a:lnTo>
                    <a:pt x="8182216" y="320040"/>
                  </a:lnTo>
                  <a:lnTo>
                    <a:pt x="8169999" y="323850"/>
                  </a:lnTo>
                  <a:lnTo>
                    <a:pt x="8149488" y="331470"/>
                  </a:lnTo>
                  <a:lnTo>
                    <a:pt x="8134413" y="336550"/>
                  </a:lnTo>
                  <a:lnTo>
                    <a:pt x="8129587" y="339090"/>
                  </a:lnTo>
                  <a:lnTo>
                    <a:pt x="8104060" y="346710"/>
                  </a:lnTo>
                  <a:lnTo>
                    <a:pt x="8090611" y="351790"/>
                  </a:lnTo>
                  <a:lnTo>
                    <a:pt x="8062341" y="360680"/>
                  </a:lnTo>
                  <a:lnTo>
                    <a:pt x="8059598" y="361950"/>
                  </a:lnTo>
                  <a:lnTo>
                    <a:pt x="8042808" y="367030"/>
                  </a:lnTo>
                  <a:lnTo>
                    <a:pt x="8040471" y="367030"/>
                  </a:lnTo>
                  <a:lnTo>
                    <a:pt x="8022945" y="373380"/>
                  </a:lnTo>
                  <a:lnTo>
                    <a:pt x="8017116" y="374650"/>
                  </a:lnTo>
                  <a:lnTo>
                    <a:pt x="8007896" y="377190"/>
                  </a:lnTo>
                  <a:lnTo>
                    <a:pt x="8006347" y="378460"/>
                  </a:lnTo>
                  <a:lnTo>
                    <a:pt x="8003451" y="378460"/>
                  </a:lnTo>
                  <a:lnTo>
                    <a:pt x="8001228" y="379730"/>
                  </a:lnTo>
                  <a:lnTo>
                    <a:pt x="7999768" y="381000"/>
                  </a:lnTo>
                  <a:lnTo>
                    <a:pt x="7997330" y="382270"/>
                  </a:lnTo>
                  <a:lnTo>
                    <a:pt x="7991615" y="396240"/>
                  </a:lnTo>
                  <a:lnTo>
                    <a:pt x="7992681" y="400050"/>
                  </a:lnTo>
                  <a:lnTo>
                    <a:pt x="7993177" y="402590"/>
                  </a:lnTo>
                  <a:lnTo>
                    <a:pt x="7993799" y="403860"/>
                  </a:lnTo>
                  <a:lnTo>
                    <a:pt x="7995082" y="405130"/>
                  </a:lnTo>
                  <a:lnTo>
                    <a:pt x="7995742" y="406400"/>
                  </a:lnTo>
                  <a:lnTo>
                    <a:pt x="7997444" y="408940"/>
                  </a:lnTo>
                  <a:lnTo>
                    <a:pt x="7998511" y="408940"/>
                  </a:lnTo>
                  <a:lnTo>
                    <a:pt x="8001228" y="411480"/>
                  </a:lnTo>
                  <a:lnTo>
                    <a:pt x="8002918" y="411480"/>
                  </a:lnTo>
                  <a:lnTo>
                    <a:pt x="8005381" y="412750"/>
                  </a:lnTo>
                  <a:lnTo>
                    <a:pt x="8006067" y="412750"/>
                  </a:lnTo>
                  <a:lnTo>
                    <a:pt x="8008531" y="414020"/>
                  </a:lnTo>
                  <a:lnTo>
                    <a:pt x="8010334" y="414020"/>
                  </a:lnTo>
                  <a:lnTo>
                    <a:pt x="8013090" y="412750"/>
                  </a:lnTo>
                  <a:lnTo>
                    <a:pt x="8016697" y="412750"/>
                  </a:lnTo>
                  <a:lnTo>
                    <a:pt x="8017891" y="411480"/>
                  </a:lnTo>
                  <a:lnTo>
                    <a:pt x="8022869" y="410210"/>
                  </a:lnTo>
                  <a:lnTo>
                    <a:pt x="8026628" y="408940"/>
                  </a:lnTo>
                  <a:lnTo>
                    <a:pt x="8050758" y="401320"/>
                  </a:lnTo>
                  <a:lnTo>
                    <a:pt x="8053718" y="401320"/>
                  </a:lnTo>
                  <a:lnTo>
                    <a:pt x="8059814" y="398780"/>
                  </a:lnTo>
                  <a:lnTo>
                    <a:pt x="8061934" y="398780"/>
                  </a:lnTo>
                  <a:lnTo>
                    <a:pt x="8063065" y="397510"/>
                  </a:lnTo>
                  <a:lnTo>
                    <a:pt x="8064195" y="397510"/>
                  </a:lnTo>
                  <a:lnTo>
                    <a:pt x="8069974" y="396240"/>
                  </a:lnTo>
                  <a:lnTo>
                    <a:pt x="8083994" y="391160"/>
                  </a:lnTo>
                  <a:lnTo>
                    <a:pt x="8107743" y="383540"/>
                  </a:lnTo>
                  <a:lnTo>
                    <a:pt x="8122513" y="378460"/>
                  </a:lnTo>
                  <a:lnTo>
                    <a:pt x="8124317" y="378460"/>
                  </a:lnTo>
                  <a:lnTo>
                    <a:pt x="8129727" y="375920"/>
                  </a:lnTo>
                  <a:lnTo>
                    <a:pt x="8135099" y="374650"/>
                  </a:lnTo>
                  <a:lnTo>
                    <a:pt x="8156461" y="367030"/>
                  </a:lnTo>
                  <a:lnTo>
                    <a:pt x="8161121" y="365760"/>
                  </a:lnTo>
                  <a:lnTo>
                    <a:pt x="8165795" y="363220"/>
                  </a:lnTo>
                  <a:lnTo>
                    <a:pt x="8177987" y="359410"/>
                  </a:lnTo>
                  <a:lnTo>
                    <a:pt x="8181022" y="358140"/>
                  </a:lnTo>
                  <a:lnTo>
                    <a:pt x="8191703" y="354330"/>
                  </a:lnTo>
                  <a:lnTo>
                    <a:pt x="8211934" y="346710"/>
                  </a:lnTo>
                  <a:lnTo>
                    <a:pt x="8217294" y="345440"/>
                  </a:lnTo>
                  <a:lnTo>
                    <a:pt x="8219224" y="344170"/>
                  </a:lnTo>
                  <a:lnTo>
                    <a:pt x="8222564" y="342900"/>
                  </a:lnTo>
                  <a:lnTo>
                    <a:pt x="8224012" y="342900"/>
                  </a:lnTo>
                  <a:lnTo>
                    <a:pt x="8225434" y="341630"/>
                  </a:lnTo>
                  <a:lnTo>
                    <a:pt x="8224952" y="342900"/>
                  </a:lnTo>
                  <a:lnTo>
                    <a:pt x="8224520" y="345440"/>
                  </a:lnTo>
                  <a:lnTo>
                    <a:pt x="8223250" y="349250"/>
                  </a:lnTo>
                  <a:lnTo>
                    <a:pt x="8222526" y="351790"/>
                  </a:lnTo>
                  <a:lnTo>
                    <a:pt x="8218398" y="367030"/>
                  </a:lnTo>
                  <a:lnTo>
                    <a:pt x="8217433" y="370840"/>
                  </a:lnTo>
                  <a:lnTo>
                    <a:pt x="8216379" y="373380"/>
                  </a:lnTo>
                  <a:lnTo>
                    <a:pt x="8214347" y="381000"/>
                  </a:lnTo>
                  <a:lnTo>
                    <a:pt x="8213382" y="386080"/>
                  </a:lnTo>
                  <a:lnTo>
                    <a:pt x="8211350" y="393700"/>
                  </a:lnTo>
                  <a:lnTo>
                    <a:pt x="8208746" y="403860"/>
                  </a:lnTo>
                  <a:lnTo>
                    <a:pt x="8207794" y="408940"/>
                  </a:lnTo>
                  <a:lnTo>
                    <a:pt x="8206778" y="412750"/>
                  </a:lnTo>
                  <a:lnTo>
                    <a:pt x="8205686" y="416560"/>
                  </a:lnTo>
                  <a:lnTo>
                    <a:pt x="8205521" y="417830"/>
                  </a:lnTo>
                  <a:lnTo>
                    <a:pt x="8204251" y="424180"/>
                  </a:lnTo>
                  <a:lnTo>
                    <a:pt x="8203336" y="427990"/>
                  </a:lnTo>
                  <a:lnTo>
                    <a:pt x="8201380" y="438150"/>
                  </a:lnTo>
                  <a:lnTo>
                    <a:pt x="8200809" y="440690"/>
                  </a:lnTo>
                  <a:lnTo>
                    <a:pt x="8199768" y="445770"/>
                  </a:lnTo>
                  <a:lnTo>
                    <a:pt x="8199120" y="448310"/>
                  </a:lnTo>
                  <a:lnTo>
                    <a:pt x="8198536" y="452120"/>
                  </a:lnTo>
                  <a:lnTo>
                    <a:pt x="8197609" y="457200"/>
                  </a:lnTo>
                  <a:lnTo>
                    <a:pt x="8194700" y="476250"/>
                  </a:lnTo>
                  <a:lnTo>
                    <a:pt x="8194319" y="477520"/>
                  </a:lnTo>
                  <a:lnTo>
                    <a:pt x="8192973" y="486410"/>
                  </a:lnTo>
                  <a:lnTo>
                    <a:pt x="8191373" y="497840"/>
                  </a:lnTo>
                  <a:lnTo>
                    <a:pt x="8196631" y="505460"/>
                  </a:lnTo>
                  <a:lnTo>
                    <a:pt x="8205381" y="508000"/>
                  </a:lnTo>
                  <a:lnTo>
                    <a:pt x="8207222" y="509270"/>
                  </a:lnTo>
                  <a:lnTo>
                    <a:pt x="8211020" y="509270"/>
                  </a:lnTo>
                  <a:lnTo>
                    <a:pt x="8215185" y="508000"/>
                  </a:lnTo>
                  <a:lnTo>
                    <a:pt x="8217535" y="508000"/>
                  </a:lnTo>
                  <a:lnTo>
                    <a:pt x="8221256" y="505460"/>
                  </a:lnTo>
                  <a:lnTo>
                    <a:pt x="8222602" y="504190"/>
                  </a:lnTo>
                  <a:lnTo>
                    <a:pt x="8225079" y="501650"/>
                  </a:lnTo>
                  <a:lnTo>
                    <a:pt x="8226107" y="499110"/>
                  </a:lnTo>
                  <a:lnTo>
                    <a:pt x="8227212" y="496570"/>
                  </a:lnTo>
                  <a:lnTo>
                    <a:pt x="8227631" y="495300"/>
                  </a:lnTo>
                  <a:lnTo>
                    <a:pt x="8227860" y="494030"/>
                  </a:lnTo>
                  <a:lnTo>
                    <a:pt x="8228254" y="491490"/>
                  </a:lnTo>
                  <a:lnTo>
                    <a:pt x="8228698" y="488950"/>
                  </a:lnTo>
                  <a:lnTo>
                    <a:pt x="8229257" y="485140"/>
                  </a:lnTo>
                  <a:lnTo>
                    <a:pt x="8229498" y="483870"/>
                  </a:lnTo>
                  <a:lnTo>
                    <a:pt x="8231035" y="473710"/>
                  </a:lnTo>
                  <a:lnTo>
                    <a:pt x="8233003" y="462280"/>
                  </a:lnTo>
                  <a:lnTo>
                    <a:pt x="8234337" y="454660"/>
                  </a:lnTo>
                  <a:lnTo>
                    <a:pt x="8236280" y="445770"/>
                  </a:lnTo>
                  <a:lnTo>
                    <a:pt x="8238071" y="436880"/>
                  </a:lnTo>
                  <a:lnTo>
                    <a:pt x="8238744" y="433070"/>
                  </a:lnTo>
                  <a:lnTo>
                    <a:pt x="8239861" y="427990"/>
                  </a:lnTo>
                  <a:lnTo>
                    <a:pt x="8240458" y="425450"/>
                  </a:lnTo>
                  <a:lnTo>
                    <a:pt x="8241131" y="422910"/>
                  </a:lnTo>
                  <a:lnTo>
                    <a:pt x="8242605" y="416560"/>
                  </a:lnTo>
                  <a:lnTo>
                    <a:pt x="8243430" y="412750"/>
                  </a:lnTo>
                  <a:lnTo>
                    <a:pt x="8245970" y="402590"/>
                  </a:lnTo>
                  <a:lnTo>
                    <a:pt x="8248053" y="393700"/>
                  </a:lnTo>
                  <a:lnTo>
                    <a:pt x="8251050" y="382270"/>
                  </a:lnTo>
                  <a:lnTo>
                    <a:pt x="8251431" y="381000"/>
                  </a:lnTo>
                  <a:lnTo>
                    <a:pt x="8252320" y="378460"/>
                  </a:lnTo>
                  <a:lnTo>
                    <a:pt x="8252739" y="375920"/>
                  </a:lnTo>
                  <a:lnTo>
                    <a:pt x="8253476" y="373380"/>
                  </a:lnTo>
                  <a:lnTo>
                    <a:pt x="8270545" y="416560"/>
                  </a:lnTo>
                  <a:lnTo>
                    <a:pt x="8272958" y="422910"/>
                  </a:lnTo>
                  <a:lnTo>
                    <a:pt x="8281848" y="445770"/>
                  </a:lnTo>
                  <a:lnTo>
                    <a:pt x="8300504" y="492760"/>
                  </a:lnTo>
                  <a:lnTo>
                    <a:pt x="8314969" y="528320"/>
                  </a:lnTo>
                  <a:lnTo>
                    <a:pt x="8330616" y="566420"/>
                  </a:lnTo>
                  <a:lnTo>
                    <a:pt x="8347253" y="605790"/>
                  </a:lnTo>
                  <a:lnTo>
                    <a:pt x="8347710" y="605790"/>
                  </a:lnTo>
                  <a:lnTo>
                    <a:pt x="8347926" y="607060"/>
                  </a:lnTo>
                  <a:lnTo>
                    <a:pt x="8350593" y="613410"/>
                  </a:lnTo>
                  <a:lnTo>
                    <a:pt x="8353234" y="619760"/>
                  </a:lnTo>
                  <a:lnTo>
                    <a:pt x="8359140" y="633730"/>
                  </a:lnTo>
                  <a:lnTo>
                    <a:pt x="8366925" y="637540"/>
                  </a:lnTo>
                  <a:lnTo>
                    <a:pt x="8376247" y="637540"/>
                  </a:lnTo>
                  <a:lnTo>
                    <a:pt x="8377822" y="636270"/>
                  </a:lnTo>
                  <a:lnTo>
                    <a:pt x="8383752" y="633730"/>
                  </a:lnTo>
                  <a:lnTo>
                    <a:pt x="8390179" y="618490"/>
                  </a:lnTo>
                  <a:lnTo>
                    <a:pt x="8389925" y="615950"/>
                  </a:lnTo>
                  <a:lnTo>
                    <a:pt x="8389620" y="614680"/>
                  </a:lnTo>
                  <a:lnTo>
                    <a:pt x="8388972" y="613410"/>
                  </a:lnTo>
                  <a:lnTo>
                    <a:pt x="8388121" y="610870"/>
                  </a:lnTo>
                  <a:lnTo>
                    <a:pt x="8387499" y="609600"/>
                  </a:lnTo>
                  <a:lnTo>
                    <a:pt x="8386318" y="607060"/>
                  </a:lnTo>
                  <a:lnTo>
                    <a:pt x="8385315" y="604520"/>
                  </a:lnTo>
                  <a:lnTo>
                    <a:pt x="8382076" y="596900"/>
                  </a:lnTo>
                  <a:lnTo>
                    <a:pt x="8351266" y="521970"/>
                  </a:lnTo>
                  <a:lnTo>
                    <a:pt x="8348726" y="515620"/>
                  </a:lnTo>
                  <a:lnTo>
                    <a:pt x="8346122" y="509270"/>
                  </a:lnTo>
                  <a:lnTo>
                    <a:pt x="8339074" y="492760"/>
                  </a:lnTo>
                  <a:lnTo>
                    <a:pt x="8307845" y="414020"/>
                  </a:lnTo>
                  <a:lnTo>
                    <a:pt x="8304720" y="406400"/>
                  </a:lnTo>
                  <a:lnTo>
                    <a:pt x="8298662" y="391160"/>
                  </a:lnTo>
                  <a:lnTo>
                    <a:pt x="8295551" y="383540"/>
                  </a:lnTo>
                  <a:lnTo>
                    <a:pt x="8292274" y="374650"/>
                  </a:lnTo>
                  <a:lnTo>
                    <a:pt x="8291652" y="373380"/>
                  </a:lnTo>
                  <a:lnTo>
                    <a:pt x="8412213" y="436880"/>
                  </a:lnTo>
                  <a:lnTo>
                    <a:pt x="8412899" y="436880"/>
                  </a:lnTo>
                  <a:lnTo>
                    <a:pt x="8415261" y="438150"/>
                  </a:lnTo>
                  <a:lnTo>
                    <a:pt x="8424126" y="438150"/>
                  </a:lnTo>
                  <a:lnTo>
                    <a:pt x="8425967" y="436880"/>
                  </a:lnTo>
                  <a:lnTo>
                    <a:pt x="8430997" y="434340"/>
                  </a:lnTo>
                  <a:lnTo>
                    <a:pt x="8433854" y="431800"/>
                  </a:lnTo>
                  <a:lnTo>
                    <a:pt x="8437855" y="425450"/>
                  </a:lnTo>
                  <a:lnTo>
                    <a:pt x="8438185" y="420370"/>
                  </a:lnTo>
                  <a:lnTo>
                    <a:pt x="8436585" y="414020"/>
                  </a:lnTo>
                  <a:lnTo>
                    <a:pt x="8435759" y="412750"/>
                  </a:lnTo>
                  <a:lnTo>
                    <a:pt x="8433930" y="410210"/>
                  </a:lnTo>
                  <a:lnTo>
                    <a:pt x="8433067" y="408940"/>
                  </a:lnTo>
                  <a:lnTo>
                    <a:pt x="8431505" y="407670"/>
                  </a:lnTo>
                  <a:lnTo>
                    <a:pt x="8430882" y="406400"/>
                  </a:lnTo>
                  <a:lnTo>
                    <a:pt x="8428926" y="405130"/>
                  </a:lnTo>
                  <a:lnTo>
                    <a:pt x="8368182" y="373380"/>
                  </a:lnTo>
                  <a:lnTo>
                    <a:pt x="8307425" y="341630"/>
                  </a:lnTo>
                  <a:lnTo>
                    <a:pt x="8273415" y="323850"/>
                  </a:lnTo>
                  <a:lnTo>
                    <a:pt x="8275841" y="322580"/>
                  </a:lnTo>
                  <a:lnTo>
                    <a:pt x="8277784" y="321310"/>
                  </a:lnTo>
                  <a:lnTo>
                    <a:pt x="8279714" y="321310"/>
                  </a:lnTo>
                  <a:lnTo>
                    <a:pt x="8287804" y="317500"/>
                  </a:lnTo>
                  <a:lnTo>
                    <a:pt x="8338782" y="297180"/>
                  </a:lnTo>
                  <a:lnTo>
                    <a:pt x="8363648" y="285750"/>
                  </a:lnTo>
                  <a:lnTo>
                    <a:pt x="8374075" y="281940"/>
                  </a:lnTo>
                  <a:lnTo>
                    <a:pt x="8376679" y="280670"/>
                  </a:lnTo>
                  <a:lnTo>
                    <a:pt x="8384476" y="276860"/>
                  </a:lnTo>
                  <a:lnTo>
                    <a:pt x="8394865" y="273050"/>
                  </a:lnTo>
                  <a:lnTo>
                    <a:pt x="8417052" y="262890"/>
                  </a:lnTo>
                  <a:lnTo>
                    <a:pt x="8421827" y="260350"/>
                  </a:lnTo>
                  <a:lnTo>
                    <a:pt x="8428253" y="257810"/>
                  </a:lnTo>
                  <a:lnTo>
                    <a:pt x="8428901" y="257810"/>
                  </a:lnTo>
                  <a:lnTo>
                    <a:pt x="8432559" y="255270"/>
                  </a:lnTo>
                  <a:lnTo>
                    <a:pt x="8433930" y="255270"/>
                  </a:lnTo>
                  <a:lnTo>
                    <a:pt x="8436432" y="254000"/>
                  </a:lnTo>
                  <a:lnTo>
                    <a:pt x="8438705" y="252730"/>
                  </a:lnTo>
                  <a:lnTo>
                    <a:pt x="8440115" y="252730"/>
                  </a:lnTo>
                  <a:lnTo>
                    <a:pt x="8441487" y="251460"/>
                  </a:lnTo>
                  <a:lnTo>
                    <a:pt x="8444560" y="250190"/>
                  </a:lnTo>
                  <a:lnTo>
                    <a:pt x="8446211" y="248920"/>
                  </a:lnTo>
                  <a:lnTo>
                    <a:pt x="8465782" y="240030"/>
                  </a:lnTo>
                  <a:lnTo>
                    <a:pt x="8471751" y="237490"/>
                  </a:lnTo>
                  <a:lnTo>
                    <a:pt x="8483409" y="231140"/>
                  </a:lnTo>
                  <a:lnTo>
                    <a:pt x="8485327" y="231140"/>
                  </a:lnTo>
                  <a:lnTo>
                    <a:pt x="8488693" y="228600"/>
                  </a:lnTo>
                  <a:lnTo>
                    <a:pt x="8494357" y="224790"/>
                  </a:lnTo>
                  <a:lnTo>
                    <a:pt x="8497748" y="218440"/>
                  </a:lnTo>
                  <a:lnTo>
                    <a:pt x="8498688" y="212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0" y="11"/>
              <a:ext cx="11227435" cy="13671550"/>
            </a:xfrm>
            <a:custGeom>
              <a:avLst/>
              <a:gdLst/>
              <a:ahLst/>
              <a:cxnLst/>
              <a:rect l="l" t="t" r="r" b="b"/>
              <a:pathLst>
                <a:path w="11227435" h="13671550">
                  <a:moveTo>
                    <a:pt x="513727" y="13345109"/>
                  </a:moveTo>
                  <a:lnTo>
                    <a:pt x="512013" y="13338759"/>
                  </a:lnTo>
                  <a:lnTo>
                    <a:pt x="505587" y="13331139"/>
                  </a:lnTo>
                  <a:lnTo>
                    <a:pt x="501294" y="13328599"/>
                  </a:lnTo>
                  <a:lnTo>
                    <a:pt x="495084" y="13327329"/>
                  </a:lnTo>
                  <a:lnTo>
                    <a:pt x="490207" y="13327329"/>
                  </a:lnTo>
                  <a:lnTo>
                    <a:pt x="485114" y="13326059"/>
                  </a:lnTo>
                  <a:lnTo>
                    <a:pt x="481355" y="13324789"/>
                  </a:lnTo>
                  <a:lnTo>
                    <a:pt x="462140" y="13322249"/>
                  </a:lnTo>
                  <a:lnTo>
                    <a:pt x="437857" y="13317169"/>
                  </a:lnTo>
                  <a:lnTo>
                    <a:pt x="430199" y="13315899"/>
                  </a:lnTo>
                  <a:lnTo>
                    <a:pt x="425284" y="13315899"/>
                  </a:lnTo>
                  <a:lnTo>
                    <a:pt x="419900" y="13314629"/>
                  </a:lnTo>
                  <a:lnTo>
                    <a:pt x="403720" y="13310819"/>
                  </a:lnTo>
                  <a:lnTo>
                    <a:pt x="400138" y="13310819"/>
                  </a:lnTo>
                  <a:lnTo>
                    <a:pt x="388086" y="13308279"/>
                  </a:lnTo>
                  <a:lnTo>
                    <a:pt x="371182" y="13304469"/>
                  </a:lnTo>
                  <a:lnTo>
                    <a:pt x="344538" y="13299389"/>
                  </a:lnTo>
                  <a:lnTo>
                    <a:pt x="319379" y="13294309"/>
                  </a:lnTo>
                  <a:lnTo>
                    <a:pt x="316941" y="13293039"/>
                  </a:lnTo>
                  <a:lnTo>
                    <a:pt x="311861" y="13291769"/>
                  </a:lnTo>
                  <a:lnTo>
                    <a:pt x="281711" y="13285419"/>
                  </a:lnTo>
                  <a:lnTo>
                    <a:pt x="266700" y="13281609"/>
                  </a:lnTo>
                  <a:lnTo>
                    <a:pt x="274396" y="13276529"/>
                  </a:lnTo>
                  <a:lnTo>
                    <a:pt x="293065" y="13263829"/>
                  </a:lnTo>
                  <a:lnTo>
                    <a:pt x="297053" y="13261289"/>
                  </a:lnTo>
                  <a:lnTo>
                    <a:pt x="298843" y="13260019"/>
                  </a:lnTo>
                  <a:lnTo>
                    <a:pt x="305993" y="13254939"/>
                  </a:lnTo>
                  <a:lnTo>
                    <a:pt x="317093" y="13247319"/>
                  </a:lnTo>
                  <a:lnTo>
                    <a:pt x="350215" y="13224459"/>
                  </a:lnTo>
                  <a:lnTo>
                    <a:pt x="369646" y="13211759"/>
                  </a:lnTo>
                  <a:lnTo>
                    <a:pt x="406006" y="13187629"/>
                  </a:lnTo>
                  <a:lnTo>
                    <a:pt x="411657" y="13182549"/>
                  </a:lnTo>
                  <a:lnTo>
                    <a:pt x="414629" y="13174929"/>
                  </a:lnTo>
                  <a:lnTo>
                    <a:pt x="414718" y="13167309"/>
                  </a:lnTo>
                  <a:lnTo>
                    <a:pt x="411759" y="13159689"/>
                  </a:lnTo>
                  <a:lnTo>
                    <a:pt x="407123" y="13155879"/>
                  </a:lnTo>
                  <a:lnTo>
                    <a:pt x="401320" y="13152069"/>
                  </a:lnTo>
                  <a:lnTo>
                    <a:pt x="394893" y="13150799"/>
                  </a:lnTo>
                  <a:lnTo>
                    <a:pt x="388391" y="13152069"/>
                  </a:lnTo>
                  <a:lnTo>
                    <a:pt x="386867" y="13153339"/>
                  </a:lnTo>
                  <a:lnTo>
                    <a:pt x="385368" y="13153339"/>
                  </a:lnTo>
                  <a:lnTo>
                    <a:pt x="348195" y="13177469"/>
                  </a:lnTo>
                  <a:lnTo>
                    <a:pt x="322351" y="13195249"/>
                  </a:lnTo>
                  <a:lnTo>
                    <a:pt x="303403" y="13207949"/>
                  </a:lnTo>
                  <a:lnTo>
                    <a:pt x="291122" y="13216839"/>
                  </a:lnTo>
                  <a:lnTo>
                    <a:pt x="289102" y="13218109"/>
                  </a:lnTo>
                  <a:lnTo>
                    <a:pt x="278841" y="13224459"/>
                  </a:lnTo>
                  <a:lnTo>
                    <a:pt x="277634" y="13225729"/>
                  </a:lnTo>
                  <a:lnTo>
                    <a:pt x="274510" y="13228269"/>
                  </a:lnTo>
                  <a:lnTo>
                    <a:pt x="270738" y="13230809"/>
                  </a:lnTo>
                  <a:lnTo>
                    <a:pt x="268439" y="13232079"/>
                  </a:lnTo>
                  <a:lnTo>
                    <a:pt x="258927" y="13238429"/>
                  </a:lnTo>
                  <a:lnTo>
                    <a:pt x="254482" y="13242239"/>
                  </a:lnTo>
                  <a:lnTo>
                    <a:pt x="249148" y="13246049"/>
                  </a:lnTo>
                  <a:lnTo>
                    <a:pt x="248208" y="13246049"/>
                  </a:lnTo>
                  <a:lnTo>
                    <a:pt x="247281" y="13247319"/>
                  </a:lnTo>
                  <a:lnTo>
                    <a:pt x="251561" y="13230809"/>
                  </a:lnTo>
                  <a:lnTo>
                    <a:pt x="263982" y="13183819"/>
                  </a:lnTo>
                  <a:lnTo>
                    <a:pt x="264756" y="13181279"/>
                  </a:lnTo>
                  <a:lnTo>
                    <a:pt x="265493" y="13177469"/>
                  </a:lnTo>
                  <a:lnTo>
                    <a:pt x="271945" y="13154609"/>
                  </a:lnTo>
                  <a:lnTo>
                    <a:pt x="283375" y="13112699"/>
                  </a:lnTo>
                  <a:lnTo>
                    <a:pt x="292671" y="13078409"/>
                  </a:lnTo>
                  <a:lnTo>
                    <a:pt x="301104" y="13049199"/>
                  </a:lnTo>
                  <a:lnTo>
                    <a:pt x="307454" y="13026339"/>
                  </a:lnTo>
                  <a:lnTo>
                    <a:pt x="307886" y="13025069"/>
                  </a:lnTo>
                  <a:lnTo>
                    <a:pt x="326605" y="12960299"/>
                  </a:lnTo>
                  <a:lnTo>
                    <a:pt x="327266" y="12959029"/>
                  </a:lnTo>
                  <a:lnTo>
                    <a:pt x="328155" y="12955219"/>
                  </a:lnTo>
                  <a:lnTo>
                    <a:pt x="329234" y="12951409"/>
                  </a:lnTo>
                  <a:lnTo>
                    <a:pt x="328993" y="12946329"/>
                  </a:lnTo>
                  <a:lnTo>
                    <a:pt x="327304" y="12942519"/>
                  </a:lnTo>
                  <a:lnTo>
                    <a:pt x="326809" y="12941249"/>
                  </a:lnTo>
                  <a:lnTo>
                    <a:pt x="324840" y="12937439"/>
                  </a:lnTo>
                  <a:lnTo>
                    <a:pt x="323011" y="12936169"/>
                  </a:lnTo>
                  <a:lnTo>
                    <a:pt x="319595" y="12933629"/>
                  </a:lnTo>
                  <a:lnTo>
                    <a:pt x="318274" y="12932359"/>
                  </a:lnTo>
                  <a:lnTo>
                    <a:pt x="316077" y="12931089"/>
                  </a:lnTo>
                  <a:lnTo>
                    <a:pt x="315341" y="12931089"/>
                  </a:lnTo>
                  <a:lnTo>
                    <a:pt x="311492" y="12929819"/>
                  </a:lnTo>
                  <a:lnTo>
                    <a:pt x="304990" y="12929819"/>
                  </a:lnTo>
                  <a:lnTo>
                    <a:pt x="303161" y="12931089"/>
                  </a:lnTo>
                  <a:lnTo>
                    <a:pt x="300609" y="12931089"/>
                  </a:lnTo>
                  <a:lnTo>
                    <a:pt x="299542" y="12932359"/>
                  </a:lnTo>
                  <a:lnTo>
                    <a:pt x="296608" y="12933629"/>
                  </a:lnTo>
                  <a:lnTo>
                    <a:pt x="294868" y="12934899"/>
                  </a:lnTo>
                  <a:lnTo>
                    <a:pt x="291719" y="12938709"/>
                  </a:lnTo>
                  <a:lnTo>
                    <a:pt x="290385" y="12941249"/>
                  </a:lnTo>
                  <a:lnTo>
                    <a:pt x="288607" y="12947599"/>
                  </a:lnTo>
                  <a:lnTo>
                    <a:pt x="287680" y="12951409"/>
                  </a:lnTo>
                  <a:lnTo>
                    <a:pt x="266763" y="13022529"/>
                  </a:lnTo>
                  <a:lnTo>
                    <a:pt x="259664" y="13047929"/>
                  </a:lnTo>
                  <a:lnTo>
                    <a:pt x="248462" y="13088569"/>
                  </a:lnTo>
                  <a:lnTo>
                    <a:pt x="242874" y="13107619"/>
                  </a:lnTo>
                  <a:lnTo>
                    <a:pt x="227838" y="13163499"/>
                  </a:lnTo>
                  <a:lnTo>
                    <a:pt x="226568" y="13168579"/>
                  </a:lnTo>
                  <a:lnTo>
                    <a:pt x="222275" y="13183819"/>
                  </a:lnTo>
                  <a:lnTo>
                    <a:pt x="220941" y="13188899"/>
                  </a:lnTo>
                  <a:lnTo>
                    <a:pt x="218909" y="13196519"/>
                  </a:lnTo>
                  <a:lnTo>
                    <a:pt x="204063" y="13253669"/>
                  </a:lnTo>
                  <a:lnTo>
                    <a:pt x="202450" y="13260019"/>
                  </a:lnTo>
                  <a:lnTo>
                    <a:pt x="199186" y="13253669"/>
                  </a:lnTo>
                  <a:lnTo>
                    <a:pt x="132765" y="13124129"/>
                  </a:lnTo>
                  <a:lnTo>
                    <a:pt x="127787" y="13117779"/>
                  </a:lnTo>
                  <a:lnTo>
                    <a:pt x="121043" y="13113969"/>
                  </a:lnTo>
                  <a:lnTo>
                    <a:pt x="113398" y="13112699"/>
                  </a:lnTo>
                  <a:lnTo>
                    <a:pt x="105740" y="13115239"/>
                  </a:lnTo>
                  <a:lnTo>
                    <a:pt x="101650" y="13117779"/>
                  </a:lnTo>
                  <a:lnTo>
                    <a:pt x="98653" y="13120319"/>
                  </a:lnTo>
                  <a:lnTo>
                    <a:pt x="95021" y="13127939"/>
                  </a:lnTo>
                  <a:lnTo>
                    <a:pt x="94449" y="13133019"/>
                  </a:lnTo>
                  <a:lnTo>
                    <a:pt x="95656" y="13139369"/>
                  </a:lnTo>
                  <a:lnTo>
                    <a:pt x="96177" y="13140639"/>
                  </a:lnTo>
                  <a:lnTo>
                    <a:pt x="154508" y="13253669"/>
                  </a:lnTo>
                  <a:lnTo>
                    <a:pt x="151422" y="13253669"/>
                  </a:lnTo>
                  <a:lnTo>
                    <a:pt x="149161" y="13252399"/>
                  </a:lnTo>
                  <a:lnTo>
                    <a:pt x="135077" y="13248589"/>
                  </a:lnTo>
                  <a:lnTo>
                    <a:pt x="123266" y="13246049"/>
                  </a:lnTo>
                  <a:lnTo>
                    <a:pt x="111467" y="13242239"/>
                  </a:lnTo>
                  <a:lnTo>
                    <a:pt x="94195" y="13237159"/>
                  </a:lnTo>
                  <a:lnTo>
                    <a:pt x="88722" y="13235889"/>
                  </a:lnTo>
                  <a:lnTo>
                    <a:pt x="59601" y="13226999"/>
                  </a:lnTo>
                  <a:lnTo>
                    <a:pt x="51981" y="13225729"/>
                  </a:lnTo>
                  <a:lnTo>
                    <a:pt x="15544" y="13214299"/>
                  </a:lnTo>
                  <a:lnTo>
                    <a:pt x="9334" y="13211759"/>
                  </a:lnTo>
                  <a:lnTo>
                    <a:pt x="0" y="13209219"/>
                  </a:lnTo>
                  <a:lnTo>
                    <a:pt x="0" y="13251129"/>
                  </a:lnTo>
                  <a:lnTo>
                    <a:pt x="5308" y="13252399"/>
                  </a:lnTo>
                  <a:lnTo>
                    <a:pt x="29972" y="13260019"/>
                  </a:lnTo>
                  <a:lnTo>
                    <a:pt x="32639" y="13261289"/>
                  </a:lnTo>
                  <a:lnTo>
                    <a:pt x="39547" y="13262559"/>
                  </a:lnTo>
                  <a:lnTo>
                    <a:pt x="43789" y="13265099"/>
                  </a:lnTo>
                  <a:lnTo>
                    <a:pt x="56286" y="13267639"/>
                  </a:lnTo>
                  <a:lnTo>
                    <a:pt x="58343" y="13268909"/>
                  </a:lnTo>
                  <a:lnTo>
                    <a:pt x="64503" y="13270179"/>
                  </a:lnTo>
                  <a:lnTo>
                    <a:pt x="70700" y="13272719"/>
                  </a:lnTo>
                  <a:lnTo>
                    <a:pt x="95135" y="13279069"/>
                  </a:lnTo>
                  <a:lnTo>
                    <a:pt x="100469" y="13280339"/>
                  </a:lnTo>
                  <a:lnTo>
                    <a:pt x="105791" y="13282879"/>
                  </a:lnTo>
                  <a:lnTo>
                    <a:pt x="119811" y="13286689"/>
                  </a:lnTo>
                  <a:lnTo>
                    <a:pt x="123355" y="13286689"/>
                  </a:lnTo>
                  <a:lnTo>
                    <a:pt x="135712" y="13290499"/>
                  </a:lnTo>
                  <a:lnTo>
                    <a:pt x="155130" y="13295579"/>
                  </a:lnTo>
                  <a:lnTo>
                    <a:pt x="159092" y="13296849"/>
                  </a:lnTo>
                  <a:lnTo>
                    <a:pt x="165315" y="13298119"/>
                  </a:lnTo>
                  <a:lnTo>
                    <a:pt x="167525" y="13299389"/>
                  </a:lnTo>
                  <a:lnTo>
                    <a:pt x="171424" y="13300659"/>
                  </a:lnTo>
                  <a:lnTo>
                    <a:pt x="174726" y="13300659"/>
                  </a:lnTo>
                  <a:lnTo>
                    <a:pt x="173215" y="13301929"/>
                  </a:lnTo>
                  <a:lnTo>
                    <a:pt x="171754" y="13303199"/>
                  </a:lnTo>
                  <a:lnTo>
                    <a:pt x="167754" y="13307009"/>
                  </a:lnTo>
                  <a:lnTo>
                    <a:pt x="165328" y="13308279"/>
                  </a:lnTo>
                  <a:lnTo>
                    <a:pt x="160756" y="13312089"/>
                  </a:lnTo>
                  <a:lnTo>
                    <a:pt x="152133" y="13319709"/>
                  </a:lnTo>
                  <a:lnTo>
                    <a:pt x="148983" y="13322249"/>
                  </a:lnTo>
                  <a:lnTo>
                    <a:pt x="145770" y="13324789"/>
                  </a:lnTo>
                  <a:lnTo>
                    <a:pt x="138950" y="13329869"/>
                  </a:lnTo>
                  <a:lnTo>
                    <a:pt x="135356" y="13333679"/>
                  </a:lnTo>
                  <a:lnTo>
                    <a:pt x="128295" y="13340029"/>
                  </a:lnTo>
                  <a:lnTo>
                    <a:pt x="118999" y="13347649"/>
                  </a:lnTo>
                  <a:lnTo>
                    <a:pt x="115570" y="13350189"/>
                  </a:lnTo>
                  <a:lnTo>
                    <a:pt x="112077" y="13353999"/>
                  </a:lnTo>
                  <a:lnTo>
                    <a:pt x="107899" y="13357809"/>
                  </a:lnTo>
                  <a:lnTo>
                    <a:pt x="107137" y="13357809"/>
                  </a:lnTo>
                  <a:lnTo>
                    <a:pt x="102323" y="13362889"/>
                  </a:lnTo>
                  <a:lnTo>
                    <a:pt x="98386" y="13366699"/>
                  </a:lnTo>
                  <a:lnTo>
                    <a:pt x="90424" y="13374319"/>
                  </a:lnTo>
                  <a:lnTo>
                    <a:pt x="88214" y="13375589"/>
                  </a:lnTo>
                  <a:lnTo>
                    <a:pt x="83794" y="13380669"/>
                  </a:lnTo>
                  <a:lnTo>
                    <a:pt x="81445" y="13381939"/>
                  </a:lnTo>
                  <a:lnTo>
                    <a:pt x="78854" y="13384479"/>
                  </a:lnTo>
                  <a:lnTo>
                    <a:pt x="78524" y="13385749"/>
                  </a:lnTo>
                  <a:lnTo>
                    <a:pt x="74663" y="13389559"/>
                  </a:lnTo>
                  <a:lnTo>
                    <a:pt x="71297" y="13392099"/>
                  </a:lnTo>
                  <a:lnTo>
                    <a:pt x="61709" y="13402259"/>
                  </a:lnTo>
                  <a:lnTo>
                    <a:pt x="59982" y="13404799"/>
                  </a:lnTo>
                  <a:lnTo>
                    <a:pt x="58242" y="13406069"/>
                  </a:lnTo>
                  <a:lnTo>
                    <a:pt x="44183" y="13427659"/>
                  </a:lnTo>
                  <a:lnTo>
                    <a:pt x="45008" y="13434009"/>
                  </a:lnTo>
                  <a:lnTo>
                    <a:pt x="48120" y="13440359"/>
                  </a:lnTo>
                  <a:lnTo>
                    <a:pt x="48641" y="13441629"/>
                  </a:lnTo>
                  <a:lnTo>
                    <a:pt x="50101" y="13442899"/>
                  </a:lnTo>
                  <a:lnTo>
                    <a:pt x="50279" y="13442899"/>
                  </a:lnTo>
                  <a:lnTo>
                    <a:pt x="51879" y="13444169"/>
                  </a:lnTo>
                  <a:lnTo>
                    <a:pt x="53352" y="13445439"/>
                  </a:lnTo>
                  <a:lnTo>
                    <a:pt x="57531" y="13447979"/>
                  </a:lnTo>
                  <a:lnTo>
                    <a:pt x="67335" y="13447979"/>
                  </a:lnTo>
                  <a:lnTo>
                    <a:pt x="71501" y="13446709"/>
                  </a:lnTo>
                  <a:lnTo>
                    <a:pt x="73647" y="13446709"/>
                  </a:lnTo>
                  <a:lnTo>
                    <a:pt x="76644" y="13444169"/>
                  </a:lnTo>
                  <a:lnTo>
                    <a:pt x="77673" y="13442899"/>
                  </a:lnTo>
                  <a:lnTo>
                    <a:pt x="78828" y="13442899"/>
                  </a:lnTo>
                  <a:lnTo>
                    <a:pt x="80721" y="13440359"/>
                  </a:lnTo>
                  <a:lnTo>
                    <a:pt x="82638" y="13439089"/>
                  </a:lnTo>
                  <a:lnTo>
                    <a:pt x="85585" y="13435279"/>
                  </a:lnTo>
                  <a:lnTo>
                    <a:pt x="86715" y="13434009"/>
                  </a:lnTo>
                  <a:lnTo>
                    <a:pt x="94615" y="13426389"/>
                  </a:lnTo>
                  <a:lnTo>
                    <a:pt x="103886" y="13416229"/>
                  </a:lnTo>
                  <a:lnTo>
                    <a:pt x="109677" y="13411149"/>
                  </a:lnTo>
                  <a:lnTo>
                    <a:pt x="117805" y="13403529"/>
                  </a:lnTo>
                  <a:lnTo>
                    <a:pt x="120091" y="13400989"/>
                  </a:lnTo>
                  <a:lnTo>
                    <a:pt x="125222" y="13395909"/>
                  </a:lnTo>
                  <a:lnTo>
                    <a:pt x="128003" y="13393369"/>
                  </a:lnTo>
                  <a:lnTo>
                    <a:pt x="131305" y="13390829"/>
                  </a:lnTo>
                  <a:lnTo>
                    <a:pt x="132257" y="13389559"/>
                  </a:lnTo>
                  <a:lnTo>
                    <a:pt x="134581" y="13387019"/>
                  </a:lnTo>
                  <a:lnTo>
                    <a:pt x="136956" y="13385749"/>
                  </a:lnTo>
                  <a:lnTo>
                    <a:pt x="142443" y="13380669"/>
                  </a:lnTo>
                  <a:lnTo>
                    <a:pt x="145580" y="13378129"/>
                  </a:lnTo>
                  <a:lnTo>
                    <a:pt x="154686" y="13369239"/>
                  </a:lnTo>
                  <a:lnTo>
                    <a:pt x="161912" y="13362889"/>
                  </a:lnTo>
                  <a:lnTo>
                    <a:pt x="171856" y="13355269"/>
                  </a:lnTo>
                  <a:lnTo>
                    <a:pt x="173202" y="13353999"/>
                  </a:lnTo>
                  <a:lnTo>
                    <a:pt x="176136" y="13351459"/>
                  </a:lnTo>
                  <a:lnTo>
                    <a:pt x="177634" y="13350189"/>
                  </a:lnTo>
                  <a:lnTo>
                    <a:pt x="180047" y="13347649"/>
                  </a:lnTo>
                  <a:lnTo>
                    <a:pt x="167576" y="13399719"/>
                  </a:lnTo>
                  <a:lnTo>
                    <a:pt x="165773" y="13406069"/>
                  </a:lnTo>
                  <a:lnTo>
                    <a:pt x="159423" y="13432739"/>
                  </a:lnTo>
                  <a:lnTo>
                    <a:pt x="149771" y="13474649"/>
                  </a:lnTo>
                  <a:lnTo>
                    <a:pt x="148691" y="13478459"/>
                  </a:lnTo>
                  <a:lnTo>
                    <a:pt x="146481" y="13488619"/>
                  </a:lnTo>
                  <a:lnTo>
                    <a:pt x="141605" y="13508939"/>
                  </a:lnTo>
                  <a:lnTo>
                    <a:pt x="136779" y="13530529"/>
                  </a:lnTo>
                  <a:lnTo>
                    <a:pt x="131991" y="13550849"/>
                  </a:lnTo>
                  <a:lnTo>
                    <a:pt x="126936" y="13573709"/>
                  </a:lnTo>
                  <a:lnTo>
                    <a:pt x="126326" y="13576249"/>
                  </a:lnTo>
                  <a:lnTo>
                    <a:pt x="122288" y="13595299"/>
                  </a:lnTo>
                  <a:lnTo>
                    <a:pt x="116319" y="13621969"/>
                  </a:lnTo>
                  <a:lnTo>
                    <a:pt x="116471" y="13623239"/>
                  </a:lnTo>
                  <a:lnTo>
                    <a:pt x="116332" y="13623239"/>
                  </a:lnTo>
                  <a:lnTo>
                    <a:pt x="115912" y="13624509"/>
                  </a:lnTo>
                  <a:lnTo>
                    <a:pt x="114261" y="13632129"/>
                  </a:lnTo>
                  <a:lnTo>
                    <a:pt x="112560" y="13639749"/>
                  </a:lnTo>
                  <a:lnTo>
                    <a:pt x="110934" y="13647369"/>
                  </a:lnTo>
                  <a:lnTo>
                    <a:pt x="110642" y="13653719"/>
                  </a:lnTo>
                  <a:lnTo>
                    <a:pt x="112445" y="13660069"/>
                  </a:lnTo>
                  <a:lnTo>
                    <a:pt x="116078" y="13665149"/>
                  </a:lnTo>
                  <a:lnTo>
                    <a:pt x="121246" y="13668959"/>
                  </a:lnTo>
                  <a:lnTo>
                    <a:pt x="122821" y="13670229"/>
                  </a:lnTo>
                  <a:lnTo>
                    <a:pt x="124536" y="13670229"/>
                  </a:lnTo>
                  <a:lnTo>
                    <a:pt x="131622" y="13671499"/>
                  </a:lnTo>
                  <a:lnTo>
                    <a:pt x="136829" y="13671499"/>
                  </a:lnTo>
                  <a:lnTo>
                    <a:pt x="141503" y="13667689"/>
                  </a:lnTo>
                  <a:lnTo>
                    <a:pt x="143484" y="13666419"/>
                  </a:lnTo>
                  <a:lnTo>
                    <a:pt x="144538" y="13665149"/>
                  </a:lnTo>
                  <a:lnTo>
                    <a:pt x="149948" y="13656259"/>
                  </a:lnTo>
                  <a:lnTo>
                    <a:pt x="150114" y="13656259"/>
                  </a:lnTo>
                  <a:lnTo>
                    <a:pt x="151053" y="13651179"/>
                  </a:lnTo>
                  <a:lnTo>
                    <a:pt x="151765" y="13648639"/>
                  </a:lnTo>
                  <a:lnTo>
                    <a:pt x="152412" y="13646099"/>
                  </a:lnTo>
                  <a:lnTo>
                    <a:pt x="154419" y="13635939"/>
                  </a:lnTo>
                  <a:lnTo>
                    <a:pt x="172935" y="13553389"/>
                  </a:lnTo>
                  <a:lnTo>
                    <a:pt x="175717" y="13540689"/>
                  </a:lnTo>
                  <a:lnTo>
                    <a:pt x="177253" y="13533069"/>
                  </a:lnTo>
                  <a:lnTo>
                    <a:pt x="191782" y="13470839"/>
                  </a:lnTo>
                  <a:lnTo>
                    <a:pt x="193179" y="13465759"/>
                  </a:lnTo>
                  <a:lnTo>
                    <a:pt x="194310" y="13460679"/>
                  </a:lnTo>
                  <a:lnTo>
                    <a:pt x="206603" y="13409879"/>
                  </a:lnTo>
                  <a:lnTo>
                    <a:pt x="209867" y="13395909"/>
                  </a:lnTo>
                  <a:lnTo>
                    <a:pt x="213042" y="13381939"/>
                  </a:lnTo>
                  <a:lnTo>
                    <a:pt x="215328" y="13373049"/>
                  </a:lnTo>
                  <a:lnTo>
                    <a:pt x="285280" y="13508939"/>
                  </a:lnTo>
                  <a:lnTo>
                    <a:pt x="285864" y="13508939"/>
                  </a:lnTo>
                  <a:lnTo>
                    <a:pt x="287464" y="13511479"/>
                  </a:lnTo>
                  <a:lnTo>
                    <a:pt x="288785" y="13512749"/>
                  </a:lnTo>
                  <a:lnTo>
                    <a:pt x="291350" y="13515289"/>
                  </a:lnTo>
                  <a:lnTo>
                    <a:pt x="292315" y="13516559"/>
                  </a:lnTo>
                  <a:lnTo>
                    <a:pt x="295402" y="13517829"/>
                  </a:lnTo>
                  <a:lnTo>
                    <a:pt x="297535" y="13519099"/>
                  </a:lnTo>
                  <a:lnTo>
                    <a:pt x="308013" y="13519099"/>
                  </a:lnTo>
                  <a:lnTo>
                    <a:pt x="316598" y="13514019"/>
                  </a:lnTo>
                  <a:lnTo>
                    <a:pt x="319862" y="13510209"/>
                  </a:lnTo>
                  <a:lnTo>
                    <a:pt x="322300" y="13503859"/>
                  </a:lnTo>
                  <a:lnTo>
                    <a:pt x="322694" y="13501319"/>
                  </a:lnTo>
                  <a:lnTo>
                    <a:pt x="322668" y="13496239"/>
                  </a:lnTo>
                  <a:lnTo>
                    <a:pt x="322173" y="13493699"/>
                  </a:lnTo>
                  <a:lnTo>
                    <a:pt x="321932" y="13493699"/>
                  </a:lnTo>
                  <a:lnTo>
                    <a:pt x="321335" y="13491159"/>
                  </a:lnTo>
                  <a:lnTo>
                    <a:pt x="321056" y="13491159"/>
                  </a:lnTo>
                  <a:lnTo>
                    <a:pt x="260680" y="13373049"/>
                  </a:lnTo>
                  <a:lnTo>
                    <a:pt x="247688" y="13347649"/>
                  </a:lnTo>
                  <a:lnTo>
                    <a:pt x="230809" y="13314629"/>
                  </a:lnTo>
                  <a:lnTo>
                    <a:pt x="235966" y="13315899"/>
                  </a:lnTo>
                  <a:lnTo>
                    <a:pt x="238264" y="13317169"/>
                  </a:lnTo>
                  <a:lnTo>
                    <a:pt x="244602" y="13318439"/>
                  </a:lnTo>
                  <a:lnTo>
                    <a:pt x="247815" y="13318439"/>
                  </a:lnTo>
                  <a:lnTo>
                    <a:pt x="270078" y="13323519"/>
                  </a:lnTo>
                  <a:lnTo>
                    <a:pt x="289153" y="13328599"/>
                  </a:lnTo>
                  <a:lnTo>
                    <a:pt x="308254" y="13332409"/>
                  </a:lnTo>
                  <a:lnTo>
                    <a:pt x="337947" y="13338759"/>
                  </a:lnTo>
                  <a:lnTo>
                    <a:pt x="375488" y="13346379"/>
                  </a:lnTo>
                  <a:lnTo>
                    <a:pt x="398411" y="13351459"/>
                  </a:lnTo>
                  <a:lnTo>
                    <a:pt x="405193" y="13352729"/>
                  </a:lnTo>
                  <a:lnTo>
                    <a:pt x="408076" y="13352729"/>
                  </a:lnTo>
                  <a:lnTo>
                    <a:pt x="412280" y="13353999"/>
                  </a:lnTo>
                  <a:lnTo>
                    <a:pt x="413600" y="13353999"/>
                  </a:lnTo>
                  <a:lnTo>
                    <a:pt x="421081" y="13355269"/>
                  </a:lnTo>
                  <a:lnTo>
                    <a:pt x="422719" y="13355269"/>
                  </a:lnTo>
                  <a:lnTo>
                    <a:pt x="425767" y="13356539"/>
                  </a:lnTo>
                  <a:lnTo>
                    <a:pt x="430276" y="13356539"/>
                  </a:lnTo>
                  <a:lnTo>
                    <a:pt x="431977" y="13357809"/>
                  </a:lnTo>
                  <a:lnTo>
                    <a:pt x="437769" y="13357809"/>
                  </a:lnTo>
                  <a:lnTo>
                    <a:pt x="443738" y="13359079"/>
                  </a:lnTo>
                  <a:lnTo>
                    <a:pt x="445770" y="13360349"/>
                  </a:lnTo>
                  <a:lnTo>
                    <a:pt x="461733" y="13362889"/>
                  </a:lnTo>
                  <a:lnTo>
                    <a:pt x="469023" y="13364159"/>
                  </a:lnTo>
                  <a:lnTo>
                    <a:pt x="477901" y="13365429"/>
                  </a:lnTo>
                  <a:lnTo>
                    <a:pt x="479463" y="13365429"/>
                  </a:lnTo>
                  <a:lnTo>
                    <a:pt x="483349" y="13366699"/>
                  </a:lnTo>
                  <a:lnTo>
                    <a:pt x="485660" y="13366699"/>
                  </a:lnTo>
                  <a:lnTo>
                    <a:pt x="489813" y="13367969"/>
                  </a:lnTo>
                  <a:lnTo>
                    <a:pt x="489953" y="13367969"/>
                  </a:lnTo>
                  <a:lnTo>
                    <a:pt x="497852" y="13366699"/>
                  </a:lnTo>
                  <a:lnTo>
                    <a:pt x="504774" y="13364159"/>
                  </a:lnTo>
                  <a:lnTo>
                    <a:pt x="509993" y="13357809"/>
                  </a:lnTo>
                  <a:lnTo>
                    <a:pt x="512775" y="13350189"/>
                  </a:lnTo>
                  <a:lnTo>
                    <a:pt x="513727" y="13345109"/>
                  </a:lnTo>
                  <a:close/>
                </a:path>
                <a:path w="11227435" h="13671550">
                  <a:moveTo>
                    <a:pt x="809447" y="6814693"/>
                  </a:moveTo>
                  <a:lnTo>
                    <a:pt x="807732" y="6808343"/>
                  </a:lnTo>
                  <a:lnTo>
                    <a:pt x="801306" y="6800723"/>
                  </a:lnTo>
                  <a:lnTo>
                    <a:pt x="797026" y="6798183"/>
                  </a:lnTo>
                  <a:lnTo>
                    <a:pt x="790803" y="6796913"/>
                  </a:lnTo>
                  <a:lnTo>
                    <a:pt x="785939" y="6796913"/>
                  </a:lnTo>
                  <a:lnTo>
                    <a:pt x="780834" y="6795643"/>
                  </a:lnTo>
                  <a:lnTo>
                    <a:pt x="777074" y="6794373"/>
                  </a:lnTo>
                  <a:lnTo>
                    <a:pt x="757859" y="6791833"/>
                  </a:lnTo>
                  <a:lnTo>
                    <a:pt x="733577" y="6786753"/>
                  </a:lnTo>
                  <a:lnTo>
                    <a:pt x="725932" y="6785483"/>
                  </a:lnTo>
                  <a:lnTo>
                    <a:pt x="721004" y="6785483"/>
                  </a:lnTo>
                  <a:lnTo>
                    <a:pt x="714717" y="6784213"/>
                  </a:lnTo>
                  <a:lnTo>
                    <a:pt x="683818" y="6777863"/>
                  </a:lnTo>
                  <a:lnTo>
                    <a:pt x="666902" y="6774053"/>
                  </a:lnTo>
                  <a:lnTo>
                    <a:pt x="633361" y="6767703"/>
                  </a:lnTo>
                  <a:lnTo>
                    <a:pt x="625360" y="6766433"/>
                  </a:lnTo>
                  <a:lnTo>
                    <a:pt x="624243" y="6765163"/>
                  </a:lnTo>
                  <a:lnTo>
                    <a:pt x="615099" y="6763893"/>
                  </a:lnTo>
                  <a:lnTo>
                    <a:pt x="612660" y="6762623"/>
                  </a:lnTo>
                  <a:lnTo>
                    <a:pt x="607593" y="6761353"/>
                  </a:lnTo>
                  <a:lnTo>
                    <a:pt x="577430" y="6755003"/>
                  </a:lnTo>
                  <a:lnTo>
                    <a:pt x="562419" y="6751193"/>
                  </a:lnTo>
                  <a:lnTo>
                    <a:pt x="570128" y="6746113"/>
                  </a:lnTo>
                  <a:lnTo>
                    <a:pt x="588797" y="6733413"/>
                  </a:lnTo>
                  <a:lnTo>
                    <a:pt x="592772" y="6730873"/>
                  </a:lnTo>
                  <a:lnTo>
                    <a:pt x="594563" y="6729603"/>
                  </a:lnTo>
                  <a:lnTo>
                    <a:pt x="601713" y="6724523"/>
                  </a:lnTo>
                  <a:lnTo>
                    <a:pt x="603288" y="6723253"/>
                  </a:lnTo>
                  <a:lnTo>
                    <a:pt x="612635" y="6716903"/>
                  </a:lnTo>
                  <a:lnTo>
                    <a:pt x="631304" y="6704203"/>
                  </a:lnTo>
                  <a:lnTo>
                    <a:pt x="645934" y="6694043"/>
                  </a:lnTo>
                  <a:lnTo>
                    <a:pt x="665378" y="6681343"/>
                  </a:lnTo>
                  <a:lnTo>
                    <a:pt x="701725" y="6657213"/>
                  </a:lnTo>
                  <a:lnTo>
                    <a:pt x="707390" y="6652133"/>
                  </a:lnTo>
                  <a:lnTo>
                    <a:pt x="710349" y="6644513"/>
                  </a:lnTo>
                  <a:lnTo>
                    <a:pt x="710450" y="6636893"/>
                  </a:lnTo>
                  <a:lnTo>
                    <a:pt x="707478" y="6629273"/>
                  </a:lnTo>
                  <a:lnTo>
                    <a:pt x="702843" y="6625463"/>
                  </a:lnTo>
                  <a:lnTo>
                    <a:pt x="697039" y="6621653"/>
                  </a:lnTo>
                  <a:lnTo>
                    <a:pt x="690613" y="6620383"/>
                  </a:lnTo>
                  <a:lnTo>
                    <a:pt x="684110" y="6621653"/>
                  </a:lnTo>
                  <a:lnTo>
                    <a:pt x="682586" y="6622923"/>
                  </a:lnTo>
                  <a:lnTo>
                    <a:pt x="681101" y="6622923"/>
                  </a:lnTo>
                  <a:lnTo>
                    <a:pt x="643915" y="6647053"/>
                  </a:lnTo>
                  <a:lnTo>
                    <a:pt x="611771" y="6668643"/>
                  </a:lnTo>
                  <a:lnTo>
                    <a:pt x="599122" y="6677533"/>
                  </a:lnTo>
                  <a:lnTo>
                    <a:pt x="586841" y="6686423"/>
                  </a:lnTo>
                  <a:lnTo>
                    <a:pt x="584835" y="6687693"/>
                  </a:lnTo>
                  <a:lnTo>
                    <a:pt x="574573" y="6694043"/>
                  </a:lnTo>
                  <a:lnTo>
                    <a:pt x="573354" y="6695313"/>
                  </a:lnTo>
                  <a:lnTo>
                    <a:pt x="570230" y="6697853"/>
                  </a:lnTo>
                  <a:lnTo>
                    <a:pt x="554647" y="6708013"/>
                  </a:lnTo>
                  <a:lnTo>
                    <a:pt x="550202" y="6711823"/>
                  </a:lnTo>
                  <a:lnTo>
                    <a:pt x="544868" y="6715633"/>
                  </a:lnTo>
                  <a:lnTo>
                    <a:pt x="543928" y="6715633"/>
                  </a:lnTo>
                  <a:lnTo>
                    <a:pt x="543013" y="6716903"/>
                  </a:lnTo>
                  <a:lnTo>
                    <a:pt x="547281" y="6700393"/>
                  </a:lnTo>
                  <a:lnTo>
                    <a:pt x="559701" y="6653403"/>
                  </a:lnTo>
                  <a:lnTo>
                    <a:pt x="560476" y="6650863"/>
                  </a:lnTo>
                  <a:lnTo>
                    <a:pt x="561213" y="6647053"/>
                  </a:lnTo>
                  <a:lnTo>
                    <a:pt x="567664" y="6624193"/>
                  </a:lnTo>
                  <a:lnTo>
                    <a:pt x="579094" y="6582283"/>
                  </a:lnTo>
                  <a:lnTo>
                    <a:pt x="588403" y="6547993"/>
                  </a:lnTo>
                  <a:lnTo>
                    <a:pt x="596823" y="6518783"/>
                  </a:lnTo>
                  <a:lnTo>
                    <a:pt x="603186" y="6495923"/>
                  </a:lnTo>
                  <a:lnTo>
                    <a:pt x="603605" y="6494653"/>
                  </a:lnTo>
                  <a:lnTo>
                    <a:pt x="622325" y="6429883"/>
                  </a:lnTo>
                  <a:lnTo>
                    <a:pt x="622985" y="6428613"/>
                  </a:lnTo>
                  <a:lnTo>
                    <a:pt x="623874" y="6424803"/>
                  </a:lnTo>
                  <a:lnTo>
                    <a:pt x="624967" y="6420993"/>
                  </a:lnTo>
                  <a:lnTo>
                    <a:pt x="624713" y="6415913"/>
                  </a:lnTo>
                  <a:lnTo>
                    <a:pt x="623023" y="6412103"/>
                  </a:lnTo>
                  <a:lnTo>
                    <a:pt x="622528" y="6410833"/>
                  </a:lnTo>
                  <a:lnTo>
                    <a:pt x="620560" y="6407023"/>
                  </a:lnTo>
                  <a:lnTo>
                    <a:pt x="618731" y="6405753"/>
                  </a:lnTo>
                  <a:lnTo>
                    <a:pt x="615315" y="6403213"/>
                  </a:lnTo>
                  <a:lnTo>
                    <a:pt x="613994" y="6401943"/>
                  </a:lnTo>
                  <a:lnTo>
                    <a:pt x="611797" y="6400673"/>
                  </a:lnTo>
                  <a:lnTo>
                    <a:pt x="611060" y="6400673"/>
                  </a:lnTo>
                  <a:lnTo>
                    <a:pt x="607212" y="6399403"/>
                  </a:lnTo>
                  <a:lnTo>
                    <a:pt x="600710" y="6399403"/>
                  </a:lnTo>
                  <a:lnTo>
                    <a:pt x="598881" y="6400673"/>
                  </a:lnTo>
                  <a:lnTo>
                    <a:pt x="596328" y="6400673"/>
                  </a:lnTo>
                  <a:lnTo>
                    <a:pt x="595261" y="6401943"/>
                  </a:lnTo>
                  <a:lnTo>
                    <a:pt x="592328" y="6403213"/>
                  </a:lnTo>
                  <a:lnTo>
                    <a:pt x="590600" y="6404483"/>
                  </a:lnTo>
                  <a:lnTo>
                    <a:pt x="587451" y="6408293"/>
                  </a:lnTo>
                  <a:lnTo>
                    <a:pt x="586105" y="6410833"/>
                  </a:lnTo>
                  <a:lnTo>
                    <a:pt x="584327" y="6417183"/>
                  </a:lnTo>
                  <a:lnTo>
                    <a:pt x="583399" y="6420993"/>
                  </a:lnTo>
                  <a:lnTo>
                    <a:pt x="562483" y="6492113"/>
                  </a:lnTo>
                  <a:lnTo>
                    <a:pt x="555383" y="6517513"/>
                  </a:lnTo>
                  <a:lnTo>
                    <a:pt x="544182" y="6558153"/>
                  </a:lnTo>
                  <a:lnTo>
                    <a:pt x="538594" y="6577203"/>
                  </a:lnTo>
                  <a:lnTo>
                    <a:pt x="523557" y="6633083"/>
                  </a:lnTo>
                  <a:lnTo>
                    <a:pt x="522287" y="6638163"/>
                  </a:lnTo>
                  <a:lnTo>
                    <a:pt x="517994" y="6653403"/>
                  </a:lnTo>
                  <a:lnTo>
                    <a:pt x="516661" y="6658483"/>
                  </a:lnTo>
                  <a:lnTo>
                    <a:pt x="514629" y="6666103"/>
                  </a:lnTo>
                  <a:lnTo>
                    <a:pt x="499783" y="6723253"/>
                  </a:lnTo>
                  <a:lnTo>
                    <a:pt x="498170" y="6729603"/>
                  </a:lnTo>
                  <a:lnTo>
                    <a:pt x="494919" y="6723253"/>
                  </a:lnTo>
                  <a:lnTo>
                    <a:pt x="428485" y="6593713"/>
                  </a:lnTo>
                  <a:lnTo>
                    <a:pt x="423506" y="6587363"/>
                  </a:lnTo>
                  <a:lnTo>
                    <a:pt x="416763" y="6583553"/>
                  </a:lnTo>
                  <a:lnTo>
                    <a:pt x="409130" y="6582283"/>
                  </a:lnTo>
                  <a:lnTo>
                    <a:pt x="401459" y="6584823"/>
                  </a:lnTo>
                  <a:lnTo>
                    <a:pt x="397370" y="6587363"/>
                  </a:lnTo>
                  <a:lnTo>
                    <a:pt x="394373" y="6589903"/>
                  </a:lnTo>
                  <a:lnTo>
                    <a:pt x="390740" y="6597523"/>
                  </a:lnTo>
                  <a:lnTo>
                    <a:pt x="390182" y="6602603"/>
                  </a:lnTo>
                  <a:lnTo>
                    <a:pt x="391388" y="6608953"/>
                  </a:lnTo>
                  <a:lnTo>
                    <a:pt x="391896" y="6610223"/>
                  </a:lnTo>
                  <a:lnTo>
                    <a:pt x="450227" y="6723253"/>
                  </a:lnTo>
                  <a:lnTo>
                    <a:pt x="447141" y="6723253"/>
                  </a:lnTo>
                  <a:lnTo>
                    <a:pt x="444893" y="6721983"/>
                  </a:lnTo>
                  <a:lnTo>
                    <a:pt x="430796" y="6718173"/>
                  </a:lnTo>
                  <a:lnTo>
                    <a:pt x="418985" y="6715633"/>
                  </a:lnTo>
                  <a:lnTo>
                    <a:pt x="407187" y="6711823"/>
                  </a:lnTo>
                  <a:lnTo>
                    <a:pt x="389915" y="6706743"/>
                  </a:lnTo>
                  <a:lnTo>
                    <a:pt x="384454" y="6705473"/>
                  </a:lnTo>
                  <a:lnTo>
                    <a:pt x="355333" y="6696583"/>
                  </a:lnTo>
                  <a:lnTo>
                    <a:pt x="347700" y="6695313"/>
                  </a:lnTo>
                  <a:lnTo>
                    <a:pt x="311264" y="6683883"/>
                  </a:lnTo>
                  <a:lnTo>
                    <a:pt x="305054" y="6681343"/>
                  </a:lnTo>
                  <a:lnTo>
                    <a:pt x="294513" y="6678803"/>
                  </a:lnTo>
                  <a:lnTo>
                    <a:pt x="286181" y="6674993"/>
                  </a:lnTo>
                  <a:lnTo>
                    <a:pt x="283591" y="6674993"/>
                  </a:lnTo>
                  <a:lnTo>
                    <a:pt x="263994" y="6668643"/>
                  </a:lnTo>
                  <a:lnTo>
                    <a:pt x="257467" y="6666103"/>
                  </a:lnTo>
                  <a:lnTo>
                    <a:pt x="247192" y="6662293"/>
                  </a:lnTo>
                  <a:lnTo>
                    <a:pt x="245427" y="6662293"/>
                  </a:lnTo>
                  <a:lnTo>
                    <a:pt x="242912" y="6661023"/>
                  </a:lnTo>
                  <a:lnTo>
                    <a:pt x="232384" y="6661023"/>
                  </a:lnTo>
                  <a:lnTo>
                    <a:pt x="229476" y="6662293"/>
                  </a:lnTo>
                  <a:lnTo>
                    <a:pt x="228219" y="6662293"/>
                  </a:lnTo>
                  <a:lnTo>
                    <a:pt x="223316" y="6666103"/>
                  </a:lnTo>
                  <a:lnTo>
                    <a:pt x="220306" y="6668643"/>
                  </a:lnTo>
                  <a:lnTo>
                    <a:pt x="218541" y="6673723"/>
                  </a:lnTo>
                  <a:lnTo>
                    <a:pt x="218389" y="6673723"/>
                  </a:lnTo>
                  <a:lnTo>
                    <a:pt x="217766" y="6676263"/>
                  </a:lnTo>
                  <a:lnTo>
                    <a:pt x="217525" y="6677533"/>
                  </a:lnTo>
                  <a:lnTo>
                    <a:pt x="217398" y="6678803"/>
                  </a:lnTo>
                  <a:lnTo>
                    <a:pt x="217297" y="6681343"/>
                  </a:lnTo>
                  <a:lnTo>
                    <a:pt x="217601" y="6683883"/>
                  </a:lnTo>
                  <a:lnTo>
                    <a:pt x="217957" y="6686423"/>
                  </a:lnTo>
                  <a:lnTo>
                    <a:pt x="219240" y="6688963"/>
                  </a:lnTo>
                  <a:lnTo>
                    <a:pt x="220281" y="6691503"/>
                  </a:lnTo>
                  <a:lnTo>
                    <a:pt x="222059" y="6694043"/>
                  </a:lnTo>
                  <a:lnTo>
                    <a:pt x="222580" y="6694043"/>
                  </a:lnTo>
                  <a:lnTo>
                    <a:pt x="224561" y="6696583"/>
                  </a:lnTo>
                  <a:lnTo>
                    <a:pt x="226161" y="6697853"/>
                  </a:lnTo>
                  <a:lnTo>
                    <a:pt x="228917" y="6699123"/>
                  </a:lnTo>
                  <a:lnTo>
                    <a:pt x="229908" y="6699123"/>
                  </a:lnTo>
                  <a:lnTo>
                    <a:pt x="232879" y="6700393"/>
                  </a:lnTo>
                  <a:lnTo>
                    <a:pt x="234238" y="6700393"/>
                  </a:lnTo>
                  <a:lnTo>
                    <a:pt x="239776" y="6702933"/>
                  </a:lnTo>
                  <a:lnTo>
                    <a:pt x="244017" y="6704203"/>
                  </a:lnTo>
                  <a:lnTo>
                    <a:pt x="254254" y="6706743"/>
                  </a:lnTo>
                  <a:lnTo>
                    <a:pt x="274294" y="6714363"/>
                  </a:lnTo>
                  <a:lnTo>
                    <a:pt x="284772" y="6716903"/>
                  </a:lnTo>
                  <a:lnTo>
                    <a:pt x="287286" y="6718173"/>
                  </a:lnTo>
                  <a:lnTo>
                    <a:pt x="292519" y="6719443"/>
                  </a:lnTo>
                  <a:lnTo>
                    <a:pt x="293712" y="6720713"/>
                  </a:lnTo>
                  <a:lnTo>
                    <a:pt x="301028" y="6721983"/>
                  </a:lnTo>
                  <a:lnTo>
                    <a:pt x="325704" y="6729603"/>
                  </a:lnTo>
                  <a:lnTo>
                    <a:pt x="328358" y="6730873"/>
                  </a:lnTo>
                  <a:lnTo>
                    <a:pt x="335280" y="6732143"/>
                  </a:lnTo>
                  <a:lnTo>
                    <a:pt x="339509" y="6734683"/>
                  </a:lnTo>
                  <a:lnTo>
                    <a:pt x="347675" y="6735953"/>
                  </a:lnTo>
                  <a:lnTo>
                    <a:pt x="348335" y="6737223"/>
                  </a:lnTo>
                  <a:lnTo>
                    <a:pt x="352018" y="6737223"/>
                  </a:lnTo>
                  <a:lnTo>
                    <a:pt x="354063" y="6738493"/>
                  </a:lnTo>
                  <a:lnTo>
                    <a:pt x="360222" y="6739763"/>
                  </a:lnTo>
                  <a:lnTo>
                    <a:pt x="366420" y="6742303"/>
                  </a:lnTo>
                  <a:lnTo>
                    <a:pt x="390867" y="6748653"/>
                  </a:lnTo>
                  <a:lnTo>
                    <a:pt x="396201" y="6749923"/>
                  </a:lnTo>
                  <a:lnTo>
                    <a:pt x="401523" y="6752463"/>
                  </a:lnTo>
                  <a:lnTo>
                    <a:pt x="415531" y="6756273"/>
                  </a:lnTo>
                  <a:lnTo>
                    <a:pt x="419087" y="6756273"/>
                  </a:lnTo>
                  <a:lnTo>
                    <a:pt x="431431" y="6760083"/>
                  </a:lnTo>
                  <a:lnTo>
                    <a:pt x="450850" y="6765163"/>
                  </a:lnTo>
                  <a:lnTo>
                    <a:pt x="454825" y="6766433"/>
                  </a:lnTo>
                  <a:lnTo>
                    <a:pt x="461035" y="6767703"/>
                  </a:lnTo>
                  <a:lnTo>
                    <a:pt x="463245" y="6768973"/>
                  </a:lnTo>
                  <a:lnTo>
                    <a:pt x="467144" y="6770243"/>
                  </a:lnTo>
                  <a:lnTo>
                    <a:pt x="470458" y="6770243"/>
                  </a:lnTo>
                  <a:lnTo>
                    <a:pt x="468934" y="6771513"/>
                  </a:lnTo>
                  <a:lnTo>
                    <a:pt x="467474" y="6772783"/>
                  </a:lnTo>
                  <a:lnTo>
                    <a:pt x="463473" y="6776593"/>
                  </a:lnTo>
                  <a:lnTo>
                    <a:pt x="461048" y="6777863"/>
                  </a:lnTo>
                  <a:lnTo>
                    <a:pt x="456476" y="6781673"/>
                  </a:lnTo>
                  <a:lnTo>
                    <a:pt x="447852" y="6789293"/>
                  </a:lnTo>
                  <a:lnTo>
                    <a:pt x="444703" y="6791833"/>
                  </a:lnTo>
                  <a:lnTo>
                    <a:pt x="441490" y="6794373"/>
                  </a:lnTo>
                  <a:lnTo>
                    <a:pt x="434670" y="6799453"/>
                  </a:lnTo>
                  <a:lnTo>
                    <a:pt x="431076" y="6803263"/>
                  </a:lnTo>
                  <a:lnTo>
                    <a:pt x="424027" y="6809613"/>
                  </a:lnTo>
                  <a:lnTo>
                    <a:pt x="414718" y="6817233"/>
                  </a:lnTo>
                  <a:lnTo>
                    <a:pt x="411289" y="6819773"/>
                  </a:lnTo>
                  <a:lnTo>
                    <a:pt x="407797" y="6823583"/>
                  </a:lnTo>
                  <a:lnTo>
                    <a:pt x="403618" y="6827393"/>
                  </a:lnTo>
                  <a:lnTo>
                    <a:pt x="402869" y="6827393"/>
                  </a:lnTo>
                  <a:lnTo>
                    <a:pt x="398043" y="6832473"/>
                  </a:lnTo>
                  <a:lnTo>
                    <a:pt x="394106" y="6836283"/>
                  </a:lnTo>
                  <a:lnTo>
                    <a:pt x="386156" y="6843903"/>
                  </a:lnTo>
                  <a:lnTo>
                    <a:pt x="383933" y="6845173"/>
                  </a:lnTo>
                  <a:lnTo>
                    <a:pt x="379514" y="6850253"/>
                  </a:lnTo>
                  <a:lnTo>
                    <a:pt x="377164" y="6851523"/>
                  </a:lnTo>
                  <a:lnTo>
                    <a:pt x="374586" y="6854063"/>
                  </a:lnTo>
                  <a:lnTo>
                    <a:pt x="374243" y="6855333"/>
                  </a:lnTo>
                  <a:lnTo>
                    <a:pt x="370382" y="6859143"/>
                  </a:lnTo>
                  <a:lnTo>
                    <a:pt x="367017" y="6861683"/>
                  </a:lnTo>
                  <a:lnTo>
                    <a:pt x="358736" y="6870573"/>
                  </a:lnTo>
                  <a:lnTo>
                    <a:pt x="355714" y="6874383"/>
                  </a:lnTo>
                  <a:lnTo>
                    <a:pt x="353961" y="6875653"/>
                  </a:lnTo>
                  <a:lnTo>
                    <a:pt x="339902" y="6897243"/>
                  </a:lnTo>
                  <a:lnTo>
                    <a:pt x="340728" y="6903593"/>
                  </a:lnTo>
                  <a:lnTo>
                    <a:pt x="343852" y="6909943"/>
                  </a:lnTo>
                  <a:lnTo>
                    <a:pt x="344360" y="6911213"/>
                  </a:lnTo>
                  <a:lnTo>
                    <a:pt x="345821" y="6912483"/>
                  </a:lnTo>
                  <a:lnTo>
                    <a:pt x="346011" y="6912483"/>
                  </a:lnTo>
                  <a:lnTo>
                    <a:pt x="347611" y="6913753"/>
                  </a:lnTo>
                  <a:lnTo>
                    <a:pt x="349072" y="6915023"/>
                  </a:lnTo>
                  <a:lnTo>
                    <a:pt x="353250" y="6917563"/>
                  </a:lnTo>
                  <a:lnTo>
                    <a:pt x="363054" y="6917563"/>
                  </a:lnTo>
                  <a:lnTo>
                    <a:pt x="367233" y="6916293"/>
                  </a:lnTo>
                  <a:lnTo>
                    <a:pt x="369366" y="6916293"/>
                  </a:lnTo>
                  <a:lnTo>
                    <a:pt x="372364" y="6913753"/>
                  </a:lnTo>
                  <a:lnTo>
                    <a:pt x="373405" y="6912483"/>
                  </a:lnTo>
                  <a:lnTo>
                    <a:pt x="374548" y="6912483"/>
                  </a:lnTo>
                  <a:lnTo>
                    <a:pt x="376453" y="6909943"/>
                  </a:lnTo>
                  <a:lnTo>
                    <a:pt x="378358" y="6908673"/>
                  </a:lnTo>
                  <a:lnTo>
                    <a:pt x="381304" y="6904863"/>
                  </a:lnTo>
                  <a:lnTo>
                    <a:pt x="382435" y="6903593"/>
                  </a:lnTo>
                  <a:lnTo>
                    <a:pt x="390347" y="6895973"/>
                  </a:lnTo>
                  <a:lnTo>
                    <a:pt x="399605" y="6885813"/>
                  </a:lnTo>
                  <a:lnTo>
                    <a:pt x="405396" y="6880733"/>
                  </a:lnTo>
                  <a:lnTo>
                    <a:pt x="413524" y="6873113"/>
                  </a:lnTo>
                  <a:lnTo>
                    <a:pt x="415810" y="6870573"/>
                  </a:lnTo>
                  <a:lnTo>
                    <a:pt x="420941" y="6865493"/>
                  </a:lnTo>
                  <a:lnTo>
                    <a:pt x="423722" y="6862953"/>
                  </a:lnTo>
                  <a:lnTo>
                    <a:pt x="427024" y="6860413"/>
                  </a:lnTo>
                  <a:lnTo>
                    <a:pt x="427977" y="6859143"/>
                  </a:lnTo>
                  <a:lnTo>
                    <a:pt x="430301" y="6856603"/>
                  </a:lnTo>
                  <a:lnTo>
                    <a:pt x="432676" y="6855333"/>
                  </a:lnTo>
                  <a:lnTo>
                    <a:pt x="438162" y="6850253"/>
                  </a:lnTo>
                  <a:lnTo>
                    <a:pt x="441299" y="6847713"/>
                  </a:lnTo>
                  <a:lnTo>
                    <a:pt x="450405" y="6838823"/>
                  </a:lnTo>
                  <a:lnTo>
                    <a:pt x="457631" y="6832473"/>
                  </a:lnTo>
                  <a:lnTo>
                    <a:pt x="467575" y="6824853"/>
                  </a:lnTo>
                  <a:lnTo>
                    <a:pt x="468922" y="6823583"/>
                  </a:lnTo>
                  <a:lnTo>
                    <a:pt x="471855" y="6821043"/>
                  </a:lnTo>
                  <a:lnTo>
                    <a:pt x="473367" y="6819773"/>
                  </a:lnTo>
                  <a:lnTo>
                    <a:pt x="475767" y="6817233"/>
                  </a:lnTo>
                  <a:lnTo>
                    <a:pt x="463296" y="6869303"/>
                  </a:lnTo>
                  <a:lnTo>
                    <a:pt x="461505" y="6875653"/>
                  </a:lnTo>
                  <a:lnTo>
                    <a:pt x="455142" y="6902323"/>
                  </a:lnTo>
                  <a:lnTo>
                    <a:pt x="445490" y="6944233"/>
                  </a:lnTo>
                  <a:lnTo>
                    <a:pt x="444411" y="6948043"/>
                  </a:lnTo>
                  <a:lnTo>
                    <a:pt x="442214" y="6958203"/>
                  </a:lnTo>
                  <a:lnTo>
                    <a:pt x="437337" y="6978523"/>
                  </a:lnTo>
                  <a:lnTo>
                    <a:pt x="432498" y="7000113"/>
                  </a:lnTo>
                  <a:lnTo>
                    <a:pt x="427710" y="7020433"/>
                  </a:lnTo>
                  <a:lnTo>
                    <a:pt x="422656" y="7043293"/>
                  </a:lnTo>
                  <a:lnTo>
                    <a:pt x="422046" y="7045833"/>
                  </a:lnTo>
                  <a:lnTo>
                    <a:pt x="418020" y="7064883"/>
                  </a:lnTo>
                  <a:lnTo>
                    <a:pt x="412038" y="7091553"/>
                  </a:lnTo>
                  <a:lnTo>
                    <a:pt x="412191" y="7092823"/>
                  </a:lnTo>
                  <a:lnTo>
                    <a:pt x="412051" y="7092823"/>
                  </a:lnTo>
                  <a:lnTo>
                    <a:pt x="411632" y="7094093"/>
                  </a:lnTo>
                  <a:lnTo>
                    <a:pt x="409994" y="7101713"/>
                  </a:lnTo>
                  <a:lnTo>
                    <a:pt x="408279" y="7109333"/>
                  </a:lnTo>
                  <a:lnTo>
                    <a:pt x="406654" y="7116953"/>
                  </a:lnTo>
                  <a:lnTo>
                    <a:pt x="406361" y="7123303"/>
                  </a:lnTo>
                  <a:lnTo>
                    <a:pt x="408178" y="7129653"/>
                  </a:lnTo>
                  <a:lnTo>
                    <a:pt x="411797" y="7134733"/>
                  </a:lnTo>
                  <a:lnTo>
                    <a:pt x="416966" y="7138543"/>
                  </a:lnTo>
                  <a:lnTo>
                    <a:pt x="418541" y="7139813"/>
                  </a:lnTo>
                  <a:lnTo>
                    <a:pt x="420255" y="7139813"/>
                  </a:lnTo>
                  <a:lnTo>
                    <a:pt x="427342" y="7141083"/>
                  </a:lnTo>
                  <a:lnTo>
                    <a:pt x="432549" y="7141083"/>
                  </a:lnTo>
                  <a:lnTo>
                    <a:pt x="437235" y="7137273"/>
                  </a:lnTo>
                  <a:lnTo>
                    <a:pt x="438048" y="7137273"/>
                  </a:lnTo>
                  <a:lnTo>
                    <a:pt x="439204" y="7136003"/>
                  </a:lnTo>
                  <a:lnTo>
                    <a:pt x="440258" y="7134733"/>
                  </a:lnTo>
                  <a:lnTo>
                    <a:pt x="442137" y="7133463"/>
                  </a:lnTo>
                  <a:lnTo>
                    <a:pt x="442925" y="7132193"/>
                  </a:lnTo>
                  <a:lnTo>
                    <a:pt x="444436" y="7129653"/>
                  </a:lnTo>
                  <a:lnTo>
                    <a:pt x="445096" y="7128383"/>
                  </a:lnTo>
                  <a:lnTo>
                    <a:pt x="445681" y="7125843"/>
                  </a:lnTo>
                  <a:lnTo>
                    <a:pt x="445833" y="7125843"/>
                  </a:lnTo>
                  <a:lnTo>
                    <a:pt x="446773" y="7120763"/>
                  </a:lnTo>
                  <a:lnTo>
                    <a:pt x="447484" y="7118223"/>
                  </a:lnTo>
                  <a:lnTo>
                    <a:pt x="448132" y="7115683"/>
                  </a:lnTo>
                  <a:lnTo>
                    <a:pt x="450151" y="7105523"/>
                  </a:lnTo>
                  <a:lnTo>
                    <a:pt x="468668" y="7022973"/>
                  </a:lnTo>
                  <a:lnTo>
                    <a:pt x="471436" y="7010273"/>
                  </a:lnTo>
                  <a:lnTo>
                    <a:pt x="472973" y="7002653"/>
                  </a:lnTo>
                  <a:lnTo>
                    <a:pt x="487502" y="6940423"/>
                  </a:lnTo>
                  <a:lnTo>
                    <a:pt x="488899" y="6935343"/>
                  </a:lnTo>
                  <a:lnTo>
                    <a:pt x="490029" y="6930263"/>
                  </a:lnTo>
                  <a:lnTo>
                    <a:pt x="502323" y="6879463"/>
                  </a:lnTo>
                  <a:lnTo>
                    <a:pt x="505587" y="6865493"/>
                  </a:lnTo>
                  <a:lnTo>
                    <a:pt x="508774" y="6851523"/>
                  </a:lnTo>
                  <a:lnTo>
                    <a:pt x="511048" y="6842633"/>
                  </a:lnTo>
                  <a:lnTo>
                    <a:pt x="581012" y="6978523"/>
                  </a:lnTo>
                  <a:lnTo>
                    <a:pt x="581583" y="6978523"/>
                  </a:lnTo>
                  <a:lnTo>
                    <a:pt x="583184" y="6981063"/>
                  </a:lnTo>
                  <a:lnTo>
                    <a:pt x="584517" y="6982333"/>
                  </a:lnTo>
                  <a:lnTo>
                    <a:pt x="587070" y="6984873"/>
                  </a:lnTo>
                  <a:lnTo>
                    <a:pt x="588048" y="6986143"/>
                  </a:lnTo>
                  <a:lnTo>
                    <a:pt x="591121" y="6987413"/>
                  </a:lnTo>
                  <a:lnTo>
                    <a:pt x="593255" y="6988683"/>
                  </a:lnTo>
                  <a:lnTo>
                    <a:pt x="603745" y="6988683"/>
                  </a:lnTo>
                  <a:lnTo>
                    <a:pt x="612317" y="6983603"/>
                  </a:lnTo>
                  <a:lnTo>
                    <a:pt x="615581" y="6979793"/>
                  </a:lnTo>
                  <a:lnTo>
                    <a:pt x="618032" y="6973443"/>
                  </a:lnTo>
                  <a:lnTo>
                    <a:pt x="618426" y="6970903"/>
                  </a:lnTo>
                  <a:lnTo>
                    <a:pt x="618388" y="6965823"/>
                  </a:lnTo>
                  <a:lnTo>
                    <a:pt x="617905" y="6963283"/>
                  </a:lnTo>
                  <a:lnTo>
                    <a:pt x="617664" y="6963283"/>
                  </a:lnTo>
                  <a:lnTo>
                    <a:pt x="617054" y="6960743"/>
                  </a:lnTo>
                  <a:lnTo>
                    <a:pt x="616788" y="6960743"/>
                  </a:lnTo>
                  <a:lnTo>
                    <a:pt x="556399" y="6842633"/>
                  </a:lnTo>
                  <a:lnTo>
                    <a:pt x="543407" y="6817233"/>
                  </a:lnTo>
                  <a:lnTo>
                    <a:pt x="526529" y="6784213"/>
                  </a:lnTo>
                  <a:lnTo>
                    <a:pt x="531698" y="6785483"/>
                  </a:lnTo>
                  <a:lnTo>
                    <a:pt x="533996" y="6786753"/>
                  </a:lnTo>
                  <a:lnTo>
                    <a:pt x="540334" y="6788023"/>
                  </a:lnTo>
                  <a:lnTo>
                    <a:pt x="543534" y="6788023"/>
                  </a:lnTo>
                  <a:lnTo>
                    <a:pt x="565797" y="6793103"/>
                  </a:lnTo>
                  <a:lnTo>
                    <a:pt x="584885" y="6798183"/>
                  </a:lnTo>
                  <a:lnTo>
                    <a:pt x="603973" y="6801993"/>
                  </a:lnTo>
                  <a:lnTo>
                    <a:pt x="633666" y="6808343"/>
                  </a:lnTo>
                  <a:lnTo>
                    <a:pt x="671220" y="6815963"/>
                  </a:lnTo>
                  <a:lnTo>
                    <a:pt x="694131" y="6821043"/>
                  </a:lnTo>
                  <a:lnTo>
                    <a:pt x="700913" y="6822313"/>
                  </a:lnTo>
                  <a:lnTo>
                    <a:pt x="703795" y="6822313"/>
                  </a:lnTo>
                  <a:lnTo>
                    <a:pt x="708012" y="6823583"/>
                  </a:lnTo>
                  <a:lnTo>
                    <a:pt x="709333" y="6823583"/>
                  </a:lnTo>
                  <a:lnTo>
                    <a:pt x="716800" y="6824853"/>
                  </a:lnTo>
                  <a:lnTo>
                    <a:pt x="718451" y="6824853"/>
                  </a:lnTo>
                  <a:lnTo>
                    <a:pt x="721487" y="6826123"/>
                  </a:lnTo>
                  <a:lnTo>
                    <a:pt x="725995" y="6826123"/>
                  </a:lnTo>
                  <a:lnTo>
                    <a:pt x="727710" y="6827393"/>
                  </a:lnTo>
                  <a:lnTo>
                    <a:pt x="733488" y="6827393"/>
                  </a:lnTo>
                  <a:lnTo>
                    <a:pt x="739470" y="6828663"/>
                  </a:lnTo>
                  <a:lnTo>
                    <a:pt x="741502" y="6829933"/>
                  </a:lnTo>
                  <a:lnTo>
                    <a:pt x="757453" y="6832473"/>
                  </a:lnTo>
                  <a:lnTo>
                    <a:pt x="764755" y="6833743"/>
                  </a:lnTo>
                  <a:lnTo>
                    <a:pt x="773620" y="6835013"/>
                  </a:lnTo>
                  <a:lnTo>
                    <a:pt x="775182" y="6835013"/>
                  </a:lnTo>
                  <a:lnTo>
                    <a:pt x="779068" y="6836283"/>
                  </a:lnTo>
                  <a:lnTo>
                    <a:pt x="781392" y="6836283"/>
                  </a:lnTo>
                  <a:lnTo>
                    <a:pt x="785545" y="6837553"/>
                  </a:lnTo>
                  <a:lnTo>
                    <a:pt x="785672" y="6837553"/>
                  </a:lnTo>
                  <a:lnTo>
                    <a:pt x="793572" y="6836283"/>
                  </a:lnTo>
                  <a:lnTo>
                    <a:pt x="800493" y="6833743"/>
                  </a:lnTo>
                  <a:lnTo>
                    <a:pt x="805713" y="6827393"/>
                  </a:lnTo>
                  <a:lnTo>
                    <a:pt x="808507" y="6819773"/>
                  </a:lnTo>
                  <a:lnTo>
                    <a:pt x="809447" y="6814693"/>
                  </a:lnTo>
                  <a:close/>
                </a:path>
                <a:path w="11227435" h="13671550">
                  <a:moveTo>
                    <a:pt x="2116353" y="1238173"/>
                  </a:moveTo>
                  <a:lnTo>
                    <a:pt x="2114626" y="1231823"/>
                  </a:lnTo>
                  <a:lnTo>
                    <a:pt x="2108212" y="1224203"/>
                  </a:lnTo>
                  <a:lnTo>
                    <a:pt x="2103920" y="1221663"/>
                  </a:lnTo>
                  <a:lnTo>
                    <a:pt x="2097697" y="1220393"/>
                  </a:lnTo>
                  <a:lnTo>
                    <a:pt x="2092833" y="1220393"/>
                  </a:lnTo>
                  <a:lnTo>
                    <a:pt x="2087740" y="1219123"/>
                  </a:lnTo>
                  <a:lnTo>
                    <a:pt x="2083981" y="1217853"/>
                  </a:lnTo>
                  <a:lnTo>
                    <a:pt x="2064766" y="1215313"/>
                  </a:lnTo>
                  <a:lnTo>
                    <a:pt x="2040470" y="1210233"/>
                  </a:lnTo>
                  <a:lnTo>
                    <a:pt x="2032825" y="1208963"/>
                  </a:lnTo>
                  <a:lnTo>
                    <a:pt x="2027910" y="1208963"/>
                  </a:lnTo>
                  <a:lnTo>
                    <a:pt x="2021624" y="1207693"/>
                  </a:lnTo>
                  <a:lnTo>
                    <a:pt x="1990712" y="1201343"/>
                  </a:lnTo>
                  <a:lnTo>
                    <a:pt x="1973795" y="1197533"/>
                  </a:lnTo>
                  <a:lnTo>
                    <a:pt x="1964055" y="1196263"/>
                  </a:lnTo>
                  <a:lnTo>
                    <a:pt x="1940255" y="1191183"/>
                  </a:lnTo>
                  <a:lnTo>
                    <a:pt x="1932254" y="1189913"/>
                  </a:lnTo>
                  <a:lnTo>
                    <a:pt x="1931149" y="1188643"/>
                  </a:lnTo>
                  <a:lnTo>
                    <a:pt x="1921992" y="1187373"/>
                  </a:lnTo>
                  <a:lnTo>
                    <a:pt x="1919554" y="1186103"/>
                  </a:lnTo>
                  <a:lnTo>
                    <a:pt x="1914486" y="1184833"/>
                  </a:lnTo>
                  <a:lnTo>
                    <a:pt x="1884324" y="1178483"/>
                  </a:lnTo>
                  <a:lnTo>
                    <a:pt x="1869313" y="1174673"/>
                  </a:lnTo>
                  <a:lnTo>
                    <a:pt x="1877021" y="1169593"/>
                  </a:lnTo>
                  <a:lnTo>
                    <a:pt x="1895690" y="1156893"/>
                  </a:lnTo>
                  <a:lnTo>
                    <a:pt x="1899666" y="1154353"/>
                  </a:lnTo>
                  <a:lnTo>
                    <a:pt x="1901456" y="1153083"/>
                  </a:lnTo>
                  <a:lnTo>
                    <a:pt x="1908619" y="1148003"/>
                  </a:lnTo>
                  <a:lnTo>
                    <a:pt x="1919706" y="1140383"/>
                  </a:lnTo>
                  <a:lnTo>
                    <a:pt x="1952840" y="1117523"/>
                  </a:lnTo>
                  <a:lnTo>
                    <a:pt x="1972271" y="1104823"/>
                  </a:lnTo>
                  <a:lnTo>
                    <a:pt x="2008619" y="1080693"/>
                  </a:lnTo>
                  <a:lnTo>
                    <a:pt x="2014283" y="1075613"/>
                  </a:lnTo>
                  <a:lnTo>
                    <a:pt x="2017255" y="1067993"/>
                  </a:lnTo>
                  <a:lnTo>
                    <a:pt x="2017344" y="1060373"/>
                  </a:lnTo>
                  <a:lnTo>
                    <a:pt x="2014372" y="1052753"/>
                  </a:lnTo>
                  <a:lnTo>
                    <a:pt x="2009736" y="1048943"/>
                  </a:lnTo>
                  <a:lnTo>
                    <a:pt x="2003945" y="1045133"/>
                  </a:lnTo>
                  <a:lnTo>
                    <a:pt x="1997519" y="1043863"/>
                  </a:lnTo>
                  <a:lnTo>
                    <a:pt x="1991017" y="1045133"/>
                  </a:lnTo>
                  <a:lnTo>
                    <a:pt x="1989480" y="1046403"/>
                  </a:lnTo>
                  <a:lnTo>
                    <a:pt x="1987994" y="1046403"/>
                  </a:lnTo>
                  <a:lnTo>
                    <a:pt x="1950808" y="1070533"/>
                  </a:lnTo>
                  <a:lnTo>
                    <a:pt x="1918665" y="1092123"/>
                  </a:lnTo>
                  <a:lnTo>
                    <a:pt x="1906016" y="1101013"/>
                  </a:lnTo>
                  <a:lnTo>
                    <a:pt x="1893747" y="1109903"/>
                  </a:lnTo>
                  <a:lnTo>
                    <a:pt x="1891728" y="1111173"/>
                  </a:lnTo>
                  <a:lnTo>
                    <a:pt x="1881466" y="1117523"/>
                  </a:lnTo>
                  <a:lnTo>
                    <a:pt x="1880247" y="1118793"/>
                  </a:lnTo>
                  <a:lnTo>
                    <a:pt x="1877136" y="1121333"/>
                  </a:lnTo>
                  <a:lnTo>
                    <a:pt x="1861540" y="1131493"/>
                  </a:lnTo>
                  <a:lnTo>
                    <a:pt x="1857095" y="1135303"/>
                  </a:lnTo>
                  <a:lnTo>
                    <a:pt x="1851761" y="1139113"/>
                  </a:lnTo>
                  <a:lnTo>
                    <a:pt x="1849907" y="1140383"/>
                  </a:lnTo>
                  <a:lnTo>
                    <a:pt x="1854174" y="1123873"/>
                  </a:lnTo>
                  <a:lnTo>
                    <a:pt x="1866607" y="1076883"/>
                  </a:lnTo>
                  <a:lnTo>
                    <a:pt x="1867382" y="1074343"/>
                  </a:lnTo>
                  <a:lnTo>
                    <a:pt x="1868106" y="1070533"/>
                  </a:lnTo>
                  <a:lnTo>
                    <a:pt x="1874558" y="1047673"/>
                  </a:lnTo>
                  <a:lnTo>
                    <a:pt x="1886000" y="1005763"/>
                  </a:lnTo>
                  <a:lnTo>
                    <a:pt x="1895297" y="971473"/>
                  </a:lnTo>
                  <a:lnTo>
                    <a:pt x="1903730" y="942263"/>
                  </a:lnTo>
                  <a:lnTo>
                    <a:pt x="1910080" y="919403"/>
                  </a:lnTo>
                  <a:lnTo>
                    <a:pt x="1910511" y="918133"/>
                  </a:lnTo>
                  <a:lnTo>
                    <a:pt x="1929218" y="853363"/>
                  </a:lnTo>
                  <a:lnTo>
                    <a:pt x="1929879" y="852093"/>
                  </a:lnTo>
                  <a:lnTo>
                    <a:pt x="1930768" y="848283"/>
                  </a:lnTo>
                  <a:lnTo>
                    <a:pt x="1931860" y="844473"/>
                  </a:lnTo>
                  <a:lnTo>
                    <a:pt x="1931619" y="839393"/>
                  </a:lnTo>
                  <a:lnTo>
                    <a:pt x="1929917" y="835583"/>
                  </a:lnTo>
                  <a:lnTo>
                    <a:pt x="1929422" y="834313"/>
                  </a:lnTo>
                  <a:lnTo>
                    <a:pt x="1927466" y="830503"/>
                  </a:lnTo>
                  <a:lnTo>
                    <a:pt x="1925624" y="829233"/>
                  </a:lnTo>
                  <a:lnTo>
                    <a:pt x="1922221" y="826693"/>
                  </a:lnTo>
                  <a:lnTo>
                    <a:pt x="1920887" y="825423"/>
                  </a:lnTo>
                  <a:lnTo>
                    <a:pt x="1918703" y="824153"/>
                  </a:lnTo>
                  <a:lnTo>
                    <a:pt x="1917966" y="824153"/>
                  </a:lnTo>
                  <a:lnTo>
                    <a:pt x="1914118" y="822883"/>
                  </a:lnTo>
                  <a:lnTo>
                    <a:pt x="1907603" y="822883"/>
                  </a:lnTo>
                  <a:lnTo>
                    <a:pt x="1905774" y="824153"/>
                  </a:lnTo>
                  <a:lnTo>
                    <a:pt x="1903234" y="824153"/>
                  </a:lnTo>
                  <a:lnTo>
                    <a:pt x="1902155" y="825423"/>
                  </a:lnTo>
                  <a:lnTo>
                    <a:pt x="1899234" y="826693"/>
                  </a:lnTo>
                  <a:lnTo>
                    <a:pt x="1897494" y="827963"/>
                  </a:lnTo>
                  <a:lnTo>
                    <a:pt x="1894344" y="831773"/>
                  </a:lnTo>
                  <a:lnTo>
                    <a:pt x="1892998" y="834313"/>
                  </a:lnTo>
                  <a:lnTo>
                    <a:pt x="1891233" y="840663"/>
                  </a:lnTo>
                  <a:lnTo>
                    <a:pt x="1890306" y="844473"/>
                  </a:lnTo>
                  <a:lnTo>
                    <a:pt x="1869376" y="915593"/>
                  </a:lnTo>
                  <a:lnTo>
                    <a:pt x="1862289" y="940993"/>
                  </a:lnTo>
                  <a:lnTo>
                    <a:pt x="1851075" y="981633"/>
                  </a:lnTo>
                  <a:lnTo>
                    <a:pt x="1845500" y="1000683"/>
                  </a:lnTo>
                  <a:lnTo>
                    <a:pt x="1830463" y="1056563"/>
                  </a:lnTo>
                  <a:lnTo>
                    <a:pt x="1829193" y="1061643"/>
                  </a:lnTo>
                  <a:lnTo>
                    <a:pt x="1824888" y="1076883"/>
                  </a:lnTo>
                  <a:lnTo>
                    <a:pt x="1823567" y="1081963"/>
                  </a:lnTo>
                  <a:lnTo>
                    <a:pt x="1821522" y="1089583"/>
                  </a:lnTo>
                  <a:lnTo>
                    <a:pt x="1806676" y="1146733"/>
                  </a:lnTo>
                  <a:lnTo>
                    <a:pt x="1805063" y="1153083"/>
                  </a:lnTo>
                  <a:lnTo>
                    <a:pt x="1801812" y="1146733"/>
                  </a:lnTo>
                  <a:lnTo>
                    <a:pt x="1735391" y="1017193"/>
                  </a:lnTo>
                  <a:lnTo>
                    <a:pt x="1730413" y="1010843"/>
                  </a:lnTo>
                  <a:lnTo>
                    <a:pt x="1723656" y="1007033"/>
                  </a:lnTo>
                  <a:lnTo>
                    <a:pt x="1716024" y="1005763"/>
                  </a:lnTo>
                  <a:lnTo>
                    <a:pt x="1708365" y="1008303"/>
                  </a:lnTo>
                  <a:lnTo>
                    <a:pt x="1704263" y="1010843"/>
                  </a:lnTo>
                  <a:lnTo>
                    <a:pt x="1701279" y="1013383"/>
                  </a:lnTo>
                  <a:lnTo>
                    <a:pt x="1697647" y="1021003"/>
                  </a:lnTo>
                  <a:lnTo>
                    <a:pt x="1697075" y="1026083"/>
                  </a:lnTo>
                  <a:lnTo>
                    <a:pt x="1698282" y="1032433"/>
                  </a:lnTo>
                  <a:lnTo>
                    <a:pt x="1698790" y="1033703"/>
                  </a:lnTo>
                  <a:lnTo>
                    <a:pt x="1757121" y="1146733"/>
                  </a:lnTo>
                  <a:lnTo>
                    <a:pt x="1754047" y="1146733"/>
                  </a:lnTo>
                  <a:lnTo>
                    <a:pt x="1751787" y="1145463"/>
                  </a:lnTo>
                  <a:lnTo>
                    <a:pt x="1737690" y="1141653"/>
                  </a:lnTo>
                  <a:lnTo>
                    <a:pt x="1725891" y="1139113"/>
                  </a:lnTo>
                  <a:lnTo>
                    <a:pt x="1714093" y="1135303"/>
                  </a:lnTo>
                  <a:lnTo>
                    <a:pt x="1696821" y="1130223"/>
                  </a:lnTo>
                  <a:lnTo>
                    <a:pt x="1691347" y="1128953"/>
                  </a:lnTo>
                  <a:lnTo>
                    <a:pt x="1662226" y="1120063"/>
                  </a:lnTo>
                  <a:lnTo>
                    <a:pt x="1654606" y="1118793"/>
                  </a:lnTo>
                  <a:lnTo>
                    <a:pt x="1618157" y="1107363"/>
                  </a:lnTo>
                  <a:lnTo>
                    <a:pt x="1611947" y="1104823"/>
                  </a:lnTo>
                  <a:lnTo>
                    <a:pt x="1601406" y="1102283"/>
                  </a:lnTo>
                  <a:lnTo>
                    <a:pt x="1593075" y="1098473"/>
                  </a:lnTo>
                  <a:lnTo>
                    <a:pt x="1590497" y="1098473"/>
                  </a:lnTo>
                  <a:lnTo>
                    <a:pt x="1570901" y="1092123"/>
                  </a:lnTo>
                  <a:lnTo>
                    <a:pt x="1564360" y="1089583"/>
                  </a:lnTo>
                  <a:lnTo>
                    <a:pt x="1554086" y="1085773"/>
                  </a:lnTo>
                  <a:lnTo>
                    <a:pt x="1552333" y="1085773"/>
                  </a:lnTo>
                  <a:lnTo>
                    <a:pt x="1549819" y="1084503"/>
                  </a:lnTo>
                  <a:lnTo>
                    <a:pt x="1539290" y="1084503"/>
                  </a:lnTo>
                  <a:lnTo>
                    <a:pt x="1536369" y="1085773"/>
                  </a:lnTo>
                  <a:lnTo>
                    <a:pt x="1535125" y="1085773"/>
                  </a:lnTo>
                  <a:lnTo>
                    <a:pt x="1530210" y="1089583"/>
                  </a:lnTo>
                  <a:lnTo>
                    <a:pt x="1527213" y="1092123"/>
                  </a:lnTo>
                  <a:lnTo>
                    <a:pt x="1525447" y="1097203"/>
                  </a:lnTo>
                  <a:lnTo>
                    <a:pt x="1525282" y="1097203"/>
                  </a:lnTo>
                  <a:lnTo>
                    <a:pt x="1524673" y="1099743"/>
                  </a:lnTo>
                  <a:lnTo>
                    <a:pt x="1524419" y="1101013"/>
                  </a:lnTo>
                  <a:lnTo>
                    <a:pt x="1524292" y="1102283"/>
                  </a:lnTo>
                  <a:lnTo>
                    <a:pt x="1524203" y="1104823"/>
                  </a:lnTo>
                  <a:lnTo>
                    <a:pt x="1524508" y="1107363"/>
                  </a:lnTo>
                  <a:lnTo>
                    <a:pt x="1524850" y="1109903"/>
                  </a:lnTo>
                  <a:lnTo>
                    <a:pt x="1526133" y="1112443"/>
                  </a:lnTo>
                  <a:lnTo>
                    <a:pt x="1527175" y="1114983"/>
                  </a:lnTo>
                  <a:lnTo>
                    <a:pt x="1528953" y="1117523"/>
                  </a:lnTo>
                  <a:lnTo>
                    <a:pt x="1529473" y="1117523"/>
                  </a:lnTo>
                  <a:lnTo>
                    <a:pt x="1531467" y="1120063"/>
                  </a:lnTo>
                  <a:lnTo>
                    <a:pt x="1533055" y="1121333"/>
                  </a:lnTo>
                  <a:lnTo>
                    <a:pt x="1535823" y="1122603"/>
                  </a:lnTo>
                  <a:lnTo>
                    <a:pt x="1536801" y="1122603"/>
                  </a:lnTo>
                  <a:lnTo>
                    <a:pt x="1539786" y="1123873"/>
                  </a:lnTo>
                  <a:lnTo>
                    <a:pt x="1541145" y="1123873"/>
                  </a:lnTo>
                  <a:lnTo>
                    <a:pt x="1546682" y="1126413"/>
                  </a:lnTo>
                  <a:lnTo>
                    <a:pt x="1550911" y="1127683"/>
                  </a:lnTo>
                  <a:lnTo>
                    <a:pt x="1577898" y="1136573"/>
                  </a:lnTo>
                  <a:lnTo>
                    <a:pt x="1581200" y="1137843"/>
                  </a:lnTo>
                  <a:lnTo>
                    <a:pt x="1591665" y="1140383"/>
                  </a:lnTo>
                  <a:lnTo>
                    <a:pt x="1594180" y="1141653"/>
                  </a:lnTo>
                  <a:lnTo>
                    <a:pt x="1599412" y="1142923"/>
                  </a:lnTo>
                  <a:lnTo>
                    <a:pt x="1600606" y="1144193"/>
                  </a:lnTo>
                  <a:lnTo>
                    <a:pt x="1607934" y="1145463"/>
                  </a:lnTo>
                  <a:lnTo>
                    <a:pt x="1632597" y="1153083"/>
                  </a:lnTo>
                  <a:lnTo>
                    <a:pt x="1637906" y="1154353"/>
                  </a:lnTo>
                  <a:lnTo>
                    <a:pt x="1642173" y="1155623"/>
                  </a:lnTo>
                  <a:lnTo>
                    <a:pt x="1646415" y="1158163"/>
                  </a:lnTo>
                  <a:lnTo>
                    <a:pt x="1658912" y="1160703"/>
                  </a:lnTo>
                  <a:lnTo>
                    <a:pt x="1660969" y="1161973"/>
                  </a:lnTo>
                  <a:lnTo>
                    <a:pt x="1667116" y="1163243"/>
                  </a:lnTo>
                  <a:lnTo>
                    <a:pt x="1673313" y="1165783"/>
                  </a:lnTo>
                  <a:lnTo>
                    <a:pt x="1697761" y="1172133"/>
                  </a:lnTo>
                  <a:lnTo>
                    <a:pt x="1703095" y="1173403"/>
                  </a:lnTo>
                  <a:lnTo>
                    <a:pt x="1708416" y="1175943"/>
                  </a:lnTo>
                  <a:lnTo>
                    <a:pt x="1722437" y="1179753"/>
                  </a:lnTo>
                  <a:lnTo>
                    <a:pt x="1725980" y="1179753"/>
                  </a:lnTo>
                  <a:lnTo>
                    <a:pt x="1738325" y="1183563"/>
                  </a:lnTo>
                  <a:lnTo>
                    <a:pt x="1757756" y="1188643"/>
                  </a:lnTo>
                  <a:lnTo>
                    <a:pt x="1761718" y="1189913"/>
                  </a:lnTo>
                  <a:lnTo>
                    <a:pt x="1767928" y="1191183"/>
                  </a:lnTo>
                  <a:lnTo>
                    <a:pt x="1770151" y="1192453"/>
                  </a:lnTo>
                  <a:lnTo>
                    <a:pt x="1774037" y="1193723"/>
                  </a:lnTo>
                  <a:lnTo>
                    <a:pt x="1777352" y="1193723"/>
                  </a:lnTo>
                  <a:lnTo>
                    <a:pt x="1775841" y="1194993"/>
                  </a:lnTo>
                  <a:lnTo>
                    <a:pt x="1774367" y="1196263"/>
                  </a:lnTo>
                  <a:lnTo>
                    <a:pt x="1770380" y="1200073"/>
                  </a:lnTo>
                  <a:lnTo>
                    <a:pt x="1767954" y="1201343"/>
                  </a:lnTo>
                  <a:lnTo>
                    <a:pt x="1763369" y="1205153"/>
                  </a:lnTo>
                  <a:lnTo>
                    <a:pt x="1754746" y="1212773"/>
                  </a:lnTo>
                  <a:lnTo>
                    <a:pt x="1751609" y="1215313"/>
                  </a:lnTo>
                  <a:lnTo>
                    <a:pt x="1748396" y="1217853"/>
                  </a:lnTo>
                  <a:lnTo>
                    <a:pt x="1741563" y="1222933"/>
                  </a:lnTo>
                  <a:lnTo>
                    <a:pt x="1737969" y="1226743"/>
                  </a:lnTo>
                  <a:lnTo>
                    <a:pt x="1730921" y="1233093"/>
                  </a:lnTo>
                  <a:lnTo>
                    <a:pt x="1721612" y="1240713"/>
                  </a:lnTo>
                  <a:lnTo>
                    <a:pt x="1718183" y="1243253"/>
                  </a:lnTo>
                  <a:lnTo>
                    <a:pt x="1714690" y="1247063"/>
                  </a:lnTo>
                  <a:lnTo>
                    <a:pt x="1710524" y="1250873"/>
                  </a:lnTo>
                  <a:lnTo>
                    <a:pt x="1709762" y="1250873"/>
                  </a:lnTo>
                  <a:lnTo>
                    <a:pt x="1704936" y="1255953"/>
                  </a:lnTo>
                  <a:lnTo>
                    <a:pt x="1701012" y="1259763"/>
                  </a:lnTo>
                  <a:lnTo>
                    <a:pt x="1693049" y="1267383"/>
                  </a:lnTo>
                  <a:lnTo>
                    <a:pt x="1690839" y="1268653"/>
                  </a:lnTo>
                  <a:lnTo>
                    <a:pt x="1686407" y="1273733"/>
                  </a:lnTo>
                  <a:lnTo>
                    <a:pt x="1684070" y="1275003"/>
                  </a:lnTo>
                  <a:lnTo>
                    <a:pt x="1681480" y="1277543"/>
                  </a:lnTo>
                  <a:lnTo>
                    <a:pt x="1681137" y="1278813"/>
                  </a:lnTo>
                  <a:lnTo>
                    <a:pt x="1677276" y="1282623"/>
                  </a:lnTo>
                  <a:lnTo>
                    <a:pt x="1673910" y="1285163"/>
                  </a:lnTo>
                  <a:lnTo>
                    <a:pt x="1664322" y="1295323"/>
                  </a:lnTo>
                  <a:lnTo>
                    <a:pt x="1662607" y="1297863"/>
                  </a:lnTo>
                  <a:lnTo>
                    <a:pt x="1660855" y="1299133"/>
                  </a:lnTo>
                  <a:lnTo>
                    <a:pt x="1646796" y="1320723"/>
                  </a:lnTo>
                  <a:lnTo>
                    <a:pt x="1647621" y="1327073"/>
                  </a:lnTo>
                  <a:lnTo>
                    <a:pt x="1650746" y="1333423"/>
                  </a:lnTo>
                  <a:lnTo>
                    <a:pt x="1651254" y="1334693"/>
                  </a:lnTo>
                  <a:lnTo>
                    <a:pt x="1652727" y="1335963"/>
                  </a:lnTo>
                  <a:lnTo>
                    <a:pt x="1652905" y="1335963"/>
                  </a:lnTo>
                  <a:lnTo>
                    <a:pt x="1654505" y="1337233"/>
                  </a:lnTo>
                  <a:lnTo>
                    <a:pt x="1655965" y="1338503"/>
                  </a:lnTo>
                  <a:lnTo>
                    <a:pt x="1660144" y="1341043"/>
                  </a:lnTo>
                  <a:lnTo>
                    <a:pt x="1669961" y="1341043"/>
                  </a:lnTo>
                  <a:lnTo>
                    <a:pt x="1674126" y="1339773"/>
                  </a:lnTo>
                  <a:lnTo>
                    <a:pt x="1676260" y="1339773"/>
                  </a:lnTo>
                  <a:lnTo>
                    <a:pt x="1679270" y="1337233"/>
                  </a:lnTo>
                  <a:lnTo>
                    <a:pt x="1680298" y="1335963"/>
                  </a:lnTo>
                  <a:lnTo>
                    <a:pt x="1681454" y="1335963"/>
                  </a:lnTo>
                  <a:lnTo>
                    <a:pt x="1683346" y="1333423"/>
                  </a:lnTo>
                  <a:lnTo>
                    <a:pt x="1685264" y="1332153"/>
                  </a:lnTo>
                  <a:lnTo>
                    <a:pt x="1688198" y="1328343"/>
                  </a:lnTo>
                  <a:lnTo>
                    <a:pt x="1689341" y="1327073"/>
                  </a:lnTo>
                  <a:lnTo>
                    <a:pt x="1697240" y="1319453"/>
                  </a:lnTo>
                  <a:lnTo>
                    <a:pt x="1706511" y="1309293"/>
                  </a:lnTo>
                  <a:lnTo>
                    <a:pt x="1712290" y="1304213"/>
                  </a:lnTo>
                  <a:lnTo>
                    <a:pt x="1720430" y="1296593"/>
                  </a:lnTo>
                  <a:lnTo>
                    <a:pt x="1722704" y="1294053"/>
                  </a:lnTo>
                  <a:lnTo>
                    <a:pt x="1727835" y="1288973"/>
                  </a:lnTo>
                  <a:lnTo>
                    <a:pt x="1730616" y="1286433"/>
                  </a:lnTo>
                  <a:lnTo>
                    <a:pt x="1733918" y="1283893"/>
                  </a:lnTo>
                  <a:lnTo>
                    <a:pt x="1734883" y="1282623"/>
                  </a:lnTo>
                  <a:lnTo>
                    <a:pt x="1737207" y="1280083"/>
                  </a:lnTo>
                  <a:lnTo>
                    <a:pt x="1739569" y="1278813"/>
                  </a:lnTo>
                  <a:lnTo>
                    <a:pt x="1745068" y="1273733"/>
                  </a:lnTo>
                  <a:lnTo>
                    <a:pt x="1748193" y="1271193"/>
                  </a:lnTo>
                  <a:lnTo>
                    <a:pt x="1757299" y="1262303"/>
                  </a:lnTo>
                  <a:lnTo>
                    <a:pt x="1764525" y="1255953"/>
                  </a:lnTo>
                  <a:lnTo>
                    <a:pt x="1774482" y="1248333"/>
                  </a:lnTo>
                  <a:lnTo>
                    <a:pt x="1775828" y="1247063"/>
                  </a:lnTo>
                  <a:lnTo>
                    <a:pt x="1778749" y="1244523"/>
                  </a:lnTo>
                  <a:lnTo>
                    <a:pt x="1780260" y="1243253"/>
                  </a:lnTo>
                  <a:lnTo>
                    <a:pt x="1782114" y="1241983"/>
                  </a:lnTo>
                  <a:lnTo>
                    <a:pt x="1782673" y="1240713"/>
                  </a:lnTo>
                  <a:lnTo>
                    <a:pt x="1770202" y="1292783"/>
                  </a:lnTo>
                  <a:lnTo>
                    <a:pt x="1768398" y="1299133"/>
                  </a:lnTo>
                  <a:lnTo>
                    <a:pt x="1762036" y="1325803"/>
                  </a:lnTo>
                  <a:lnTo>
                    <a:pt x="1752384" y="1367713"/>
                  </a:lnTo>
                  <a:lnTo>
                    <a:pt x="1751317" y="1371523"/>
                  </a:lnTo>
                  <a:lnTo>
                    <a:pt x="1749107" y="1381683"/>
                  </a:lnTo>
                  <a:lnTo>
                    <a:pt x="1744230" y="1402003"/>
                  </a:lnTo>
                  <a:lnTo>
                    <a:pt x="1739392" y="1423593"/>
                  </a:lnTo>
                  <a:lnTo>
                    <a:pt x="1734604" y="1443913"/>
                  </a:lnTo>
                  <a:lnTo>
                    <a:pt x="1729562" y="1466773"/>
                  </a:lnTo>
                  <a:lnTo>
                    <a:pt x="1728939" y="1469313"/>
                  </a:lnTo>
                  <a:lnTo>
                    <a:pt x="1724914" y="1488363"/>
                  </a:lnTo>
                  <a:lnTo>
                    <a:pt x="1718932" y="1515033"/>
                  </a:lnTo>
                  <a:lnTo>
                    <a:pt x="1719097" y="1516303"/>
                  </a:lnTo>
                  <a:lnTo>
                    <a:pt x="1718945" y="1516303"/>
                  </a:lnTo>
                  <a:lnTo>
                    <a:pt x="1718538" y="1517573"/>
                  </a:lnTo>
                  <a:lnTo>
                    <a:pt x="1716887" y="1525193"/>
                  </a:lnTo>
                  <a:lnTo>
                    <a:pt x="1715173" y="1532813"/>
                  </a:lnTo>
                  <a:lnTo>
                    <a:pt x="1713547" y="1540433"/>
                  </a:lnTo>
                  <a:lnTo>
                    <a:pt x="1713255" y="1546783"/>
                  </a:lnTo>
                  <a:lnTo>
                    <a:pt x="1715071" y="1553133"/>
                  </a:lnTo>
                  <a:lnTo>
                    <a:pt x="1718703" y="1558213"/>
                  </a:lnTo>
                  <a:lnTo>
                    <a:pt x="1723872" y="1562023"/>
                  </a:lnTo>
                  <a:lnTo>
                    <a:pt x="1725447" y="1563293"/>
                  </a:lnTo>
                  <a:lnTo>
                    <a:pt x="1727149" y="1563293"/>
                  </a:lnTo>
                  <a:lnTo>
                    <a:pt x="1734248" y="1564563"/>
                  </a:lnTo>
                  <a:lnTo>
                    <a:pt x="1739442" y="1564563"/>
                  </a:lnTo>
                  <a:lnTo>
                    <a:pt x="1744129" y="1560753"/>
                  </a:lnTo>
                  <a:lnTo>
                    <a:pt x="1746110" y="1559483"/>
                  </a:lnTo>
                  <a:lnTo>
                    <a:pt x="1747151" y="1558213"/>
                  </a:lnTo>
                  <a:lnTo>
                    <a:pt x="1752574" y="1549323"/>
                  </a:lnTo>
                  <a:lnTo>
                    <a:pt x="1752739" y="1549323"/>
                  </a:lnTo>
                  <a:lnTo>
                    <a:pt x="1753666" y="1544243"/>
                  </a:lnTo>
                  <a:lnTo>
                    <a:pt x="1754378" y="1541703"/>
                  </a:lnTo>
                  <a:lnTo>
                    <a:pt x="1755038" y="1539163"/>
                  </a:lnTo>
                  <a:lnTo>
                    <a:pt x="1757045" y="1529003"/>
                  </a:lnTo>
                  <a:lnTo>
                    <a:pt x="1775561" y="1446453"/>
                  </a:lnTo>
                  <a:lnTo>
                    <a:pt x="1778342" y="1433753"/>
                  </a:lnTo>
                  <a:lnTo>
                    <a:pt x="1779879" y="1426133"/>
                  </a:lnTo>
                  <a:lnTo>
                    <a:pt x="1794408" y="1363903"/>
                  </a:lnTo>
                  <a:lnTo>
                    <a:pt x="1795805" y="1358823"/>
                  </a:lnTo>
                  <a:lnTo>
                    <a:pt x="1796923" y="1353743"/>
                  </a:lnTo>
                  <a:lnTo>
                    <a:pt x="1809229" y="1302943"/>
                  </a:lnTo>
                  <a:lnTo>
                    <a:pt x="1812480" y="1288973"/>
                  </a:lnTo>
                  <a:lnTo>
                    <a:pt x="1815668" y="1275003"/>
                  </a:lnTo>
                  <a:lnTo>
                    <a:pt x="1817941" y="1266113"/>
                  </a:lnTo>
                  <a:lnTo>
                    <a:pt x="1887905" y="1402003"/>
                  </a:lnTo>
                  <a:lnTo>
                    <a:pt x="1888477" y="1402003"/>
                  </a:lnTo>
                  <a:lnTo>
                    <a:pt x="1890077" y="1404543"/>
                  </a:lnTo>
                  <a:lnTo>
                    <a:pt x="1891411" y="1405813"/>
                  </a:lnTo>
                  <a:lnTo>
                    <a:pt x="1893976" y="1408353"/>
                  </a:lnTo>
                  <a:lnTo>
                    <a:pt x="1894941" y="1409623"/>
                  </a:lnTo>
                  <a:lnTo>
                    <a:pt x="1898027" y="1410893"/>
                  </a:lnTo>
                  <a:lnTo>
                    <a:pt x="1900161" y="1412163"/>
                  </a:lnTo>
                  <a:lnTo>
                    <a:pt x="1910638" y="1412163"/>
                  </a:lnTo>
                  <a:lnTo>
                    <a:pt x="1919224" y="1407083"/>
                  </a:lnTo>
                  <a:lnTo>
                    <a:pt x="1922487" y="1403273"/>
                  </a:lnTo>
                  <a:lnTo>
                    <a:pt x="1924926" y="1396923"/>
                  </a:lnTo>
                  <a:lnTo>
                    <a:pt x="1925320" y="1394383"/>
                  </a:lnTo>
                  <a:lnTo>
                    <a:pt x="1925294" y="1389303"/>
                  </a:lnTo>
                  <a:lnTo>
                    <a:pt x="1924799" y="1386763"/>
                  </a:lnTo>
                  <a:lnTo>
                    <a:pt x="1924558" y="1386763"/>
                  </a:lnTo>
                  <a:lnTo>
                    <a:pt x="1923961" y="1384223"/>
                  </a:lnTo>
                  <a:lnTo>
                    <a:pt x="1923681" y="1384223"/>
                  </a:lnTo>
                  <a:lnTo>
                    <a:pt x="1863293" y="1266113"/>
                  </a:lnTo>
                  <a:lnTo>
                    <a:pt x="1850313" y="1240713"/>
                  </a:lnTo>
                  <a:lnTo>
                    <a:pt x="1833422" y="1207693"/>
                  </a:lnTo>
                  <a:lnTo>
                    <a:pt x="1838591" y="1208963"/>
                  </a:lnTo>
                  <a:lnTo>
                    <a:pt x="1840890" y="1210233"/>
                  </a:lnTo>
                  <a:lnTo>
                    <a:pt x="1847227" y="1211503"/>
                  </a:lnTo>
                  <a:lnTo>
                    <a:pt x="1850428" y="1211503"/>
                  </a:lnTo>
                  <a:lnTo>
                    <a:pt x="1872703" y="1216583"/>
                  </a:lnTo>
                  <a:lnTo>
                    <a:pt x="1891779" y="1221663"/>
                  </a:lnTo>
                  <a:lnTo>
                    <a:pt x="1910880" y="1225473"/>
                  </a:lnTo>
                  <a:lnTo>
                    <a:pt x="1940572" y="1231823"/>
                  </a:lnTo>
                  <a:lnTo>
                    <a:pt x="1978113" y="1239443"/>
                  </a:lnTo>
                  <a:lnTo>
                    <a:pt x="2001024" y="1244523"/>
                  </a:lnTo>
                  <a:lnTo>
                    <a:pt x="2007806" y="1245793"/>
                  </a:lnTo>
                  <a:lnTo>
                    <a:pt x="2010702" y="1245793"/>
                  </a:lnTo>
                  <a:lnTo>
                    <a:pt x="2014905" y="1247063"/>
                  </a:lnTo>
                  <a:lnTo>
                    <a:pt x="2016226" y="1247063"/>
                  </a:lnTo>
                  <a:lnTo>
                    <a:pt x="2023694" y="1248333"/>
                  </a:lnTo>
                  <a:lnTo>
                    <a:pt x="2025345" y="1248333"/>
                  </a:lnTo>
                  <a:lnTo>
                    <a:pt x="2028393" y="1249603"/>
                  </a:lnTo>
                  <a:lnTo>
                    <a:pt x="2032889" y="1249603"/>
                  </a:lnTo>
                  <a:lnTo>
                    <a:pt x="2034603" y="1250873"/>
                  </a:lnTo>
                  <a:lnTo>
                    <a:pt x="2040394" y="1250873"/>
                  </a:lnTo>
                  <a:lnTo>
                    <a:pt x="2046363" y="1252143"/>
                  </a:lnTo>
                  <a:lnTo>
                    <a:pt x="2048395" y="1253413"/>
                  </a:lnTo>
                  <a:lnTo>
                    <a:pt x="2064346" y="1255953"/>
                  </a:lnTo>
                  <a:lnTo>
                    <a:pt x="2071649" y="1257223"/>
                  </a:lnTo>
                  <a:lnTo>
                    <a:pt x="2080526" y="1258493"/>
                  </a:lnTo>
                  <a:lnTo>
                    <a:pt x="2082088" y="1258493"/>
                  </a:lnTo>
                  <a:lnTo>
                    <a:pt x="2085975" y="1259763"/>
                  </a:lnTo>
                  <a:lnTo>
                    <a:pt x="2088286" y="1259763"/>
                  </a:lnTo>
                  <a:lnTo>
                    <a:pt x="2092439" y="1261033"/>
                  </a:lnTo>
                  <a:lnTo>
                    <a:pt x="2092566" y="1261033"/>
                  </a:lnTo>
                  <a:lnTo>
                    <a:pt x="2100465" y="1259763"/>
                  </a:lnTo>
                  <a:lnTo>
                    <a:pt x="2107400" y="1257223"/>
                  </a:lnTo>
                  <a:lnTo>
                    <a:pt x="2112619" y="1250873"/>
                  </a:lnTo>
                  <a:lnTo>
                    <a:pt x="2115401" y="1243253"/>
                  </a:lnTo>
                  <a:lnTo>
                    <a:pt x="2116353" y="1238173"/>
                  </a:lnTo>
                  <a:close/>
                </a:path>
                <a:path w="11227435" h="13671550">
                  <a:moveTo>
                    <a:pt x="5994666" y="795299"/>
                  </a:moveTo>
                  <a:lnTo>
                    <a:pt x="5994641" y="788949"/>
                  </a:lnTo>
                  <a:lnTo>
                    <a:pt x="5990806" y="780059"/>
                  </a:lnTo>
                  <a:lnTo>
                    <a:pt x="5987478" y="776249"/>
                  </a:lnTo>
                  <a:lnTo>
                    <a:pt x="5981814" y="773709"/>
                  </a:lnTo>
                  <a:lnTo>
                    <a:pt x="5978601" y="771169"/>
                  </a:lnTo>
                  <a:lnTo>
                    <a:pt x="5977394" y="771169"/>
                  </a:lnTo>
                  <a:lnTo>
                    <a:pt x="5972759" y="768629"/>
                  </a:lnTo>
                  <a:lnTo>
                    <a:pt x="5969355" y="767359"/>
                  </a:lnTo>
                  <a:lnTo>
                    <a:pt x="5951893" y="758469"/>
                  </a:lnTo>
                  <a:lnTo>
                    <a:pt x="5934786" y="749579"/>
                  </a:lnTo>
                  <a:lnTo>
                    <a:pt x="5922924" y="743229"/>
                  </a:lnTo>
                  <a:lnTo>
                    <a:pt x="5918505" y="741959"/>
                  </a:lnTo>
                  <a:lnTo>
                    <a:pt x="5895784" y="729259"/>
                  </a:lnTo>
                  <a:lnTo>
                    <a:pt x="5884926" y="724179"/>
                  </a:lnTo>
                  <a:lnTo>
                    <a:pt x="5869698" y="715289"/>
                  </a:lnTo>
                  <a:lnTo>
                    <a:pt x="5845759" y="702589"/>
                  </a:lnTo>
                  <a:lnTo>
                    <a:pt x="5839561" y="700049"/>
                  </a:lnTo>
                  <a:lnTo>
                    <a:pt x="5832386" y="696239"/>
                  </a:lnTo>
                  <a:lnTo>
                    <a:pt x="5830392" y="694969"/>
                  </a:lnTo>
                  <a:lnTo>
                    <a:pt x="5823191" y="691159"/>
                  </a:lnTo>
                  <a:lnTo>
                    <a:pt x="5821019" y="689889"/>
                  </a:lnTo>
                  <a:lnTo>
                    <a:pt x="5811990" y="684809"/>
                  </a:lnTo>
                  <a:lnTo>
                    <a:pt x="5776150" y="664489"/>
                  </a:lnTo>
                  <a:lnTo>
                    <a:pt x="5780608" y="663219"/>
                  </a:lnTo>
                  <a:lnTo>
                    <a:pt x="5785078" y="660679"/>
                  </a:lnTo>
                  <a:lnTo>
                    <a:pt x="5809043" y="653059"/>
                  </a:lnTo>
                  <a:lnTo>
                    <a:pt x="5811342" y="653059"/>
                  </a:lnTo>
                  <a:lnTo>
                    <a:pt x="5821692" y="649249"/>
                  </a:lnTo>
                  <a:lnTo>
                    <a:pt x="5855817" y="637819"/>
                  </a:lnTo>
                  <a:lnTo>
                    <a:pt x="5872632" y="632739"/>
                  </a:lnTo>
                  <a:lnTo>
                    <a:pt x="5894959" y="626389"/>
                  </a:lnTo>
                  <a:lnTo>
                    <a:pt x="5899137" y="625119"/>
                  </a:lnTo>
                  <a:lnTo>
                    <a:pt x="5936666" y="613689"/>
                  </a:lnTo>
                  <a:lnTo>
                    <a:pt x="5943701" y="609879"/>
                  </a:lnTo>
                  <a:lnTo>
                    <a:pt x="5948591" y="604799"/>
                  </a:lnTo>
                  <a:lnTo>
                    <a:pt x="5950902" y="597179"/>
                  </a:lnTo>
                  <a:lnTo>
                    <a:pt x="5950178" y="589559"/>
                  </a:lnTo>
                  <a:lnTo>
                    <a:pt x="5947499" y="579399"/>
                  </a:lnTo>
                  <a:lnTo>
                    <a:pt x="5939040" y="574319"/>
                  </a:lnTo>
                  <a:lnTo>
                    <a:pt x="5928449" y="574319"/>
                  </a:lnTo>
                  <a:lnTo>
                    <a:pt x="5926823" y="575589"/>
                  </a:lnTo>
                  <a:lnTo>
                    <a:pt x="5854484" y="597179"/>
                  </a:lnTo>
                  <a:lnTo>
                    <a:pt x="5838926" y="600989"/>
                  </a:lnTo>
                  <a:lnTo>
                    <a:pt x="5808472" y="611149"/>
                  </a:lnTo>
                  <a:lnTo>
                    <a:pt x="5804344" y="612419"/>
                  </a:lnTo>
                  <a:lnTo>
                    <a:pt x="5801512" y="613689"/>
                  </a:lnTo>
                  <a:lnTo>
                    <a:pt x="5799315" y="613689"/>
                  </a:lnTo>
                  <a:lnTo>
                    <a:pt x="5797131" y="614959"/>
                  </a:lnTo>
                  <a:lnTo>
                    <a:pt x="5781256" y="620039"/>
                  </a:lnTo>
                  <a:lnTo>
                    <a:pt x="5776112" y="621309"/>
                  </a:lnTo>
                  <a:lnTo>
                    <a:pt x="5767768" y="625119"/>
                  </a:lnTo>
                  <a:lnTo>
                    <a:pt x="5768543" y="623849"/>
                  </a:lnTo>
                  <a:lnTo>
                    <a:pt x="5773191" y="616229"/>
                  </a:lnTo>
                  <a:lnTo>
                    <a:pt x="5776493" y="609879"/>
                  </a:lnTo>
                  <a:lnTo>
                    <a:pt x="5801906" y="569239"/>
                  </a:lnTo>
                  <a:lnTo>
                    <a:pt x="5803468" y="566699"/>
                  </a:lnTo>
                  <a:lnTo>
                    <a:pt x="5805005" y="564159"/>
                  </a:lnTo>
                  <a:lnTo>
                    <a:pt x="5813730" y="550189"/>
                  </a:lnTo>
                  <a:lnTo>
                    <a:pt x="5840984" y="505739"/>
                  </a:lnTo>
                  <a:lnTo>
                    <a:pt x="5856122" y="482879"/>
                  </a:lnTo>
                  <a:lnTo>
                    <a:pt x="5876214" y="451129"/>
                  </a:lnTo>
                  <a:lnTo>
                    <a:pt x="5883503" y="439699"/>
                  </a:lnTo>
                  <a:lnTo>
                    <a:pt x="5885180" y="437159"/>
                  </a:lnTo>
                  <a:lnTo>
                    <a:pt x="5888774" y="430809"/>
                  </a:lnTo>
                  <a:lnTo>
                    <a:pt x="5929071" y="368579"/>
                  </a:lnTo>
                  <a:lnTo>
                    <a:pt x="5931395" y="364769"/>
                  </a:lnTo>
                  <a:lnTo>
                    <a:pt x="5932309" y="360959"/>
                  </a:lnTo>
                  <a:lnTo>
                    <a:pt x="5932068" y="355879"/>
                  </a:lnTo>
                  <a:lnTo>
                    <a:pt x="5931916" y="354609"/>
                  </a:lnTo>
                  <a:lnTo>
                    <a:pt x="5931014" y="350799"/>
                  </a:lnTo>
                  <a:lnTo>
                    <a:pt x="5929846" y="348259"/>
                  </a:lnTo>
                  <a:lnTo>
                    <a:pt x="5927306" y="344449"/>
                  </a:lnTo>
                  <a:lnTo>
                    <a:pt x="5926252" y="344449"/>
                  </a:lnTo>
                  <a:lnTo>
                    <a:pt x="5924435" y="341909"/>
                  </a:lnTo>
                  <a:lnTo>
                    <a:pt x="5923839" y="341909"/>
                  </a:lnTo>
                  <a:lnTo>
                    <a:pt x="5920473" y="339369"/>
                  </a:lnTo>
                  <a:lnTo>
                    <a:pt x="5917577" y="338099"/>
                  </a:lnTo>
                  <a:lnTo>
                    <a:pt x="5908345" y="338099"/>
                  </a:lnTo>
                  <a:lnTo>
                    <a:pt x="5905030" y="339369"/>
                  </a:lnTo>
                  <a:lnTo>
                    <a:pt x="5898858" y="343179"/>
                  </a:lnTo>
                  <a:lnTo>
                    <a:pt x="5896876" y="344449"/>
                  </a:lnTo>
                  <a:lnTo>
                    <a:pt x="5893460" y="349529"/>
                  </a:lnTo>
                  <a:lnTo>
                    <a:pt x="5891606" y="353339"/>
                  </a:lnTo>
                  <a:lnTo>
                    <a:pt x="5858865" y="402869"/>
                  </a:lnTo>
                  <a:lnTo>
                    <a:pt x="5850814" y="415569"/>
                  </a:lnTo>
                  <a:lnTo>
                    <a:pt x="5836793" y="438429"/>
                  </a:lnTo>
                  <a:lnTo>
                    <a:pt x="5814555" y="472719"/>
                  </a:lnTo>
                  <a:lnTo>
                    <a:pt x="5812358" y="476529"/>
                  </a:lnTo>
                  <a:lnTo>
                    <a:pt x="5803430" y="490499"/>
                  </a:lnTo>
                  <a:lnTo>
                    <a:pt x="5775566" y="534949"/>
                  </a:lnTo>
                  <a:lnTo>
                    <a:pt x="5773064" y="538759"/>
                  </a:lnTo>
                  <a:lnTo>
                    <a:pt x="5770537" y="543839"/>
                  </a:lnTo>
                  <a:lnTo>
                    <a:pt x="5766905" y="548919"/>
                  </a:lnTo>
                  <a:lnTo>
                    <a:pt x="5765762" y="551459"/>
                  </a:lnTo>
                  <a:lnTo>
                    <a:pt x="5761837" y="557809"/>
                  </a:lnTo>
                  <a:lnTo>
                    <a:pt x="5759069" y="561619"/>
                  </a:lnTo>
                  <a:lnTo>
                    <a:pt x="5724423" y="618769"/>
                  </a:lnTo>
                  <a:lnTo>
                    <a:pt x="5721083" y="623849"/>
                  </a:lnTo>
                  <a:lnTo>
                    <a:pt x="5717565" y="604799"/>
                  </a:lnTo>
                  <a:lnTo>
                    <a:pt x="5693410" y="473989"/>
                  </a:lnTo>
                  <a:lnTo>
                    <a:pt x="5690425" y="466369"/>
                  </a:lnTo>
                  <a:lnTo>
                    <a:pt x="5685040" y="461289"/>
                  </a:lnTo>
                  <a:lnTo>
                    <a:pt x="5677992" y="458749"/>
                  </a:lnTo>
                  <a:lnTo>
                    <a:pt x="5670029" y="457479"/>
                  </a:lnTo>
                  <a:lnTo>
                    <a:pt x="5665508" y="458749"/>
                  </a:lnTo>
                  <a:lnTo>
                    <a:pt x="5653583" y="479069"/>
                  </a:lnTo>
                  <a:lnTo>
                    <a:pt x="5676735" y="604799"/>
                  </a:lnTo>
                  <a:lnTo>
                    <a:pt x="5674042" y="603529"/>
                  </a:lnTo>
                  <a:lnTo>
                    <a:pt x="5672061" y="602259"/>
                  </a:lnTo>
                  <a:lnTo>
                    <a:pt x="5638939" y="581939"/>
                  </a:lnTo>
                  <a:lnTo>
                    <a:pt x="5623801" y="571779"/>
                  </a:lnTo>
                  <a:lnTo>
                    <a:pt x="5619039" y="567969"/>
                  </a:lnTo>
                  <a:lnTo>
                    <a:pt x="5593600" y="551459"/>
                  </a:lnTo>
                  <a:lnTo>
                    <a:pt x="5586958" y="547649"/>
                  </a:lnTo>
                  <a:lnTo>
                    <a:pt x="5555285" y="526059"/>
                  </a:lnTo>
                  <a:lnTo>
                    <a:pt x="5552592" y="524789"/>
                  </a:lnTo>
                  <a:lnTo>
                    <a:pt x="5549887" y="522249"/>
                  </a:lnTo>
                  <a:lnTo>
                    <a:pt x="5546064" y="519709"/>
                  </a:lnTo>
                  <a:lnTo>
                    <a:pt x="5544921" y="519709"/>
                  </a:lnTo>
                  <a:lnTo>
                    <a:pt x="5538571" y="514629"/>
                  </a:lnTo>
                  <a:lnTo>
                    <a:pt x="5533529" y="512089"/>
                  </a:lnTo>
                  <a:lnTo>
                    <a:pt x="5531307" y="509549"/>
                  </a:lnTo>
                  <a:lnTo>
                    <a:pt x="5508726" y="494309"/>
                  </a:lnTo>
                  <a:lnTo>
                    <a:pt x="5499862" y="487959"/>
                  </a:lnTo>
                  <a:lnTo>
                    <a:pt x="5498338" y="486689"/>
                  </a:lnTo>
                  <a:lnTo>
                    <a:pt x="5496166" y="485419"/>
                  </a:lnTo>
                  <a:lnTo>
                    <a:pt x="5495442" y="485419"/>
                  </a:lnTo>
                  <a:lnTo>
                    <a:pt x="5493055" y="484149"/>
                  </a:lnTo>
                  <a:lnTo>
                    <a:pt x="5491327" y="482879"/>
                  </a:lnTo>
                  <a:lnTo>
                    <a:pt x="5481688" y="482879"/>
                  </a:lnTo>
                  <a:lnTo>
                    <a:pt x="5476125" y="484149"/>
                  </a:lnTo>
                  <a:lnTo>
                    <a:pt x="5472277" y="486689"/>
                  </a:lnTo>
                  <a:lnTo>
                    <a:pt x="5469267" y="490499"/>
                  </a:lnTo>
                  <a:lnTo>
                    <a:pt x="5469052" y="490499"/>
                  </a:lnTo>
                  <a:lnTo>
                    <a:pt x="5467921" y="491769"/>
                  </a:lnTo>
                  <a:lnTo>
                    <a:pt x="5467235" y="494309"/>
                  </a:lnTo>
                  <a:lnTo>
                    <a:pt x="5466181" y="496849"/>
                  </a:lnTo>
                  <a:lnTo>
                    <a:pt x="5465826" y="498119"/>
                  </a:lnTo>
                  <a:lnTo>
                    <a:pt x="5465292" y="500659"/>
                  </a:lnTo>
                  <a:lnTo>
                    <a:pt x="5465165" y="501929"/>
                  </a:lnTo>
                  <a:lnTo>
                    <a:pt x="5465394" y="505739"/>
                  </a:lnTo>
                  <a:lnTo>
                    <a:pt x="5465864" y="508279"/>
                  </a:lnTo>
                  <a:lnTo>
                    <a:pt x="5466918" y="510819"/>
                  </a:lnTo>
                  <a:lnTo>
                    <a:pt x="5467235" y="510819"/>
                  </a:lnTo>
                  <a:lnTo>
                    <a:pt x="5468569" y="513359"/>
                  </a:lnTo>
                  <a:lnTo>
                    <a:pt x="5469737" y="515899"/>
                  </a:lnTo>
                  <a:lnTo>
                    <a:pt x="5471960" y="517169"/>
                  </a:lnTo>
                  <a:lnTo>
                    <a:pt x="5472785" y="518439"/>
                  </a:lnTo>
                  <a:lnTo>
                    <a:pt x="5475351" y="519709"/>
                  </a:lnTo>
                  <a:lnTo>
                    <a:pt x="5476519" y="520979"/>
                  </a:lnTo>
                  <a:lnTo>
                    <a:pt x="5481294" y="524789"/>
                  </a:lnTo>
                  <a:lnTo>
                    <a:pt x="5484977" y="527329"/>
                  </a:lnTo>
                  <a:lnTo>
                    <a:pt x="5489486" y="529869"/>
                  </a:lnTo>
                  <a:lnTo>
                    <a:pt x="5508295" y="542569"/>
                  </a:lnTo>
                  <a:lnTo>
                    <a:pt x="5511139" y="545109"/>
                  </a:lnTo>
                  <a:lnTo>
                    <a:pt x="5517045" y="548919"/>
                  </a:lnTo>
                  <a:lnTo>
                    <a:pt x="5518061" y="550189"/>
                  </a:lnTo>
                  <a:lnTo>
                    <a:pt x="5520194" y="551459"/>
                  </a:lnTo>
                  <a:lnTo>
                    <a:pt x="5521274" y="551459"/>
                  </a:lnTo>
                  <a:lnTo>
                    <a:pt x="5534291" y="560349"/>
                  </a:lnTo>
                  <a:lnTo>
                    <a:pt x="5555767" y="575589"/>
                  </a:lnTo>
                  <a:lnTo>
                    <a:pt x="5558066" y="576859"/>
                  </a:lnTo>
                  <a:lnTo>
                    <a:pt x="5564098" y="580669"/>
                  </a:lnTo>
                  <a:lnTo>
                    <a:pt x="5567769" y="583209"/>
                  </a:lnTo>
                  <a:lnTo>
                    <a:pt x="5578665" y="589559"/>
                  </a:lnTo>
                  <a:lnTo>
                    <a:pt x="5579580" y="590829"/>
                  </a:lnTo>
                  <a:lnTo>
                    <a:pt x="5585841" y="594639"/>
                  </a:lnTo>
                  <a:lnTo>
                    <a:pt x="5591289" y="598449"/>
                  </a:lnTo>
                  <a:lnTo>
                    <a:pt x="5612676" y="612419"/>
                  </a:lnTo>
                  <a:lnTo>
                    <a:pt x="5621998" y="617499"/>
                  </a:lnTo>
                  <a:lnTo>
                    <a:pt x="5634304" y="626389"/>
                  </a:lnTo>
                  <a:lnTo>
                    <a:pt x="5637441" y="627659"/>
                  </a:lnTo>
                  <a:lnTo>
                    <a:pt x="5641213" y="630199"/>
                  </a:lnTo>
                  <a:lnTo>
                    <a:pt x="5665419" y="645439"/>
                  </a:lnTo>
                  <a:lnTo>
                    <a:pt x="5668911" y="646709"/>
                  </a:lnTo>
                  <a:lnTo>
                    <a:pt x="5674385" y="650519"/>
                  </a:lnTo>
                  <a:lnTo>
                    <a:pt x="5676341" y="651789"/>
                  </a:lnTo>
                  <a:lnTo>
                    <a:pt x="5679770" y="654329"/>
                  </a:lnTo>
                  <a:lnTo>
                    <a:pt x="5681218" y="654329"/>
                  </a:lnTo>
                  <a:lnTo>
                    <a:pt x="5682678" y="655599"/>
                  </a:lnTo>
                  <a:lnTo>
                    <a:pt x="5680888" y="656869"/>
                  </a:lnTo>
                  <a:lnTo>
                    <a:pt x="5679122" y="656869"/>
                  </a:lnTo>
                  <a:lnTo>
                    <a:pt x="5674385" y="659409"/>
                  </a:lnTo>
                  <a:lnTo>
                    <a:pt x="5671477" y="660679"/>
                  </a:lnTo>
                  <a:lnTo>
                    <a:pt x="5666029" y="661949"/>
                  </a:lnTo>
                  <a:lnTo>
                    <a:pt x="5655742" y="667029"/>
                  </a:lnTo>
                  <a:lnTo>
                    <a:pt x="5648185" y="669569"/>
                  </a:lnTo>
                  <a:lnTo>
                    <a:pt x="5639994" y="673379"/>
                  </a:lnTo>
                  <a:lnTo>
                    <a:pt x="5635612" y="675919"/>
                  </a:lnTo>
                  <a:lnTo>
                    <a:pt x="5615851" y="684809"/>
                  </a:lnTo>
                  <a:lnTo>
                    <a:pt x="5611698" y="686079"/>
                  </a:lnTo>
                  <a:lnTo>
                    <a:pt x="5607507" y="688619"/>
                  </a:lnTo>
                  <a:lnTo>
                    <a:pt x="5602402" y="689889"/>
                  </a:lnTo>
                  <a:lnTo>
                    <a:pt x="5601462" y="691159"/>
                  </a:lnTo>
                  <a:lnTo>
                    <a:pt x="5595582" y="693699"/>
                  </a:lnTo>
                  <a:lnTo>
                    <a:pt x="5580926" y="701319"/>
                  </a:lnTo>
                  <a:lnTo>
                    <a:pt x="5572772" y="705129"/>
                  </a:lnTo>
                  <a:lnTo>
                    <a:pt x="5569928" y="706399"/>
                  </a:lnTo>
                  <a:lnTo>
                    <a:pt x="5566727" y="708939"/>
                  </a:lnTo>
                  <a:lnTo>
                    <a:pt x="5566295" y="708939"/>
                  </a:lnTo>
                  <a:lnTo>
                    <a:pt x="5561495" y="711479"/>
                  </a:lnTo>
                  <a:lnTo>
                    <a:pt x="5557240" y="714019"/>
                  </a:lnTo>
                  <a:lnTo>
                    <a:pt x="5543067" y="721639"/>
                  </a:lnTo>
                  <a:lnTo>
                    <a:pt x="5540895" y="722909"/>
                  </a:lnTo>
                  <a:lnTo>
                    <a:pt x="5535828" y="725449"/>
                  </a:lnTo>
                  <a:lnTo>
                    <a:pt x="5532856" y="726719"/>
                  </a:lnTo>
                  <a:lnTo>
                    <a:pt x="5529948" y="729259"/>
                  </a:lnTo>
                  <a:lnTo>
                    <a:pt x="5524551" y="733069"/>
                  </a:lnTo>
                  <a:lnTo>
                    <a:pt x="5521198" y="739419"/>
                  </a:lnTo>
                  <a:lnTo>
                    <a:pt x="5520042" y="745769"/>
                  </a:lnTo>
                  <a:lnTo>
                    <a:pt x="5521249" y="753389"/>
                  </a:lnTo>
                  <a:lnTo>
                    <a:pt x="5521541" y="753389"/>
                  </a:lnTo>
                  <a:lnTo>
                    <a:pt x="5522493" y="755929"/>
                  </a:lnTo>
                  <a:lnTo>
                    <a:pt x="5523700" y="757199"/>
                  </a:lnTo>
                  <a:lnTo>
                    <a:pt x="5524805" y="759739"/>
                  </a:lnTo>
                  <a:lnTo>
                    <a:pt x="5528183" y="762279"/>
                  </a:lnTo>
                  <a:lnTo>
                    <a:pt x="5530761" y="763549"/>
                  </a:lnTo>
                  <a:lnTo>
                    <a:pt x="5535434" y="766089"/>
                  </a:lnTo>
                  <a:lnTo>
                    <a:pt x="5544058" y="766089"/>
                  </a:lnTo>
                  <a:lnTo>
                    <a:pt x="5547550" y="764819"/>
                  </a:lnTo>
                  <a:lnTo>
                    <a:pt x="5548719" y="763549"/>
                  </a:lnTo>
                  <a:lnTo>
                    <a:pt x="5550128" y="763549"/>
                  </a:lnTo>
                  <a:lnTo>
                    <a:pt x="5554904" y="761009"/>
                  </a:lnTo>
                  <a:lnTo>
                    <a:pt x="5558612" y="758469"/>
                  </a:lnTo>
                  <a:lnTo>
                    <a:pt x="5560022" y="758469"/>
                  </a:lnTo>
                  <a:lnTo>
                    <a:pt x="5598719" y="736879"/>
                  </a:lnTo>
                  <a:lnTo>
                    <a:pt x="5607863" y="733069"/>
                  </a:lnTo>
                  <a:lnTo>
                    <a:pt x="5611292" y="730529"/>
                  </a:lnTo>
                  <a:lnTo>
                    <a:pt x="5615317" y="729259"/>
                  </a:lnTo>
                  <a:lnTo>
                    <a:pt x="5616473" y="727989"/>
                  </a:lnTo>
                  <a:lnTo>
                    <a:pt x="5622175" y="725449"/>
                  </a:lnTo>
                  <a:lnTo>
                    <a:pt x="5628856" y="722909"/>
                  </a:lnTo>
                  <a:lnTo>
                    <a:pt x="5632678" y="720369"/>
                  </a:lnTo>
                  <a:lnTo>
                    <a:pt x="5643702" y="715289"/>
                  </a:lnTo>
                  <a:lnTo>
                    <a:pt x="5652414" y="711479"/>
                  </a:lnTo>
                  <a:lnTo>
                    <a:pt x="5664327" y="706399"/>
                  </a:lnTo>
                  <a:lnTo>
                    <a:pt x="5665965" y="706399"/>
                  </a:lnTo>
                  <a:lnTo>
                    <a:pt x="5669458" y="703859"/>
                  </a:lnTo>
                  <a:lnTo>
                    <a:pt x="5671286" y="703859"/>
                  </a:lnTo>
                  <a:lnTo>
                    <a:pt x="5674169" y="702589"/>
                  </a:lnTo>
                  <a:lnTo>
                    <a:pt x="5647499" y="748309"/>
                  </a:lnTo>
                  <a:lnTo>
                    <a:pt x="5629973" y="777519"/>
                  </a:lnTo>
                  <a:lnTo>
                    <a:pt x="5601792" y="827049"/>
                  </a:lnTo>
                  <a:lnTo>
                    <a:pt x="5591048" y="844829"/>
                  </a:lnTo>
                  <a:lnTo>
                    <a:pt x="5580342" y="863879"/>
                  </a:lnTo>
                  <a:lnTo>
                    <a:pt x="5558383" y="903249"/>
                  </a:lnTo>
                  <a:lnTo>
                    <a:pt x="5534190" y="946429"/>
                  </a:lnTo>
                  <a:lnTo>
                    <a:pt x="5534139" y="947699"/>
                  </a:lnTo>
                  <a:lnTo>
                    <a:pt x="5533834" y="947699"/>
                  </a:lnTo>
                  <a:lnTo>
                    <a:pt x="5533275" y="948969"/>
                  </a:lnTo>
                  <a:lnTo>
                    <a:pt x="5529516" y="955319"/>
                  </a:lnTo>
                  <a:lnTo>
                    <a:pt x="5525681" y="961669"/>
                  </a:lnTo>
                  <a:lnTo>
                    <a:pt x="5521934" y="969289"/>
                  </a:lnTo>
                  <a:lnTo>
                    <a:pt x="5519737" y="975639"/>
                  </a:lnTo>
                  <a:lnTo>
                    <a:pt x="5519699" y="981989"/>
                  </a:lnTo>
                  <a:lnTo>
                    <a:pt x="5521655" y="987069"/>
                  </a:lnTo>
                  <a:lnTo>
                    <a:pt x="5525490" y="993419"/>
                  </a:lnTo>
                  <a:lnTo>
                    <a:pt x="5526760" y="994689"/>
                  </a:lnTo>
                  <a:lnTo>
                    <a:pt x="5528221" y="994689"/>
                  </a:lnTo>
                  <a:lnTo>
                    <a:pt x="5534584" y="998499"/>
                  </a:lnTo>
                  <a:lnTo>
                    <a:pt x="5539867" y="998499"/>
                  </a:lnTo>
                  <a:lnTo>
                    <a:pt x="5545188" y="997229"/>
                  </a:lnTo>
                  <a:lnTo>
                    <a:pt x="5547499" y="997229"/>
                  </a:lnTo>
                  <a:lnTo>
                    <a:pt x="5548782" y="995959"/>
                  </a:lnTo>
                  <a:lnTo>
                    <a:pt x="5551170" y="994689"/>
                  </a:lnTo>
                  <a:lnTo>
                    <a:pt x="5552249" y="993419"/>
                  </a:lnTo>
                  <a:lnTo>
                    <a:pt x="5554459" y="992149"/>
                  </a:lnTo>
                  <a:lnTo>
                    <a:pt x="5555539" y="990879"/>
                  </a:lnTo>
                  <a:lnTo>
                    <a:pt x="5556694" y="988339"/>
                  </a:lnTo>
                  <a:lnTo>
                    <a:pt x="5556948" y="988339"/>
                  </a:lnTo>
                  <a:lnTo>
                    <a:pt x="5558053" y="987069"/>
                  </a:lnTo>
                  <a:lnTo>
                    <a:pt x="5559031" y="984529"/>
                  </a:lnTo>
                  <a:lnTo>
                    <a:pt x="5560669" y="981989"/>
                  </a:lnTo>
                  <a:lnTo>
                    <a:pt x="5561406" y="980719"/>
                  </a:lnTo>
                  <a:lnTo>
                    <a:pt x="5566702" y="970559"/>
                  </a:lnTo>
                  <a:lnTo>
                    <a:pt x="5608371" y="896899"/>
                  </a:lnTo>
                  <a:lnTo>
                    <a:pt x="5609628" y="894359"/>
                  </a:lnTo>
                  <a:lnTo>
                    <a:pt x="5614594" y="885469"/>
                  </a:lnTo>
                  <a:lnTo>
                    <a:pt x="5618162" y="879119"/>
                  </a:lnTo>
                  <a:lnTo>
                    <a:pt x="5628614" y="861339"/>
                  </a:lnTo>
                  <a:lnTo>
                    <a:pt x="5649950" y="823239"/>
                  </a:lnTo>
                  <a:lnTo>
                    <a:pt x="5682043" y="768629"/>
                  </a:lnTo>
                  <a:lnTo>
                    <a:pt x="5689079" y="755929"/>
                  </a:lnTo>
                  <a:lnTo>
                    <a:pt x="5696001" y="744499"/>
                  </a:lnTo>
                  <a:lnTo>
                    <a:pt x="5700903" y="735609"/>
                  </a:lnTo>
                  <a:lnTo>
                    <a:pt x="5728690" y="886739"/>
                  </a:lnTo>
                  <a:lnTo>
                    <a:pt x="5729084" y="886739"/>
                  </a:lnTo>
                  <a:lnTo>
                    <a:pt x="5729935" y="890549"/>
                  </a:lnTo>
                  <a:lnTo>
                    <a:pt x="5730786" y="891819"/>
                  </a:lnTo>
                  <a:lnTo>
                    <a:pt x="5732653" y="894359"/>
                  </a:lnTo>
                  <a:lnTo>
                    <a:pt x="5733326" y="895629"/>
                  </a:lnTo>
                  <a:lnTo>
                    <a:pt x="5735815" y="898169"/>
                  </a:lnTo>
                  <a:lnTo>
                    <a:pt x="5737682" y="899439"/>
                  </a:lnTo>
                  <a:lnTo>
                    <a:pt x="5743372" y="901979"/>
                  </a:lnTo>
                  <a:lnTo>
                    <a:pt x="5747588" y="903249"/>
                  </a:lnTo>
                  <a:lnTo>
                    <a:pt x="5757062" y="900709"/>
                  </a:lnTo>
                  <a:lnTo>
                    <a:pt x="5768264" y="882929"/>
                  </a:lnTo>
                  <a:lnTo>
                    <a:pt x="5768200" y="879119"/>
                  </a:lnTo>
                  <a:lnTo>
                    <a:pt x="5741721" y="735609"/>
                  </a:lnTo>
                  <a:lnTo>
                    <a:pt x="5735625" y="702589"/>
                  </a:lnTo>
                  <a:lnTo>
                    <a:pt x="5732348" y="684809"/>
                  </a:lnTo>
                  <a:lnTo>
                    <a:pt x="5734901" y="686079"/>
                  </a:lnTo>
                  <a:lnTo>
                    <a:pt x="5739003" y="688619"/>
                  </a:lnTo>
                  <a:lnTo>
                    <a:pt x="5744642" y="692429"/>
                  </a:lnTo>
                  <a:lnTo>
                    <a:pt x="5747499" y="693699"/>
                  </a:lnTo>
                  <a:lnTo>
                    <a:pt x="5767336" y="705129"/>
                  </a:lnTo>
                  <a:lnTo>
                    <a:pt x="5784367" y="715289"/>
                  </a:lnTo>
                  <a:lnTo>
                    <a:pt x="5801449" y="724179"/>
                  </a:lnTo>
                  <a:lnTo>
                    <a:pt x="5828055" y="739419"/>
                  </a:lnTo>
                  <a:lnTo>
                    <a:pt x="5839282" y="744499"/>
                  </a:lnTo>
                  <a:lnTo>
                    <a:pt x="5861812" y="757199"/>
                  </a:lnTo>
                  <a:lnTo>
                    <a:pt x="5882475" y="767359"/>
                  </a:lnTo>
                  <a:lnTo>
                    <a:pt x="5888596" y="771169"/>
                  </a:lnTo>
                  <a:lnTo>
                    <a:pt x="5891200" y="772439"/>
                  </a:lnTo>
                  <a:lnTo>
                    <a:pt x="5894997" y="774979"/>
                  </a:lnTo>
                  <a:lnTo>
                    <a:pt x="5901448" y="777519"/>
                  </a:lnTo>
                  <a:lnTo>
                    <a:pt x="5904408" y="780059"/>
                  </a:lnTo>
                  <a:lnTo>
                    <a:pt x="5907163" y="781329"/>
                  </a:lnTo>
                  <a:lnTo>
                    <a:pt x="5911253" y="782599"/>
                  </a:lnTo>
                  <a:lnTo>
                    <a:pt x="5912815" y="783869"/>
                  </a:lnTo>
                  <a:lnTo>
                    <a:pt x="5916206" y="785139"/>
                  </a:lnTo>
                  <a:lnTo>
                    <a:pt x="5939815" y="796569"/>
                  </a:lnTo>
                  <a:lnTo>
                    <a:pt x="5946432" y="800379"/>
                  </a:lnTo>
                  <a:lnTo>
                    <a:pt x="5954496" y="804189"/>
                  </a:lnTo>
                  <a:lnTo>
                    <a:pt x="5959449" y="806729"/>
                  </a:lnTo>
                  <a:lnTo>
                    <a:pt x="5961545" y="807999"/>
                  </a:lnTo>
                  <a:lnTo>
                    <a:pt x="5965317" y="810539"/>
                  </a:lnTo>
                  <a:lnTo>
                    <a:pt x="5965444" y="810539"/>
                  </a:lnTo>
                  <a:lnTo>
                    <a:pt x="5973115" y="811809"/>
                  </a:lnTo>
                  <a:lnTo>
                    <a:pt x="5980671" y="810539"/>
                  </a:lnTo>
                  <a:lnTo>
                    <a:pt x="5987275" y="806729"/>
                  </a:lnTo>
                  <a:lnTo>
                    <a:pt x="5992088" y="800379"/>
                  </a:lnTo>
                  <a:lnTo>
                    <a:pt x="5994666" y="795299"/>
                  </a:lnTo>
                  <a:close/>
                </a:path>
                <a:path w="11227435" h="13671550">
                  <a:moveTo>
                    <a:pt x="10138613" y="127000"/>
                  </a:moveTo>
                  <a:lnTo>
                    <a:pt x="10138588" y="121132"/>
                  </a:lnTo>
                  <a:lnTo>
                    <a:pt x="10134752" y="111594"/>
                  </a:lnTo>
                  <a:lnTo>
                    <a:pt x="10131425" y="107746"/>
                  </a:lnTo>
                  <a:lnTo>
                    <a:pt x="10122535" y="103390"/>
                  </a:lnTo>
                  <a:lnTo>
                    <a:pt x="10121341" y="102768"/>
                  </a:lnTo>
                  <a:lnTo>
                    <a:pt x="10116706" y="100482"/>
                  </a:lnTo>
                  <a:lnTo>
                    <a:pt x="10113302" y="98755"/>
                  </a:lnTo>
                  <a:lnTo>
                    <a:pt x="10078733" y="81546"/>
                  </a:lnTo>
                  <a:lnTo>
                    <a:pt x="10066871" y="75501"/>
                  </a:lnTo>
                  <a:lnTo>
                    <a:pt x="10062451" y="73152"/>
                  </a:lnTo>
                  <a:lnTo>
                    <a:pt x="10028872" y="55651"/>
                  </a:lnTo>
                  <a:lnTo>
                    <a:pt x="9996589" y="38354"/>
                  </a:lnTo>
                  <a:lnTo>
                    <a:pt x="9972929" y="25527"/>
                  </a:lnTo>
                  <a:lnTo>
                    <a:pt x="9967138" y="22326"/>
                  </a:lnTo>
                  <a:lnTo>
                    <a:pt x="9964966" y="21069"/>
                  </a:lnTo>
                  <a:lnTo>
                    <a:pt x="9957448" y="16865"/>
                  </a:lnTo>
                  <a:lnTo>
                    <a:pt x="9929038" y="838"/>
                  </a:lnTo>
                  <a:lnTo>
                    <a:pt x="9927488" y="0"/>
                  </a:lnTo>
                  <a:lnTo>
                    <a:pt x="9795967" y="0"/>
                  </a:lnTo>
                  <a:lnTo>
                    <a:pt x="9792132" y="1485"/>
                  </a:lnTo>
                  <a:lnTo>
                    <a:pt x="9783940" y="5016"/>
                  </a:lnTo>
                  <a:lnTo>
                    <a:pt x="9779571" y="7086"/>
                  </a:lnTo>
                  <a:lnTo>
                    <a:pt x="9771050" y="10883"/>
                  </a:lnTo>
                  <a:lnTo>
                    <a:pt x="9755645" y="17919"/>
                  </a:lnTo>
                  <a:lnTo>
                    <a:pt x="9751454" y="19761"/>
                  </a:lnTo>
                  <a:lnTo>
                    <a:pt x="9746348" y="22186"/>
                  </a:lnTo>
                  <a:lnTo>
                    <a:pt x="9745408" y="22694"/>
                  </a:lnTo>
                  <a:lnTo>
                    <a:pt x="9739528" y="25527"/>
                  </a:lnTo>
                  <a:lnTo>
                    <a:pt x="9734664" y="28054"/>
                  </a:lnTo>
                  <a:lnTo>
                    <a:pt x="9724873" y="32943"/>
                  </a:lnTo>
                  <a:lnTo>
                    <a:pt x="9722180" y="34251"/>
                  </a:lnTo>
                  <a:lnTo>
                    <a:pt x="9716719" y="37045"/>
                  </a:lnTo>
                  <a:lnTo>
                    <a:pt x="9713836" y="38379"/>
                  </a:lnTo>
                  <a:lnTo>
                    <a:pt x="9710674" y="40043"/>
                  </a:lnTo>
                  <a:lnTo>
                    <a:pt x="9710242" y="40309"/>
                  </a:lnTo>
                  <a:lnTo>
                    <a:pt x="9705442" y="42837"/>
                  </a:lnTo>
                  <a:lnTo>
                    <a:pt x="9701174" y="45351"/>
                  </a:lnTo>
                  <a:lnTo>
                    <a:pt x="9690811" y="51054"/>
                  </a:lnTo>
                  <a:lnTo>
                    <a:pt x="9687014" y="53187"/>
                  </a:lnTo>
                  <a:lnTo>
                    <a:pt x="9684842" y="54343"/>
                  </a:lnTo>
                  <a:lnTo>
                    <a:pt x="9679775" y="57238"/>
                  </a:lnTo>
                  <a:lnTo>
                    <a:pt x="9676803" y="58750"/>
                  </a:lnTo>
                  <a:lnTo>
                    <a:pt x="9673895" y="60452"/>
                  </a:lnTo>
                  <a:lnTo>
                    <a:pt x="9668497" y="65062"/>
                  </a:lnTo>
                  <a:lnTo>
                    <a:pt x="9665144" y="71031"/>
                  </a:lnTo>
                  <a:lnTo>
                    <a:pt x="9663989" y="77736"/>
                  </a:lnTo>
                  <a:lnTo>
                    <a:pt x="9665195" y="84582"/>
                  </a:lnTo>
                  <a:lnTo>
                    <a:pt x="9665487" y="85394"/>
                  </a:lnTo>
                  <a:lnTo>
                    <a:pt x="9666440" y="87287"/>
                  </a:lnTo>
                  <a:lnTo>
                    <a:pt x="9666541" y="87617"/>
                  </a:lnTo>
                  <a:lnTo>
                    <a:pt x="9685655" y="97713"/>
                  </a:lnTo>
                  <a:lnTo>
                    <a:pt x="9688004" y="97332"/>
                  </a:lnTo>
                  <a:lnTo>
                    <a:pt x="9691497" y="96164"/>
                  </a:lnTo>
                  <a:lnTo>
                    <a:pt x="9692665" y="95859"/>
                  </a:lnTo>
                  <a:lnTo>
                    <a:pt x="9693796" y="95237"/>
                  </a:lnTo>
                  <a:lnTo>
                    <a:pt x="9693973" y="95148"/>
                  </a:lnTo>
                  <a:lnTo>
                    <a:pt x="9696488" y="93738"/>
                  </a:lnTo>
                  <a:lnTo>
                    <a:pt x="9698850" y="92506"/>
                  </a:lnTo>
                  <a:lnTo>
                    <a:pt x="9702559" y="90398"/>
                  </a:lnTo>
                  <a:lnTo>
                    <a:pt x="9703968" y="89623"/>
                  </a:lnTo>
                  <a:lnTo>
                    <a:pt x="9745497" y="67398"/>
                  </a:lnTo>
                  <a:lnTo>
                    <a:pt x="9759836" y="60325"/>
                  </a:lnTo>
                  <a:lnTo>
                    <a:pt x="9763252" y="58674"/>
                  </a:lnTo>
                  <a:lnTo>
                    <a:pt x="9766122" y="57378"/>
                  </a:lnTo>
                  <a:lnTo>
                    <a:pt x="9776612" y="52400"/>
                  </a:lnTo>
                  <a:lnTo>
                    <a:pt x="9787649" y="47358"/>
                  </a:lnTo>
                  <a:lnTo>
                    <a:pt x="9796361" y="43484"/>
                  </a:lnTo>
                  <a:lnTo>
                    <a:pt x="9808324" y="38354"/>
                  </a:lnTo>
                  <a:lnTo>
                    <a:pt x="9809899" y="37655"/>
                  </a:lnTo>
                  <a:lnTo>
                    <a:pt x="9813404" y="36182"/>
                  </a:lnTo>
                  <a:lnTo>
                    <a:pt x="9815233" y="35331"/>
                  </a:lnTo>
                  <a:lnTo>
                    <a:pt x="9818116" y="34112"/>
                  </a:lnTo>
                  <a:lnTo>
                    <a:pt x="9791446" y="79527"/>
                  </a:lnTo>
                  <a:lnTo>
                    <a:pt x="9787623" y="85979"/>
                  </a:lnTo>
                  <a:lnTo>
                    <a:pt x="9773869" y="109588"/>
                  </a:lnTo>
                  <a:lnTo>
                    <a:pt x="9745739" y="158369"/>
                  </a:lnTo>
                  <a:lnTo>
                    <a:pt x="9712211" y="217309"/>
                  </a:lnTo>
                  <a:lnTo>
                    <a:pt x="9678124" y="278460"/>
                  </a:lnTo>
                  <a:lnTo>
                    <a:pt x="9678086" y="279146"/>
                  </a:lnTo>
                  <a:lnTo>
                    <a:pt x="9677781" y="279704"/>
                  </a:lnTo>
                  <a:lnTo>
                    <a:pt x="9677222" y="280085"/>
                  </a:lnTo>
                  <a:lnTo>
                    <a:pt x="9673463" y="286905"/>
                  </a:lnTo>
                  <a:lnTo>
                    <a:pt x="9669628" y="293700"/>
                  </a:lnTo>
                  <a:lnTo>
                    <a:pt x="9665881" y="300520"/>
                  </a:lnTo>
                  <a:lnTo>
                    <a:pt x="9663684" y="306819"/>
                  </a:lnTo>
                  <a:lnTo>
                    <a:pt x="9663722" y="313499"/>
                  </a:lnTo>
                  <a:lnTo>
                    <a:pt x="9683813" y="330835"/>
                  </a:lnTo>
                  <a:lnTo>
                    <a:pt x="9689122" y="329412"/>
                  </a:lnTo>
                  <a:lnTo>
                    <a:pt x="9690075" y="329057"/>
                  </a:lnTo>
                  <a:lnTo>
                    <a:pt x="9691446" y="328587"/>
                  </a:lnTo>
                  <a:lnTo>
                    <a:pt x="9700641" y="320446"/>
                  </a:lnTo>
                  <a:lnTo>
                    <a:pt x="9700882" y="320179"/>
                  </a:lnTo>
                  <a:lnTo>
                    <a:pt x="9702000" y="318160"/>
                  </a:lnTo>
                  <a:lnTo>
                    <a:pt x="9702978" y="316484"/>
                  </a:lnTo>
                  <a:lnTo>
                    <a:pt x="9704616" y="313499"/>
                  </a:lnTo>
                  <a:lnTo>
                    <a:pt x="9705353" y="312216"/>
                  </a:lnTo>
                  <a:lnTo>
                    <a:pt x="9710649" y="302691"/>
                  </a:lnTo>
                  <a:lnTo>
                    <a:pt x="9752317" y="228358"/>
                  </a:lnTo>
                  <a:lnTo>
                    <a:pt x="9753575" y="226085"/>
                  </a:lnTo>
                  <a:lnTo>
                    <a:pt x="9758578" y="217220"/>
                  </a:lnTo>
                  <a:lnTo>
                    <a:pt x="9762109" y="210756"/>
                  </a:lnTo>
                  <a:lnTo>
                    <a:pt x="9772561" y="192443"/>
                  </a:lnTo>
                  <a:lnTo>
                    <a:pt x="9807397" y="132219"/>
                  </a:lnTo>
                  <a:lnTo>
                    <a:pt x="9833013" y="88112"/>
                  </a:lnTo>
                  <a:lnTo>
                    <a:pt x="9839947" y="76123"/>
                  </a:lnTo>
                  <a:lnTo>
                    <a:pt x="9844849" y="67716"/>
                  </a:lnTo>
                  <a:lnTo>
                    <a:pt x="9872637" y="218351"/>
                  </a:lnTo>
                  <a:lnTo>
                    <a:pt x="9873031" y="219011"/>
                  </a:lnTo>
                  <a:lnTo>
                    <a:pt x="9873882" y="221754"/>
                  </a:lnTo>
                  <a:lnTo>
                    <a:pt x="9874733" y="223545"/>
                  </a:lnTo>
                  <a:lnTo>
                    <a:pt x="9876599" y="226237"/>
                  </a:lnTo>
                  <a:lnTo>
                    <a:pt x="9877260" y="227355"/>
                  </a:lnTo>
                  <a:lnTo>
                    <a:pt x="9879762" y="229793"/>
                  </a:lnTo>
                  <a:lnTo>
                    <a:pt x="9881629" y="230949"/>
                  </a:lnTo>
                  <a:lnTo>
                    <a:pt x="9887318" y="233680"/>
                  </a:lnTo>
                  <a:lnTo>
                    <a:pt x="9891535" y="234454"/>
                  </a:lnTo>
                  <a:lnTo>
                    <a:pt x="9901009" y="232714"/>
                  </a:lnTo>
                  <a:lnTo>
                    <a:pt x="9912223" y="214807"/>
                  </a:lnTo>
                  <a:lnTo>
                    <a:pt x="9912147" y="211201"/>
                  </a:lnTo>
                  <a:lnTo>
                    <a:pt x="9885667" y="67716"/>
                  </a:lnTo>
                  <a:lnTo>
                    <a:pt x="9879470" y="34112"/>
                  </a:lnTo>
                  <a:lnTo>
                    <a:pt x="9876295" y="16865"/>
                  </a:lnTo>
                  <a:lnTo>
                    <a:pt x="9878847" y="18326"/>
                  </a:lnTo>
                  <a:lnTo>
                    <a:pt x="9880879" y="19519"/>
                  </a:lnTo>
                  <a:lnTo>
                    <a:pt x="9882949" y="20662"/>
                  </a:lnTo>
                  <a:lnTo>
                    <a:pt x="9888576" y="23926"/>
                  </a:lnTo>
                  <a:lnTo>
                    <a:pt x="9891458" y="25527"/>
                  </a:lnTo>
                  <a:lnTo>
                    <a:pt x="9913925" y="38379"/>
                  </a:lnTo>
                  <a:lnTo>
                    <a:pt x="9945395" y="56045"/>
                  </a:lnTo>
                  <a:lnTo>
                    <a:pt x="9985070" y="77736"/>
                  </a:lnTo>
                  <a:lnTo>
                    <a:pt x="10032543" y="102857"/>
                  </a:lnTo>
                  <a:lnTo>
                    <a:pt x="10035134" y="104241"/>
                  </a:lnTo>
                  <a:lnTo>
                    <a:pt x="10038944" y="106197"/>
                  </a:lnTo>
                  <a:lnTo>
                    <a:pt x="10045395" y="109588"/>
                  </a:lnTo>
                  <a:lnTo>
                    <a:pt x="10046881" y="110350"/>
                  </a:lnTo>
                  <a:lnTo>
                    <a:pt x="10048354" y="111163"/>
                  </a:lnTo>
                  <a:lnTo>
                    <a:pt x="10051110" y="112572"/>
                  </a:lnTo>
                  <a:lnTo>
                    <a:pt x="10052393" y="113182"/>
                  </a:lnTo>
                  <a:lnTo>
                    <a:pt x="10055200" y="114617"/>
                  </a:lnTo>
                  <a:lnTo>
                    <a:pt x="10056762" y="115366"/>
                  </a:lnTo>
                  <a:lnTo>
                    <a:pt x="10067430" y="120726"/>
                  </a:lnTo>
                  <a:lnTo>
                    <a:pt x="10069271" y="121627"/>
                  </a:lnTo>
                  <a:lnTo>
                    <a:pt x="10090379" y="132219"/>
                  </a:lnTo>
                  <a:lnTo>
                    <a:pt x="10103396" y="138645"/>
                  </a:lnTo>
                  <a:lnTo>
                    <a:pt x="10105492" y="139738"/>
                  </a:lnTo>
                  <a:lnTo>
                    <a:pt x="10109263" y="141605"/>
                  </a:lnTo>
                  <a:lnTo>
                    <a:pt x="10109390" y="141643"/>
                  </a:lnTo>
                  <a:lnTo>
                    <a:pt x="10117061" y="143560"/>
                  </a:lnTo>
                  <a:lnTo>
                    <a:pt x="10124618" y="142455"/>
                  </a:lnTo>
                  <a:lnTo>
                    <a:pt x="10131222" y="138620"/>
                  </a:lnTo>
                  <a:lnTo>
                    <a:pt x="10136035" y="132321"/>
                  </a:lnTo>
                  <a:lnTo>
                    <a:pt x="10138613" y="127000"/>
                  </a:lnTo>
                  <a:close/>
                </a:path>
                <a:path w="11227435" h="13671550">
                  <a:moveTo>
                    <a:pt x="11227270" y="1516951"/>
                  </a:moveTo>
                  <a:lnTo>
                    <a:pt x="11225543" y="1510601"/>
                  </a:lnTo>
                  <a:lnTo>
                    <a:pt x="11219129" y="1502981"/>
                  </a:lnTo>
                  <a:lnTo>
                    <a:pt x="11214837" y="1500441"/>
                  </a:lnTo>
                  <a:lnTo>
                    <a:pt x="11202416" y="1497901"/>
                  </a:lnTo>
                  <a:lnTo>
                    <a:pt x="11198657" y="1497901"/>
                  </a:lnTo>
                  <a:lnTo>
                    <a:pt x="11194898" y="1496631"/>
                  </a:lnTo>
                  <a:lnTo>
                    <a:pt x="11175683" y="1494091"/>
                  </a:lnTo>
                  <a:lnTo>
                    <a:pt x="11151387" y="1489011"/>
                  </a:lnTo>
                  <a:lnTo>
                    <a:pt x="11143742" y="1487741"/>
                  </a:lnTo>
                  <a:lnTo>
                    <a:pt x="11138827" y="1487741"/>
                  </a:lnTo>
                  <a:lnTo>
                    <a:pt x="11135246" y="1486471"/>
                  </a:lnTo>
                  <a:lnTo>
                    <a:pt x="11131664" y="1485201"/>
                  </a:lnTo>
                  <a:lnTo>
                    <a:pt x="11117263" y="1482661"/>
                  </a:lnTo>
                  <a:lnTo>
                    <a:pt x="11113681" y="1482661"/>
                  </a:lnTo>
                  <a:lnTo>
                    <a:pt x="11101629" y="1480121"/>
                  </a:lnTo>
                  <a:lnTo>
                    <a:pt x="11084712" y="1476311"/>
                  </a:lnTo>
                  <a:lnTo>
                    <a:pt x="11058081" y="1471231"/>
                  </a:lnTo>
                  <a:lnTo>
                    <a:pt x="11032909" y="1466151"/>
                  </a:lnTo>
                  <a:lnTo>
                    <a:pt x="11030483" y="1464881"/>
                  </a:lnTo>
                  <a:lnTo>
                    <a:pt x="11025403" y="1463611"/>
                  </a:lnTo>
                  <a:lnTo>
                    <a:pt x="10995241" y="1457261"/>
                  </a:lnTo>
                  <a:lnTo>
                    <a:pt x="10980230" y="1453451"/>
                  </a:lnTo>
                  <a:lnTo>
                    <a:pt x="10987938" y="1448371"/>
                  </a:lnTo>
                  <a:lnTo>
                    <a:pt x="11006607" y="1435671"/>
                  </a:lnTo>
                  <a:lnTo>
                    <a:pt x="11010583" y="1433131"/>
                  </a:lnTo>
                  <a:lnTo>
                    <a:pt x="11012373" y="1431861"/>
                  </a:lnTo>
                  <a:lnTo>
                    <a:pt x="11019536" y="1426781"/>
                  </a:lnTo>
                  <a:lnTo>
                    <a:pt x="11030623" y="1419161"/>
                  </a:lnTo>
                  <a:lnTo>
                    <a:pt x="11063757" y="1396301"/>
                  </a:lnTo>
                  <a:lnTo>
                    <a:pt x="11083188" y="1383601"/>
                  </a:lnTo>
                  <a:lnTo>
                    <a:pt x="11119536" y="1359471"/>
                  </a:lnTo>
                  <a:lnTo>
                    <a:pt x="11125200" y="1354391"/>
                  </a:lnTo>
                  <a:lnTo>
                    <a:pt x="11128172" y="1346771"/>
                  </a:lnTo>
                  <a:lnTo>
                    <a:pt x="11128261" y="1339151"/>
                  </a:lnTo>
                  <a:lnTo>
                    <a:pt x="11125289" y="1331531"/>
                  </a:lnTo>
                  <a:lnTo>
                    <a:pt x="11120653" y="1327721"/>
                  </a:lnTo>
                  <a:lnTo>
                    <a:pt x="11114862" y="1323911"/>
                  </a:lnTo>
                  <a:lnTo>
                    <a:pt x="11108436" y="1322641"/>
                  </a:lnTo>
                  <a:lnTo>
                    <a:pt x="11101934" y="1323911"/>
                  </a:lnTo>
                  <a:lnTo>
                    <a:pt x="11100397" y="1325181"/>
                  </a:lnTo>
                  <a:lnTo>
                    <a:pt x="11098911" y="1325181"/>
                  </a:lnTo>
                  <a:lnTo>
                    <a:pt x="11061725" y="1349311"/>
                  </a:lnTo>
                  <a:lnTo>
                    <a:pt x="11035894" y="1367091"/>
                  </a:lnTo>
                  <a:lnTo>
                    <a:pt x="11016945" y="1379791"/>
                  </a:lnTo>
                  <a:lnTo>
                    <a:pt x="11004664" y="1388681"/>
                  </a:lnTo>
                  <a:lnTo>
                    <a:pt x="11002645" y="1389951"/>
                  </a:lnTo>
                  <a:lnTo>
                    <a:pt x="10992383" y="1396301"/>
                  </a:lnTo>
                  <a:lnTo>
                    <a:pt x="10991177" y="1397571"/>
                  </a:lnTo>
                  <a:lnTo>
                    <a:pt x="10988053" y="1400111"/>
                  </a:lnTo>
                  <a:lnTo>
                    <a:pt x="10972457" y="1410271"/>
                  </a:lnTo>
                  <a:lnTo>
                    <a:pt x="10968025" y="1414081"/>
                  </a:lnTo>
                  <a:lnTo>
                    <a:pt x="10962678" y="1417891"/>
                  </a:lnTo>
                  <a:lnTo>
                    <a:pt x="10960824" y="1419161"/>
                  </a:lnTo>
                  <a:lnTo>
                    <a:pt x="10965091" y="1402651"/>
                  </a:lnTo>
                  <a:lnTo>
                    <a:pt x="10977524" y="1355661"/>
                  </a:lnTo>
                  <a:lnTo>
                    <a:pt x="10978299" y="1353121"/>
                  </a:lnTo>
                  <a:lnTo>
                    <a:pt x="10979023" y="1349311"/>
                  </a:lnTo>
                  <a:lnTo>
                    <a:pt x="10983341" y="1334071"/>
                  </a:lnTo>
                  <a:lnTo>
                    <a:pt x="10996917" y="1284541"/>
                  </a:lnTo>
                  <a:lnTo>
                    <a:pt x="11006214" y="1250251"/>
                  </a:lnTo>
                  <a:lnTo>
                    <a:pt x="11014647" y="1221041"/>
                  </a:lnTo>
                  <a:lnTo>
                    <a:pt x="11020997" y="1198181"/>
                  </a:lnTo>
                  <a:lnTo>
                    <a:pt x="11021428" y="1196911"/>
                  </a:lnTo>
                  <a:lnTo>
                    <a:pt x="11040135" y="1132141"/>
                  </a:lnTo>
                  <a:lnTo>
                    <a:pt x="11040796" y="1130871"/>
                  </a:lnTo>
                  <a:lnTo>
                    <a:pt x="11041698" y="1127061"/>
                  </a:lnTo>
                  <a:lnTo>
                    <a:pt x="11042777" y="1123251"/>
                  </a:lnTo>
                  <a:lnTo>
                    <a:pt x="11042536" y="1118171"/>
                  </a:lnTo>
                  <a:lnTo>
                    <a:pt x="11040847" y="1114361"/>
                  </a:lnTo>
                  <a:lnTo>
                    <a:pt x="11040339" y="1113091"/>
                  </a:lnTo>
                  <a:lnTo>
                    <a:pt x="11038383" y="1109281"/>
                  </a:lnTo>
                  <a:lnTo>
                    <a:pt x="11036541" y="1108011"/>
                  </a:lnTo>
                  <a:lnTo>
                    <a:pt x="11033138" y="1105471"/>
                  </a:lnTo>
                  <a:lnTo>
                    <a:pt x="11031804" y="1104201"/>
                  </a:lnTo>
                  <a:lnTo>
                    <a:pt x="11029620" y="1102931"/>
                  </a:lnTo>
                  <a:lnTo>
                    <a:pt x="11028883" y="1102931"/>
                  </a:lnTo>
                  <a:lnTo>
                    <a:pt x="11025035" y="1101661"/>
                  </a:lnTo>
                  <a:lnTo>
                    <a:pt x="11018520" y="1101661"/>
                  </a:lnTo>
                  <a:lnTo>
                    <a:pt x="11016691" y="1102931"/>
                  </a:lnTo>
                  <a:lnTo>
                    <a:pt x="11014151" y="1102931"/>
                  </a:lnTo>
                  <a:lnTo>
                    <a:pt x="11013084" y="1104201"/>
                  </a:lnTo>
                  <a:lnTo>
                    <a:pt x="11010151" y="1105471"/>
                  </a:lnTo>
                  <a:lnTo>
                    <a:pt x="11008411" y="1106741"/>
                  </a:lnTo>
                  <a:lnTo>
                    <a:pt x="11005261" y="1110551"/>
                  </a:lnTo>
                  <a:lnTo>
                    <a:pt x="11003915" y="1113091"/>
                  </a:lnTo>
                  <a:lnTo>
                    <a:pt x="11002150" y="1119441"/>
                  </a:lnTo>
                  <a:lnTo>
                    <a:pt x="11001223" y="1123251"/>
                  </a:lnTo>
                  <a:lnTo>
                    <a:pt x="10995901" y="1141031"/>
                  </a:lnTo>
                  <a:lnTo>
                    <a:pt x="10980293" y="1194371"/>
                  </a:lnTo>
                  <a:lnTo>
                    <a:pt x="10973206" y="1219771"/>
                  </a:lnTo>
                  <a:lnTo>
                    <a:pt x="10961992" y="1260411"/>
                  </a:lnTo>
                  <a:lnTo>
                    <a:pt x="10956417" y="1279461"/>
                  </a:lnTo>
                  <a:lnTo>
                    <a:pt x="10941380" y="1335341"/>
                  </a:lnTo>
                  <a:lnTo>
                    <a:pt x="10940110" y="1340421"/>
                  </a:lnTo>
                  <a:lnTo>
                    <a:pt x="10935818" y="1355661"/>
                  </a:lnTo>
                  <a:lnTo>
                    <a:pt x="10934484" y="1360741"/>
                  </a:lnTo>
                  <a:lnTo>
                    <a:pt x="10932452" y="1368361"/>
                  </a:lnTo>
                  <a:lnTo>
                    <a:pt x="10917606" y="1425511"/>
                  </a:lnTo>
                  <a:lnTo>
                    <a:pt x="10915980" y="1431861"/>
                  </a:lnTo>
                  <a:lnTo>
                    <a:pt x="10912729" y="1425511"/>
                  </a:lnTo>
                  <a:lnTo>
                    <a:pt x="10846308" y="1295971"/>
                  </a:lnTo>
                  <a:lnTo>
                    <a:pt x="10841330" y="1289621"/>
                  </a:lnTo>
                  <a:lnTo>
                    <a:pt x="10834586" y="1285811"/>
                  </a:lnTo>
                  <a:lnTo>
                    <a:pt x="10826941" y="1284541"/>
                  </a:lnTo>
                  <a:lnTo>
                    <a:pt x="10819282" y="1287081"/>
                  </a:lnTo>
                  <a:lnTo>
                    <a:pt x="10815193" y="1289621"/>
                  </a:lnTo>
                  <a:lnTo>
                    <a:pt x="10812196" y="1292161"/>
                  </a:lnTo>
                  <a:lnTo>
                    <a:pt x="10808564" y="1299781"/>
                  </a:lnTo>
                  <a:lnTo>
                    <a:pt x="10807992" y="1304861"/>
                  </a:lnTo>
                  <a:lnTo>
                    <a:pt x="10809199" y="1311211"/>
                  </a:lnTo>
                  <a:lnTo>
                    <a:pt x="10809707" y="1312481"/>
                  </a:lnTo>
                  <a:lnTo>
                    <a:pt x="10868038" y="1425511"/>
                  </a:lnTo>
                  <a:lnTo>
                    <a:pt x="10864964" y="1425511"/>
                  </a:lnTo>
                  <a:lnTo>
                    <a:pt x="10862704" y="1424241"/>
                  </a:lnTo>
                  <a:lnTo>
                    <a:pt x="10848607" y="1420431"/>
                  </a:lnTo>
                  <a:lnTo>
                    <a:pt x="10836808" y="1417891"/>
                  </a:lnTo>
                  <a:lnTo>
                    <a:pt x="10825010" y="1414081"/>
                  </a:lnTo>
                  <a:lnTo>
                    <a:pt x="10807738" y="1409001"/>
                  </a:lnTo>
                  <a:lnTo>
                    <a:pt x="10802264" y="1407731"/>
                  </a:lnTo>
                  <a:lnTo>
                    <a:pt x="10773143" y="1398841"/>
                  </a:lnTo>
                  <a:lnTo>
                    <a:pt x="10765523" y="1397571"/>
                  </a:lnTo>
                  <a:lnTo>
                    <a:pt x="10729074" y="1386141"/>
                  </a:lnTo>
                  <a:lnTo>
                    <a:pt x="10722864" y="1383601"/>
                  </a:lnTo>
                  <a:lnTo>
                    <a:pt x="10718470" y="1382331"/>
                  </a:lnTo>
                  <a:lnTo>
                    <a:pt x="10717162" y="1382331"/>
                  </a:lnTo>
                  <a:lnTo>
                    <a:pt x="10709834" y="1379791"/>
                  </a:lnTo>
                  <a:lnTo>
                    <a:pt x="10703992" y="1377251"/>
                  </a:lnTo>
                  <a:lnTo>
                    <a:pt x="10701414" y="1377251"/>
                  </a:lnTo>
                  <a:lnTo>
                    <a:pt x="10681818" y="1370901"/>
                  </a:lnTo>
                  <a:lnTo>
                    <a:pt x="10675277" y="1368361"/>
                  </a:lnTo>
                  <a:lnTo>
                    <a:pt x="10665003" y="1364551"/>
                  </a:lnTo>
                  <a:lnTo>
                    <a:pt x="10663250" y="1364551"/>
                  </a:lnTo>
                  <a:lnTo>
                    <a:pt x="10660736" y="1363281"/>
                  </a:lnTo>
                  <a:lnTo>
                    <a:pt x="10650207" y="1363281"/>
                  </a:lnTo>
                  <a:lnTo>
                    <a:pt x="10647286" y="1364551"/>
                  </a:lnTo>
                  <a:lnTo>
                    <a:pt x="10646042" y="1364551"/>
                  </a:lnTo>
                  <a:lnTo>
                    <a:pt x="10641127" y="1368361"/>
                  </a:lnTo>
                  <a:lnTo>
                    <a:pt x="10638130" y="1370901"/>
                  </a:lnTo>
                  <a:lnTo>
                    <a:pt x="10636364" y="1375981"/>
                  </a:lnTo>
                  <a:lnTo>
                    <a:pt x="10636199" y="1375981"/>
                  </a:lnTo>
                  <a:lnTo>
                    <a:pt x="10635577" y="1378521"/>
                  </a:lnTo>
                  <a:lnTo>
                    <a:pt x="10635336" y="1379791"/>
                  </a:lnTo>
                  <a:lnTo>
                    <a:pt x="10635094" y="1382331"/>
                  </a:lnTo>
                  <a:lnTo>
                    <a:pt x="10635120" y="1383601"/>
                  </a:lnTo>
                  <a:lnTo>
                    <a:pt x="10635425" y="1386141"/>
                  </a:lnTo>
                  <a:lnTo>
                    <a:pt x="10635767" y="1388681"/>
                  </a:lnTo>
                  <a:lnTo>
                    <a:pt x="10637050" y="1391221"/>
                  </a:lnTo>
                  <a:lnTo>
                    <a:pt x="10638092" y="1393761"/>
                  </a:lnTo>
                  <a:lnTo>
                    <a:pt x="10639870" y="1396301"/>
                  </a:lnTo>
                  <a:lnTo>
                    <a:pt x="10640390" y="1396301"/>
                  </a:lnTo>
                  <a:lnTo>
                    <a:pt x="10642384" y="1398841"/>
                  </a:lnTo>
                  <a:lnTo>
                    <a:pt x="10643972" y="1400111"/>
                  </a:lnTo>
                  <a:lnTo>
                    <a:pt x="10646740" y="1401381"/>
                  </a:lnTo>
                  <a:lnTo>
                    <a:pt x="10647718" y="1401381"/>
                  </a:lnTo>
                  <a:lnTo>
                    <a:pt x="10650703" y="1402651"/>
                  </a:lnTo>
                  <a:lnTo>
                    <a:pt x="10652062" y="1402651"/>
                  </a:lnTo>
                  <a:lnTo>
                    <a:pt x="10657599" y="1405191"/>
                  </a:lnTo>
                  <a:lnTo>
                    <a:pt x="10661828" y="1406461"/>
                  </a:lnTo>
                  <a:lnTo>
                    <a:pt x="10672077" y="1409001"/>
                  </a:lnTo>
                  <a:lnTo>
                    <a:pt x="10692117" y="1416621"/>
                  </a:lnTo>
                  <a:lnTo>
                    <a:pt x="10702582" y="1419161"/>
                  </a:lnTo>
                  <a:lnTo>
                    <a:pt x="10705097" y="1420431"/>
                  </a:lnTo>
                  <a:lnTo>
                    <a:pt x="10710329" y="1421701"/>
                  </a:lnTo>
                  <a:lnTo>
                    <a:pt x="10711536" y="1422971"/>
                  </a:lnTo>
                  <a:lnTo>
                    <a:pt x="10718851" y="1424241"/>
                  </a:lnTo>
                  <a:lnTo>
                    <a:pt x="10753090" y="1434401"/>
                  </a:lnTo>
                  <a:lnTo>
                    <a:pt x="10757332" y="1436941"/>
                  </a:lnTo>
                  <a:lnTo>
                    <a:pt x="10769829" y="1439481"/>
                  </a:lnTo>
                  <a:lnTo>
                    <a:pt x="10771886" y="1440751"/>
                  </a:lnTo>
                  <a:lnTo>
                    <a:pt x="10778046" y="1442021"/>
                  </a:lnTo>
                  <a:lnTo>
                    <a:pt x="10784230" y="1444561"/>
                  </a:lnTo>
                  <a:lnTo>
                    <a:pt x="10808678" y="1450911"/>
                  </a:lnTo>
                  <a:lnTo>
                    <a:pt x="10814012" y="1452181"/>
                  </a:lnTo>
                  <a:lnTo>
                    <a:pt x="10819333" y="1454721"/>
                  </a:lnTo>
                  <a:lnTo>
                    <a:pt x="10833354" y="1458531"/>
                  </a:lnTo>
                  <a:lnTo>
                    <a:pt x="10836897" y="1458531"/>
                  </a:lnTo>
                  <a:lnTo>
                    <a:pt x="10849242" y="1462341"/>
                  </a:lnTo>
                  <a:lnTo>
                    <a:pt x="10868673" y="1467421"/>
                  </a:lnTo>
                  <a:lnTo>
                    <a:pt x="10872635" y="1468691"/>
                  </a:lnTo>
                  <a:lnTo>
                    <a:pt x="10878858" y="1469961"/>
                  </a:lnTo>
                  <a:lnTo>
                    <a:pt x="10881068" y="1471231"/>
                  </a:lnTo>
                  <a:lnTo>
                    <a:pt x="10884954" y="1472501"/>
                  </a:lnTo>
                  <a:lnTo>
                    <a:pt x="10888269" y="1472501"/>
                  </a:lnTo>
                  <a:lnTo>
                    <a:pt x="10886758" y="1473771"/>
                  </a:lnTo>
                  <a:lnTo>
                    <a:pt x="10885297" y="1475041"/>
                  </a:lnTo>
                  <a:lnTo>
                    <a:pt x="10881297" y="1478851"/>
                  </a:lnTo>
                  <a:lnTo>
                    <a:pt x="10878871" y="1480121"/>
                  </a:lnTo>
                  <a:lnTo>
                    <a:pt x="10874286" y="1483931"/>
                  </a:lnTo>
                  <a:lnTo>
                    <a:pt x="10865663" y="1491551"/>
                  </a:lnTo>
                  <a:lnTo>
                    <a:pt x="10862526" y="1494091"/>
                  </a:lnTo>
                  <a:lnTo>
                    <a:pt x="10859313" y="1496631"/>
                  </a:lnTo>
                  <a:lnTo>
                    <a:pt x="10852480" y="1501711"/>
                  </a:lnTo>
                  <a:lnTo>
                    <a:pt x="10848886" y="1505521"/>
                  </a:lnTo>
                  <a:lnTo>
                    <a:pt x="10841838" y="1511871"/>
                  </a:lnTo>
                  <a:lnTo>
                    <a:pt x="10832529" y="1519491"/>
                  </a:lnTo>
                  <a:lnTo>
                    <a:pt x="10829100" y="1522031"/>
                  </a:lnTo>
                  <a:lnTo>
                    <a:pt x="10825620" y="1525841"/>
                  </a:lnTo>
                  <a:lnTo>
                    <a:pt x="10821429" y="1529651"/>
                  </a:lnTo>
                  <a:lnTo>
                    <a:pt x="10820679" y="1529651"/>
                  </a:lnTo>
                  <a:lnTo>
                    <a:pt x="10815853" y="1534731"/>
                  </a:lnTo>
                  <a:lnTo>
                    <a:pt x="10811929" y="1538541"/>
                  </a:lnTo>
                  <a:lnTo>
                    <a:pt x="10803966" y="1546161"/>
                  </a:lnTo>
                  <a:lnTo>
                    <a:pt x="10801756" y="1547431"/>
                  </a:lnTo>
                  <a:lnTo>
                    <a:pt x="10797337" y="1552511"/>
                  </a:lnTo>
                  <a:lnTo>
                    <a:pt x="10794987" y="1553781"/>
                  </a:lnTo>
                  <a:lnTo>
                    <a:pt x="10792397" y="1556321"/>
                  </a:lnTo>
                  <a:lnTo>
                    <a:pt x="10791711" y="1557591"/>
                  </a:lnTo>
                  <a:lnTo>
                    <a:pt x="10788193" y="1561401"/>
                  </a:lnTo>
                  <a:lnTo>
                    <a:pt x="10784827" y="1563941"/>
                  </a:lnTo>
                  <a:lnTo>
                    <a:pt x="10780636" y="1569021"/>
                  </a:lnTo>
                  <a:lnTo>
                    <a:pt x="10773524" y="1576641"/>
                  </a:lnTo>
                  <a:lnTo>
                    <a:pt x="10757713" y="1599501"/>
                  </a:lnTo>
                  <a:lnTo>
                    <a:pt x="10758551" y="1605851"/>
                  </a:lnTo>
                  <a:lnTo>
                    <a:pt x="10761663" y="1612201"/>
                  </a:lnTo>
                  <a:lnTo>
                    <a:pt x="10762183" y="1613471"/>
                  </a:lnTo>
                  <a:lnTo>
                    <a:pt x="10763644" y="1614741"/>
                  </a:lnTo>
                  <a:lnTo>
                    <a:pt x="10763822" y="1614741"/>
                  </a:lnTo>
                  <a:lnTo>
                    <a:pt x="10765422" y="1616011"/>
                  </a:lnTo>
                  <a:lnTo>
                    <a:pt x="10766895" y="1617281"/>
                  </a:lnTo>
                  <a:lnTo>
                    <a:pt x="10771061" y="1619821"/>
                  </a:lnTo>
                  <a:lnTo>
                    <a:pt x="10780878" y="1619821"/>
                  </a:lnTo>
                  <a:lnTo>
                    <a:pt x="10785043" y="1618551"/>
                  </a:lnTo>
                  <a:lnTo>
                    <a:pt x="10787177" y="1618551"/>
                  </a:lnTo>
                  <a:lnTo>
                    <a:pt x="10790187" y="1616011"/>
                  </a:lnTo>
                  <a:lnTo>
                    <a:pt x="10791215" y="1614741"/>
                  </a:lnTo>
                  <a:lnTo>
                    <a:pt x="10792371" y="1614741"/>
                  </a:lnTo>
                  <a:lnTo>
                    <a:pt x="10794263" y="1612201"/>
                  </a:lnTo>
                  <a:lnTo>
                    <a:pt x="10796181" y="1610931"/>
                  </a:lnTo>
                  <a:lnTo>
                    <a:pt x="10799115" y="1607121"/>
                  </a:lnTo>
                  <a:lnTo>
                    <a:pt x="10800258" y="1605851"/>
                  </a:lnTo>
                  <a:lnTo>
                    <a:pt x="10808157" y="1598231"/>
                  </a:lnTo>
                  <a:lnTo>
                    <a:pt x="10817428" y="1588071"/>
                  </a:lnTo>
                  <a:lnTo>
                    <a:pt x="10823207" y="1582991"/>
                  </a:lnTo>
                  <a:lnTo>
                    <a:pt x="10831347" y="1575371"/>
                  </a:lnTo>
                  <a:lnTo>
                    <a:pt x="10833633" y="1572831"/>
                  </a:lnTo>
                  <a:lnTo>
                    <a:pt x="10838752" y="1567751"/>
                  </a:lnTo>
                  <a:lnTo>
                    <a:pt x="10841546" y="1565211"/>
                  </a:lnTo>
                  <a:lnTo>
                    <a:pt x="10844848" y="1562671"/>
                  </a:lnTo>
                  <a:lnTo>
                    <a:pt x="10845800" y="1561401"/>
                  </a:lnTo>
                  <a:lnTo>
                    <a:pt x="10848124" y="1558861"/>
                  </a:lnTo>
                  <a:lnTo>
                    <a:pt x="10850486" y="1557591"/>
                  </a:lnTo>
                  <a:lnTo>
                    <a:pt x="10855985" y="1552511"/>
                  </a:lnTo>
                  <a:lnTo>
                    <a:pt x="10859110" y="1549971"/>
                  </a:lnTo>
                  <a:lnTo>
                    <a:pt x="10868228" y="1541081"/>
                  </a:lnTo>
                  <a:lnTo>
                    <a:pt x="10875455" y="1534731"/>
                  </a:lnTo>
                  <a:lnTo>
                    <a:pt x="10885399" y="1527111"/>
                  </a:lnTo>
                  <a:lnTo>
                    <a:pt x="10886745" y="1525841"/>
                  </a:lnTo>
                  <a:lnTo>
                    <a:pt x="10889679" y="1523301"/>
                  </a:lnTo>
                  <a:lnTo>
                    <a:pt x="10891177" y="1522031"/>
                  </a:lnTo>
                  <a:lnTo>
                    <a:pt x="10893590" y="1519491"/>
                  </a:lnTo>
                  <a:lnTo>
                    <a:pt x="10881119" y="1571561"/>
                  </a:lnTo>
                  <a:lnTo>
                    <a:pt x="10879315" y="1577911"/>
                  </a:lnTo>
                  <a:lnTo>
                    <a:pt x="10872953" y="1604581"/>
                  </a:lnTo>
                  <a:lnTo>
                    <a:pt x="10863301" y="1646491"/>
                  </a:lnTo>
                  <a:lnTo>
                    <a:pt x="10862234" y="1650301"/>
                  </a:lnTo>
                  <a:lnTo>
                    <a:pt x="10860024" y="1660461"/>
                  </a:lnTo>
                  <a:lnTo>
                    <a:pt x="10855147" y="1680781"/>
                  </a:lnTo>
                  <a:lnTo>
                    <a:pt x="10850309" y="1702371"/>
                  </a:lnTo>
                  <a:lnTo>
                    <a:pt x="10845533" y="1722691"/>
                  </a:lnTo>
                  <a:lnTo>
                    <a:pt x="10840479" y="1745551"/>
                  </a:lnTo>
                  <a:lnTo>
                    <a:pt x="10839856" y="1748091"/>
                  </a:lnTo>
                  <a:lnTo>
                    <a:pt x="10835831" y="1767141"/>
                  </a:lnTo>
                  <a:lnTo>
                    <a:pt x="10829849" y="1793811"/>
                  </a:lnTo>
                  <a:lnTo>
                    <a:pt x="10830014" y="1795081"/>
                  </a:lnTo>
                  <a:lnTo>
                    <a:pt x="10829874" y="1795081"/>
                  </a:lnTo>
                  <a:lnTo>
                    <a:pt x="10829455" y="1796351"/>
                  </a:lnTo>
                  <a:lnTo>
                    <a:pt x="10827804" y="1803971"/>
                  </a:lnTo>
                  <a:lnTo>
                    <a:pt x="10826090" y="1811591"/>
                  </a:lnTo>
                  <a:lnTo>
                    <a:pt x="10824477" y="1819211"/>
                  </a:lnTo>
                  <a:lnTo>
                    <a:pt x="10824172" y="1825561"/>
                  </a:lnTo>
                  <a:lnTo>
                    <a:pt x="10825988" y="1831911"/>
                  </a:lnTo>
                  <a:lnTo>
                    <a:pt x="10829620" y="1836991"/>
                  </a:lnTo>
                  <a:lnTo>
                    <a:pt x="10834789" y="1840801"/>
                  </a:lnTo>
                  <a:lnTo>
                    <a:pt x="10836364" y="1842071"/>
                  </a:lnTo>
                  <a:lnTo>
                    <a:pt x="10838078" y="1842071"/>
                  </a:lnTo>
                  <a:lnTo>
                    <a:pt x="10845165" y="1843341"/>
                  </a:lnTo>
                  <a:lnTo>
                    <a:pt x="10850359" y="1843341"/>
                  </a:lnTo>
                  <a:lnTo>
                    <a:pt x="10855046" y="1839531"/>
                  </a:lnTo>
                  <a:lnTo>
                    <a:pt x="10857027" y="1838261"/>
                  </a:lnTo>
                  <a:lnTo>
                    <a:pt x="10858068" y="1836991"/>
                  </a:lnTo>
                  <a:lnTo>
                    <a:pt x="10863491" y="1828101"/>
                  </a:lnTo>
                  <a:lnTo>
                    <a:pt x="10863656" y="1828101"/>
                  </a:lnTo>
                  <a:lnTo>
                    <a:pt x="10864583" y="1823021"/>
                  </a:lnTo>
                  <a:lnTo>
                    <a:pt x="10865295" y="1820481"/>
                  </a:lnTo>
                  <a:lnTo>
                    <a:pt x="10865955" y="1817941"/>
                  </a:lnTo>
                  <a:lnTo>
                    <a:pt x="10867962" y="1807781"/>
                  </a:lnTo>
                  <a:lnTo>
                    <a:pt x="10886478" y="1725231"/>
                  </a:lnTo>
                  <a:lnTo>
                    <a:pt x="10889259" y="1712531"/>
                  </a:lnTo>
                  <a:lnTo>
                    <a:pt x="10890796" y="1704911"/>
                  </a:lnTo>
                  <a:lnTo>
                    <a:pt x="10905325" y="1642681"/>
                  </a:lnTo>
                  <a:lnTo>
                    <a:pt x="10906722" y="1637601"/>
                  </a:lnTo>
                  <a:lnTo>
                    <a:pt x="10907840" y="1632521"/>
                  </a:lnTo>
                  <a:lnTo>
                    <a:pt x="10920146" y="1581721"/>
                  </a:lnTo>
                  <a:lnTo>
                    <a:pt x="10923410" y="1567751"/>
                  </a:lnTo>
                  <a:lnTo>
                    <a:pt x="10926585" y="1553781"/>
                  </a:lnTo>
                  <a:lnTo>
                    <a:pt x="10928858" y="1544891"/>
                  </a:lnTo>
                  <a:lnTo>
                    <a:pt x="10998822" y="1680781"/>
                  </a:lnTo>
                  <a:lnTo>
                    <a:pt x="10999394" y="1680781"/>
                  </a:lnTo>
                  <a:lnTo>
                    <a:pt x="11000994" y="1683321"/>
                  </a:lnTo>
                  <a:lnTo>
                    <a:pt x="11002328" y="1684591"/>
                  </a:lnTo>
                  <a:lnTo>
                    <a:pt x="11004893" y="1687131"/>
                  </a:lnTo>
                  <a:lnTo>
                    <a:pt x="11005858" y="1688401"/>
                  </a:lnTo>
                  <a:lnTo>
                    <a:pt x="11008944" y="1689671"/>
                  </a:lnTo>
                  <a:lnTo>
                    <a:pt x="11011078" y="1690941"/>
                  </a:lnTo>
                  <a:lnTo>
                    <a:pt x="11021555" y="1690941"/>
                  </a:lnTo>
                  <a:lnTo>
                    <a:pt x="11030141" y="1685861"/>
                  </a:lnTo>
                  <a:lnTo>
                    <a:pt x="11033404" y="1682051"/>
                  </a:lnTo>
                  <a:lnTo>
                    <a:pt x="11035843" y="1675701"/>
                  </a:lnTo>
                  <a:lnTo>
                    <a:pt x="11036237" y="1673161"/>
                  </a:lnTo>
                  <a:lnTo>
                    <a:pt x="11036211" y="1668081"/>
                  </a:lnTo>
                  <a:lnTo>
                    <a:pt x="11035716" y="1665541"/>
                  </a:lnTo>
                  <a:lnTo>
                    <a:pt x="11035475" y="1665541"/>
                  </a:lnTo>
                  <a:lnTo>
                    <a:pt x="11034878" y="1663001"/>
                  </a:lnTo>
                  <a:lnTo>
                    <a:pt x="11034611" y="1663001"/>
                  </a:lnTo>
                  <a:lnTo>
                    <a:pt x="10974222" y="1544891"/>
                  </a:lnTo>
                  <a:lnTo>
                    <a:pt x="10961230" y="1519491"/>
                  </a:lnTo>
                  <a:lnTo>
                    <a:pt x="10944352" y="1486471"/>
                  </a:lnTo>
                  <a:lnTo>
                    <a:pt x="10949508" y="1487741"/>
                  </a:lnTo>
                  <a:lnTo>
                    <a:pt x="10951807" y="1489011"/>
                  </a:lnTo>
                  <a:lnTo>
                    <a:pt x="10958144" y="1490281"/>
                  </a:lnTo>
                  <a:lnTo>
                    <a:pt x="10961357" y="1490281"/>
                  </a:lnTo>
                  <a:lnTo>
                    <a:pt x="10983620" y="1495361"/>
                  </a:lnTo>
                  <a:lnTo>
                    <a:pt x="11002696" y="1500441"/>
                  </a:lnTo>
                  <a:lnTo>
                    <a:pt x="11021797" y="1504251"/>
                  </a:lnTo>
                  <a:lnTo>
                    <a:pt x="11051489" y="1510601"/>
                  </a:lnTo>
                  <a:lnTo>
                    <a:pt x="11089030" y="1518221"/>
                  </a:lnTo>
                  <a:lnTo>
                    <a:pt x="11111941" y="1523301"/>
                  </a:lnTo>
                  <a:lnTo>
                    <a:pt x="11118736" y="1524571"/>
                  </a:lnTo>
                  <a:lnTo>
                    <a:pt x="11121619" y="1524571"/>
                  </a:lnTo>
                  <a:lnTo>
                    <a:pt x="11132972" y="1527111"/>
                  </a:lnTo>
                  <a:lnTo>
                    <a:pt x="11136262" y="1527111"/>
                  </a:lnTo>
                  <a:lnTo>
                    <a:pt x="11143818" y="1528381"/>
                  </a:lnTo>
                  <a:lnTo>
                    <a:pt x="11145520" y="1529651"/>
                  </a:lnTo>
                  <a:lnTo>
                    <a:pt x="11151311" y="1529651"/>
                  </a:lnTo>
                  <a:lnTo>
                    <a:pt x="11175276" y="1534731"/>
                  </a:lnTo>
                  <a:lnTo>
                    <a:pt x="11182566" y="1536001"/>
                  </a:lnTo>
                  <a:lnTo>
                    <a:pt x="11191443" y="1537271"/>
                  </a:lnTo>
                  <a:lnTo>
                    <a:pt x="11193005" y="1537271"/>
                  </a:lnTo>
                  <a:lnTo>
                    <a:pt x="11196892" y="1538541"/>
                  </a:lnTo>
                  <a:lnTo>
                    <a:pt x="11199203" y="1538541"/>
                  </a:lnTo>
                  <a:lnTo>
                    <a:pt x="11203356" y="1539811"/>
                  </a:lnTo>
                  <a:lnTo>
                    <a:pt x="11211395" y="1538541"/>
                  </a:lnTo>
                  <a:lnTo>
                    <a:pt x="11218316" y="1536001"/>
                  </a:lnTo>
                  <a:lnTo>
                    <a:pt x="11223536" y="1529651"/>
                  </a:lnTo>
                  <a:lnTo>
                    <a:pt x="11226317" y="1522031"/>
                  </a:lnTo>
                  <a:lnTo>
                    <a:pt x="11227270" y="1516951"/>
                  </a:lnTo>
                  <a:close/>
                </a:path>
              </a:pathLst>
            </a:custGeom>
            <a:solidFill>
              <a:srgbClr val="AC7AB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10175595" y="19256968"/>
            <a:ext cx="505459" cy="635000"/>
          </a:xfrm>
          <a:custGeom>
            <a:avLst/>
            <a:gdLst/>
            <a:ahLst/>
            <a:cxnLst/>
            <a:rect l="l" t="t" r="r" b="b"/>
            <a:pathLst>
              <a:path w="505459" h="635000">
                <a:moveTo>
                  <a:pt x="329688" y="379730"/>
                </a:moveTo>
                <a:lnTo>
                  <a:pt x="280405" y="379730"/>
                </a:lnTo>
                <a:lnTo>
                  <a:pt x="310807" y="421640"/>
                </a:lnTo>
                <a:lnTo>
                  <a:pt x="315118" y="427990"/>
                </a:lnTo>
                <a:lnTo>
                  <a:pt x="330902" y="450850"/>
                </a:lnTo>
                <a:lnTo>
                  <a:pt x="363834" y="496570"/>
                </a:lnTo>
                <a:lnTo>
                  <a:pt x="376525" y="514350"/>
                </a:lnTo>
                <a:lnTo>
                  <a:pt x="389248" y="530860"/>
                </a:lnTo>
                <a:lnTo>
                  <a:pt x="415670" y="567690"/>
                </a:lnTo>
                <a:lnTo>
                  <a:pt x="416561" y="568960"/>
                </a:lnTo>
                <a:lnTo>
                  <a:pt x="423025" y="577850"/>
                </a:lnTo>
                <a:lnTo>
                  <a:pt x="445434" y="607060"/>
                </a:lnTo>
                <a:lnTo>
                  <a:pt x="446049" y="608330"/>
                </a:lnTo>
                <a:lnTo>
                  <a:pt x="446553" y="608330"/>
                </a:lnTo>
                <a:lnTo>
                  <a:pt x="451211" y="614680"/>
                </a:lnTo>
                <a:lnTo>
                  <a:pt x="455828" y="621030"/>
                </a:lnTo>
                <a:lnTo>
                  <a:pt x="460494" y="627380"/>
                </a:lnTo>
                <a:lnTo>
                  <a:pt x="465324" y="632460"/>
                </a:lnTo>
                <a:lnTo>
                  <a:pt x="471172" y="635000"/>
                </a:lnTo>
                <a:lnTo>
                  <a:pt x="477518" y="635000"/>
                </a:lnTo>
                <a:lnTo>
                  <a:pt x="483843" y="633730"/>
                </a:lnTo>
                <a:lnTo>
                  <a:pt x="485498" y="633730"/>
                </a:lnTo>
                <a:lnTo>
                  <a:pt x="487105" y="632460"/>
                </a:lnTo>
                <a:lnTo>
                  <a:pt x="492905" y="628650"/>
                </a:lnTo>
                <a:lnTo>
                  <a:pt x="495498" y="623570"/>
                </a:lnTo>
                <a:lnTo>
                  <a:pt x="496396" y="618490"/>
                </a:lnTo>
                <a:lnTo>
                  <a:pt x="496593" y="615950"/>
                </a:lnTo>
                <a:lnTo>
                  <a:pt x="496554" y="614680"/>
                </a:lnTo>
                <a:lnTo>
                  <a:pt x="496199" y="612140"/>
                </a:lnTo>
                <a:lnTo>
                  <a:pt x="494891" y="607060"/>
                </a:lnTo>
                <a:lnTo>
                  <a:pt x="494166" y="605790"/>
                </a:lnTo>
                <a:lnTo>
                  <a:pt x="492968" y="604520"/>
                </a:lnTo>
                <a:lnTo>
                  <a:pt x="492827" y="603250"/>
                </a:lnTo>
                <a:lnTo>
                  <a:pt x="491440" y="601980"/>
                </a:lnTo>
                <a:lnTo>
                  <a:pt x="490313" y="600710"/>
                </a:lnTo>
                <a:lnTo>
                  <a:pt x="488272" y="598170"/>
                </a:lnTo>
                <a:lnTo>
                  <a:pt x="487413" y="596900"/>
                </a:lnTo>
                <a:lnTo>
                  <a:pt x="480907" y="588010"/>
                </a:lnTo>
                <a:lnTo>
                  <a:pt x="430328" y="519430"/>
                </a:lnTo>
                <a:lnTo>
                  <a:pt x="428767" y="516890"/>
                </a:lnTo>
                <a:lnTo>
                  <a:pt x="422810" y="509270"/>
                </a:lnTo>
                <a:lnTo>
                  <a:pt x="418318" y="502920"/>
                </a:lnTo>
                <a:lnTo>
                  <a:pt x="405931" y="486410"/>
                </a:lnTo>
                <a:lnTo>
                  <a:pt x="381021" y="450850"/>
                </a:lnTo>
                <a:lnTo>
                  <a:pt x="374685" y="441960"/>
                </a:lnTo>
                <a:lnTo>
                  <a:pt x="371824" y="438150"/>
                </a:lnTo>
                <a:lnTo>
                  <a:pt x="335744" y="387350"/>
                </a:lnTo>
                <a:lnTo>
                  <a:pt x="329688" y="379730"/>
                </a:lnTo>
                <a:close/>
              </a:path>
              <a:path w="505459" h="635000">
                <a:moveTo>
                  <a:pt x="419903" y="351790"/>
                </a:moveTo>
                <a:lnTo>
                  <a:pt x="241247" y="351790"/>
                </a:lnTo>
                <a:lnTo>
                  <a:pt x="241031" y="358140"/>
                </a:lnTo>
                <a:lnTo>
                  <a:pt x="240916" y="360680"/>
                </a:lnTo>
                <a:lnTo>
                  <a:pt x="240885" y="363220"/>
                </a:lnTo>
                <a:lnTo>
                  <a:pt x="240610" y="370840"/>
                </a:lnTo>
                <a:lnTo>
                  <a:pt x="240184" y="384810"/>
                </a:lnTo>
                <a:lnTo>
                  <a:pt x="239971" y="389890"/>
                </a:lnTo>
                <a:lnTo>
                  <a:pt x="239870" y="419100"/>
                </a:lnTo>
                <a:lnTo>
                  <a:pt x="239994" y="439420"/>
                </a:lnTo>
                <a:lnTo>
                  <a:pt x="240097" y="441960"/>
                </a:lnTo>
                <a:lnTo>
                  <a:pt x="240223" y="447040"/>
                </a:lnTo>
                <a:lnTo>
                  <a:pt x="240948" y="463550"/>
                </a:lnTo>
                <a:lnTo>
                  <a:pt x="241027" y="466090"/>
                </a:lnTo>
                <a:lnTo>
                  <a:pt x="241326" y="472440"/>
                </a:lnTo>
                <a:lnTo>
                  <a:pt x="241350" y="476250"/>
                </a:lnTo>
                <a:lnTo>
                  <a:pt x="241571" y="480060"/>
                </a:lnTo>
                <a:lnTo>
                  <a:pt x="241957" y="485140"/>
                </a:lnTo>
                <a:lnTo>
                  <a:pt x="242493" y="490220"/>
                </a:lnTo>
                <a:lnTo>
                  <a:pt x="243801" y="506730"/>
                </a:lnTo>
                <a:lnTo>
                  <a:pt x="243966" y="509270"/>
                </a:lnTo>
                <a:lnTo>
                  <a:pt x="244510" y="514350"/>
                </a:lnTo>
                <a:lnTo>
                  <a:pt x="263431" y="539750"/>
                </a:lnTo>
                <a:lnTo>
                  <a:pt x="268915" y="539750"/>
                </a:lnTo>
                <a:lnTo>
                  <a:pt x="270657" y="538480"/>
                </a:lnTo>
                <a:lnTo>
                  <a:pt x="275054" y="537210"/>
                </a:lnTo>
                <a:lnTo>
                  <a:pt x="277316" y="534670"/>
                </a:lnTo>
                <a:lnTo>
                  <a:pt x="280744" y="532130"/>
                </a:lnTo>
                <a:lnTo>
                  <a:pt x="281894" y="529590"/>
                </a:lnTo>
                <a:lnTo>
                  <a:pt x="283825" y="525780"/>
                </a:lnTo>
                <a:lnTo>
                  <a:pt x="284439" y="523240"/>
                </a:lnTo>
                <a:lnTo>
                  <a:pt x="284810" y="520700"/>
                </a:lnTo>
                <a:lnTo>
                  <a:pt x="284912" y="516890"/>
                </a:lnTo>
                <a:lnTo>
                  <a:pt x="284660" y="514350"/>
                </a:lnTo>
                <a:lnTo>
                  <a:pt x="284518" y="511810"/>
                </a:lnTo>
                <a:lnTo>
                  <a:pt x="284108" y="508000"/>
                </a:lnTo>
                <a:lnTo>
                  <a:pt x="280452" y="449580"/>
                </a:lnTo>
                <a:lnTo>
                  <a:pt x="280161" y="434340"/>
                </a:lnTo>
                <a:lnTo>
                  <a:pt x="280048" y="427990"/>
                </a:lnTo>
                <a:lnTo>
                  <a:pt x="280135" y="394970"/>
                </a:lnTo>
                <a:lnTo>
                  <a:pt x="280365" y="381000"/>
                </a:lnTo>
                <a:lnTo>
                  <a:pt x="280405" y="379730"/>
                </a:lnTo>
                <a:lnTo>
                  <a:pt x="329688" y="379730"/>
                </a:lnTo>
                <a:lnTo>
                  <a:pt x="327669" y="377190"/>
                </a:lnTo>
                <a:lnTo>
                  <a:pt x="323124" y="370840"/>
                </a:lnTo>
                <a:lnTo>
                  <a:pt x="322036" y="368300"/>
                </a:lnTo>
                <a:lnTo>
                  <a:pt x="483811" y="368300"/>
                </a:lnTo>
                <a:lnTo>
                  <a:pt x="483008" y="367030"/>
                </a:lnTo>
                <a:lnTo>
                  <a:pt x="480486" y="367030"/>
                </a:lnTo>
                <a:lnTo>
                  <a:pt x="419903" y="351790"/>
                </a:lnTo>
                <a:close/>
              </a:path>
              <a:path w="505459" h="635000">
                <a:moveTo>
                  <a:pt x="80253" y="267970"/>
                </a:moveTo>
                <a:lnTo>
                  <a:pt x="72280" y="267970"/>
                </a:lnTo>
                <a:lnTo>
                  <a:pt x="65051" y="270510"/>
                </a:lnTo>
                <a:lnTo>
                  <a:pt x="59348" y="275590"/>
                </a:lnTo>
                <a:lnTo>
                  <a:pt x="55950" y="281940"/>
                </a:lnTo>
                <a:lnTo>
                  <a:pt x="54854" y="287020"/>
                </a:lnTo>
                <a:lnTo>
                  <a:pt x="55414" y="290830"/>
                </a:lnTo>
                <a:lnTo>
                  <a:pt x="58826" y="298450"/>
                </a:lnTo>
                <a:lnTo>
                  <a:pt x="61726" y="302260"/>
                </a:lnTo>
                <a:lnTo>
                  <a:pt x="67093" y="304800"/>
                </a:lnTo>
                <a:lnTo>
                  <a:pt x="68771" y="306070"/>
                </a:lnTo>
                <a:lnTo>
                  <a:pt x="192752" y="336550"/>
                </a:lnTo>
                <a:lnTo>
                  <a:pt x="190104" y="339090"/>
                </a:lnTo>
                <a:lnTo>
                  <a:pt x="188134" y="340360"/>
                </a:lnTo>
                <a:lnTo>
                  <a:pt x="165790" y="354330"/>
                </a:lnTo>
                <a:lnTo>
                  <a:pt x="155568" y="361950"/>
                </a:lnTo>
                <a:lnTo>
                  <a:pt x="140529" y="370840"/>
                </a:lnTo>
                <a:lnTo>
                  <a:pt x="135699" y="374650"/>
                </a:lnTo>
                <a:lnTo>
                  <a:pt x="110166" y="391160"/>
                </a:lnTo>
                <a:lnTo>
                  <a:pt x="103432" y="394970"/>
                </a:lnTo>
                <a:lnTo>
                  <a:pt x="71056" y="415290"/>
                </a:lnTo>
                <a:lnTo>
                  <a:pt x="68298" y="416560"/>
                </a:lnTo>
                <a:lnTo>
                  <a:pt x="65548" y="419100"/>
                </a:lnTo>
                <a:lnTo>
                  <a:pt x="53893" y="425450"/>
                </a:lnTo>
                <a:lnTo>
                  <a:pt x="48637" y="429260"/>
                </a:lnTo>
                <a:lnTo>
                  <a:pt x="46281" y="430530"/>
                </a:lnTo>
                <a:lnTo>
                  <a:pt x="28597" y="440690"/>
                </a:lnTo>
                <a:lnTo>
                  <a:pt x="22726" y="444500"/>
                </a:lnTo>
                <a:lnTo>
                  <a:pt x="13404" y="449580"/>
                </a:lnTo>
                <a:lnTo>
                  <a:pt x="11844" y="450850"/>
                </a:lnTo>
                <a:lnTo>
                  <a:pt x="9550" y="452120"/>
                </a:lnTo>
                <a:lnTo>
                  <a:pt x="8944" y="452120"/>
                </a:lnTo>
                <a:lnTo>
                  <a:pt x="6784" y="454660"/>
                </a:lnTo>
                <a:lnTo>
                  <a:pt x="1000" y="464820"/>
                </a:lnTo>
                <a:lnTo>
                  <a:pt x="0" y="469900"/>
                </a:lnTo>
                <a:lnTo>
                  <a:pt x="591" y="473710"/>
                </a:lnTo>
                <a:lnTo>
                  <a:pt x="2899" y="478790"/>
                </a:lnTo>
                <a:lnTo>
                  <a:pt x="3955" y="480060"/>
                </a:lnTo>
                <a:lnTo>
                  <a:pt x="4980" y="481330"/>
                </a:lnTo>
                <a:lnTo>
                  <a:pt x="6974" y="483870"/>
                </a:lnTo>
                <a:lnTo>
                  <a:pt x="7935" y="485140"/>
                </a:lnTo>
                <a:lnTo>
                  <a:pt x="10323" y="486410"/>
                </a:lnTo>
                <a:lnTo>
                  <a:pt x="11757" y="487680"/>
                </a:lnTo>
                <a:lnTo>
                  <a:pt x="15240" y="488950"/>
                </a:lnTo>
                <a:lnTo>
                  <a:pt x="25784" y="488950"/>
                </a:lnTo>
                <a:lnTo>
                  <a:pt x="28692" y="487680"/>
                </a:lnTo>
                <a:lnTo>
                  <a:pt x="29661" y="486410"/>
                </a:lnTo>
                <a:lnTo>
                  <a:pt x="32364" y="485140"/>
                </a:lnTo>
                <a:lnTo>
                  <a:pt x="33562" y="485140"/>
                </a:lnTo>
                <a:lnTo>
                  <a:pt x="38589" y="481330"/>
                </a:lnTo>
                <a:lnTo>
                  <a:pt x="42372" y="478790"/>
                </a:lnTo>
                <a:lnTo>
                  <a:pt x="51623" y="473710"/>
                </a:lnTo>
                <a:lnTo>
                  <a:pt x="66706" y="464820"/>
                </a:lnTo>
                <a:lnTo>
                  <a:pt x="69709" y="463550"/>
                </a:lnTo>
                <a:lnTo>
                  <a:pt x="79126" y="457200"/>
                </a:lnTo>
                <a:lnTo>
                  <a:pt x="80276" y="457200"/>
                </a:lnTo>
                <a:lnTo>
                  <a:pt x="86092" y="453390"/>
                </a:lnTo>
                <a:lnTo>
                  <a:pt x="93666" y="448310"/>
                </a:lnTo>
                <a:lnTo>
                  <a:pt x="123980" y="429260"/>
                </a:lnTo>
                <a:lnTo>
                  <a:pt x="127771" y="426720"/>
                </a:lnTo>
                <a:lnTo>
                  <a:pt x="132483" y="424180"/>
                </a:lnTo>
                <a:lnTo>
                  <a:pt x="133445" y="422910"/>
                </a:lnTo>
                <a:lnTo>
                  <a:pt x="138811" y="420370"/>
                </a:lnTo>
                <a:lnTo>
                  <a:pt x="139694" y="419100"/>
                </a:lnTo>
                <a:lnTo>
                  <a:pt x="146006" y="415290"/>
                </a:lnTo>
                <a:lnTo>
                  <a:pt x="151357" y="411480"/>
                </a:lnTo>
                <a:lnTo>
                  <a:pt x="172681" y="397510"/>
                </a:lnTo>
                <a:lnTo>
                  <a:pt x="182003" y="392430"/>
                </a:lnTo>
                <a:lnTo>
                  <a:pt x="194147" y="383540"/>
                </a:lnTo>
                <a:lnTo>
                  <a:pt x="197149" y="382270"/>
                </a:lnTo>
                <a:lnTo>
                  <a:pt x="207772" y="374650"/>
                </a:lnTo>
                <a:lnTo>
                  <a:pt x="224423" y="363220"/>
                </a:lnTo>
                <a:lnTo>
                  <a:pt x="227851" y="360680"/>
                </a:lnTo>
                <a:lnTo>
                  <a:pt x="233154" y="358140"/>
                </a:lnTo>
                <a:lnTo>
                  <a:pt x="235077" y="356870"/>
                </a:lnTo>
                <a:lnTo>
                  <a:pt x="238395" y="354330"/>
                </a:lnTo>
                <a:lnTo>
                  <a:pt x="241247" y="351790"/>
                </a:lnTo>
                <a:lnTo>
                  <a:pt x="419903" y="351790"/>
                </a:lnTo>
                <a:lnTo>
                  <a:pt x="288640" y="318770"/>
                </a:lnTo>
                <a:lnTo>
                  <a:pt x="289443" y="318770"/>
                </a:lnTo>
                <a:lnTo>
                  <a:pt x="290224" y="317500"/>
                </a:lnTo>
                <a:lnTo>
                  <a:pt x="292950" y="316230"/>
                </a:lnTo>
                <a:lnTo>
                  <a:pt x="294834" y="314960"/>
                </a:lnTo>
                <a:lnTo>
                  <a:pt x="300129" y="311150"/>
                </a:lnTo>
                <a:lnTo>
                  <a:pt x="302769" y="308610"/>
                </a:lnTo>
                <a:lnTo>
                  <a:pt x="308327" y="304800"/>
                </a:lnTo>
                <a:lnTo>
                  <a:pt x="228355" y="304800"/>
                </a:lnTo>
                <a:lnTo>
                  <a:pt x="80253" y="267970"/>
                </a:lnTo>
                <a:close/>
              </a:path>
              <a:path w="505459" h="635000">
                <a:moveTo>
                  <a:pt x="483811" y="368300"/>
                </a:moveTo>
                <a:lnTo>
                  <a:pt x="322036" y="368300"/>
                </a:lnTo>
                <a:lnTo>
                  <a:pt x="470746" y="405130"/>
                </a:lnTo>
                <a:lnTo>
                  <a:pt x="480864" y="405130"/>
                </a:lnTo>
                <a:lnTo>
                  <a:pt x="484103" y="403860"/>
                </a:lnTo>
                <a:lnTo>
                  <a:pt x="485931" y="402590"/>
                </a:lnTo>
                <a:lnTo>
                  <a:pt x="490762" y="398780"/>
                </a:lnTo>
                <a:lnTo>
                  <a:pt x="493205" y="394970"/>
                </a:lnTo>
                <a:lnTo>
                  <a:pt x="495514" y="386080"/>
                </a:lnTo>
                <a:lnTo>
                  <a:pt x="494655" y="381000"/>
                </a:lnTo>
                <a:lnTo>
                  <a:pt x="491274" y="374650"/>
                </a:lnTo>
                <a:lnTo>
                  <a:pt x="489895" y="372110"/>
                </a:lnTo>
                <a:lnTo>
                  <a:pt x="487145" y="369570"/>
                </a:lnTo>
                <a:lnTo>
                  <a:pt x="485923" y="369570"/>
                </a:lnTo>
                <a:lnTo>
                  <a:pt x="483811" y="368300"/>
                </a:lnTo>
                <a:close/>
              </a:path>
              <a:path w="505459" h="635000">
                <a:moveTo>
                  <a:pt x="70780" y="1270"/>
                </a:moveTo>
                <a:lnTo>
                  <a:pt x="57415" y="1270"/>
                </a:lnTo>
                <a:lnTo>
                  <a:pt x="55256" y="2540"/>
                </a:lnTo>
                <a:lnTo>
                  <a:pt x="54484" y="3810"/>
                </a:lnTo>
                <a:lnTo>
                  <a:pt x="51095" y="5080"/>
                </a:lnTo>
                <a:lnTo>
                  <a:pt x="49039" y="7620"/>
                </a:lnTo>
                <a:lnTo>
                  <a:pt x="47210" y="10160"/>
                </a:lnTo>
                <a:lnTo>
                  <a:pt x="46344" y="12700"/>
                </a:lnTo>
                <a:lnTo>
                  <a:pt x="46044" y="12700"/>
                </a:lnTo>
                <a:lnTo>
                  <a:pt x="45366" y="15240"/>
                </a:lnTo>
                <a:lnTo>
                  <a:pt x="44452" y="19050"/>
                </a:lnTo>
                <a:lnTo>
                  <a:pt x="44381" y="21590"/>
                </a:lnTo>
                <a:lnTo>
                  <a:pt x="45154" y="26670"/>
                </a:lnTo>
                <a:lnTo>
                  <a:pt x="46091" y="29210"/>
                </a:lnTo>
                <a:lnTo>
                  <a:pt x="49456" y="34290"/>
                </a:lnTo>
                <a:lnTo>
                  <a:pt x="51332" y="36830"/>
                </a:lnTo>
                <a:lnTo>
                  <a:pt x="61576" y="53340"/>
                </a:lnTo>
                <a:lnTo>
                  <a:pt x="83913" y="87630"/>
                </a:lnTo>
                <a:lnTo>
                  <a:pt x="92002" y="100330"/>
                </a:lnTo>
                <a:lnTo>
                  <a:pt x="129095" y="156210"/>
                </a:lnTo>
                <a:lnTo>
                  <a:pt x="131301" y="160020"/>
                </a:lnTo>
                <a:lnTo>
                  <a:pt x="172523" y="222250"/>
                </a:lnTo>
                <a:lnTo>
                  <a:pt x="175139" y="226060"/>
                </a:lnTo>
                <a:lnTo>
                  <a:pt x="178993" y="231140"/>
                </a:lnTo>
                <a:lnTo>
                  <a:pt x="181365" y="234950"/>
                </a:lnTo>
                <a:lnTo>
                  <a:pt x="184359" y="240030"/>
                </a:lnTo>
                <a:lnTo>
                  <a:pt x="187386" y="243840"/>
                </a:lnTo>
                <a:lnTo>
                  <a:pt x="191822" y="250190"/>
                </a:lnTo>
                <a:lnTo>
                  <a:pt x="193288" y="252730"/>
                </a:lnTo>
                <a:lnTo>
                  <a:pt x="224732" y="298450"/>
                </a:lnTo>
                <a:lnTo>
                  <a:pt x="228355" y="304800"/>
                </a:lnTo>
                <a:lnTo>
                  <a:pt x="308327" y="304800"/>
                </a:lnTo>
                <a:lnTo>
                  <a:pt x="321295" y="295910"/>
                </a:lnTo>
                <a:lnTo>
                  <a:pt x="337076" y="284480"/>
                </a:lnTo>
                <a:lnTo>
                  <a:pt x="352792" y="271780"/>
                </a:lnTo>
                <a:lnTo>
                  <a:pt x="354527" y="270510"/>
                </a:lnTo>
                <a:lnTo>
                  <a:pt x="287497" y="270510"/>
                </a:lnTo>
                <a:lnTo>
                  <a:pt x="287954" y="265430"/>
                </a:lnTo>
                <a:lnTo>
                  <a:pt x="288498" y="261620"/>
                </a:lnTo>
                <a:lnTo>
                  <a:pt x="247985" y="261620"/>
                </a:lnTo>
                <a:lnTo>
                  <a:pt x="242146" y="252730"/>
                </a:lnTo>
                <a:lnTo>
                  <a:pt x="238671" y="247650"/>
                </a:lnTo>
                <a:lnTo>
                  <a:pt x="203359" y="195580"/>
                </a:lnTo>
                <a:lnTo>
                  <a:pt x="177898" y="157480"/>
                </a:lnTo>
                <a:lnTo>
                  <a:pt x="162911" y="134620"/>
                </a:lnTo>
                <a:lnTo>
                  <a:pt x="139875" y="100330"/>
                </a:lnTo>
                <a:lnTo>
                  <a:pt x="126802" y="80010"/>
                </a:lnTo>
                <a:lnTo>
                  <a:pt x="125052" y="77470"/>
                </a:lnTo>
                <a:lnTo>
                  <a:pt x="121419" y="72390"/>
                </a:lnTo>
                <a:lnTo>
                  <a:pt x="88708" y="21590"/>
                </a:lnTo>
                <a:lnTo>
                  <a:pt x="87376" y="19050"/>
                </a:lnTo>
                <a:lnTo>
                  <a:pt x="84366" y="13970"/>
                </a:lnTo>
                <a:lnTo>
                  <a:pt x="83034" y="12700"/>
                </a:lnTo>
                <a:lnTo>
                  <a:pt x="81340" y="10160"/>
                </a:lnTo>
                <a:lnTo>
                  <a:pt x="81167" y="8890"/>
                </a:lnTo>
                <a:lnTo>
                  <a:pt x="78684" y="6350"/>
                </a:lnTo>
                <a:lnTo>
                  <a:pt x="75501" y="3810"/>
                </a:lnTo>
                <a:lnTo>
                  <a:pt x="70780" y="1270"/>
                </a:lnTo>
                <a:close/>
              </a:path>
              <a:path w="505459" h="635000">
                <a:moveTo>
                  <a:pt x="491652" y="123190"/>
                </a:moveTo>
                <a:lnTo>
                  <a:pt x="481384" y="123190"/>
                </a:lnTo>
                <a:lnTo>
                  <a:pt x="476506" y="124460"/>
                </a:lnTo>
                <a:lnTo>
                  <a:pt x="471660" y="128270"/>
                </a:lnTo>
                <a:lnTo>
                  <a:pt x="468870" y="130810"/>
                </a:lnTo>
                <a:lnTo>
                  <a:pt x="467814" y="130810"/>
                </a:lnTo>
                <a:lnTo>
                  <a:pt x="463835" y="134620"/>
                </a:lnTo>
                <a:lnTo>
                  <a:pt x="460848" y="137160"/>
                </a:lnTo>
                <a:lnTo>
                  <a:pt x="445780" y="148590"/>
                </a:lnTo>
                <a:lnTo>
                  <a:pt x="439707" y="153670"/>
                </a:lnTo>
                <a:lnTo>
                  <a:pt x="432715" y="160020"/>
                </a:lnTo>
                <a:lnTo>
                  <a:pt x="430935" y="161290"/>
                </a:lnTo>
                <a:lnTo>
                  <a:pt x="420548" y="170180"/>
                </a:lnTo>
                <a:lnTo>
                  <a:pt x="416577" y="172720"/>
                </a:lnTo>
                <a:lnTo>
                  <a:pt x="410863" y="176530"/>
                </a:lnTo>
                <a:lnTo>
                  <a:pt x="399342" y="186690"/>
                </a:lnTo>
                <a:lnTo>
                  <a:pt x="396482" y="187960"/>
                </a:lnTo>
                <a:lnTo>
                  <a:pt x="386801" y="195580"/>
                </a:lnTo>
                <a:lnTo>
                  <a:pt x="373152" y="207010"/>
                </a:lnTo>
                <a:lnTo>
                  <a:pt x="365268" y="212090"/>
                </a:lnTo>
                <a:lnTo>
                  <a:pt x="345930" y="227330"/>
                </a:lnTo>
                <a:lnTo>
                  <a:pt x="339397" y="232410"/>
                </a:lnTo>
                <a:lnTo>
                  <a:pt x="338506" y="232410"/>
                </a:lnTo>
                <a:lnTo>
                  <a:pt x="331020" y="238760"/>
                </a:lnTo>
                <a:lnTo>
                  <a:pt x="328979" y="240030"/>
                </a:lnTo>
                <a:lnTo>
                  <a:pt x="324810" y="242570"/>
                </a:lnTo>
                <a:lnTo>
                  <a:pt x="322627" y="245110"/>
                </a:lnTo>
                <a:lnTo>
                  <a:pt x="295756" y="264160"/>
                </a:lnTo>
                <a:lnTo>
                  <a:pt x="291658" y="267970"/>
                </a:lnTo>
                <a:lnTo>
                  <a:pt x="287497" y="270510"/>
                </a:lnTo>
                <a:lnTo>
                  <a:pt x="354527" y="270510"/>
                </a:lnTo>
                <a:lnTo>
                  <a:pt x="377080" y="254000"/>
                </a:lnTo>
                <a:lnTo>
                  <a:pt x="407488" y="231140"/>
                </a:lnTo>
                <a:lnTo>
                  <a:pt x="425907" y="215900"/>
                </a:lnTo>
                <a:lnTo>
                  <a:pt x="431329" y="212090"/>
                </a:lnTo>
                <a:lnTo>
                  <a:pt x="433661" y="210820"/>
                </a:lnTo>
                <a:lnTo>
                  <a:pt x="437018" y="208280"/>
                </a:lnTo>
                <a:lnTo>
                  <a:pt x="442755" y="203200"/>
                </a:lnTo>
                <a:lnTo>
                  <a:pt x="445411" y="200660"/>
                </a:lnTo>
                <a:lnTo>
                  <a:pt x="447830" y="199390"/>
                </a:lnTo>
                <a:lnTo>
                  <a:pt x="448917" y="198120"/>
                </a:lnTo>
                <a:lnTo>
                  <a:pt x="451384" y="196850"/>
                </a:lnTo>
                <a:lnTo>
                  <a:pt x="452708" y="195580"/>
                </a:lnTo>
                <a:lnTo>
                  <a:pt x="455679" y="193040"/>
                </a:lnTo>
                <a:lnTo>
                  <a:pt x="476136" y="176530"/>
                </a:lnTo>
                <a:lnTo>
                  <a:pt x="481904" y="171450"/>
                </a:lnTo>
                <a:lnTo>
                  <a:pt x="488847" y="166370"/>
                </a:lnTo>
                <a:lnTo>
                  <a:pt x="490092" y="165100"/>
                </a:lnTo>
                <a:lnTo>
                  <a:pt x="493134" y="162560"/>
                </a:lnTo>
                <a:lnTo>
                  <a:pt x="494986" y="161290"/>
                </a:lnTo>
                <a:lnTo>
                  <a:pt x="498232" y="158750"/>
                </a:lnTo>
                <a:lnTo>
                  <a:pt x="503236" y="152400"/>
                </a:lnTo>
                <a:lnTo>
                  <a:pt x="505340" y="144780"/>
                </a:lnTo>
                <a:lnTo>
                  <a:pt x="504555" y="137160"/>
                </a:lnTo>
                <a:lnTo>
                  <a:pt x="500794" y="129540"/>
                </a:lnTo>
                <a:lnTo>
                  <a:pt x="497019" y="125730"/>
                </a:lnTo>
                <a:lnTo>
                  <a:pt x="491652" y="123190"/>
                </a:lnTo>
                <a:close/>
              </a:path>
              <a:path w="505459" h="635000">
                <a:moveTo>
                  <a:pt x="290728" y="81280"/>
                </a:moveTo>
                <a:lnTo>
                  <a:pt x="283943" y="81280"/>
                </a:lnTo>
                <a:lnTo>
                  <a:pt x="277847" y="83820"/>
                </a:lnTo>
                <a:lnTo>
                  <a:pt x="262414" y="140970"/>
                </a:lnTo>
                <a:lnTo>
                  <a:pt x="257457" y="179070"/>
                </a:lnTo>
                <a:lnTo>
                  <a:pt x="252564" y="219710"/>
                </a:lnTo>
                <a:lnTo>
                  <a:pt x="252075" y="223520"/>
                </a:lnTo>
                <a:lnTo>
                  <a:pt x="249498" y="247650"/>
                </a:lnTo>
                <a:lnTo>
                  <a:pt x="248883" y="252730"/>
                </a:lnTo>
                <a:lnTo>
                  <a:pt x="248095" y="260350"/>
                </a:lnTo>
                <a:lnTo>
                  <a:pt x="247985" y="261620"/>
                </a:lnTo>
                <a:lnTo>
                  <a:pt x="288498" y="261620"/>
                </a:lnTo>
                <a:lnTo>
                  <a:pt x="291138" y="236220"/>
                </a:lnTo>
                <a:lnTo>
                  <a:pt x="291358" y="233680"/>
                </a:lnTo>
                <a:lnTo>
                  <a:pt x="292588" y="222250"/>
                </a:lnTo>
                <a:lnTo>
                  <a:pt x="296851" y="187960"/>
                </a:lnTo>
                <a:lnTo>
                  <a:pt x="299082" y="170180"/>
                </a:lnTo>
                <a:lnTo>
                  <a:pt x="302107" y="147320"/>
                </a:lnTo>
                <a:lnTo>
                  <a:pt x="307915" y="104140"/>
                </a:lnTo>
                <a:lnTo>
                  <a:pt x="307403" y="95250"/>
                </a:lnTo>
                <a:lnTo>
                  <a:pt x="303999" y="88900"/>
                </a:lnTo>
                <a:lnTo>
                  <a:pt x="298257" y="83820"/>
                </a:lnTo>
                <a:lnTo>
                  <a:pt x="290728" y="81280"/>
                </a:lnTo>
                <a:close/>
              </a:path>
              <a:path w="505459" h="635000">
                <a:moveTo>
                  <a:pt x="65753" y="0"/>
                </a:moveTo>
                <a:lnTo>
                  <a:pt x="63010" y="0"/>
                </a:lnTo>
                <a:lnTo>
                  <a:pt x="58842" y="1270"/>
                </a:lnTo>
                <a:lnTo>
                  <a:pt x="69614" y="1270"/>
                </a:lnTo>
                <a:lnTo>
                  <a:pt x="65753" y="0"/>
                </a:lnTo>
                <a:close/>
              </a:path>
            </a:pathLst>
          </a:custGeom>
          <a:solidFill>
            <a:srgbClr val="AC7A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709177" y="8805694"/>
            <a:ext cx="535305" cy="671830"/>
          </a:xfrm>
          <a:custGeom>
            <a:avLst/>
            <a:gdLst/>
            <a:ahLst/>
            <a:cxnLst/>
            <a:rect l="l" t="t" r="r" b="b"/>
            <a:pathLst>
              <a:path w="535304" h="671829">
                <a:moveTo>
                  <a:pt x="477310" y="642620"/>
                </a:moveTo>
                <a:lnTo>
                  <a:pt x="430651" y="642620"/>
                </a:lnTo>
                <a:lnTo>
                  <a:pt x="434670" y="648970"/>
                </a:lnTo>
                <a:lnTo>
                  <a:pt x="438641" y="656590"/>
                </a:lnTo>
                <a:lnTo>
                  <a:pt x="442676" y="662940"/>
                </a:lnTo>
                <a:lnTo>
                  <a:pt x="447028" y="668020"/>
                </a:lnTo>
                <a:lnTo>
                  <a:pt x="452582" y="670560"/>
                </a:lnTo>
                <a:lnTo>
                  <a:pt x="458827" y="671830"/>
                </a:lnTo>
                <a:lnTo>
                  <a:pt x="466963" y="671830"/>
                </a:lnTo>
                <a:lnTo>
                  <a:pt x="468650" y="670560"/>
                </a:lnTo>
                <a:lnTo>
                  <a:pt x="474852" y="666750"/>
                </a:lnTo>
                <a:lnTo>
                  <a:pt x="477893" y="662940"/>
                </a:lnTo>
                <a:lnTo>
                  <a:pt x="479320" y="656590"/>
                </a:lnTo>
                <a:lnTo>
                  <a:pt x="479761" y="655320"/>
                </a:lnTo>
                <a:lnTo>
                  <a:pt x="479777" y="650240"/>
                </a:lnTo>
                <a:lnTo>
                  <a:pt x="479595" y="648970"/>
                </a:lnTo>
                <a:lnTo>
                  <a:pt x="478894" y="646430"/>
                </a:lnTo>
                <a:lnTo>
                  <a:pt x="478319" y="645160"/>
                </a:lnTo>
                <a:lnTo>
                  <a:pt x="477310" y="642620"/>
                </a:lnTo>
                <a:close/>
              </a:path>
              <a:path w="535304" h="671829">
                <a:moveTo>
                  <a:pt x="333895" y="397510"/>
                </a:moveTo>
                <a:lnTo>
                  <a:pt x="287986" y="397510"/>
                </a:lnTo>
                <a:lnTo>
                  <a:pt x="313991" y="443230"/>
                </a:lnTo>
                <a:lnTo>
                  <a:pt x="317679" y="449580"/>
                </a:lnTo>
                <a:lnTo>
                  <a:pt x="331201" y="473710"/>
                </a:lnTo>
                <a:lnTo>
                  <a:pt x="352313" y="510540"/>
                </a:lnTo>
                <a:lnTo>
                  <a:pt x="354598" y="514350"/>
                </a:lnTo>
                <a:lnTo>
                  <a:pt x="359444" y="523240"/>
                </a:lnTo>
                <a:lnTo>
                  <a:pt x="370345" y="541020"/>
                </a:lnTo>
                <a:lnTo>
                  <a:pt x="392251" y="579120"/>
                </a:lnTo>
                <a:lnTo>
                  <a:pt x="404023" y="598170"/>
                </a:lnTo>
                <a:lnTo>
                  <a:pt x="404788" y="599440"/>
                </a:lnTo>
                <a:lnTo>
                  <a:pt x="410358" y="609600"/>
                </a:lnTo>
                <a:lnTo>
                  <a:pt x="429689" y="641350"/>
                </a:lnTo>
                <a:lnTo>
                  <a:pt x="430265" y="641350"/>
                </a:lnTo>
                <a:lnTo>
                  <a:pt x="430588" y="642620"/>
                </a:lnTo>
                <a:lnTo>
                  <a:pt x="477200" y="642620"/>
                </a:lnTo>
                <a:lnTo>
                  <a:pt x="476002" y="640080"/>
                </a:lnTo>
                <a:lnTo>
                  <a:pt x="475041" y="638810"/>
                </a:lnTo>
                <a:lnTo>
                  <a:pt x="473275" y="636270"/>
                </a:lnTo>
                <a:lnTo>
                  <a:pt x="472535" y="635000"/>
                </a:lnTo>
                <a:lnTo>
                  <a:pt x="466924" y="624840"/>
                </a:lnTo>
                <a:lnTo>
                  <a:pt x="423362" y="552450"/>
                </a:lnTo>
                <a:lnTo>
                  <a:pt x="422022" y="549910"/>
                </a:lnTo>
                <a:lnTo>
                  <a:pt x="416892" y="541020"/>
                </a:lnTo>
                <a:lnTo>
                  <a:pt x="413007" y="534670"/>
                </a:lnTo>
                <a:lnTo>
                  <a:pt x="402368" y="516890"/>
                </a:lnTo>
                <a:lnTo>
                  <a:pt x="381005" y="480060"/>
                </a:lnTo>
                <a:lnTo>
                  <a:pt x="349144" y="424180"/>
                </a:lnTo>
                <a:lnTo>
                  <a:pt x="342200" y="411480"/>
                </a:lnTo>
                <a:lnTo>
                  <a:pt x="335272" y="400050"/>
                </a:lnTo>
                <a:lnTo>
                  <a:pt x="333895" y="397510"/>
                </a:lnTo>
                <a:close/>
              </a:path>
              <a:path w="535304" h="671829">
                <a:moveTo>
                  <a:pt x="380910" y="367030"/>
                </a:moveTo>
                <a:lnTo>
                  <a:pt x="251689" y="367030"/>
                </a:lnTo>
                <a:lnTo>
                  <a:pt x="251405" y="369570"/>
                </a:lnTo>
                <a:lnTo>
                  <a:pt x="251200" y="370840"/>
                </a:lnTo>
                <a:lnTo>
                  <a:pt x="250475" y="375920"/>
                </a:lnTo>
                <a:lnTo>
                  <a:pt x="250113" y="379730"/>
                </a:lnTo>
                <a:lnTo>
                  <a:pt x="249317" y="384810"/>
                </a:lnTo>
                <a:lnTo>
                  <a:pt x="247867" y="396240"/>
                </a:lnTo>
                <a:lnTo>
                  <a:pt x="247355" y="400050"/>
                </a:lnTo>
                <a:lnTo>
                  <a:pt x="246740" y="403860"/>
                </a:lnTo>
                <a:lnTo>
                  <a:pt x="245700" y="412750"/>
                </a:lnTo>
                <a:lnTo>
                  <a:pt x="245314" y="417830"/>
                </a:lnTo>
                <a:lnTo>
                  <a:pt x="244344" y="426720"/>
                </a:lnTo>
                <a:lnTo>
                  <a:pt x="243154" y="439420"/>
                </a:lnTo>
                <a:lnTo>
                  <a:pt x="242745" y="444500"/>
                </a:lnTo>
                <a:lnTo>
                  <a:pt x="242240" y="448310"/>
                </a:lnTo>
                <a:lnTo>
                  <a:pt x="241799" y="454660"/>
                </a:lnTo>
                <a:lnTo>
                  <a:pt x="241279" y="461010"/>
                </a:lnTo>
                <a:lnTo>
                  <a:pt x="241035" y="467360"/>
                </a:lnTo>
                <a:lnTo>
                  <a:pt x="240160" y="481330"/>
                </a:lnTo>
                <a:lnTo>
                  <a:pt x="239861" y="487680"/>
                </a:lnTo>
                <a:lnTo>
                  <a:pt x="239577" y="490220"/>
                </a:lnTo>
                <a:lnTo>
                  <a:pt x="239427" y="495300"/>
                </a:lnTo>
                <a:lnTo>
                  <a:pt x="239238" y="500380"/>
                </a:lnTo>
                <a:lnTo>
                  <a:pt x="239167" y="510540"/>
                </a:lnTo>
                <a:lnTo>
                  <a:pt x="238915" y="523240"/>
                </a:lnTo>
                <a:lnTo>
                  <a:pt x="255290" y="554990"/>
                </a:lnTo>
                <a:lnTo>
                  <a:pt x="256141" y="556260"/>
                </a:lnTo>
                <a:lnTo>
                  <a:pt x="260767" y="556260"/>
                </a:lnTo>
                <a:lnTo>
                  <a:pt x="262540" y="554990"/>
                </a:lnTo>
                <a:lnTo>
                  <a:pt x="267087" y="553720"/>
                </a:lnTo>
                <a:lnTo>
                  <a:pt x="269522" y="552450"/>
                </a:lnTo>
                <a:lnTo>
                  <a:pt x="273281" y="549910"/>
                </a:lnTo>
                <a:lnTo>
                  <a:pt x="274589" y="547370"/>
                </a:lnTo>
                <a:lnTo>
                  <a:pt x="276890" y="544830"/>
                </a:lnTo>
                <a:lnTo>
                  <a:pt x="277725" y="542290"/>
                </a:lnTo>
                <a:lnTo>
                  <a:pt x="278458" y="538480"/>
                </a:lnTo>
                <a:lnTo>
                  <a:pt x="278781" y="537210"/>
                </a:lnTo>
                <a:lnTo>
                  <a:pt x="278876" y="535940"/>
                </a:lnTo>
                <a:lnTo>
                  <a:pt x="279118" y="514350"/>
                </a:lnTo>
                <a:lnTo>
                  <a:pt x="279196" y="510540"/>
                </a:lnTo>
                <a:lnTo>
                  <a:pt x="281169" y="466090"/>
                </a:lnTo>
                <a:lnTo>
                  <a:pt x="282146" y="454660"/>
                </a:lnTo>
                <a:lnTo>
                  <a:pt x="283659" y="436880"/>
                </a:lnTo>
                <a:lnTo>
                  <a:pt x="284235" y="430530"/>
                </a:lnTo>
                <a:lnTo>
                  <a:pt x="285227" y="421640"/>
                </a:lnTo>
                <a:lnTo>
                  <a:pt x="287410" y="402590"/>
                </a:lnTo>
                <a:lnTo>
                  <a:pt x="287599" y="401320"/>
                </a:lnTo>
                <a:lnTo>
                  <a:pt x="287986" y="397510"/>
                </a:lnTo>
                <a:lnTo>
                  <a:pt x="333895" y="397510"/>
                </a:lnTo>
                <a:lnTo>
                  <a:pt x="330453" y="391160"/>
                </a:lnTo>
                <a:lnTo>
                  <a:pt x="448961" y="391160"/>
                </a:lnTo>
                <a:lnTo>
                  <a:pt x="380910" y="367030"/>
                </a:lnTo>
                <a:close/>
              </a:path>
              <a:path w="535304" h="671829">
                <a:moveTo>
                  <a:pt x="91920" y="265430"/>
                </a:moveTo>
                <a:lnTo>
                  <a:pt x="84468" y="267970"/>
                </a:lnTo>
                <a:lnTo>
                  <a:pt x="78284" y="273050"/>
                </a:lnTo>
                <a:lnTo>
                  <a:pt x="74193" y="279400"/>
                </a:lnTo>
                <a:lnTo>
                  <a:pt x="72656" y="283210"/>
                </a:lnTo>
                <a:lnTo>
                  <a:pt x="72774" y="288290"/>
                </a:lnTo>
                <a:lnTo>
                  <a:pt x="75406" y="295910"/>
                </a:lnTo>
                <a:lnTo>
                  <a:pt x="77967" y="299720"/>
                </a:lnTo>
                <a:lnTo>
                  <a:pt x="82995" y="303530"/>
                </a:lnTo>
                <a:lnTo>
                  <a:pt x="84595" y="304800"/>
                </a:lnTo>
                <a:lnTo>
                  <a:pt x="204951" y="346710"/>
                </a:lnTo>
                <a:lnTo>
                  <a:pt x="202145" y="347980"/>
                </a:lnTo>
                <a:lnTo>
                  <a:pt x="200049" y="349250"/>
                </a:lnTo>
                <a:lnTo>
                  <a:pt x="187171" y="356870"/>
                </a:lnTo>
                <a:lnTo>
                  <a:pt x="176349" y="361950"/>
                </a:lnTo>
                <a:lnTo>
                  <a:pt x="165510" y="368300"/>
                </a:lnTo>
                <a:lnTo>
                  <a:pt x="149576" y="375920"/>
                </a:lnTo>
                <a:lnTo>
                  <a:pt x="144469" y="378460"/>
                </a:lnTo>
                <a:lnTo>
                  <a:pt x="117440" y="392430"/>
                </a:lnTo>
                <a:lnTo>
                  <a:pt x="110318" y="396240"/>
                </a:lnTo>
                <a:lnTo>
                  <a:pt x="96052" y="402590"/>
                </a:lnTo>
                <a:lnTo>
                  <a:pt x="73208" y="414020"/>
                </a:lnTo>
                <a:lnTo>
                  <a:pt x="70300" y="415290"/>
                </a:lnTo>
                <a:lnTo>
                  <a:pt x="66147" y="417830"/>
                </a:lnTo>
                <a:lnTo>
                  <a:pt x="64918" y="417830"/>
                </a:lnTo>
                <a:lnTo>
                  <a:pt x="49976" y="425450"/>
                </a:lnTo>
                <a:lnTo>
                  <a:pt x="31332" y="434340"/>
                </a:lnTo>
                <a:lnTo>
                  <a:pt x="25138" y="436880"/>
                </a:lnTo>
                <a:lnTo>
                  <a:pt x="15319" y="441960"/>
                </a:lnTo>
                <a:lnTo>
                  <a:pt x="13672" y="441960"/>
                </a:lnTo>
                <a:lnTo>
                  <a:pt x="11260" y="443230"/>
                </a:lnTo>
                <a:lnTo>
                  <a:pt x="10599" y="444500"/>
                </a:lnTo>
                <a:lnTo>
                  <a:pt x="8290" y="445770"/>
                </a:lnTo>
                <a:lnTo>
                  <a:pt x="0" y="459740"/>
                </a:lnTo>
                <a:lnTo>
                  <a:pt x="149" y="464820"/>
                </a:lnTo>
                <a:lnTo>
                  <a:pt x="2017" y="469900"/>
                </a:lnTo>
                <a:lnTo>
                  <a:pt x="2876" y="471170"/>
                </a:lnTo>
                <a:lnTo>
                  <a:pt x="6430" y="476250"/>
                </a:lnTo>
                <a:lnTo>
                  <a:pt x="8644" y="477520"/>
                </a:lnTo>
                <a:lnTo>
                  <a:pt x="10000" y="478790"/>
                </a:lnTo>
                <a:lnTo>
                  <a:pt x="13325" y="480060"/>
                </a:lnTo>
                <a:lnTo>
                  <a:pt x="15327" y="481330"/>
                </a:lnTo>
                <a:lnTo>
                  <a:pt x="23822" y="481330"/>
                </a:lnTo>
                <a:lnTo>
                  <a:pt x="26824" y="480060"/>
                </a:lnTo>
                <a:lnTo>
                  <a:pt x="27833" y="480060"/>
                </a:lnTo>
                <a:lnTo>
                  <a:pt x="30685" y="478790"/>
                </a:lnTo>
                <a:lnTo>
                  <a:pt x="31946" y="478790"/>
                </a:lnTo>
                <a:lnTo>
                  <a:pt x="37250" y="476250"/>
                </a:lnTo>
                <a:lnTo>
                  <a:pt x="41237" y="473710"/>
                </a:lnTo>
                <a:lnTo>
                  <a:pt x="50993" y="469900"/>
                </a:lnTo>
                <a:lnTo>
                  <a:pt x="66895" y="462280"/>
                </a:lnTo>
                <a:lnTo>
                  <a:pt x="70055" y="459740"/>
                </a:lnTo>
                <a:lnTo>
                  <a:pt x="76533" y="457200"/>
                </a:lnTo>
                <a:lnTo>
                  <a:pt x="77668" y="457200"/>
                </a:lnTo>
                <a:lnTo>
                  <a:pt x="79985" y="455930"/>
                </a:lnTo>
                <a:lnTo>
                  <a:pt x="81198" y="454660"/>
                </a:lnTo>
                <a:lnTo>
                  <a:pt x="88456" y="452120"/>
                </a:lnTo>
                <a:lnTo>
                  <a:pt x="95338" y="448310"/>
                </a:lnTo>
                <a:lnTo>
                  <a:pt x="123397" y="434340"/>
                </a:lnTo>
                <a:lnTo>
                  <a:pt x="127377" y="431800"/>
                </a:lnTo>
                <a:lnTo>
                  <a:pt x="131380" y="430530"/>
                </a:lnTo>
                <a:lnTo>
                  <a:pt x="136368" y="427990"/>
                </a:lnTo>
                <a:lnTo>
                  <a:pt x="137377" y="426720"/>
                </a:lnTo>
                <a:lnTo>
                  <a:pt x="143051" y="424180"/>
                </a:lnTo>
                <a:lnTo>
                  <a:pt x="143989" y="424180"/>
                </a:lnTo>
                <a:lnTo>
                  <a:pt x="150671" y="420370"/>
                </a:lnTo>
                <a:lnTo>
                  <a:pt x="156345" y="417830"/>
                </a:lnTo>
                <a:lnTo>
                  <a:pt x="188804" y="401320"/>
                </a:lnTo>
                <a:lnTo>
                  <a:pt x="201673" y="393700"/>
                </a:lnTo>
                <a:lnTo>
                  <a:pt x="204872" y="392430"/>
                </a:lnTo>
                <a:lnTo>
                  <a:pt x="216141" y="386080"/>
                </a:lnTo>
                <a:lnTo>
                  <a:pt x="233824" y="377190"/>
                </a:lnTo>
                <a:lnTo>
                  <a:pt x="237457" y="374650"/>
                </a:lnTo>
                <a:lnTo>
                  <a:pt x="243099" y="372110"/>
                </a:lnTo>
                <a:lnTo>
                  <a:pt x="245140" y="370840"/>
                </a:lnTo>
                <a:lnTo>
                  <a:pt x="248663" y="368300"/>
                </a:lnTo>
                <a:lnTo>
                  <a:pt x="250184" y="368300"/>
                </a:lnTo>
                <a:lnTo>
                  <a:pt x="251689" y="367030"/>
                </a:lnTo>
                <a:lnTo>
                  <a:pt x="380910" y="367030"/>
                </a:lnTo>
                <a:lnTo>
                  <a:pt x="302115" y="339090"/>
                </a:lnTo>
                <a:lnTo>
                  <a:pt x="306709" y="336550"/>
                </a:lnTo>
                <a:lnTo>
                  <a:pt x="308727" y="335280"/>
                </a:lnTo>
                <a:lnTo>
                  <a:pt x="314361" y="331470"/>
                </a:lnTo>
                <a:lnTo>
                  <a:pt x="317190" y="330200"/>
                </a:lnTo>
                <a:lnTo>
                  <a:pt x="336945" y="318770"/>
                </a:lnTo>
                <a:lnTo>
                  <a:pt x="339050" y="317500"/>
                </a:lnTo>
                <a:lnTo>
                  <a:pt x="243596" y="317500"/>
                </a:lnTo>
                <a:lnTo>
                  <a:pt x="99819" y="266700"/>
                </a:lnTo>
                <a:lnTo>
                  <a:pt x="91920" y="265430"/>
                </a:lnTo>
                <a:close/>
              </a:path>
              <a:path w="535304" h="671829">
                <a:moveTo>
                  <a:pt x="448961" y="391160"/>
                </a:moveTo>
                <a:lnTo>
                  <a:pt x="330453" y="391160"/>
                </a:lnTo>
                <a:lnTo>
                  <a:pt x="474812" y="443230"/>
                </a:lnTo>
                <a:lnTo>
                  <a:pt x="484930" y="443230"/>
                </a:lnTo>
                <a:lnTo>
                  <a:pt x="488287" y="441960"/>
                </a:lnTo>
                <a:lnTo>
                  <a:pt x="490226" y="440690"/>
                </a:lnTo>
                <a:lnTo>
                  <a:pt x="495427" y="438150"/>
                </a:lnTo>
                <a:lnTo>
                  <a:pt x="498209" y="434340"/>
                </a:lnTo>
                <a:lnTo>
                  <a:pt x="501432" y="425450"/>
                </a:lnTo>
                <a:lnTo>
                  <a:pt x="501077" y="420370"/>
                </a:lnTo>
                <a:lnTo>
                  <a:pt x="498319" y="414020"/>
                </a:lnTo>
                <a:lnTo>
                  <a:pt x="497113" y="411480"/>
                </a:lnTo>
                <a:lnTo>
                  <a:pt x="494631" y="408940"/>
                </a:lnTo>
                <a:lnTo>
                  <a:pt x="493504" y="407670"/>
                </a:lnTo>
                <a:lnTo>
                  <a:pt x="491518" y="406400"/>
                </a:lnTo>
                <a:lnTo>
                  <a:pt x="490762" y="406400"/>
                </a:lnTo>
                <a:lnTo>
                  <a:pt x="489146" y="405130"/>
                </a:lnTo>
                <a:lnTo>
                  <a:pt x="488358" y="405130"/>
                </a:lnTo>
                <a:lnTo>
                  <a:pt x="448961" y="391160"/>
                </a:lnTo>
                <a:close/>
              </a:path>
              <a:path w="535304" h="671829">
                <a:moveTo>
                  <a:pt x="126376" y="10160"/>
                </a:moveTo>
                <a:lnTo>
                  <a:pt x="90930" y="10160"/>
                </a:lnTo>
                <a:lnTo>
                  <a:pt x="90071" y="11430"/>
                </a:lnTo>
                <a:lnTo>
                  <a:pt x="89638" y="12700"/>
                </a:lnTo>
                <a:lnTo>
                  <a:pt x="88716" y="16510"/>
                </a:lnTo>
                <a:lnTo>
                  <a:pt x="88425" y="19050"/>
                </a:lnTo>
                <a:lnTo>
                  <a:pt x="88716" y="24130"/>
                </a:lnTo>
                <a:lnTo>
                  <a:pt x="89394" y="26670"/>
                </a:lnTo>
                <a:lnTo>
                  <a:pt x="92215" y="31750"/>
                </a:lnTo>
                <a:lnTo>
                  <a:pt x="93799" y="34290"/>
                </a:lnTo>
                <a:lnTo>
                  <a:pt x="121222" y="88900"/>
                </a:lnTo>
                <a:lnTo>
                  <a:pt x="128039" y="101600"/>
                </a:lnTo>
                <a:lnTo>
                  <a:pt x="157472" y="157480"/>
                </a:lnTo>
                <a:lnTo>
                  <a:pt x="159371" y="161290"/>
                </a:lnTo>
                <a:lnTo>
                  <a:pt x="161223" y="165100"/>
                </a:lnTo>
                <a:lnTo>
                  <a:pt x="169084" y="180340"/>
                </a:lnTo>
                <a:lnTo>
                  <a:pt x="193903" y="226060"/>
                </a:lnTo>
                <a:lnTo>
                  <a:pt x="196156" y="231140"/>
                </a:lnTo>
                <a:lnTo>
                  <a:pt x="198371" y="234950"/>
                </a:lnTo>
                <a:lnTo>
                  <a:pt x="206188" y="248920"/>
                </a:lnTo>
                <a:lnTo>
                  <a:pt x="208765" y="254000"/>
                </a:lnTo>
                <a:lnTo>
                  <a:pt x="240512" y="312420"/>
                </a:lnTo>
                <a:lnTo>
                  <a:pt x="243596" y="317500"/>
                </a:lnTo>
                <a:lnTo>
                  <a:pt x="339050" y="317500"/>
                </a:lnTo>
                <a:lnTo>
                  <a:pt x="370575" y="298450"/>
                </a:lnTo>
                <a:lnTo>
                  <a:pt x="383560" y="290830"/>
                </a:lnTo>
                <a:lnTo>
                  <a:pt x="305779" y="290830"/>
                </a:lnTo>
                <a:lnTo>
                  <a:pt x="306686" y="285750"/>
                </a:lnTo>
                <a:lnTo>
                  <a:pt x="307686" y="280670"/>
                </a:lnTo>
                <a:lnTo>
                  <a:pt x="308224" y="278130"/>
                </a:lnTo>
                <a:lnTo>
                  <a:pt x="267308" y="278130"/>
                </a:lnTo>
                <a:lnTo>
                  <a:pt x="262343" y="269240"/>
                </a:lnTo>
                <a:lnTo>
                  <a:pt x="259396" y="262890"/>
                </a:lnTo>
                <a:lnTo>
                  <a:pt x="234817" y="218440"/>
                </a:lnTo>
                <a:lnTo>
                  <a:pt x="233391" y="215900"/>
                </a:lnTo>
                <a:lnTo>
                  <a:pt x="225591" y="200660"/>
                </a:lnTo>
                <a:lnTo>
                  <a:pt x="201491" y="154940"/>
                </a:lnTo>
                <a:lnTo>
                  <a:pt x="185313" y="124460"/>
                </a:lnTo>
                <a:lnTo>
                  <a:pt x="170892" y="96520"/>
                </a:lnTo>
                <a:lnTo>
                  <a:pt x="164659" y="85090"/>
                </a:lnTo>
                <a:lnTo>
                  <a:pt x="163177" y="82550"/>
                </a:lnTo>
                <a:lnTo>
                  <a:pt x="160112" y="76200"/>
                </a:lnTo>
                <a:lnTo>
                  <a:pt x="128929" y="15240"/>
                </a:lnTo>
                <a:lnTo>
                  <a:pt x="127802" y="12700"/>
                </a:lnTo>
                <a:lnTo>
                  <a:pt x="126376" y="10160"/>
                </a:lnTo>
                <a:close/>
              </a:path>
              <a:path w="535304" h="671829">
                <a:moveTo>
                  <a:pt x="513315" y="162560"/>
                </a:moveTo>
                <a:lnTo>
                  <a:pt x="508319" y="163830"/>
                </a:lnTo>
                <a:lnTo>
                  <a:pt x="503102" y="166370"/>
                </a:lnTo>
                <a:lnTo>
                  <a:pt x="497846" y="170180"/>
                </a:lnTo>
                <a:lnTo>
                  <a:pt x="494678" y="172720"/>
                </a:lnTo>
                <a:lnTo>
                  <a:pt x="491471" y="173990"/>
                </a:lnTo>
                <a:lnTo>
                  <a:pt x="475261" y="185420"/>
                </a:lnTo>
                <a:lnTo>
                  <a:pt x="468729" y="189230"/>
                </a:lnTo>
                <a:lnTo>
                  <a:pt x="461211" y="194310"/>
                </a:lnTo>
                <a:lnTo>
                  <a:pt x="460265" y="195580"/>
                </a:lnTo>
                <a:lnTo>
                  <a:pt x="448145" y="203200"/>
                </a:lnTo>
                <a:lnTo>
                  <a:pt x="443890" y="205740"/>
                </a:lnTo>
                <a:lnTo>
                  <a:pt x="425395" y="217170"/>
                </a:lnTo>
                <a:lnTo>
                  <a:pt x="422329" y="219710"/>
                </a:lnTo>
                <a:lnTo>
                  <a:pt x="374187" y="248920"/>
                </a:lnTo>
                <a:lnTo>
                  <a:pt x="352242" y="262890"/>
                </a:lnTo>
                <a:lnTo>
                  <a:pt x="350067" y="264160"/>
                </a:lnTo>
                <a:lnTo>
                  <a:pt x="345606" y="266700"/>
                </a:lnTo>
                <a:lnTo>
                  <a:pt x="343282" y="267970"/>
                </a:lnTo>
                <a:lnTo>
                  <a:pt x="327608" y="276860"/>
                </a:lnTo>
                <a:lnTo>
                  <a:pt x="314590" y="285750"/>
                </a:lnTo>
                <a:lnTo>
                  <a:pt x="305779" y="290830"/>
                </a:lnTo>
                <a:lnTo>
                  <a:pt x="383560" y="290830"/>
                </a:lnTo>
                <a:lnTo>
                  <a:pt x="396545" y="283210"/>
                </a:lnTo>
                <a:lnTo>
                  <a:pt x="407427" y="275590"/>
                </a:lnTo>
                <a:lnTo>
                  <a:pt x="429104" y="262890"/>
                </a:lnTo>
                <a:lnTo>
                  <a:pt x="452196" y="247650"/>
                </a:lnTo>
                <a:lnTo>
                  <a:pt x="457168" y="245110"/>
                </a:lnTo>
                <a:lnTo>
                  <a:pt x="460769" y="242570"/>
                </a:lnTo>
                <a:lnTo>
                  <a:pt x="466924" y="238760"/>
                </a:lnTo>
                <a:lnTo>
                  <a:pt x="468327" y="237490"/>
                </a:lnTo>
                <a:lnTo>
                  <a:pt x="469769" y="237490"/>
                </a:lnTo>
                <a:lnTo>
                  <a:pt x="476183" y="232410"/>
                </a:lnTo>
                <a:lnTo>
                  <a:pt x="477610" y="231140"/>
                </a:lnTo>
                <a:lnTo>
                  <a:pt x="480801" y="229870"/>
                </a:lnTo>
                <a:lnTo>
                  <a:pt x="489288" y="223520"/>
                </a:lnTo>
                <a:lnTo>
                  <a:pt x="502803" y="214630"/>
                </a:lnTo>
                <a:lnTo>
                  <a:pt x="509005" y="210820"/>
                </a:lnTo>
                <a:lnTo>
                  <a:pt x="516483" y="205740"/>
                </a:lnTo>
                <a:lnTo>
                  <a:pt x="519139" y="204470"/>
                </a:lnTo>
                <a:lnTo>
                  <a:pt x="523071" y="201930"/>
                </a:lnTo>
                <a:lnTo>
                  <a:pt x="526570" y="199390"/>
                </a:lnTo>
                <a:lnTo>
                  <a:pt x="532171" y="193040"/>
                </a:lnTo>
                <a:lnTo>
                  <a:pt x="534992" y="186690"/>
                </a:lnTo>
                <a:lnTo>
                  <a:pt x="534962" y="179070"/>
                </a:lnTo>
                <a:lnTo>
                  <a:pt x="531905" y="171450"/>
                </a:lnTo>
                <a:lnTo>
                  <a:pt x="528595" y="166370"/>
                </a:lnTo>
                <a:lnTo>
                  <a:pt x="523489" y="163830"/>
                </a:lnTo>
                <a:lnTo>
                  <a:pt x="513315" y="162560"/>
                </a:lnTo>
                <a:close/>
              </a:path>
              <a:path w="535304" h="671829">
                <a:moveTo>
                  <a:pt x="327695" y="101600"/>
                </a:moveTo>
                <a:lnTo>
                  <a:pt x="320917" y="101600"/>
                </a:lnTo>
                <a:lnTo>
                  <a:pt x="314616" y="102870"/>
                </a:lnTo>
                <a:lnTo>
                  <a:pt x="293636" y="158750"/>
                </a:lnTo>
                <a:lnTo>
                  <a:pt x="284920" y="196850"/>
                </a:lnTo>
                <a:lnTo>
                  <a:pt x="281571" y="210820"/>
                </a:lnTo>
                <a:lnTo>
                  <a:pt x="276071" y="236220"/>
                </a:lnTo>
                <a:lnTo>
                  <a:pt x="275156" y="240030"/>
                </a:lnTo>
                <a:lnTo>
                  <a:pt x="270208" y="264160"/>
                </a:lnTo>
                <a:lnTo>
                  <a:pt x="269073" y="269240"/>
                </a:lnTo>
                <a:lnTo>
                  <a:pt x="267780" y="275590"/>
                </a:lnTo>
                <a:lnTo>
                  <a:pt x="267308" y="278130"/>
                </a:lnTo>
                <a:lnTo>
                  <a:pt x="308224" y="278130"/>
                </a:lnTo>
                <a:lnTo>
                  <a:pt x="312793" y="256540"/>
                </a:lnTo>
                <a:lnTo>
                  <a:pt x="313258" y="254000"/>
                </a:lnTo>
                <a:lnTo>
                  <a:pt x="315543" y="243840"/>
                </a:lnTo>
                <a:lnTo>
                  <a:pt x="322557" y="212090"/>
                </a:lnTo>
                <a:lnTo>
                  <a:pt x="322911" y="210820"/>
                </a:lnTo>
                <a:lnTo>
                  <a:pt x="327237" y="191770"/>
                </a:lnTo>
                <a:lnTo>
                  <a:pt x="342565" y="125730"/>
                </a:lnTo>
                <a:lnTo>
                  <a:pt x="342841" y="118110"/>
                </a:lnTo>
                <a:lnTo>
                  <a:pt x="340136" y="110490"/>
                </a:lnTo>
                <a:lnTo>
                  <a:pt x="334927" y="105410"/>
                </a:lnTo>
                <a:lnTo>
                  <a:pt x="327695" y="101600"/>
                </a:lnTo>
                <a:close/>
              </a:path>
              <a:path w="535304" h="671829">
                <a:moveTo>
                  <a:pt x="116668" y="1270"/>
                </a:moveTo>
                <a:lnTo>
                  <a:pt x="100284" y="1270"/>
                </a:lnTo>
                <a:lnTo>
                  <a:pt x="96707" y="2540"/>
                </a:lnTo>
                <a:lnTo>
                  <a:pt x="94437" y="5080"/>
                </a:lnTo>
                <a:lnTo>
                  <a:pt x="92317" y="7620"/>
                </a:lnTo>
                <a:lnTo>
                  <a:pt x="91293" y="10160"/>
                </a:lnTo>
                <a:lnTo>
                  <a:pt x="126219" y="10160"/>
                </a:lnTo>
                <a:lnTo>
                  <a:pt x="124114" y="6350"/>
                </a:lnTo>
                <a:lnTo>
                  <a:pt x="121183" y="3810"/>
                </a:lnTo>
                <a:lnTo>
                  <a:pt x="116668" y="1270"/>
                </a:lnTo>
                <a:close/>
              </a:path>
              <a:path w="535304" h="671829">
                <a:moveTo>
                  <a:pt x="111782" y="0"/>
                </a:moveTo>
                <a:lnTo>
                  <a:pt x="103334" y="0"/>
                </a:lnTo>
                <a:lnTo>
                  <a:pt x="101080" y="1270"/>
                </a:lnTo>
                <a:lnTo>
                  <a:pt x="115541" y="1270"/>
                </a:lnTo>
                <a:lnTo>
                  <a:pt x="111782" y="0"/>
                </a:lnTo>
                <a:close/>
              </a:path>
            </a:pathLst>
          </a:custGeom>
          <a:solidFill>
            <a:srgbClr val="AC7AB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演示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Edu AU VIC WA NT Hand</vt:lpstr>
      <vt:lpstr>Qwigley Regular</vt:lpstr>
      <vt:lpstr>Segoe Print</vt:lpstr>
      <vt:lpstr>Verdana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陌上花开</cp:lastModifiedBy>
  <cp:revision>4</cp:revision>
  <dcterms:created xsi:type="dcterms:W3CDTF">2026-04-01T09:51:00Z</dcterms:created>
  <dcterms:modified xsi:type="dcterms:W3CDTF">2026-04-22T09:47:05Z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Xpdf - https://xpdf.cn</vt:lpwstr>
  </property>
  <property fmtid="{D5CDD505-2E9C-101B-9397-08002B2CF9AE}" pid="3" name="Producer">
    <vt:lpwstr>Xpdf - https://xpdf.cn</vt:lpwstr>
  </property>
  <property fmtid="{D5CDD505-2E9C-101B-9397-08002B2CF9AE}" pid="4" name="KSOProductBuildVer">
    <vt:lpwstr>2052-12.1.0.25225</vt:lpwstr>
  </property>
  <property fmtid="{D5CDD505-2E9C-101B-9397-08002B2CF9AE}" pid="5" name="ICV">
    <vt:lpwstr>ADDB0A1C3CB64AFE8B987C3EB7E532F9_12</vt:lpwstr>
  </property>
</Properties>
</file>