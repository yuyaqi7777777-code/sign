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Dancing Script" charset="0"/>
      <p:regular r:id="rId11"/>
      <p:bold r:id="rId12"/>
    </p:embeddedFont>
    <p:embeddedFont>
      <p:font typeface="HarmonyOS Sans SC Black" panose="00000A00000000000000" charset="-122"/>
      <p:bold r:id="rId13"/>
    </p:embeddedFont>
    <p:embeddedFont>
      <p:font typeface="HarmonyOS Sans SC" panose="00000500000000000000" charset="-122"/>
      <p:regular r:id="rId14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250" b="0" i="1">
                <a:solidFill>
                  <a:srgbClr val="3C3C3C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250" b="0" i="1">
                <a:solidFill>
                  <a:srgbClr val="3C3C3C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250" b="0" i="1">
                <a:solidFill>
                  <a:srgbClr val="3C3C3C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250" b="0" i="1">
                <a:solidFill>
                  <a:srgbClr val="3C3C3C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9"/>
            <a:ext cx="12285980" cy="20104735"/>
          </a:xfrm>
          <a:custGeom>
            <a:avLst/>
            <a:gdLst/>
            <a:ahLst/>
            <a:cxnLst/>
            <a:rect l="l" t="t" r="r" b="b"/>
            <a:pathLst>
              <a:path w="12285980" h="20104735">
                <a:moveTo>
                  <a:pt x="12285844" y="0"/>
                </a:moveTo>
                <a:lnTo>
                  <a:pt x="0" y="0"/>
                </a:lnTo>
                <a:lnTo>
                  <a:pt x="0" y="20104109"/>
                </a:lnTo>
                <a:lnTo>
                  <a:pt x="12285844" y="20104109"/>
                </a:lnTo>
                <a:lnTo>
                  <a:pt x="12285844" y="0"/>
                </a:lnTo>
                <a:close/>
              </a:path>
            </a:pathLst>
          </a:custGeom>
          <a:solidFill>
            <a:srgbClr val="F7F0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310" y="1075221"/>
            <a:ext cx="11199849" cy="179617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9638" y="6500699"/>
            <a:ext cx="4102100" cy="2348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250" b="0" i="1">
                <a:solidFill>
                  <a:srgbClr val="3C3C3C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777" y="2477307"/>
            <a:ext cx="3002915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12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YOU</a:t>
            </a:r>
            <a:r>
              <a:rPr sz="2900" spc="-19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spc="13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900" spc="-8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spc="6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INVITED</a:t>
            </a:r>
            <a:endParaRPr sz="2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6450" y="14738985"/>
            <a:ext cx="4155440" cy="92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20.00</a:t>
            </a:r>
            <a:r>
              <a:rPr sz="5950" spc="-45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 </a:t>
            </a:r>
            <a:r>
              <a:rPr sz="5950" spc="540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PM</a:t>
            </a:r>
            <a:endParaRPr sz="5950">
              <a:latin typeface="HarmonyOS Sans SC" panose="00000500000000000000" charset="-122"/>
              <a:ea typeface="HarmonyOS Sans SC" panose="00000500000000000000" charset="-122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7475" y="13659485"/>
            <a:ext cx="2190115" cy="973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250" spc="240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2021</a:t>
            </a:r>
            <a:endParaRPr sz="6250" spc="240" dirty="0">
              <a:solidFill>
                <a:srgbClr val="3C3C3C"/>
              </a:solidFill>
              <a:latin typeface="HarmonyOS Sans SC" panose="00000500000000000000" charset="-122"/>
              <a:ea typeface="HarmonyOS Sans SC" panose="00000500000000000000" charset="-122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3355" y="13696950"/>
            <a:ext cx="2393315" cy="92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spc="285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JUNE</a:t>
            </a:r>
            <a:endParaRPr sz="5950">
              <a:latin typeface="HarmonyOS Sans SC" panose="00000500000000000000" charset="-122"/>
              <a:ea typeface="HarmonyOS Sans SC" panose="00000500000000000000" charset="-122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2250" y="13100050"/>
            <a:ext cx="2153920" cy="1429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175" i="0" spc="569" baseline="-28000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3</a:t>
            </a:r>
            <a:r>
              <a:rPr sz="14175" i="0" spc="1792" baseline="-28000" dirty="0">
                <a:solidFill>
                  <a:srgbClr val="3C3C3C"/>
                </a:solidFill>
                <a:latin typeface="HarmonyOS Sans SC" panose="00000500000000000000" charset="-122"/>
                <a:ea typeface="HarmonyOS Sans SC" panose="00000500000000000000" charset="-122"/>
                <a:cs typeface="Trebuchet MS" panose="020B0603020202020204"/>
              </a:rPr>
              <a:t>0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1550" y="16808725"/>
            <a:ext cx="430466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30275" algn="l"/>
                <a:tab pos="2951480" algn="l"/>
              </a:tabLst>
            </a:pPr>
            <a:r>
              <a:rPr sz="2850" spc="21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850" spc="-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-5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85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	I</a:t>
            </a:r>
            <a:r>
              <a:rPr sz="2850" spc="21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9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2850" spc="21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24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2850" spc="21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22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U </a:t>
            </a:r>
            <a:r>
              <a:rPr sz="2850" spc="37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M</a:t>
            </a:r>
            <a:r>
              <a:rPr sz="285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850" spc="15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C</a:t>
            </a:r>
            <a:r>
              <a:rPr sz="2850" spc="22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17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L</a:t>
            </a:r>
            <a:r>
              <a:rPr sz="2850" spc="9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22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U</a:t>
            </a:r>
            <a:r>
              <a:rPr sz="2850" spc="235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50" spc="190" dirty="0">
                <a:solidFill>
                  <a:srgbClr val="2C2C2C"/>
                </a:solidFill>
                <a:latin typeface="Trebuchet MS" panose="020B0603020202020204"/>
                <a:cs typeface="Trebuchet MS" panose="020B0603020202020204"/>
              </a:rPr>
              <a:t>B</a:t>
            </a:r>
            <a:endParaRPr sz="2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650" y="8715375"/>
            <a:ext cx="9349740" cy="3530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10500"/>
              </a:lnSpc>
              <a:spcBef>
                <a:spcPts val="115"/>
              </a:spcBef>
            </a:pPr>
            <a:r>
              <a:rPr sz="9900" b="1" u="none" strike="noStrike" kern="0" cap="none" spc="-100" normalizeH="0" dirty="0">
                <a:solidFill>
                  <a:srgbClr val="3C3C3C"/>
                </a:solidFill>
                <a:latin typeface="HarmonyOS Sans SC Black" panose="00000A00000000000000" charset="-122"/>
                <a:ea typeface="HarmonyOS Sans SC Black" panose="00000A00000000000000" charset="-122"/>
                <a:cs typeface="Trebuchet MS" panose="020B0603020202020204"/>
              </a:rPr>
              <a:t>SEVENTEEN</a:t>
            </a:r>
            <a:endParaRPr sz="9900" u="none" strike="noStrike" kern="0" cap="none" spc="-100" normalizeH="0">
              <a:latin typeface="HarmonyOS Sans SC Black" panose="00000A00000000000000" charset="-122"/>
              <a:ea typeface="HarmonyOS Sans SC Black" panose="00000A00000000000000" charset="-122"/>
              <a:cs typeface="Trebuchet MS" panose="020B0603020202020204"/>
            </a:endParaRPr>
          </a:p>
          <a:p>
            <a:pPr marL="21590" algn="ctr">
              <a:lnSpc>
                <a:spcPts val="16920"/>
              </a:lnSpc>
            </a:pPr>
            <a:r>
              <a:rPr sz="15200" i="0" u="none" strike="noStrike" kern="0" cap="none" spc="100" normalizeH="0" dirty="0">
                <a:solidFill>
                  <a:srgbClr val="3C3C3C"/>
                </a:solidFill>
                <a:uFillTx/>
                <a:latin typeface="Dancing Script" charset="0"/>
                <a:cs typeface="Dancing Script" charset="0"/>
              </a:rPr>
              <a:t>Birthday</a:t>
            </a:r>
            <a:endParaRPr sz="15200" i="0" u="none" strike="noStrike" kern="0" cap="none" spc="100" normalizeH="0" dirty="0">
              <a:solidFill>
                <a:srgbClr val="3C3C3C"/>
              </a:solidFill>
              <a:uFillTx/>
              <a:latin typeface="Dancing Script" charset="0"/>
              <a:cs typeface="Dancing Script" charset="0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235450" y="6500495"/>
            <a:ext cx="4843145" cy="2350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200" i="0" spc="100" dirty="0">
                <a:solidFill>
                  <a:srgbClr val="3C3C3C"/>
                </a:solidFill>
                <a:uFillTx/>
                <a:latin typeface="Dancing Script" charset="0"/>
                <a:cs typeface="Dancing Script" charset="0"/>
              </a:rPr>
              <a:t>Sweet</a:t>
            </a:r>
            <a:endParaRPr sz="15200" i="0" spc="100" dirty="0">
              <a:solidFill>
                <a:srgbClr val="3C3C3C"/>
              </a:solidFill>
              <a:uFillTx/>
              <a:latin typeface="Dancing Script" charset="0"/>
              <a:cs typeface="Dancing Script" charset="0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6750050" y="13709650"/>
            <a:ext cx="2153920" cy="434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altLang="" sz="2750">
                <a:latin typeface="Trebuchet MS" panose="020B0603020202020204"/>
                <a:cs typeface="Trebuchet MS" panose="020B0603020202020204"/>
              </a:rPr>
              <a:t>th</a:t>
            </a:r>
            <a:endParaRPr lang="en-US" altLang="" sz="27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Cambria</vt:lpstr>
      <vt:lpstr>Trebuchet MS</vt:lpstr>
      <vt:lpstr>微软雅黑</vt:lpstr>
      <vt:lpstr>Arial Unicode MS</vt:lpstr>
      <vt:lpstr>Calibri</vt:lpstr>
      <vt:lpstr>Dancing Script SemiBold</vt:lpstr>
      <vt:lpstr>Dancing Script</vt:lpstr>
      <vt:lpstr>HarmonyOS Sans SC Black</vt:lpstr>
      <vt:lpstr>HarmonyOS Sans SC</vt:lpstr>
      <vt:lpstr>HarmonyOS Sans SC Thin</vt:lpstr>
      <vt:lpstr>Office Theme</vt:lpstr>
      <vt:lpstr>Sweet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Sweet</dc:title>
  <dc:creator/>
  <cp:lastModifiedBy>平面设计师.张倩/金畅</cp:lastModifiedBy>
  <cp:revision>1</cp:revision>
  <dcterms:created xsi:type="dcterms:W3CDTF">2026-04-16T10:15:49Z</dcterms:created>
  <dcterms:modified xsi:type="dcterms:W3CDTF">2026-04-16T10:15:55Z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2026-04-15T08:00:00Z</vt:filetime>
  </property>
  <property fmtid="{D5CDD505-2E9C-101B-9397-08002B2CF9AE}" pid="4" name="Creator">
    <vt:lpwstr>Adobe Illustrator 27.0 (Windows)</vt:lpwstr>
  </property>
  <property fmtid="{D5CDD505-2E9C-101B-9397-08002B2CF9AE}" pid="5" name="LastSaved">
    <vt:filetime>2026-04-16T08:00:00Z</vt:filetime>
  </property>
  <property fmtid="{D5CDD505-2E9C-101B-9397-08002B2CF9AE}" pid="6" name="Producer">
    <vt:lpwstr>Adobe PDF library 16.07</vt:lpwstr>
  </property>
  <property fmtid="{D5CDD505-2E9C-101B-9397-08002B2CF9AE}" pid="7" name="KSOProductBuildVer">
    <vt:lpwstr>2052-12.1.0.25225</vt:lpwstr>
  </property>
  <property fmtid="{D5CDD505-2E9C-101B-9397-08002B2CF9AE}" pid="8" name="ICV">
    <vt:lpwstr>5E684B31969340E3B6F9EE7928A119F6_12</vt:lpwstr>
  </property>
</Properties>
</file>