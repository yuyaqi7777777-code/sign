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Italiana" panose="02000503000000000000" charset="0"/>
      <p:regular r:id="rId7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93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10282" y="201992"/>
            <a:ext cx="1542415" cy="2249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07879" y="13026124"/>
            <a:ext cx="8848090" cy="5659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9"/>
            <a:ext cx="12285980" cy="20104735"/>
          </a:xfrm>
          <a:custGeom>
            <a:avLst/>
            <a:gdLst/>
            <a:ahLst/>
            <a:cxnLst/>
            <a:rect l="l" t="t" r="r" b="b"/>
            <a:pathLst>
              <a:path w="12285980" h="20104735">
                <a:moveTo>
                  <a:pt x="12285844" y="0"/>
                </a:moveTo>
                <a:lnTo>
                  <a:pt x="0" y="0"/>
                </a:lnTo>
                <a:lnTo>
                  <a:pt x="0" y="20104109"/>
                </a:lnTo>
                <a:lnTo>
                  <a:pt x="12285844" y="20104109"/>
                </a:lnTo>
                <a:lnTo>
                  <a:pt x="12285844" y="0"/>
                </a:lnTo>
                <a:close/>
              </a:path>
            </a:pathLst>
          </a:custGeom>
          <a:solidFill>
            <a:srgbClr val="FEFC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712269" y="9768340"/>
            <a:ext cx="1574165" cy="2289175"/>
          </a:xfrm>
          <a:custGeom>
            <a:avLst/>
            <a:gdLst/>
            <a:ahLst/>
            <a:cxnLst/>
            <a:rect l="l" t="t" r="r" b="b"/>
            <a:pathLst>
              <a:path w="1574165" h="2289175">
                <a:moveTo>
                  <a:pt x="1063029" y="2280990"/>
                </a:moveTo>
                <a:lnTo>
                  <a:pt x="1024760" y="2280990"/>
                </a:lnTo>
                <a:lnTo>
                  <a:pt x="1028511" y="2288871"/>
                </a:lnTo>
                <a:lnTo>
                  <a:pt x="1053760" y="2288871"/>
                </a:lnTo>
                <a:lnTo>
                  <a:pt x="1063029" y="2280990"/>
                </a:lnTo>
                <a:close/>
              </a:path>
              <a:path w="1574165" h="2289175">
                <a:moveTo>
                  <a:pt x="1450184" y="2036700"/>
                </a:moveTo>
                <a:lnTo>
                  <a:pt x="1366289" y="2036700"/>
                </a:lnTo>
                <a:lnTo>
                  <a:pt x="1325355" y="2052461"/>
                </a:lnTo>
                <a:lnTo>
                  <a:pt x="1296826" y="2060341"/>
                </a:lnTo>
                <a:lnTo>
                  <a:pt x="1270034" y="2076102"/>
                </a:lnTo>
                <a:lnTo>
                  <a:pt x="1244376" y="2091863"/>
                </a:lnTo>
                <a:lnTo>
                  <a:pt x="1219247" y="2115504"/>
                </a:lnTo>
                <a:lnTo>
                  <a:pt x="1179526" y="2139145"/>
                </a:lnTo>
                <a:lnTo>
                  <a:pt x="1139481" y="2170666"/>
                </a:lnTo>
                <a:lnTo>
                  <a:pt x="1100125" y="2202187"/>
                </a:lnTo>
                <a:lnTo>
                  <a:pt x="1062474" y="2241589"/>
                </a:lnTo>
                <a:lnTo>
                  <a:pt x="1027542" y="2280990"/>
                </a:lnTo>
                <a:lnTo>
                  <a:pt x="1071767" y="2280990"/>
                </a:lnTo>
                <a:lnTo>
                  <a:pt x="1083540" y="2265230"/>
                </a:lnTo>
                <a:lnTo>
                  <a:pt x="1097099" y="2257349"/>
                </a:lnTo>
                <a:lnTo>
                  <a:pt x="1109501" y="2249469"/>
                </a:lnTo>
                <a:lnTo>
                  <a:pt x="1117803" y="2241589"/>
                </a:lnTo>
                <a:lnTo>
                  <a:pt x="1141369" y="2225828"/>
                </a:lnTo>
                <a:lnTo>
                  <a:pt x="1166489" y="2217948"/>
                </a:lnTo>
                <a:lnTo>
                  <a:pt x="1191249" y="2202187"/>
                </a:lnTo>
                <a:lnTo>
                  <a:pt x="1213738" y="2194307"/>
                </a:lnTo>
                <a:lnTo>
                  <a:pt x="1266782" y="2178546"/>
                </a:lnTo>
                <a:lnTo>
                  <a:pt x="1371573" y="2162786"/>
                </a:lnTo>
                <a:lnTo>
                  <a:pt x="1425742" y="2162786"/>
                </a:lnTo>
                <a:lnTo>
                  <a:pt x="1523596" y="2147025"/>
                </a:lnTo>
                <a:lnTo>
                  <a:pt x="1571287" y="2147025"/>
                </a:lnTo>
                <a:lnTo>
                  <a:pt x="1573574" y="2146647"/>
                </a:lnTo>
                <a:lnTo>
                  <a:pt x="1573574" y="2104668"/>
                </a:lnTo>
                <a:lnTo>
                  <a:pt x="1562445" y="2099743"/>
                </a:lnTo>
                <a:lnTo>
                  <a:pt x="1526721" y="2076102"/>
                </a:lnTo>
                <a:lnTo>
                  <a:pt x="1489557" y="2052461"/>
                </a:lnTo>
                <a:lnTo>
                  <a:pt x="1450184" y="2036700"/>
                </a:lnTo>
                <a:close/>
              </a:path>
              <a:path w="1574165" h="2289175">
                <a:moveTo>
                  <a:pt x="1483341" y="1943100"/>
                </a:moveTo>
                <a:lnTo>
                  <a:pt x="1433087" y="1943100"/>
                </a:lnTo>
                <a:lnTo>
                  <a:pt x="1436704" y="1955800"/>
                </a:lnTo>
                <a:lnTo>
                  <a:pt x="1458799" y="1955800"/>
                </a:lnTo>
                <a:lnTo>
                  <a:pt x="1466579" y="1968500"/>
                </a:lnTo>
                <a:lnTo>
                  <a:pt x="1474695" y="1968500"/>
                </a:lnTo>
                <a:lnTo>
                  <a:pt x="1514127" y="1993900"/>
                </a:lnTo>
                <a:lnTo>
                  <a:pt x="1554361" y="2032000"/>
                </a:lnTo>
                <a:lnTo>
                  <a:pt x="1573574" y="2032000"/>
                </a:lnTo>
                <a:lnTo>
                  <a:pt x="1573574" y="2019300"/>
                </a:lnTo>
                <a:lnTo>
                  <a:pt x="1555141" y="2006600"/>
                </a:lnTo>
                <a:lnTo>
                  <a:pt x="1513720" y="1968500"/>
                </a:lnTo>
                <a:lnTo>
                  <a:pt x="1483341" y="1943100"/>
                </a:lnTo>
                <a:close/>
              </a:path>
              <a:path w="1574165" h="2289175">
                <a:moveTo>
                  <a:pt x="570947" y="1701800"/>
                </a:moveTo>
                <a:lnTo>
                  <a:pt x="548774" y="1701800"/>
                </a:lnTo>
                <a:lnTo>
                  <a:pt x="550310" y="1714500"/>
                </a:lnTo>
                <a:lnTo>
                  <a:pt x="636634" y="1765300"/>
                </a:lnTo>
                <a:lnTo>
                  <a:pt x="680826" y="1803400"/>
                </a:lnTo>
                <a:lnTo>
                  <a:pt x="725867" y="1828800"/>
                </a:lnTo>
                <a:lnTo>
                  <a:pt x="771882" y="1854200"/>
                </a:lnTo>
                <a:lnTo>
                  <a:pt x="818993" y="1879600"/>
                </a:lnTo>
                <a:lnTo>
                  <a:pt x="867324" y="1905000"/>
                </a:lnTo>
                <a:lnTo>
                  <a:pt x="968133" y="1930400"/>
                </a:lnTo>
                <a:lnTo>
                  <a:pt x="1120602" y="1955800"/>
                </a:lnTo>
                <a:lnTo>
                  <a:pt x="1223715" y="1955800"/>
                </a:lnTo>
                <a:lnTo>
                  <a:pt x="1253634" y="1943100"/>
                </a:lnTo>
                <a:lnTo>
                  <a:pt x="1438091" y="1943100"/>
                </a:lnTo>
                <a:lnTo>
                  <a:pt x="1429107" y="1930400"/>
                </a:lnTo>
                <a:lnTo>
                  <a:pt x="1381136" y="1930400"/>
                </a:lnTo>
                <a:lnTo>
                  <a:pt x="1373567" y="1917700"/>
                </a:lnTo>
                <a:lnTo>
                  <a:pt x="1345291" y="1917700"/>
                </a:lnTo>
                <a:lnTo>
                  <a:pt x="1315418" y="1905000"/>
                </a:lnTo>
                <a:lnTo>
                  <a:pt x="1283878" y="1892300"/>
                </a:lnTo>
                <a:lnTo>
                  <a:pt x="1250602" y="1879600"/>
                </a:lnTo>
                <a:lnTo>
                  <a:pt x="1204429" y="1841500"/>
                </a:lnTo>
                <a:lnTo>
                  <a:pt x="1158987" y="1828800"/>
                </a:lnTo>
                <a:lnTo>
                  <a:pt x="1112193" y="1803400"/>
                </a:lnTo>
                <a:lnTo>
                  <a:pt x="1061963" y="1790700"/>
                </a:lnTo>
                <a:lnTo>
                  <a:pt x="952455" y="1765300"/>
                </a:lnTo>
                <a:lnTo>
                  <a:pt x="742663" y="1765300"/>
                </a:lnTo>
                <a:lnTo>
                  <a:pt x="620429" y="1727200"/>
                </a:lnTo>
                <a:lnTo>
                  <a:pt x="605602" y="1727200"/>
                </a:lnTo>
                <a:lnTo>
                  <a:pt x="588691" y="1714500"/>
                </a:lnTo>
                <a:lnTo>
                  <a:pt x="570947" y="1701800"/>
                </a:lnTo>
                <a:close/>
              </a:path>
              <a:path w="1574165" h="2289175">
                <a:moveTo>
                  <a:pt x="817316" y="1473200"/>
                </a:moveTo>
                <a:lnTo>
                  <a:pt x="632325" y="1473200"/>
                </a:lnTo>
                <a:lnTo>
                  <a:pt x="588971" y="1498600"/>
                </a:lnTo>
                <a:lnTo>
                  <a:pt x="547271" y="1511300"/>
                </a:lnTo>
                <a:lnTo>
                  <a:pt x="507268" y="1536700"/>
                </a:lnTo>
                <a:lnTo>
                  <a:pt x="467837" y="1574800"/>
                </a:lnTo>
                <a:lnTo>
                  <a:pt x="447128" y="1587500"/>
                </a:lnTo>
                <a:lnTo>
                  <a:pt x="424422" y="1600200"/>
                </a:lnTo>
                <a:lnTo>
                  <a:pt x="416216" y="1600200"/>
                </a:lnTo>
                <a:lnTo>
                  <a:pt x="407925" y="1612900"/>
                </a:lnTo>
                <a:lnTo>
                  <a:pt x="926637" y="1612900"/>
                </a:lnTo>
                <a:lnTo>
                  <a:pt x="955964" y="1625600"/>
                </a:lnTo>
                <a:lnTo>
                  <a:pt x="996654" y="1625600"/>
                </a:lnTo>
                <a:lnTo>
                  <a:pt x="1011378" y="1638300"/>
                </a:lnTo>
                <a:lnTo>
                  <a:pt x="1041238" y="1638300"/>
                </a:lnTo>
                <a:lnTo>
                  <a:pt x="1072575" y="1651000"/>
                </a:lnTo>
                <a:lnTo>
                  <a:pt x="1141074" y="1676400"/>
                </a:lnTo>
                <a:lnTo>
                  <a:pt x="1170909" y="1701800"/>
                </a:lnTo>
                <a:lnTo>
                  <a:pt x="1182360" y="1701800"/>
                </a:lnTo>
                <a:lnTo>
                  <a:pt x="1188197" y="1714500"/>
                </a:lnTo>
                <a:lnTo>
                  <a:pt x="1204235" y="1714500"/>
                </a:lnTo>
                <a:lnTo>
                  <a:pt x="1209830" y="1727200"/>
                </a:lnTo>
                <a:lnTo>
                  <a:pt x="1217489" y="1727200"/>
                </a:lnTo>
                <a:lnTo>
                  <a:pt x="1254629" y="1765300"/>
                </a:lnTo>
                <a:lnTo>
                  <a:pt x="1292426" y="1803400"/>
                </a:lnTo>
                <a:lnTo>
                  <a:pt x="1330921" y="1841500"/>
                </a:lnTo>
                <a:lnTo>
                  <a:pt x="1370151" y="1879600"/>
                </a:lnTo>
                <a:lnTo>
                  <a:pt x="1410159" y="1905000"/>
                </a:lnTo>
                <a:lnTo>
                  <a:pt x="1441924" y="1930400"/>
                </a:lnTo>
                <a:lnTo>
                  <a:pt x="1438091" y="1943100"/>
                </a:lnTo>
                <a:lnTo>
                  <a:pt x="1448580" y="1943100"/>
                </a:lnTo>
                <a:lnTo>
                  <a:pt x="1444905" y="1930400"/>
                </a:lnTo>
                <a:lnTo>
                  <a:pt x="1463304" y="1930400"/>
                </a:lnTo>
                <a:lnTo>
                  <a:pt x="1433571" y="1905000"/>
                </a:lnTo>
                <a:lnTo>
                  <a:pt x="1394733" y="1879600"/>
                </a:lnTo>
                <a:lnTo>
                  <a:pt x="1356646" y="1841500"/>
                </a:lnTo>
                <a:lnTo>
                  <a:pt x="1319256" y="1803400"/>
                </a:lnTo>
                <a:lnTo>
                  <a:pt x="1283828" y="1778000"/>
                </a:lnTo>
                <a:lnTo>
                  <a:pt x="1248846" y="1739900"/>
                </a:lnTo>
                <a:lnTo>
                  <a:pt x="1214315" y="1701800"/>
                </a:lnTo>
                <a:lnTo>
                  <a:pt x="1193871" y="1676400"/>
                </a:lnTo>
                <a:lnTo>
                  <a:pt x="1162910" y="1676400"/>
                </a:lnTo>
                <a:lnTo>
                  <a:pt x="1157197" y="1663700"/>
                </a:lnTo>
                <a:lnTo>
                  <a:pt x="1080329" y="1638300"/>
                </a:lnTo>
                <a:lnTo>
                  <a:pt x="1045394" y="1612900"/>
                </a:lnTo>
                <a:lnTo>
                  <a:pt x="1019110" y="1600200"/>
                </a:lnTo>
                <a:lnTo>
                  <a:pt x="983483" y="1574800"/>
                </a:lnTo>
                <a:lnTo>
                  <a:pt x="945219" y="1536700"/>
                </a:lnTo>
                <a:lnTo>
                  <a:pt x="904590" y="1511300"/>
                </a:lnTo>
                <a:lnTo>
                  <a:pt x="861865" y="1485900"/>
                </a:lnTo>
                <a:lnTo>
                  <a:pt x="817316" y="1473200"/>
                </a:lnTo>
                <a:close/>
              </a:path>
              <a:path w="1574165" h="2289175">
                <a:moveTo>
                  <a:pt x="1463304" y="1930400"/>
                </a:moveTo>
                <a:lnTo>
                  <a:pt x="1444905" y="1930400"/>
                </a:lnTo>
                <a:lnTo>
                  <a:pt x="1450983" y="1943100"/>
                </a:lnTo>
                <a:lnTo>
                  <a:pt x="1473215" y="1943100"/>
                </a:lnTo>
                <a:lnTo>
                  <a:pt x="1463304" y="1930400"/>
                </a:lnTo>
                <a:close/>
              </a:path>
              <a:path w="1574165" h="2289175">
                <a:moveTo>
                  <a:pt x="828679" y="1308100"/>
                </a:moveTo>
                <a:lnTo>
                  <a:pt x="488637" y="1308100"/>
                </a:lnTo>
                <a:lnTo>
                  <a:pt x="543070" y="1320800"/>
                </a:lnTo>
                <a:lnTo>
                  <a:pt x="817504" y="1320800"/>
                </a:lnTo>
                <a:lnTo>
                  <a:pt x="829520" y="1333500"/>
                </a:lnTo>
                <a:lnTo>
                  <a:pt x="842276" y="1346200"/>
                </a:lnTo>
                <a:lnTo>
                  <a:pt x="874234" y="1371600"/>
                </a:lnTo>
                <a:lnTo>
                  <a:pt x="936245" y="1409700"/>
                </a:lnTo>
                <a:lnTo>
                  <a:pt x="967959" y="1435100"/>
                </a:lnTo>
                <a:lnTo>
                  <a:pt x="995381" y="1473200"/>
                </a:lnTo>
                <a:lnTo>
                  <a:pt x="1037803" y="1524000"/>
                </a:lnTo>
                <a:lnTo>
                  <a:pt x="1071298" y="1562100"/>
                </a:lnTo>
                <a:lnTo>
                  <a:pt x="1105230" y="1600200"/>
                </a:lnTo>
                <a:lnTo>
                  <a:pt x="1139631" y="1638300"/>
                </a:lnTo>
                <a:lnTo>
                  <a:pt x="1174534" y="1676400"/>
                </a:lnTo>
                <a:lnTo>
                  <a:pt x="1187057" y="1676400"/>
                </a:lnTo>
                <a:lnTo>
                  <a:pt x="1180242" y="1663700"/>
                </a:lnTo>
                <a:lnTo>
                  <a:pt x="1146632" y="1625600"/>
                </a:lnTo>
                <a:lnTo>
                  <a:pt x="1113492" y="1587500"/>
                </a:lnTo>
                <a:lnTo>
                  <a:pt x="1080827" y="1549400"/>
                </a:lnTo>
                <a:lnTo>
                  <a:pt x="1048643" y="1511300"/>
                </a:lnTo>
                <a:lnTo>
                  <a:pt x="1016946" y="1473200"/>
                </a:lnTo>
                <a:lnTo>
                  <a:pt x="985742" y="1435100"/>
                </a:lnTo>
                <a:lnTo>
                  <a:pt x="955038" y="1397000"/>
                </a:lnTo>
                <a:lnTo>
                  <a:pt x="937179" y="1397000"/>
                </a:lnTo>
                <a:lnTo>
                  <a:pt x="929033" y="1384300"/>
                </a:lnTo>
                <a:lnTo>
                  <a:pt x="920362" y="1384300"/>
                </a:lnTo>
                <a:lnTo>
                  <a:pt x="911673" y="1371600"/>
                </a:lnTo>
                <a:lnTo>
                  <a:pt x="891777" y="1371600"/>
                </a:lnTo>
                <a:lnTo>
                  <a:pt x="881496" y="1358900"/>
                </a:lnTo>
                <a:lnTo>
                  <a:pt x="875019" y="1346200"/>
                </a:lnTo>
                <a:lnTo>
                  <a:pt x="859692" y="1346200"/>
                </a:lnTo>
                <a:lnTo>
                  <a:pt x="857729" y="1333500"/>
                </a:lnTo>
                <a:lnTo>
                  <a:pt x="855980" y="1333500"/>
                </a:lnTo>
                <a:lnTo>
                  <a:pt x="842005" y="1320800"/>
                </a:lnTo>
                <a:lnTo>
                  <a:pt x="828679" y="1308100"/>
                </a:lnTo>
                <a:close/>
              </a:path>
              <a:path w="1574165" h="2289175">
                <a:moveTo>
                  <a:pt x="499467" y="1612900"/>
                </a:moveTo>
                <a:lnTo>
                  <a:pt x="382574" y="1612900"/>
                </a:lnTo>
                <a:lnTo>
                  <a:pt x="373659" y="1625600"/>
                </a:lnTo>
                <a:lnTo>
                  <a:pt x="368955" y="1638300"/>
                </a:lnTo>
                <a:lnTo>
                  <a:pt x="381577" y="1638300"/>
                </a:lnTo>
                <a:lnTo>
                  <a:pt x="440274" y="1625600"/>
                </a:lnTo>
                <a:lnTo>
                  <a:pt x="469934" y="1625600"/>
                </a:lnTo>
                <a:lnTo>
                  <a:pt x="499467" y="1612900"/>
                </a:lnTo>
                <a:close/>
              </a:path>
              <a:path w="1574165" h="2289175">
                <a:moveTo>
                  <a:pt x="432575" y="825500"/>
                </a:moveTo>
                <a:lnTo>
                  <a:pt x="368748" y="825500"/>
                </a:lnTo>
                <a:lnTo>
                  <a:pt x="288189" y="838200"/>
                </a:lnTo>
                <a:lnTo>
                  <a:pt x="250597" y="850900"/>
                </a:lnTo>
                <a:lnTo>
                  <a:pt x="215421" y="863600"/>
                </a:lnTo>
                <a:lnTo>
                  <a:pt x="185831" y="876300"/>
                </a:lnTo>
                <a:lnTo>
                  <a:pt x="113691" y="889000"/>
                </a:lnTo>
                <a:lnTo>
                  <a:pt x="79580" y="901700"/>
                </a:lnTo>
                <a:lnTo>
                  <a:pt x="203886" y="901700"/>
                </a:lnTo>
                <a:lnTo>
                  <a:pt x="330079" y="927100"/>
                </a:lnTo>
                <a:lnTo>
                  <a:pt x="418462" y="939800"/>
                </a:lnTo>
                <a:lnTo>
                  <a:pt x="507347" y="965200"/>
                </a:lnTo>
                <a:lnTo>
                  <a:pt x="533081" y="990600"/>
                </a:lnTo>
                <a:lnTo>
                  <a:pt x="591835" y="1016000"/>
                </a:lnTo>
                <a:lnTo>
                  <a:pt x="619232" y="1041400"/>
                </a:lnTo>
                <a:lnTo>
                  <a:pt x="628834" y="1054100"/>
                </a:lnTo>
                <a:lnTo>
                  <a:pt x="638371" y="1054100"/>
                </a:lnTo>
                <a:lnTo>
                  <a:pt x="657286" y="1066800"/>
                </a:lnTo>
                <a:lnTo>
                  <a:pt x="675681" y="1079500"/>
                </a:lnTo>
                <a:lnTo>
                  <a:pt x="713407" y="1117600"/>
                </a:lnTo>
                <a:lnTo>
                  <a:pt x="731762" y="1130300"/>
                </a:lnTo>
                <a:lnTo>
                  <a:pt x="740622" y="1143000"/>
                </a:lnTo>
                <a:lnTo>
                  <a:pt x="758884" y="1155700"/>
                </a:lnTo>
                <a:lnTo>
                  <a:pt x="776113" y="1155700"/>
                </a:lnTo>
                <a:lnTo>
                  <a:pt x="783386" y="1168400"/>
                </a:lnTo>
                <a:lnTo>
                  <a:pt x="783796" y="1168400"/>
                </a:lnTo>
                <a:lnTo>
                  <a:pt x="812722" y="1219200"/>
                </a:lnTo>
                <a:lnTo>
                  <a:pt x="842445" y="1257300"/>
                </a:lnTo>
                <a:lnTo>
                  <a:pt x="873043" y="1308100"/>
                </a:lnTo>
                <a:lnTo>
                  <a:pt x="904595" y="1346200"/>
                </a:lnTo>
                <a:lnTo>
                  <a:pt x="937179" y="1397000"/>
                </a:lnTo>
                <a:lnTo>
                  <a:pt x="931095" y="1384300"/>
                </a:lnTo>
                <a:lnTo>
                  <a:pt x="944971" y="1384300"/>
                </a:lnTo>
                <a:lnTo>
                  <a:pt x="924838" y="1358900"/>
                </a:lnTo>
                <a:lnTo>
                  <a:pt x="894134" y="1320800"/>
                </a:lnTo>
                <a:lnTo>
                  <a:pt x="864622" y="1270000"/>
                </a:lnTo>
                <a:lnTo>
                  <a:pt x="836145" y="1231900"/>
                </a:lnTo>
                <a:lnTo>
                  <a:pt x="808548" y="1181100"/>
                </a:lnTo>
                <a:lnTo>
                  <a:pt x="781675" y="1143000"/>
                </a:lnTo>
                <a:lnTo>
                  <a:pt x="767815" y="1143000"/>
                </a:lnTo>
                <a:lnTo>
                  <a:pt x="685316" y="1079500"/>
                </a:lnTo>
                <a:lnTo>
                  <a:pt x="668320" y="1054100"/>
                </a:lnTo>
                <a:lnTo>
                  <a:pt x="652191" y="1041400"/>
                </a:lnTo>
                <a:lnTo>
                  <a:pt x="638261" y="1028700"/>
                </a:lnTo>
                <a:lnTo>
                  <a:pt x="627861" y="1016000"/>
                </a:lnTo>
                <a:lnTo>
                  <a:pt x="614402" y="990600"/>
                </a:lnTo>
                <a:lnTo>
                  <a:pt x="602303" y="965200"/>
                </a:lnTo>
                <a:lnTo>
                  <a:pt x="589314" y="952500"/>
                </a:lnTo>
                <a:lnTo>
                  <a:pt x="573187" y="927100"/>
                </a:lnTo>
                <a:lnTo>
                  <a:pt x="554367" y="914400"/>
                </a:lnTo>
                <a:lnTo>
                  <a:pt x="535416" y="889000"/>
                </a:lnTo>
                <a:lnTo>
                  <a:pt x="515381" y="863600"/>
                </a:lnTo>
                <a:lnTo>
                  <a:pt x="493312" y="850900"/>
                </a:lnTo>
                <a:lnTo>
                  <a:pt x="463358" y="850900"/>
                </a:lnTo>
                <a:lnTo>
                  <a:pt x="432575" y="825500"/>
                </a:lnTo>
                <a:close/>
              </a:path>
              <a:path w="1574165" h="2289175">
                <a:moveTo>
                  <a:pt x="944971" y="1384300"/>
                </a:moveTo>
                <a:lnTo>
                  <a:pt x="931095" y="1384300"/>
                </a:lnTo>
                <a:lnTo>
                  <a:pt x="937179" y="1397000"/>
                </a:lnTo>
                <a:lnTo>
                  <a:pt x="955038" y="1397000"/>
                </a:lnTo>
                <a:lnTo>
                  <a:pt x="944971" y="1384300"/>
                </a:lnTo>
                <a:close/>
              </a:path>
              <a:path w="1574165" h="2289175">
                <a:moveTo>
                  <a:pt x="4291" y="1054100"/>
                </a:moveTo>
                <a:lnTo>
                  <a:pt x="0" y="1066800"/>
                </a:lnTo>
                <a:lnTo>
                  <a:pt x="1406" y="1066800"/>
                </a:lnTo>
                <a:lnTo>
                  <a:pt x="5748" y="1079500"/>
                </a:lnTo>
                <a:lnTo>
                  <a:pt x="10264" y="1079500"/>
                </a:lnTo>
                <a:lnTo>
                  <a:pt x="51763" y="1117600"/>
                </a:lnTo>
                <a:lnTo>
                  <a:pt x="94270" y="1143000"/>
                </a:lnTo>
                <a:lnTo>
                  <a:pt x="138019" y="1181100"/>
                </a:lnTo>
                <a:lnTo>
                  <a:pt x="183246" y="1206500"/>
                </a:lnTo>
                <a:lnTo>
                  <a:pt x="230188" y="1244600"/>
                </a:lnTo>
                <a:lnTo>
                  <a:pt x="279065" y="1257300"/>
                </a:lnTo>
                <a:lnTo>
                  <a:pt x="329648" y="1282700"/>
                </a:lnTo>
                <a:lnTo>
                  <a:pt x="434415" y="1308100"/>
                </a:lnTo>
                <a:lnTo>
                  <a:pt x="815246" y="1308100"/>
                </a:lnTo>
                <a:lnTo>
                  <a:pt x="800952" y="1295400"/>
                </a:lnTo>
                <a:lnTo>
                  <a:pt x="785201" y="1282700"/>
                </a:lnTo>
                <a:lnTo>
                  <a:pt x="767357" y="1257300"/>
                </a:lnTo>
                <a:lnTo>
                  <a:pt x="747271" y="1244600"/>
                </a:lnTo>
                <a:lnTo>
                  <a:pt x="724796" y="1219200"/>
                </a:lnTo>
                <a:lnTo>
                  <a:pt x="692928" y="1193800"/>
                </a:lnTo>
                <a:lnTo>
                  <a:pt x="660114" y="1181100"/>
                </a:lnTo>
                <a:lnTo>
                  <a:pt x="626015" y="1155700"/>
                </a:lnTo>
                <a:lnTo>
                  <a:pt x="602202" y="1143000"/>
                </a:lnTo>
                <a:lnTo>
                  <a:pt x="210143" y="1143000"/>
                </a:lnTo>
                <a:lnTo>
                  <a:pt x="118731" y="1117600"/>
                </a:lnTo>
                <a:lnTo>
                  <a:pt x="89945" y="1092200"/>
                </a:lnTo>
                <a:lnTo>
                  <a:pt x="67050" y="1092200"/>
                </a:lnTo>
                <a:lnTo>
                  <a:pt x="4291" y="1054100"/>
                </a:lnTo>
                <a:close/>
              </a:path>
              <a:path w="1574165" h="2289175">
                <a:moveTo>
                  <a:pt x="506712" y="1117600"/>
                </a:moveTo>
                <a:lnTo>
                  <a:pt x="420837" y="1117600"/>
                </a:lnTo>
                <a:lnTo>
                  <a:pt x="393805" y="1130300"/>
                </a:lnTo>
                <a:lnTo>
                  <a:pt x="367221" y="1130300"/>
                </a:lnTo>
                <a:lnTo>
                  <a:pt x="313877" y="1143000"/>
                </a:lnTo>
                <a:lnTo>
                  <a:pt x="590295" y="1143000"/>
                </a:lnTo>
                <a:lnTo>
                  <a:pt x="506712" y="1117600"/>
                </a:lnTo>
                <a:close/>
              </a:path>
              <a:path w="1574165" h="2289175">
                <a:moveTo>
                  <a:pt x="566072" y="698500"/>
                </a:moveTo>
                <a:lnTo>
                  <a:pt x="552217" y="698500"/>
                </a:lnTo>
                <a:lnTo>
                  <a:pt x="552934" y="711200"/>
                </a:lnTo>
                <a:lnTo>
                  <a:pt x="557056" y="711200"/>
                </a:lnTo>
                <a:lnTo>
                  <a:pt x="570783" y="749300"/>
                </a:lnTo>
                <a:lnTo>
                  <a:pt x="585402" y="787400"/>
                </a:lnTo>
                <a:lnTo>
                  <a:pt x="601016" y="825500"/>
                </a:lnTo>
                <a:lnTo>
                  <a:pt x="617726" y="863600"/>
                </a:lnTo>
                <a:lnTo>
                  <a:pt x="601168" y="863600"/>
                </a:lnTo>
                <a:lnTo>
                  <a:pt x="610913" y="876300"/>
                </a:lnTo>
                <a:lnTo>
                  <a:pt x="620834" y="889000"/>
                </a:lnTo>
                <a:lnTo>
                  <a:pt x="631391" y="889000"/>
                </a:lnTo>
                <a:lnTo>
                  <a:pt x="643238" y="914400"/>
                </a:lnTo>
                <a:lnTo>
                  <a:pt x="668216" y="965200"/>
                </a:lnTo>
                <a:lnTo>
                  <a:pt x="702457" y="1028700"/>
                </a:lnTo>
                <a:lnTo>
                  <a:pt x="723853" y="1066800"/>
                </a:lnTo>
                <a:lnTo>
                  <a:pt x="745629" y="1104900"/>
                </a:lnTo>
                <a:lnTo>
                  <a:pt x="767815" y="1143000"/>
                </a:lnTo>
                <a:lnTo>
                  <a:pt x="781675" y="1143000"/>
                </a:lnTo>
                <a:lnTo>
                  <a:pt x="755370" y="1092200"/>
                </a:lnTo>
                <a:lnTo>
                  <a:pt x="729477" y="1054100"/>
                </a:lnTo>
                <a:lnTo>
                  <a:pt x="705886" y="1003300"/>
                </a:lnTo>
                <a:lnTo>
                  <a:pt x="682508" y="965200"/>
                </a:lnTo>
                <a:lnTo>
                  <a:pt x="659676" y="927100"/>
                </a:lnTo>
                <a:lnTo>
                  <a:pt x="637723" y="876300"/>
                </a:lnTo>
                <a:lnTo>
                  <a:pt x="633575" y="863600"/>
                </a:lnTo>
                <a:lnTo>
                  <a:pt x="616982" y="838200"/>
                </a:lnTo>
                <a:lnTo>
                  <a:pt x="597787" y="787400"/>
                </a:lnTo>
                <a:lnTo>
                  <a:pt x="580468" y="749300"/>
                </a:lnTo>
                <a:lnTo>
                  <a:pt x="575583" y="736600"/>
                </a:lnTo>
                <a:lnTo>
                  <a:pt x="570788" y="723900"/>
                </a:lnTo>
                <a:lnTo>
                  <a:pt x="566072" y="698500"/>
                </a:lnTo>
                <a:close/>
              </a:path>
              <a:path w="1574165" h="2289175">
                <a:moveTo>
                  <a:pt x="73095" y="914400"/>
                </a:moveTo>
                <a:lnTo>
                  <a:pt x="49083" y="914400"/>
                </a:lnTo>
                <a:lnTo>
                  <a:pt x="50698" y="927100"/>
                </a:lnTo>
                <a:lnTo>
                  <a:pt x="64134" y="927100"/>
                </a:lnTo>
                <a:lnTo>
                  <a:pt x="73095" y="914400"/>
                </a:lnTo>
                <a:close/>
              </a:path>
              <a:path w="1574165" h="2289175">
                <a:moveTo>
                  <a:pt x="150494" y="901700"/>
                </a:moveTo>
                <a:lnTo>
                  <a:pt x="70210" y="901700"/>
                </a:lnTo>
                <a:lnTo>
                  <a:pt x="65521" y="914400"/>
                </a:lnTo>
                <a:lnTo>
                  <a:pt x="135169" y="914400"/>
                </a:lnTo>
                <a:lnTo>
                  <a:pt x="150494" y="901700"/>
                </a:lnTo>
                <a:close/>
              </a:path>
              <a:path w="1574165" h="2289175">
                <a:moveTo>
                  <a:pt x="35765" y="381000"/>
                </a:moveTo>
                <a:lnTo>
                  <a:pt x="32221" y="393700"/>
                </a:lnTo>
                <a:lnTo>
                  <a:pt x="37767" y="419100"/>
                </a:lnTo>
                <a:lnTo>
                  <a:pt x="54162" y="469900"/>
                </a:lnTo>
                <a:lnTo>
                  <a:pt x="74935" y="508000"/>
                </a:lnTo>
                <a:lnTo>
                  <a:pt x="100291" y="558800"/>
                </a:lnTo>
                <a:lnTo>
                  <a:pt x="130438" y="609600"/>
                </a:lnTo>
                <a:lnTo>
                  <a:pt x="165580" y="647700"/>
                </a:lnTo>
                <a:lnTo>
                  <a:pt x="205925" y="685800"/>
                </a:lnTo>
                <a:lnTo>
                  <a:pt x="247576" y="698500"/>
                </a:lnTo>
                <a:lnTo>
                  <a:pt x="336326" y="723900"/>
                </a:lnTo>
                <a:lnTo>
                  <a:pt x="378992" y="736600"/>
                </a:lnTo>
                <a:lnTo>
                  <a:pt x="411355" y="736600"/>
                </a:lnTo>
                <a:lnTo>
                  <a:pt x="442987" y="762000"/>
                </a:lnTo>
                <a:lnTo>
                  <a:pt x="473117" y="762000"/>
                </a:lnTo>
                <a:lnTo>
                  <a:pt x="500972" y="787400"/>
                </a:lnTo>
                <a:lnTo>
                  <a:pt x="543407" y="812800"/>
                </a:lnTo>
                <a:lnTo>
                  <a:pt x="548672" y="825500"/>
                </a:lnTo>
                <a:lnTo>
                  <a:pt x="558557" y="825500"/>
                </a:lnTo>
                <a:lnTo>
                  <a:pt x="563108" y="838200"/>
                </a:lnTo>
                <a:lnTo>
                  <a:pt x="569089" y="838200"/>
                </a:lnTo>
                <a:lnTo>
                  <a:pt x="574710" y="850900"/>
                </a:lnTo>
                <a:lnTo>
                  <a:pt x="585744" y="850900"/>
                </a:lnTo>
                <a:lnTo>
                  <a:pt x="591138" y="863600"/>
                </a:lnTo>
                <a:lnTo>
                  <a:pt x="617726" y="863600"/>
                </a:lnTo>
                <a:lnTo>
                  <a:pt x="558727" y="812800"/>
                </a:lnTo>
                <a:lnTo>
                  <a:pt x="549707" y="800100"/>
                </a:lnTo>
                <a:lnTo>
                  <a:pt x="544861" y="800100"/>
                </a:lnTo>
                <a:lnTo>
                  <a:pt x="528288" y="774700"/>
                </a:lnTo>
                <a:lnTo>
                  <a:pt x="518639" y="762000"/>
                </a:lnTo>
                <a:lnTo>
                  <a:pt x="509157" y="749300"/>
                </a:lnTo>
                <a:lnTo>
                  <a:pt x="498600" y="736600"/>
                </a:lnTo>
                <a:lnTo>
                  <a:pt x="472220" y="698500"/>
                </a:lnTo>
                <a:lnTo>
                  <a:pt x="443607" y="673100"/>
                </a:lnTo>
                <a:lnTo>
                  <a:pt x="412478" y="635000"/>
                </a:lnTo>
                <a:lnTo>
                  <a:pt x="378547" y="596900"/>
                </a:lnTo>
                <a:lnTo>
                  <a:pt x="341530" y="571500"/>
                </a:lnTo>
                <a:lnTo>
                  <a:pt x="301143" y="546100"/>
                </a:lnTo>
                <a:lnTo>
                  <a:pt x="187501" y="495300"/>
                </a:lnTo>
                <a:lnTo>
                  <a:pt x="150448" y="482600"/>
                </a:lnTo>
                <a:lnTo>
                  <a:pt x="115204" y="457200"/>
                </a:lnTo>
                <a:lnTo>
                  <a:pt x="82053" y="431800"/>
                </a:lnTo>
                <a:lnTo>
                  <a:pt x="51282" y="393700"/>
                </a:lnTo>
                <a:lnTo>
                  <a:pt x="42054" y="393700"/>
                </a:lnTo>
                <a:lnTo>
                  <a:pt x="35765" y="381000"/>
                </a:lnTo>
                <a:close/>
              </a:path>
              <a:path w="1574165" h="2289175">
                <a:moveTo>
                  <a:pt x="561611" y="685800"/>
                </a:moveTo>
                <a:lnTo>
                  <a:pt x="543889" y="685800"/>
                </a:lnTo>
                <a:lnTo>
                  <a:pt x="549144" y="698500"/>
                </a:lnTo>
                <a:lnTo>
                  <a:pt x="561422" y="698500"/>
                </a:lnTo>
                <a:lnTo>
                  <a:pt x="561611" y="685800"/>
                </a:lnTo>
                <a:close/>
              </a:path>
              <a:path w="1574165" h="2289175">
                <a:moveTo>
                  <a:pt x="403382" y="0"/>
                </a:moveTo>
                <a:lnTo>
                  <a:pt x="386557" y="0"/>
                </a:lnTo>
                <a:lnTo>
                  <a:pt x="388007" y="12700"/>
                </a:lnTo>
                <a:lnTo>
                  <a:pt x="386770" y="12700"/>
                </a:lnTo>
                <a:lnTo>
                  <a:pt x="382570" y="63500"/>
                </a:lnTo>
                <a:lnTo>
                  <a:pt x="379604" y="101600"/>
                </a:lnTo>
                <a:lnTo>
                  <a:pt x="377812" y="152400"/>
                </a:lnTo>
                <a:lnTo>
                  <a:pt x="377134" y="203200"/>
                </a:lnTo>
                <a:lnTo>
                  <a:pt x="377511" y="241300"/>
                </a:lnTo>
                <a:lnTo>
                  <a:pt x="378179" y="292100"/>
                </a:lnTo>
                <a:lnTo>
                  <a:pt x="381283" y="342900"/>
                </a:lnTo>
                <a:lnTo>
                  <a:pt x="389004" y="393700"/>
                </a:lnTo>
                <a:lnTo>
                  <a:pt x="403524" y="444500"/>
                </a:lnTo>
                <a:lnTo>
                  <a:pt x="425695" y="482600"/>
                </a:lnTo>
                <a:lnTo>
                  <a:pt x="449948" y="520700"/>
                </a:lnTo>
                <a:lnTo>
                  <a:pt x="474794" y="558800"/>
                </a:lnTo>
                <a:lnTo>
                  <a:pt x="498744" y="596900"/>
                </a:lnTo>
                <a:lnTo>
                  <a:pt x="520310" y="635000"/>
                </a:lnTo>
                <a:lnTo>
                  <a:pt x="522312" y="635000"/>
                </a:lnTo>
                <a:lnTo>
                  <a:pt x="524029" y="647700"/>
                </a:lnTo>
                <a:lnTo>
                  <a:pt x="527339" y="647700"/>
                </a:lnTo>
                <a:lnTo>
                  <a:pt x="528041" y="660400"/>
                </a:lnTo>
                <a:lnTo>
                  <a:pt x="533521" y="660400"/>
                </a:lnTo>
                <a:lnTo>
                  <a:pt x="538665" y="685800"/>
                </a:lnTo>
                <a:lnTo>
                  <a:pt x="559581" y="685800"/>
                </a:lnTo>
                <a:lnTo>
                  <a:pt x="557088" y="673100"/>
                </a:lnTo>
                <a:lnTo>
                  <a:pt x="555890" y="660400"/>
                </a:lnTo>
                <a:lnTo>
                  <a:pt x="552505" y="647700"/>
                </a:lnTo>
                <a:lnTo>
                  <a:pt x="549779" y="635000"/>
                </a:lnTo>
                <a:lnTo>
                  <a:pt x="547770" y="622300"/>
                </a:lnTo>
                <a:lnTo>
                  <a:pt x="546536" y="622300"/>
                </a:lnTo>
                <a:lnTo>
                  <a:pt x="544966" y="596900"/>
                </a:lnTo>
                <a:lnTo>
                  <a:pt x="545155" y="571500"/>
                </a:lnTo>
                <a:lnTo>
                  <a:pt x="545219" y="558800"/>
                </a:lnTo>
                <a:lnTo>
                  <a:pt x="548411" y="508000"/>
                </a:lnTo>
                <a:lnTo>
                  <a:pt x="549873" y="495300"/>
                </a:lnTo>
                <a:lnTo>
                  <a:pt x="551953" y="469900"/>
                </a:lnTo>
                <a:lnTo>
                  <a:pt x="554158" y="469900"/>
                </a:lnTo>
                <a:lnTo>
                  <a:pt x="555992" y="457200"/>
                </a:lnTo>
                <a:lnTo>
                  <a:pt x="555867" y="406400"/>
                </a:lnTo>
                <a:lnTo>
                  <a:pt x="555846" y="393700"/>
                </a:lnTo>
                <a:lnTo>
                  <a:pt x="548191" y="342900"/>
                </a:lnTo>
                <a:lnTo>
                  <a:pt x="535407" y="304800"/>
                </a:lnTo>
                <a:lnTo>
                  <a:pt x="519874" y="254000"/>
                </a:lnTo>
                <a:lnTo>
                  <a:pt x="503974" y="203200"/>
                </a:lnTo>
                <a:lnTo>
                  <a:pt x="488023" y="177800"/>
                </a:lnTo>
                <a:lnTo>
                  <a:pt x="468539" y="139700"/>
                </a:lnTo>
                <a:lnTo>
                  <a:pt x="448327" y="114300"/>
                </a:lnTo>
                <a:lnTo>
                  <a:pt x="430191" y="76200"/>
                </a:lnTo>
                <a:lnTo>
                  <a:pt x="421177" y="63500"/>
                </a:lnTo>
                <a:lnTo>
                  <a:pt x="414263" y="38100"/>
                </a:lnTo>
                <a:lnTo>
                  <a:pt x="408610" y="25400"/>
                </a:lnTo>
                <a:lnTo>
                  <a:pt x="403382" y="0"/>
                </a:lnTo>
                <a:close/>
              </a:path>
            </a:pathLst>
          </a:custGeom>
          <a:solidFill>
            <a:srgbClr val="5AA9D2">
              <a:alpha val="38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967877"/>
            <a:ext cx="1794510" cy="1765300"/>
          </a:xfrm>
          <a:custGeom>
            <a:avLst/>
            <a:gdLst/>
            <a:ahLst/>
            <a:cxnLst/>
            <a:rect l="l" t="t" r="r" b="b"/>
            <a:pathLst>
              <a:path w="1794510" h="1765300">
                <a:moveTo>
                  <a:pt x="431276" y="152400"/>
                </a:moveTo>
                <a:lnTo>
                  <a:pt x="414796" y="152400"/>
                </a:lnTo>
                <a:lnTo>
                  <a:pt x="411158" y="165100"/>
                </a:lnTo>
                <a:lnTo>
                  <a:pt x="389571" y="203200"/>
                </a:lnTo>
                <a:lnTo>
                  <a:pt x="368668" y="254000"/>
                </a:lnTo>
                <a:lnTo>
                  <a:pt x="348710" y="292100"/>
                </a:lnTo>
                <a:lnTo>
                  <a:pt x="329961" y="330200"/>
                </a:lnTo>
                <a:lnTo>
                  <a:pt x="312683" y="381000"/>
                </a:lnTo>
                <a:lnTo>
                  <a:pt x="297139" y="419100"/>
                </a:lnTo>
                <a:lnTo>
                  <a:pt x="283591" y="469900"/>
                </a:lnTo>
                <a:lnTo>
                  <a:pt x="272031" y="520700"/>
                </a:lnTo>
                <a:lnTo>
                  <a:pt x="263779" y="571500"/>
                </a:lnTo>
                <a:lnTo>
                  <a:pt x="258710" y="622300"/>
                </a:lnTo>
                <a:lnTo>
                  <a:pt x="256696" y="673100"/>
                </a:lnTo>
                <a:lnTo>
                  <a:pt x="257610" y="723900"/>
                </a:lnTo>
                <a:lnTo>
                  <a:pt x="263438" y="774700"/>
                </a:lnTo>
                <a:lnTo>
                  <a:pt x="270990" y="812800"/>
                </a:lnTo>
                <a:lnTo>
                  <a:pt x="279880" y="863600"/>
                </a:lnTo>
                <a:lnTo>
                  <a:pt x="289720" y="914400"/>
                </a:lnTo>
                <a:lnTo>
                  <a:pt x="300122" y="952500"/>
                </a:lnTo>
                <a:lnTo>
                  <a:pt x="310698" y="1003300"/>
                </a:lnTo>
                <a:lnTo>
                  <a:pt x="321062" y="1054100"/>
                </a:lnTo>
                <a:lnTo>
                  <a:pt x="326890" y="1079500"/>
                </a:lnTo>
                <a:lnTo>
                  <a:pt x="333272" y="1104900"/>
                </a:lnTo>
                <a:lnTo>
                  <a:pt x="338836" y="1130300"/>
                </a:lnTo>
                <a:lnTo>
                  <a:pt x="342213" y="1143000"/>
                </a:lnTo>
                <a:lnTo>
                  <a:pt x="341198" y="1168400"/>
                </a:lnTo>
                <a:lnTo>
                  <a:pt x="338862" y="1181100"/>
                </a:lnTo>
                <a:lnTo>
                  <a:pt x="335205" y="1206500"/>
                </a:lnTo>
                <a:lnTo>
                  <a:pt x="330227" y="1219200"/>
                </a:lnTo>
                <a:lnTo>
                  <a:pt x="312383" y="1257300"/>
                </a:lnTo>
                <a:lnTo>
                  <a:pt x="292785" y="1308100"/>
                </a:lnTo>
                <a:lnTo>
                  <a:pt x="273011" y="1346200"/>
                </a:lnTo>
                <a:lnTo>
                  <a:pt x="254639" y="1397000"/>
                </a:lnTo>
                <a:lnTo>
                  <a:pt x="243639" y="1409700"/>
                </a:lnTo>
                <a:lnTo>
                  <a:pt x="232696" y="1409700"/>
                </a:lnTo>
                <a:lnTo>
                  <a:pt x="221848" y="1435100"/>
                </a:lnTo>
                <a:lnTo>
                  <a:pt x="211132" y="1447800"/>
                </a:lnTo>
                <a:lnTo>
                  <a:pt x="179735" y="1485900"/>
                </a:lnTo>
                <a:lnTo>
                  <a:pt x="148514" y="1536700"/>
                </a:lnTo>
                <a:lnTo>
                  <a:pt x="117530" y="1574800"/>
                </a:lnTo>
                <a:lnTo>
                  <a:pt x="86839" y="1612900"/>
                </a:lnTo>
                <a:lnTo>
                  <a:pt x="56501" y="1663700"/>
                </a:lnTo>
                <a:lnTo>
                  <a:pt x="34491" y="1685441"/>
                </a:lnTo>
                <a:lnTo>
                  <a:pt x="33848" y="1689100"/>
                </a:lnTo>
                <a:lnTo>
                  <a:pt x="30787" y="1689100"/>
                </a:lnTo>
                <a:lnTo>
                  <a:pt x="29076" y="1701800"/>
                </a:lnTo>
                <a:lnTo>
                  <a:pt x="0" y="1701800"/>
                </a:lnTo>
                <a:lnTo>
                  <a:pt x="0" y="1765300"/>
                </a:lnTo>
                <a:lnTo>
                  <a:pt x="25030" y="1727200"/>
                </a:lnTo>
                <a:lnTo>
                  <a:pt x="48204" y="1701800"/>
                </a:lnTo>
                <a:lnTo>
                  <a:pt x="53998" y="1689100"/>
                </a:lnTo>
                <a:lnTo>
                  <a:pt x="33848" y="1689100"/>
                </a:lnTo>
                <a:lnTo>
                  <a:pt x="34491" y="1685441"/>
                </a:lnTo>
                <a:lnTo>
                  <a:pt x="56118" y="1685441"/>
                </a:lnTo>
                <a:lnTo>
                  <a:pt x="83432" y="1638300"/>
                </a:lnTo>
                <a:lnTo>
                  <a:pt x="113326" y="1600200"/>
                </a:lnTo>
                <a:lnTo>
                  <a:pt x="143678" y="1562100"/>
                </a:lnTo>
                <a:lnTo>
                  <a:pt x="174483" y="1511300"/>
                </a:lnTo>
                <a:lnTo>
                  <a:pt x="205736" y="1473200"/>
                </a:lnTo>
                <a:lnTo>
                  <a:pt x="237434" y="1435100"/>
                </a:lnTo>
                <a:lnTo>
                  <a:pt x="269572" y="1397000"/>
                </a:lnTo>
                <a:lnTo>
                  <a:pt x="302146" y="1358900"/>
                </a:lnTo>
                <a:lnTo>
                  <a:pt x="315349" y="1346200"/>
                </a:lnTo>
                <a:lnTo>
                  <a:pt x="293324" y="1346200"/>
                </a:lnTo>
                <a:lnTo>
                  <a:pt x="296396" y="1333500"/>
                </a:lnTo>
                <a:lnTo>
                  <a:pt x="299141" y="1333500"/>
                </a:lnTo>
                <a:lnTo>
                  <a:pt x="301564" y="1320800"/>
                </a:lnTo>
                <a:lnTo>
                  <a:pt x="303671" y="1320800"/>
                </a:lnTo>
                <a:lnTo>
                  <a:pt x="309586" y="1308100"/>
                </a:lnTo>
                <a:lnTo>
                  <a:pt x="326326" y="1270000"/>
                </a:lnTo>
                <a:lnTo>
                  <a:pt x="332178" y="1244600"/>
                </a:lnTo>
                <a:lnTo>
                  <a:pt x="337650" y="1244600"/>
                </a:lnTo>
                <a:lnTo>
                  <a:pt x="338959" y="1231900"/>
                </a:lnTo>
                <a:lnTo>
                  <a:pt x="341591" y="1231900"/>
                </a:lnTo>
                <a:lnTo>
                  <a:pt x="353415" y="1206500"/>
                </a:lnTo>
                <a:lnTo>
                  <a:pt x="361780" y="1193800"/>
                </a:lnTo>
                <a:lnTo>
                  <a:pt x="369299" y="1168400"/>
                </a:lnTo>
                <a:lnTo>
                  <a:pt x="378589" y="1155700"/>
                </a:lnTo>
                <a:lnTo>
                  <a:pt x="389920" y="1130300"/>
                </a:lnTo>
                <a:lnTo>
                  <a:pt x="403828" y="1104900"/>
                </a:lnTo>
                <a:lnTo>
                  <a:pt x="418870" y="1079500"/>
                </a:lnTo>
                <a:lnTo>
                  <a:pt x="433601" y="1041400"/>
                </a:lnTo>
                <a:lnTo>
                  <a:pt x="453356" y="1003300"/>
                </a:lnTo>
                <a:lnTo>
                  <a:pt x="471509" y="952500"/>
                </a:lnTo>
                <a:lnTo>
                  <a:pt x="486891" y="914400"/>
                </a:lnTo>
                <a:lnTo>
                  <a:pt x="498330" y="863600"/>
                </a:lnTo>
                <a:lnTo>
                  <a:pt x="502514" y="812800"/>
                </a:lnTo>
                <a:lnTo>
                  <a:pt x="499108" y="762000"/>
                </a:lnTo>
                <a:lnTo>
                  <a:pt x="488312" y="711200"/>
                </a:lnTo>
                <a:lnTo>
                  <a:pt x="470323" y="660400"/>
                </a:lnTo>
                <a:lnTo>
                  <a:pt x="459008" y="622300"/>
                </a:lnTo>
                <a:lnTo>
                  <a:pt x="445021" y="596900"/>
                </a:lnTo>
                <a:lnTo>
                  <a:pt x="430603" y="571500"/>
                </a:lnTo>
                <a:lnTo>
                  <a:pt x="417998" y="546100"/>
                </a:lnTo>
                <a:lnTo>
                  <a:pt x="409758" y="495300"/>
                </a:lnTo>
                <a:lnTo>
                  <a:pt x="402819" y="457200"/>
                </a:lnTo>
                <a:lnTo>
                  <a:pt x="397561" y="419100"/>
                </a:lnTo>
                <a:lnTo>
                  <a:pt x="394365" y="381000"/>
                </a:lnTo>
                <a:lnTo>
                  <a:pt x="396895" y="342900"/>
                </a:lnTo>
                <a:lnTo>
                  <a:pt x="401495" y="292100"/>
                </a:lnTo>
                <a:lnTo>
                  <a:pt x="407031" y="266700"/>
                </a:lnTo>
                <a:lnTo>
                  <a:pt x="412372" y="228600"/>
                </a:lnTo>
                <a:lnTo>
                  <a:pt x="417188" y="203200"/>
                </a:lnTo>
                <a:lnTo>
                  <a:pt x="422743" y="190500"/>
                </a:lnTo>
                <a:lnTo>
                  <a:pt x="427838" y="165100"/>
                </a:lnTo>
                <a:lnTo>
                  <a:pt x="431276" y="152400"/>
                </a:lnTo>
                <a:close/>
              </a:path>
              <a:path w="1794510" h="1765300">
                <a:moveTo>
                  <a:pt x="893" y="876300"/>
                </a:moveTo>
                <a:lnTo>
                  <a:pt x="0" y="876300"/>
                </a:lnTo>
                <a:lnTo>
                  <a:pt x="0" y="1231900"/>
                </a:lnTo>
                <a:lnTo>
                  <a:pt x="966" y="1244600"/>
                </a:lnTo>
                <a:lnTo>
                  <a:pt x="10567" y="1282700"/>
                </a:lnTo>
                <a:lnTo>
                  <a:pt x="18781" y="1320800"/>
                </a:lnTo>
                <a:lnTo>
                  <a:pt x="23918" y="1346200"/>
                </a:lnTo>
                <a:lnTo>
                  <a:pt x="27791" y="1397000"/>
                </a:lnTo>
                <a:lnTo>
                  <a:pt x="30827" y="1435100"/>
                </a:lnTo>
                <a:lnTo>
                  <a:pt x="33455" y="1460500"/>
                </a:lnTo>
                <a:lnTo>
                  <a:pt x="34499" y="1473200"/>
                </a:lnTo>
                <a:lnTo>
                  <a:pt x="35076" y="1498600"/>
                </a:lnTo>
                <a:lnTo>
                  <a:pt x="35290" y="1511300"/>
                </a:lnTo>
                <a:lnTo>
                  <a:pt x="35243" y="1536700"/>
                </a:lnTo>
                <a:lnTo>
                  <a:pt x="30476" y="1574800"/>
                </a:lnTo>
                <a:lnTo>
                  <a:pt x="26388" y="1625600"/>
                </a:lnTo>
                <a:lnTo>
                  <a:pt x="18887" y="1663700"/>
                </a:lnTo>
                <a:lnTo>
                  <a:pt x="3880" y="1701800"/>
                </a:lnTo>
                <a:lnTo>
                  <a:pt x="26575" y="1701800"/>
                </a:lnTo>
                <a:lnTo>
                  <a:pt x="30787" y="1689100"/>
                </a:lnTo>
                <a:lnTo>
                  <a:pt x="34491" y="1685441"/>
                </a:lnTo>
                <a:lnTo>
                  <a:pt x="36079" y="1676400"/>
                </a:lnTo>
                <a:lnTo>
                  <a:pt x="47143" y="1625600"/>
                </a:lnTo>
                <a:lnTo>
                  <a:pt x="52823" y="1574800"/>
                </a:lnTo>
                <a:lnTo>
                  <a:pt x="59300" y="1536700"/>
                </a:lnTo>
                <a:lnTo>
                  <a:pt x="72754" y="1498600"/>
                </a:lnTo>
                <a:lnTo>
                  <a:pt x="96113" y="1460500"/>
                </a:lnTo>
                <a:lnTo>
                  <a:pt x="117036" y="1409700"/>
                </a:lnTo>
                <a:lnTo>
                  <a:pt x="134828" y="1358900"/>
                </a:lnTo>
                <a:lnTo>
                  <a:pt x="148797" y="1308100"/>
                </a:lnTo>
                <a:lnTo>
                  <a:pt x="158250" y="1257300"/>
                </a:lnTo>
                <a:lnTo>
                  <a:pt x="162493" y="1206500"/>
                </a:lnTo>
                <a:lnTo>
                  <a:pt x="160835" y="1168400"/>
                </a:lnTo>
                <a:lnTo>
                  <a:pt x="152581" y="1104900"/>
                </a:lnTo>
                <a:lnTo>
                  <a:pt x="139245" y="1066800"/>
                </a:lnTo>
                <a:lnTo>
                  <a:pt x="119321" y="1016000"/>
                </a:lnTo>
                <a:lnTo>
                  <a:pt x="94166" y="977900"/>
                </a:lnTo>
                <a:lnTo>
                  <a:pt x="65139" y="952500"/>
                </a:lnTo>
                <a:lnTo>
                  <a:pt x="33595" y="914400"/>
                </a:lnTo>
                <a:lnTo>
                  <a:pt x="893" y="876300"/>
                </a:lnTo>
                <a:close/>
              </a:path>
              <a:path w="1794510" h="1765300">
                <a:moveTo>
                  <a:pt x="30787" y="1689100"/>
                </a:moveTo>
                <a:lnTo>
                  <a:pt x="26575" y="1701800"/>
                </a:lnTo>
                <a:lnTo>
                  <a:pt x="29076" y="1701800"/>
                </a:lnTo>
                <a:lnTo>
                  <a:pt x="30787" y="1689100"/>
                </a:lnTo>
                <a:close/>
              </a:path>
              <a:path w="1794510" h="1765300">
                <a:moveTo>
                  <a:pt x="880436" y="723900"/>
                </a:moveTo>
                <a:lnTo>
                  <a:pt x="856646" y="723900"/>
                </a:lnTo>
                <a:lnTo>
                  <a:pt x="852574" y="736600"/>
                </a:lnTo>
                <a:lnTo>
                  <a:pt x="849028" y="749300"/>
                </a:lnTo>
                <a:lnTo>
                  <a:pt x="847507" y="749300"/>
                </a:lnTo>
                <a:lnTo>
                  <a:pt x="830659" y="787400"/>
                </a:lnTo>
                <a:lnTo>
                  <a:pt x="822483" y="800100"/>
                </a:lnTo>
                <a:lnTo>
                  <a:pt x="813564" y="812800"/>
                </a:lnTo>
                <a:lnTo>
                  <a:pt x="805062" y="825500"/>
                </a:lnTo>
                <a:lnTo>
                  <a:pt x="798137" y="850900"/>
                </a:lnTo>
                <a:lnTo>
                  <a:pt x="773702" y="863600"/>
                </a:lnTo>
                <a:lnTo>
                  <a:pt x="749615" y="889000"/>
                </a:lnTo>
                <a:lnTo>
                  <a:pt x="725907" y="901700"/>
                </a:lnTo>
                <a:lnTo>
                  <a:pt x="702611" y="927100"/>
                </a:lnTo>
                <a:lnTo>
                  <a:pt x="663085" y="965200"/>
                </a:lnTo>
                <a:lnTo>
                  <a:pt x="585073" y="1041400"/>
                </a:lnTo>
                <a:lnTo>
                  <a:pt x="546660" y="1079500"/>
                </a:lnTo>
                <a:lnTo>
                  <a:pt x="525864" y="1079500"/>
                </a:lnTo>
                <a:lnTo>
                  <a:pt x="522066" y="1092200"/>
                </a:lnTo>
                <a:lnTo>
                  <a:pt x="520198" y="1104900"/>
                </a:lnTo>
                <a:lnTo>
                  <a:pt x="519930" y="1104900"/>
                </a:lnTo>
                <a:lnTo>
                  <a:pt x="486143" y="1130300"/>
                </a:lnTo>
                <a:lnTo>
                  <a:pt x="452770" y="1168400"/>
                </a:lnTo>
                <a:lnTo>
                  <a:pt x="419846" y="1206500"/>
                </a:lnTo>
                <a:lnTo>
                  <a:pt x="387404" y="1231900"/>
                </a:lnTo>
                <a:lnTo>
                  <a:pt x="355480" y="1270000"/>
                </a:lnTo>
                <a:lnTo>
                  <a:pt x="324109" y="1308100"/>
                </a:lnTo>
                <a:lnTo>
                  <a:pt x="293324" y="1346200"/>
                </a:lnTo>
                <a:lnTo>
                  <a:pt x="315349" y="1346200"/>
                </a:lnTo>
                <a:lnTo>
                  <a:pt x="335152" y="1320800"/>
                </a:lnTo>
                <a:lnTo>
                  <a:pt x="366695" y="1282700"/>
                </a:lnTo>
                <a:lnTo>
                  <a:pt x="399032" y="1244600"/>
                </a:lnTo>
                <a:lnTo>
                  <a:pt x="432130" y="1206500"/>
                </a:lnTo>
                <a:lnTo>
                  <a:pt x="465957" y="1168400"/>
                </a:lnTo>
                <a:lnTo>
                  <a:pt x="500480" y="1143000"/>
                </a:lnTo>
                <a:lnTo>
                  <a:pt x="535667" y="1104900"/>
                </a:lnTo>
                <a:lnTo>
                  <a:pt x="562530" y="1079500"/>
                </a:lnTo>
                <a:lnTo>
                  <a:pt x="571484" y="1066800"/>
                </a:lnTo>
                <a:lnTo>
                  <a:pt x="607899" y="1041400"/>
                </a:lnTo>
                <a:lnTo>
                  <a:pt x="681976" y="965200"/>
                </a:lnTo>
                <a:lnTo>
                  <a:pt x="756855" y="901700"/>
                </a:lnTo>
                <a:lnTo>
                  <a:pt x="794975" y="863600"/>
                </a:lnTo>
                <a:lnTo>
                  <a:pt x="833774" y="825500"/>
                </a:lnTo>
                <a:lnTo>
                  <a:pt x="853597" y="812800"/>
                </a:lnTo>
                <a:lnTo>
                  <a:pt x="827830" y="812800"/>
                </a:lnTo>
                <a:lnTo>
                  <a:pt x="840286" y="800100"/>
                </a:lnTo>
                <a:lnTo>
                  <a:pt x="852316" y="774700"/>
                </a:lnTo>
                <a:lnTo>
                  <a:pt x="863940" y="749300"/>
                </a:lnTo>
                <a:lnTo>
                  <a:pt x="875182" y="736600"/>
                </a:lnTo>
                <a:lnTo>
                  <a:pt x="880436" y="723900"/>
                </a:lnTo>
                <a:close/>
              </a:path>
              <a:path w="1794510" h="1765300">
                <a:moveTo>
                  <a:pt x="636440" y="190500"/>
                </a:moveTo>
                <a:lnTo>
                  <a:pt x="614490" y="190500"/>
                </a:lnTo>
                <a:lnTo>
                  <a:pt x="620209" y="203200"/>
                </a:lnTo>
                <a:lnTo>
                  <a:pt x="626274" y="215900"/>
                </a:lnTo>
                <a:lnTo>
                  <a:pt x="632626" y="228600"/>
                </a:lnTo>
                <a:lnTo>
                  <a:pt x="640339" y="241300"/>
                </a:lnTo>
                <a:lnTo>
                  <a:pt x="647667" y="266700"/>
                </a:lnTo>
                <a:lnTo>
                  <a:pt x="670082" y="342900"/>
                </a:lnTo>
                <a:lnTo>
                  <a:pt x="675957" y="393700"/>
                </a:lnTo>
                <a:lnTo>
                  <a:pt x="679854" y="444500"/>
                </a:lnTo>
                <a:lnTo>
                  <a:pt x="683155" y="495300"/>
                </a:lnTo>
                <a:lnTo>
                  <a:pt x="685590" y="546100"/>
                </a:lnTo>
                <a:lnTo>
                  <a:pt x="683697" y="596900"/>
                </a:lnTo>
                <a:lnTo>
                  <a:pt x="678461" y="660400"/>
                </a:lnTo>
                <a:lnTo>
                  <a:pt x="670870" y="723900"/>
                </a:lnTo>
                <a:lnTo>
                  <a:pt x="661818" y="749300"/>
                </a:lnTo>
                <a:lnTo>
                  <a:pt x="650604" y="787400"/>
                </a:lnTo>
                <a:lnTo>
                  <a:pt x="637911" y="825500"/>
                </a:lnTo>
                <a:lnTo>
                  <a:pt x="624423" y="876300"/>
                </a:lnTo>
                <a:lnTo>
                  <a:pt x="618965" y="876300"/>
                </a:lnTo>
                <a:lnTo>
                  <a:pt x="613386" y="889000"/>
                </a:lnTo>
                <a:lnTo>
                  <a:pt x="607704" y="914400"/>
                </a:lnTo>
                <a:lnTo>
                  <a:pt x="601940" y="914400"/>
                </a:lnTo>
                <a:lnTo>
                  <a:pt x="586878" y="952500"/>
                </a:lnTo>
                <a:lnTo>
                  <a:pt x="572768" y="977900"/>
                </a:lnTo>
                <a:lnTo>
                  <a:pt x="559618" y="1003300"/>
                </a:lnTo>
                <a:lnTo>
                  <a:pt x="547432" y="1028700"/>
                </a:lnTo>
                <a:lnTo>
                  <a:pt x="542444" y="1041400"/>
                </a:lnTo>
                <a:lnTo>
                  <a:pt x="537969" y="1054100"/>
                </a:lnTo>
                <a:lnTo>
                  <a:pt x="533590" y="1066800"/>
                </a:lnTo>
                <a:lnTo>
                  <a:pt x="528890" y="1079500"/>
                </a:lnTo>
                <a:lnTo>
                  <a:pt x="546660" y="1079500"/>
                </a:lnTo>
                <a:lnTo>
                  <a:pt x="574192" y="1016000"/>
                </a:lnTo>
                <a:lnTo>
                  <a:pt x="587791" y="990600"/>
                </a:lnTo>
                <a:lnTo>
                  <a:pt x="601168" y="952500"/>
                </a:lnTo>
                <a:lnTo>
                  <a:pt x="616111" y="939800"/>
                </a:lnTo>
                <a:lnTo>
                  <a:pt x="631416" y="914400"/>
                </a:lnTo>
                <a:lnTo>
                  <a:pt x="646092" y="889000"/>
                </a:lnTo>
                <a:lnTo>
                  <a:pt x="659152" y="876300"/>
                </a:lnTo>
                <a:lnTo>
                  <a:pt x="681348" y="850900"/>
                </a:lnTo>
                <a:lnTo>
                  <a:pt x="704899" y="825500"/>
                </a:lnTo>
                <a:lnTo>
                  <a:pt x="727448" y="812800"/>
                </a:lnTo>
                <a:lnTo>
                  <a:pt x="746639" y="787400"/>
                </a:lnTo>
                <a:lnTo>
                  <a:pt x="763774" y="749300"/>
                </a:lnTo>
                <a:lnTo>
                  <a:pt x="780818" y="723900"/>
                </a:lnTo>
                <a:lnTo>
                  <a:pt x="796032" y="698500"/>
                </a:lnTo>
                <a:lnTo>
                  <a:pt x="807680" y="660400"/>
                </a:lnTo>
                <a:lnTo>
                  <a:pt x="814068" y="635000"/>
                </a:lnTo>
                <a:lnTo>
                  <a:pt x="818547" y="596900"/>
                </a:lnTo>
                <a:lnTo>
                  <a:pt x="818959" y="558800"/>
                </a:lnTo>
                <a:lnTo>
                  <a:pt x="813149" y="520700"/>
                </a:lnTo>
                <a:lnTo>
                  <a:pt x="795134" y="469900"/>
                </a:lnTo>
                <a:lnTo>
                  <a:pt x="769277" y="419100"/>
                </a:lnTo>
                <a:lnTo>
                  <a:pt x="741135" y="381000"/>
                </a:lnTo>
                <a:lnTo>
                  <a:pt x="716268" y="342900"/>
                </a:lnTo>
                <a:lnTo>
                  <a:pt x="699462" y="317500"/>
                </a:lnTo>
                <a:lnTo>
                  <a:pt x="679256" y="266700"/>
                </a:lnTo>
                <a:lnTo>
                  <a:pt x="657599" y="228600"/>
                </a:lnTo>
                <a:lnTo>
                  <a:pt x="636440" y="190500"/>
                </a:lnTo>
                <a:close/>
              </a:path>
              <a:path w="1794510" h="1765300">
                <a:moveTo>
                  <a:pt x="1017052" y="711200"/>
                </a:moveTo>
                <a:lnTo>
                  <a:pt x="989880" y="711200"/>
                </a:lnTo>
                <a:lnTo>
                  <a:pt x="948287" y="723900"/>
                </a:lnTo>
                <a:lnTo>
                  <a:pt x="907351" y="762000"/>
                </a:lnTo>
                <a:lnTo>
                  <a:pt x="867167" y="787400"/>
                </a:lnTo>
                <a:lnTo>
                  <a:pt x="827830" y="812800"/>
                </a:lnTo>
                <a:lnTo>
                  <a:pt x="853597" y="812800"/>
                </a:lnTo>
                <a:lnTo>
                  <a:pt x="873420" y="800100"/>
                </a:lnTo>
                <a:lnTo>
                  <a:pt x="914083" y="774700"/>
                </a:lnTo>
                <a:lnTo>
                  <a:pt x="955932" y="749300"/>
                </a:lnTo>
                <a:lnTo>
                  <a:pt x="986371" y="723900"/>
                </a:lnTo>
                <a:lnTo>
                  <a:pt x="1017052" y="711200"/>
                </a:lnTo>
                <a:close/>
              </a:path>
              <a:path w="1794510" h="1765300">
                <a:moveTo>
                  <a:pt x="1232173" y="0"/>
                </a:moveTo>
                <a:lnTo>
                  <a:pt x="1201566" y="0"/>
                </a:lnTo>
                <a:lnTo>
                  <a:pt x="1194753" y="12700"/>
                </a:lnTo>
                <a:lnTo>
                  <a:pt x="1154456" y="38100"/>
                </a:lnTo>
                <a:lnTo>
                  <a:pt x="1115131" y="63500"/>
                </a:lnTo>
                <a:lnTo>
                  <a:pt x="1077423" y="88900"/>
                </a:lnTo>
                <a:lnTo>
                  <a:pt x="1041977" y="127000"/>
                </a:lnTo>
                <a:lnTo>
                  <a:pt x="1009440" y="165100"/>
                </a:lnTo>
                <a:lnTo>
                  <a:pt x="980455" y="203200"/>
                </a:lnTo>
                <a:lnTo>
                  <a:pt x="955669" y="241300"/>
                </a:lnTo>
                <a:lnTo>
                  <a:pt x="935727" y="279400"/>
                </a:lnTo>
                <a:lnTo>
                  <a:pt x="922117" y="330200"/>
                </a:lnTo>
                <a:lnTo>
                  <a:pt x="916871" y="393700"/>
                </a:lnTo>
                <a:lnTo>
                  <a:pt x="916451" y="444500"/>
                </a:lnTo>
                <a:lnTo>
                  <a:pt x="917319" y="495300"/>
                </a:lnTo>
                <a:lnTo>
                  <a:pt x="913764" y="546100"/>
                </a:lnTo>
                <a:lnTo>
                  <a:pt x="909309" y="584200"/>
                </a:lnTo>
                <a:lnTo>
                  <a:pt x="902929" y="622300"/>
                </a:lnTo>
                <a:lnTo>
                  <a:pt x="893599" y="660400"/>
                </a:lnTo>
                <a:lnTo>
                  <a:pt x="880323" y="685800"/>
                </a:lnTo>
                <a:lnTo>
                  <a:pt x="873254" y="711200"/>
                </a:lnTo>
                <a:lnTo>
                  <a:pt x="865978" y="723900"/>
                </a:lnTo>
                <a:lnTo>
                  <a:pt x="885732" y="723900"/>
                </a:lnTo>
                <a:lnTo>
                  <a:pt x="891209" y="711200"/>
                </a:lnTo>
                <a:lnTo>
                  <a:pt x="897003" y="711200"/>
                </a:lnTo>
                <a:lnTo>
                  <a:pt x="908086" y="685800"/>
                </a:lnTo>
                <a:lnTo>
                  <a:pt x="918699" y="673100"/>
                </a:lnTo>
                <a:lnTo>
                  <a:pt x="930116" y="660400"/>
                </a:lnTo>
                <a:lnTo>
                  <a:pt x="943615" y="647700"/>
                </a:lnTo>
                <a:lnTo>
                  <a:pt x="972926" y="609600"/>
                </a:lnTo>
                <a:lnTo>
                  <a:pt x="1002829" y="571500"/>
                </a:lnTo>
                <a:lnTo>
                  <a:pt x="1032173" y="533400"/>
                </a:lnTo>
                <a:lnTo>
                  <a:pt x="1059810" y="495300"/>
                </a:lnTo>
                <a:lnTo>
                  <a:pt x="1084589" y="444500"/>
                </a:lnTo>
                <a:lnTo>
                  <a:pt x="1105361" y="406400"/>
                </a:lnTo>
                <a:lnTo>
                  <a:pt x="1120977" y="355600"/>
                </a:lnTo>
                <a:lnTo>
                  <a:pt x="1127405" y="317500"/>
                </a:lnTo>
                <a:lnTo>
                  <a:pt x="1130387" y="292100"/>
                </a:lnTo>
                <a:lnTo>
                  <a:pt x="1132745" y="254000"/>
                </a:lnTo>
                <a:lnTo>
                  <a:pt x="1137298" y="203200"/>
                </a:lnTo>
                <a:lnTo>
                  <a:pt x="1147741" y="165100"/>
                </a:lnTo>
                <a:lnTo>
                  <a:pt x="1166516" y="114300"/>
                </a:lnTo>
                <a:lnTo>
                  <a:pt x="1191565" y="63500"/>
                </a:lnTo>
                <a:lnTo>
                  <a:pt x="1220829" y="25400"/>
                </a:lnTo>
                <a:lnTo>
                  <a:pt x="1225187" y="12700"/>
                </a:lnTo>
                <a:lnTo>
                  <a:pt x="1229694" y="12700"/>
                </a:lnTo>
                <a:lnTo>
                  <a:pt x="1232162" y="647"/>
                </a:lnTo>
                <a:lnTo>
                  <a:pt x="1232173" y="0"/>
                </a:lnTo>
                <a:close/>
              </a:path>
              <a:path w="1794510" h="1765300">
                <a:moveTo>
                  <a:pt x="1031515" y="698500"/>
                </a:moveTo>
                <a:lnTo>
                  <a:pt x="995050" y="698500"/>
                </a:lnTo>
                <a:lnTo>
                  <a:pt x="990771" y="711200"/>
                </a:lnTo>
                <a:lnTo>
                  <a:pt x="1023846" y="711200"/>
                </a:lnTo>
                <a:lnTo>
                  <a:pt x="1031515" y="698500"/>
                </a:lnTo>
                <a:close/>
              </a:path>
              <a:path w="1794510" h="1765300">
                <a:moveTo>
                  <a:pt x="1094317" y="660400"/>
                </a:moveTo>
                <a:lnTo>
                  <a:pt x="1050921" y="660400"/>
                </a:lnTo>
                <a:lnTo>
                  <a:pt x="1001409" y="685800"/>
                </a:lnTo>
                <a:lnTo>
                  <a:pt x="1000204" y="698500"/>
                </a:lnTo>
                <a:lnTo>
                  <a:pt x="1038946" y="698500"/>
                </a:lnTo>
                <a:lnTo>
                  <a:pt x="1045027" y="685800"/>
                </a:lnTo>
                <a:lnTo>
                  <a:pt x="1079682" y="673100"/>
                </a:lnTo>
                <a:lnTo>
                  <a:pt x="1094317" y="660400"/>
                </a:lnTo>
                <a:close/>
              </a:path>
              <a:path w="1794510" h="1765300">
                <a:moveTo>
                  <a:pt x="1794379" y="317500"/>
                </a:moveTo>
                <a:lnTo>
                  <a:pt x="1765808" y="317500"/>
                </a:lnTo>
                <a:lnTo>
                  <a:pt x="1535929" y="355600"/>
                </a:lnTo>
                <a:lnTo>
                  <a:pt x="1354022" y="406400"/>
                </a:lnTo>
                <a:lnTo>
                  <a:pt x="1311035" y="419100"/>
                </a:lnTo>
                <a:lnTo>
                  <a:pt x="1270522" y="444500"/>
                </a:lnTo>
                <a:lnTo>
                  <a:pt x="1234770" y="482600"/>
                </a:lnTo>
                <a:lnTo>
                  <a:pt x="1201988" y="508000"/>
                </a:lnTo>
                <a:lnTo>
                  <a:pt x="1139230" y="584200"/>
                </a:lnTo>
                <a:lnTo>
                  <a:pt x="1106202" y="609600"/>
                </a:lnTo>
                <a:lnTo>
                  <a:pt x="1070039" y="647700"/>
                </a:lnTo>
                <a:lnTo>
                  <a:pt x="1055279" y="647700"/>
                </a:lnTo>
                <a:lnTo>
                  <a:pt x="1053750" y="660400"/>
                </a:lnTo>
                <a:lnTo>
                  <a:pt x="1130908" y="660400"/>
                </a:lnTo>
                <a:lnTo>
                  <a:pt x="1162926" y="647700"/>
                </a:lnTo>
                <a:lnTo>
                  <a:pt x="1233626" y="635000"/>
                </a:lnTo>
                <a:lnTo>
                  <a:pt x="1284934" y="635000"/>
                </a:lnTo>
                <a:lnTo>
                  <a:pt x="1304628" y="622300"/>
                </a:lnTo>
                <a:lnTo>
                  <a:pt x="1353955" y="622300"/>
                </a:lnTo>
                <a:lnTo>
                  <a:pt x="1402036" y="596900"/>
                </a:lnTo>
                <a:lnTo>
                  <a:pt x="1448420" y="584200"/>
                </a:lnTo>
                <a:lnTo>
                  <a:pt x="1492655" y="558800"/>
                </a:lnTo>
                <a:lnTo>
                  <a:pt x="1534290" y="520700"/>
                </a:lnTo>
                <a:lnTo>
                  <a:pt x="1572874" y="495300"/>
                </a:lnTo>
                <a:lnTo>
                  <a:pt x="1605700" y="482600"/>
                </a:lnTo>
                <a:lnTo>
                  <a:pt x="1673478" y="406400"/>
                </a:lnTo>
                <a:lnTo>
                  <a:pt x="1707076" y="381000"/>
                </a:lnTo>
                <a:lnTo>
                  <a:pt x="1725348" y="368300"/>
                </a:lnTo>
                <a:lnTo>
                  <a:pt x="1743342" y="355600"/>
                </a:lnTo>
                <a:lnTo>
                  <a:pt x="1762383" y="330200"/>
                </a:lnTo>
                <a:lnTo>
                  <a:pt x="1788669" y="330200"/>
                </a:lnTo>
                <a:lnTo>
                  <a:pt x="1794379" y="317500"/>
                </a:lnTo>
                <a:close/>
              </a:path>
              <a:path w="1794510" h="1765300">
                <a:moveTo>
                  <a:pt x="628836" y="177800"/>
                </a:moveTo>
                <a:lnTo>
                  <a:pt x="607551" y="177800"/>
                </a:lnTo>
                <a:lnTo>
                  <a:pt x="609175" y="190500"/>
                </a:lnTo>
                <a:lnTo>
                  <a:pt x="631476" y="190500"/>
                </a:lnTo>
                <a:lnTo>
                  <a:pt x="628836" y="177800"/>
                </a:lnTo>
                <a:close/>
              </a:path>
              <a:path w="1794510" h="1765300">
                <a:moveTo>
                  <a:pt x="624399" y="165100"/>
                </a:moveTo>
                <a:lnTo>
                  <a:pt x="605447" y="165100"/>
                </a:lnTo>
                <a:lnTo>
                  <a:pt x="606141" y="177800"/>
                </a:lnTo>
                <a:lnTo>
                  <a:pt x="626101" y="177800"/>
                </a:lnTo>
                <a:lnTo>
                  <a:pt x="624399" y="165100"/>
                </a:lnTo>
                <a:close/>
              </a:path>
              <a:path w="1794510" h="1765300">
                <a:moveTo>
                  <a:pt x="1232162" y="647"/>
                </a:moveTo>
                <a:lnTo>
                  <a:pt x="1229694" y="12700"/>
                </a:lnTo>
                <a:lnTo>
                  <a:pt x="1231958" y="12700"/>
                </a:lnTo>
                <a:lnTo>
                  <a:pt x="1232162" y="647"/>
                </a:lnTo>
                <a:close/>
              </a:path>
              <a:path w="1794510" h="1765300">
                <a:moveTo>
                  <a:pt x="1234958" y="0"/>
                </a:moveTo>
                <a:lnTo>
                  <a:pt x="1232173" y="0"/>
                </a:lnTo>
                <a:lnTo>
                  <a:pt x="1231958" y="12700"/>
                </a:lnTo>
                <a:lnTo>
                  <a:pt x="1234958" y="0"/>
                </a:lnTo>
                <a:close/>
              </a:path>
            </a:pathLst>
          </a:custGeom>
          <a:solidFill>
            <a:srgbClr val="5AA9D2">
              <a:alpha val="38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876312" y="17977515"/>
            <a:ext cx="5443220" cy="951865"/>
          </a:xfrm>
          <a:custGeom>
            <a:avLst/>
            <a:gdLst/>
            <a:ahLst/>
            <a:cxnLst/>
            <a:rect l="l" t="t" r="r" b="b"/>
            <a:pathLst>
              <a:path w="5443220" h="951865">
                <a:moveTo>
                  <a:pt x="4967537" y="0"/>
                </a:moveTo>
                <a:lnTo>
                  <a:pt x="475647" y="0"/>
                </a:lnTo>
                <a:lnTo>
                  <a:pt x="427016" y="2455"/>
                </a:lnTo>
                <a:lnTo>
                  <a:pt x="379789" y="9663"/>
                </a:lnTo>
                <a:lnTo>
                  <a:pt x="334205" y="21384"/>
                </a:lnTo>
                <a:lnTo>
                  <a:pt x="290505" y="37379"/>
                </a:lnTo>
                <a:lnTo>
                  <a:pt x="248927" y="57408"/>
                </a:lnTo>
                <a:lnTo>
                  <a:pt x="209709" y="81233"/>
                </a:lnTo>
                <a:lnTo>
                  <a:pt x="173092" y="108615"/>
                </a:lnTo>
                <a:lnTo>
                  <a:pt x="139315" y="139315"/>
                </a:lnTo>
                <a:lnTo>
                  <a:pt x="108615" y="173092"/>
                </a:lnTo>
                <a:lnTo>
                  <a:pt x="81233" y="209709"/>
                </a:lnTo>
                <a:lnTo>
                  <a:pt x="57408" y="248927"/>
                </a:lnTo>
                <a:lnTo>
                  <a:pt x="37379" y="290505"/>
                </a:lnTo>
                <a:lnTo>
                  <a:pt x="21384" y="334205"/>
                </a:lnTo>
                <a:lnTo>
                  <a:pt x="9663" y="379789"/>
                </a:lnTo>
                <a:lnTo>
                  <a:pt x="2455" y="427016"/>
                </a:lnTo>
                <a:lnTo>
                  <a:pt x="0" y="475647"/>
                </a:lnTo>
                <a:lnTo>
                  <a:pt x="2455" y="524279"/>
                </a:lnTo>
                <a:lnTo>
                  <a:pt x="9663" y="571506"/>
                </a:lnTo>
                <a:lnTo>
                  <a:pt x="21384" y="617090"/>
                </a:lnTo>
                <a:lnTo>
                  <a:pt x="37379" y="660790"/>
                </a:lnTo>
                <a:lnTo>
                  <a:pt x="57408" y="702368"/>
                </a:lnTo>
                <a:lnTo>
                  <a:pt x="81233" y="741585"/>
                </a:lnTo>
                <a:lnTo>
                  <a:pt x="108615" y="778203"/>
                </a:lnTo>
                <a:lnTo>
                  <a:pt x="139315" y="811980"/>
                </a:lnTo>
                <a:lnTo>
                  <a:pt x="173092" y="842680"/>
                </a:lnTo>
                <a:lnTo>
                  <a:pt x="209709" y="870061"/>
                </a:lnTo>
                <a:lnTo>
                  <a:pt x="248927" y="893887"/>
                </a:lnTo>
                <a:lnTo>
                  <a:pt x="290505" y="913916"/>
                </a:lnTo>
                <a:lnTo>
                  <a:pt x="334205" y="929911"/>
                </a:lnTo>
                <a:lnTo>
                  <a:pt x="379789" y="941632"/>
                </a:lnTo>
                <a:lnTo>
                  <a:pt x="427016" y="948840"/>
                </a:lnTo>
                <a:lnTo>
                  <a:pt x="475647" y="951295"/>
                </a:lnTo>
                <a:lnTo>
                  <a:pt x="4967537" y="951295"/>
                </a:lnTo>
                <a:lnTo>
                  <a:pt x="5016169" y="948840"/>
                </a:lnTo>
                <a:lnTo>
                  <a:pt x="5063396" y="941632"/>
                </a:lnTo>
                <a:lnTo>
                  <a:pt x="5108979" y="929911"/>
                </a:lnTo>
                <a:lnTo>
                  <a:pt x="5152680" y="913916"/>
                </a:lnTo>
                <a:lnTo>
                  <a:pt x="5194258" y="893887"/>
                </a:lnTo>
                <a:lnTo>
                  <a:pt x="5233475" y="870061"/>
                </a:lnTo>
                <a:lnTo>
                  <a:pt x="5270092" y="842680"/>
                </a:lnTo>
                <a:lnTo>
                  <a:pt x="5303870" y="811980"/>
                </a:lnTo>
                <a:lnTo>
                  <a:pt x="5334569" y="778203"/>
                </a:lnTo>
                <a:lnTo>
                  <a:pt x="5361951" y="741585"/>
                </a:lnTo>
                <a:lnTo>
                  <a:pt x="5385776" y="702368"/>
                </a:lnTo>
                <a:lnTo>
                  <a:pt x="5405806" y="660790"/>
                </a:lnTo>
                <a:lnTo>
                  <a:pt x="5421801" y="617090"/>
                </a:lnTo>
                <a:lnTo>
                  <a:pt x="5433522" y="571506"/>
                </a:lnTo>
                <a:lnTo>
                  <a:pt x="5440729" y="524279"/>
                </a:lnTo>
                <a:lnTo>
                  <a:pt x="5443185" y="475647"/>
                </a:lnTo>
                <a:lnTo>
                  <a:pt x="5440729" y="427016"/>
                </a:lnTo>
                <a:lnTo>
                  <a:pt x="5433522" y="379789"/>
                </a:lnTo>
                <a:lnTo>
                  <a:pt x="5421801" y="334205"/>
                </a:lnTo>
                <a:lnTo>
                  <a:pt x="5405806" y="290505"/>
                </a:lnTo>
                <a:lnTo>
                  <a:pt x="5385776" y="248927"/>
                </a:lnTo>
                <a:lnTo>
                  <a:pt x="5361951" y="209709"/>
                </a:lnTo>
                <a:lnTo>
                  <a:pt x="5334569" y="173092"/>
                </a:lnTo>
                <a:lnTo>
                  <a:pt x="5303870" y="139315"/>
                </a:lnTo>
                <a:lnTo>
                  <a:pt x="5270092" y="108615"/>
                </a:lnTo>
                <a:lnTo>
                  <a:pt x="5233475" y="81233"/>
                </a:lnTo>
                <a:lnTo>
                  <a:pt x="5194258" y="57408"/>
                </a:lnTo>
                <a:lnTo>
                  <a:pt x="5152680" y="37379"/>
                </a:lnTo>
                <a:lnTo>
                  <a:pt x="5108979" y="21384"/>
                </a:lnTo>
                <a:lnTo>
                  <a:pt x="5063396" y="9663"/>
                </a:lnTo>
                <a:lnTo>
                  <a:pt x="5016169" y="2455"/>
                </a:lnTo>
                <a:lnTo>
                  <a:pt x="4967537" y="0"/>
                </a:lnTo>
                <a:close/>
              </a:path>
            </a:pathLst>
          </a:custGeom>
          <a:solidFill>
            <a:srgbClr val="2669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044343" y="14491541"/>
            <a:ext cx="1096645" cy="1069340"/>
          </a:xfrm>
          <a:custGeom>
            <a:avLst/>
            <a:gdLst/>
            <a:ahLst/>
            <a:cxnLst/>
            <a:rect l="l" t="t" r="r" b="b"/>
            <a:pathLst>
              <a:path w="1096645" h="1069340">
                <a:moveTo>
                  <a:pt x="525719" y="0"/>
                </a:moveTo>
                <a:lnTo>
                  <a:pt x="519572" y="1197"/>
                </a:lnTo>
                <a:lnTo>
                  <a:pt x="514371" y="1576"/>
                </a:lnTo>
                <a:lnTo>
                  <a:pt x="512141" y="6627"/>
                </a:lnTo>
                <a:lnTo>
                  <a:pt x="504111" y="53893"/>
                </a:lnTo>
                <a:lnTo>
                  <a:pt x="501413" y="108901"/>
                </a:lnTo>
                <a:lnTo>
                  <a:pt x="498557" y="163874"/>
                </a:lnTo>
                <a:lnTo>
                  <a:pt x="494612" y="218768"/>
                </a:lnTo>
                <a:lnTo>
                  <a:pt x="488642" y="273541"/>
                </a:lnTo>
                <a:lnTo>
                  <a:pt x="486145" y="300184"/>
                </a:lnTo>
                <a:lnTo>
                  <a:pt x="480108" y="353583"/>
                </a:lnTo>
                <a:lnTo>
                  <a:pt x="477350" y="380248"/>
                </a:lnTo>
                <a:lnTo>
                  <a:pt x="456059" y="359896"/>
                </a:lnTo>
                <a:lnTo>
                  <a:pt x="410744" y="316839"/>
                </a:lnTo>
                <a:lnTo>
                  <a:pt x="374952" y="278466"/>
                </a:lnTo>
                <a:lnTo>
                  <a:pt x="345118" y="245110"/>
                </a:lnTo>
                <a:lnTo>
                  <a:pt x="330066" y="228552"/>
                </a:lnTo>
                <a:lnTo>
                  <a:pt x="324566" y="222855"/>
                </a:lnTo>
                <a:lnTo>
                  <a:pt x="319861" y="215510"/>
                </a:lnTo>
                <a:lnTo>
                  <a:pt x="312210" y="212603"/>
                </a:lnTo>
                <a:lnTo>
                  <a:pt x="303250" y="214906"/>
                </a:lnTo>
                <a:lnTo>
                  <a:pt x="301480" y="222195"/>
                </a:lnTo>
                <a:lnTo>
                  <a:pt x="303833" y="231526"/>
                </a:lnTo>
                <a:lnTo>
                  <a:pt x="307245" y="239955"/>
                </a:lnTo>
                <a:lnTo>
                  <a:pt x="327095" y="279338"/>
                </a:lnTo>
                <a:lnTo>
                  <a:pt x="348193" y="318098"/>
                </a:lnTo>
                <a:lnTo>
                  <a:pt x="369761" y="356619"/>
                </a:lnTo>
                <a:lnTo>
                  <a:pt x="391021" y="395284"/>
                </a:lnTo>
                <a:lnTo>
                  <a:pt x="411186" y="434425"/>
                </a:lnTo>
                <a:lnTo>
                  <a:pt x="357513" y="438952"/>
                </a:lnTo>
                <a:lnTo>
                  <a:pt x="301509" y="444080"/>
                </a:lnTo>
                <a:lnTo>
                  <a:pt x="244798" y="448919"/>
                </a:lnTo>
                <a:lnTo>
                  <a:pt x="147253" y="455324"/>
                </a:lnTo>
                <a:lnTo>
                  <a:pt x="105488" y="457920"/>
                </a:lnTo>
                <a:lnTo>
                  <a:pt x="63781" y="461158"/>
                </a:lnTo>
                <a:lnTo>
                  <a:pt x="22206" y="465829"/>
                </a:lnTo>
                <a:lnTo>
                  <a:pt x="14767" y="467381"/>
                </a:lnTo>
                <a:lnTo>
                  <a:pt x="3924" y="466104"/>
                </a:lnTo>
                <a:lnTo>
                  <a:pt x="0" y="473906"/>
                </a:lnTo>
                <a:lnTo>
                  <a:pt x="113" y="481012"/>
                </a:lnTo>
                <a:lnTo>
                  <a:pt x="5077" y="484888"/>
                </a:lnTo>
                <a:lnTo>
                  <a:pt x="12374" y="486549"/>
                </a:lnTo>
                <a:lnTo>
                  <a:pt x="19488" y="487011"/>
                </a:lnTo>
                <a:lnTo>
                  <a:pt x="32579" y="488260"/>
                </a:lnTo>
                <a:lnTo>
                  <a:pt x="42970" y="489540"/>
                </a:lnTo>
                <a:lnTo>
                  <a:pt x="69165" y="493063"/>
                </a:lnTo>
                <a:lnTo>
                  <a:pt x="116631" y="499215"/>
                </a:lnTo>
                <a:lnTo>
                  <a:pt x="164081" y="505756"/>
                </a:lnTo>
                <a:lnTo>
                  <a:pt x="354365" y="533359"/>
                </a:lnTo>
                <a:lnTo>
                  <a:pt x="402219" y="540006"/>
                </a:lnTo>
                <a:lnTo>
                  <a:pt x="404740" y="540148"/>
                </a:lnTo>
                <a:lnTo>
                  <a:pt x="409886" y="541038"/>
                </a:lnTo>
                <a:lnTo>
                  <a:pt x="388845" y="583409"/>
                </a:lnTo>
                <a:lnTo>
                  <a:pt x="367432" y="625606"/>
                </a:lnTo>
                <a:lnTo>
                  <a:pt x="346211" y="667893"/>
                </a:lnTo>
                <a:lnTo>
                  <a:pt x="325745" y="710531"/>
                </a:lnTo>
                <a:lnTo>
                  <a:pt x="306599" y="753783"/>
                </a:lnTo>
                <a:lnTo>
                  <a:pt x="302076" y="765359"/>
                </a:lnTo>
                <a:lnTo>
                  <a:pt x="300373" y="768409"/>
                </a:lnTo>
                <a:lnTo>
                  <a:pt x="298104" y="772026"/>
                </a:lnTo>
                <a:lnTo>
                  <a:pt x="298214" y="777164"/>
                </a:lnTo>
                <a:lnTo>
                  <a:pt x="306213" y="785139"/>
                </a:lnTo>
                <a:lnTo>
                  <a:pt x="313132" y="782263"/>
                </a:lnTo>
                <a:lnTo>
                  <a:pt x="316733" y="777393"/>
                </a:lnTo>
                <a:lnTo>
                  <a:pt x="324540" y="768374"/>
                </a:lnTo>
                <a:lnTo>
                  <a:pt x="331945" y="759030"/>
                </a:lnTo>
                <a:lnTo>
                  <a:pt x="362774" y="717966"/>
                </a:lnTo>
                <a:lnTo>
                  <a:pt x="380136" y="695918"/>
                </a:lnTo>
                <a:lnTo>
                  <a:pt x="417223" y="649731"/>
                </a:lnTo>
                <a:lnTo>
                  <a:pt x="432721" y="630928"/>
                </a:lnTo>
                <a:lnTo>
                  <a:pt x="463989" y="592366"/>
                </a:lnTo>
                <a:lnTo>
                  <a:pt x="478374" y="575034"/>
                </a:lnTo>
                <a:lnTo>
                  <a:pt x="483009" y="623886"/>
                </a:lnTo>
                <a:lnTo>
                  <a:pt x="487257" y="673396"/>
                </a:lnTo>
                <a:lnTo>
                  <a:pt x="495441" y="773387"/>
                </a:lnTo>
                <a:lnTo>
                  <a:pt x="499800" y="823367"/>
                </a:lnTo>
                <a:lnTo>
                  <a:pt x="504619" y="873003"/>
                </a:lnTo>
                <a:lnTo>
                  <a:pt x="510110" y="922045"/>
                </a:lnTo>
                <a:lnTo>
                  <a:pt x="516485" y="970242"/>
                </a:lnTo>
                <a:lnTo>
                  <a:pt x="523955" y="1017345"/>
                </a:lnTo>
                <a:lnTo>
                  <a:pt x="532732" y="1063101"/>
                </a:lnTo>
                <a:lnTo>
                  <a:pt x="543883" y="1068980"/>
                </a:lnTo>
                <a:lnTo>
                  <a:pt x="550707" y="1059114"/>
                </a:lnTo>
                <a:lnTo>
                  <a:pt x="549935" y="1052447"/>
                </a:lnTo>
                <a:lnTo>
                  <a:pt x="550195" y="1046742"/>
                </a:lnTo>
                <a:lnTo>
                  <a:pt x="551239" y="1004416"/>
                </a:lnTo>
                <a:lnTo>
                  <a:pt x="554529" y="962202"/>
                </a:lnTo>
                <a:lnTo>
                  <a:pt x="560861" y="910355"/>
                </a:lnTo>
                <a:lnTo>
                  <a:pt x="573050" y="805731"/>
                </a:lnTo>
                <a:lnTo>
                  <a:pt x="579877" y="752935"/>
                </a:lnTo>
                <a:lnTo>
                  <a:pt x="587839" y="699805"/>
                </a:lnTo>
                <a:lnTo>
                  <a:pt x="597421" y="646331"/>
                </a:lnTo>
                <a:lnTo>
                  <a:pt x="609928" y="588888"/>
                </a:lnTo>
                <a:lnTo>
                  <a:pt x="612954" y="577627"/>
                </a:lnTo>
                <a:lnTo>
                  <a:pt x="646102" y="617599"/>
                </a:lnTo>
                <a:lnTo>
                  <a:pt x="681409" y="658131"/>
                </a:lnTo>
                <a:lnTo>
                  <a:pt x="751563" y="736634"/>
                </a:lnTo>
                <a:lnTo>
                  <a:pt x="782940" y="772483"/>
                </a:lnTo>
                <a:lnTo>
                  <a:pt x="788389" y="779481"/>
                </a:lnTo>
                <a:lnTo>
                  <a:pt x="794067" y="787753"/>
                </a:lnTo>
                <a:lnTo>
                  <a:pt x="800655" y="793292"/>
                </a:lnTo>
                <a:lnTo>
                  <a:pt x="808835" y="792089"/>
                </a:lnTo>
                <a:lnTo>
                  <a:pt x="811982" y="784573"/>
                </a:lnTo>
                <a:lnTo>
                  <a:pt x="808648" y="775739"/>
                </a:lnTo>
                <a:lnTo>
                  <a:pt x="802669" y="766853"/>
                </a:lnTo>
                <a:lnTo>
                  <a:pt x="797881" y="759181"/>
                </a:lnTo>
                <a:lnTo>
                  <a:pt x="780517" y="726362"/>
                </a:lnTo>
                <a:lnTo>
                  <a:pt x="763446" y="693379"/>
                </a:lnTo>
                <a:lnTo>
                  <a:pt x="746048" y="660570"/>
                </a:lnTo>
                <a:lnTo>
                  <a:pt x="727699" y="628273"/>
                </a:lnTo>
                <a:lnTo>
                  <a:pt x="702527" y="581213"/>
                </a:lnTo>
                <a:lnTo>
                  <a:pt x="690641" y="557977"/>
                </a:lnTo>
                <a:lnTo>
                  <a:pt x="681048" y="537185"/>
                </a:lnTo>
                <a:lnTo>
                  <a:pt x="725626" y="531968"/>
                </a:lnTo>
                <a:lnTo>
                  <a:pt x="771472" y="527781"/>
                </a:lnTo>
                <a:lnTo>
                  <a:pt x="818087" y="524313"/>
                </a:lnTo>
                <a:lnTo>
                  <a:pt x="911626" y="518296"/>
                </a:lnTo>
                <a:lnTo>
                  <a:pt x="991566" y="512193"/>
                </a:lnTo>
                <a:lnTo>
                  <a:pt x="1029338" y="509059"/>
                </a:lnTo>
                <a:lnTo>
                  <a:pt x="1090465" y="503282"/>
                </a:lnTo>
                <a:lnTo>
                  <a:pt x="1094615" y="502551"/>
                </a:lnTo>
                <a:lnTo>
                  <a:pt x="1096124" y="498299"/>
                </a:lnTo>
                <a:lnTo>
                  <a:pt x="1090759" y="493113"/>
                </a:lnTo>
                <a:lnTo>
                  <a:pt x="1047199" y="482338"/>
                </a:lnTo>
                <a:lnTo>
                  <a:pt x="954447" y="474083"/>
                </a:lnTo>
                <a:lnTo>
                  <a:pt x="899518" y="467650"/>
                </a:lnTo>
                <a:lnTo>
                  <a:pt x="844641" y="460680"/>
                </a:lnTo>
                <a:lnTo>
                  <a:pt x="789694" y="454394"/>
                </a:lnTo>
                <a:lnTo>
                  <a:pt x="757865" y="451349"/>
                </a:lnTo>
                <a:lnTo>
                  <a:pt x="664389" y="443204"/>
                </a:lnTo>
                <a:lnTo>
                  <a:pt x="663262" y="442763"/>
                </a:lnTo>
                <a:lnTo>
                  <a:pt x="689679" y="391446"/>
                </a:lnTo>
                <a:lnTo>
                  <a:pt x="703153" y="369381"/>
                </a:lnTo>
                <a:lnTo>
                  <a:pt x="716257" y="347096"/>
                </a:lnTo>
                <a:lnTo>
                  <a:pt x="738794" y="308039"/>
                </a:lnTo>
                <a:lnTo>
                  <a:pt x="761824" y="269175"/>
                </a:lnTo>
                <a:lnTo>
                  <a:pt x="784433" y="230111"/>
                </a:lnTo>
                <a:lnTo>
                  <a:pt x="805707" y="190451"/>
                </a:lnTo>
                <a:lnTo>
                  <a:pt x="807677" y="187835"/>
                </a:lnTo>
                <a:lnTo>
                  <a:pt x="807464" y="188071"/>
                </a:lnTo>
                <a:lnTo>
                  <a:pt x="806904" y="188189"/>
                </a:lnTo>
                <a:lnTo>
                  <a:pt x="809048" y="184147"/>
                </a:lnTo>
                <a:lnTo>
                  <a:pt x="810230" y="178126"/>
                </a:lnTo>
                <a:lnTo>
                  <a:pt x="803839" y="172728"/>
                </a:lnTo>
                <a:lnTo>
                  <a:pt x="798039" y="174470"/>
                </a:lnTo>
                <a:lnTo>
                  <a:pt x="795809" y="174044"/>
                </a:lnTo>
                <a:lnTo>
                  <a:pt x="791144" y="180545"/>
                </a:lnTo>
                <a:lnTo>
                  <a:pt x="791680" y="180010"/>
                </a:lnTo>
                <a:lnTo>
                  <a:pt x="789804" y="182287"/>
                </a:lnTo>
                <a:lnTo>
                  <a:pt x="767700" y="205384"/>
                </a:lnTo>
                <a:lnTo>
                  <a:pt x="744107" y="227020"/>
                </a:lnTo>
                <a:lnTo>
                  <a:pt x="695650" y="268915"/>
                </a:lnTo>
                <a:lnTo>
                  <a:pt x="670146" y="291504"/>
                </a:lnTo>
                <a:lnTo>
                  <a:pt x="645387" y="314908"/>
                </a:lnTo>
                <a:lnTo>
                  <a:pt x="596413" y="362313"/>
                </a:lnTo>
                <a:lnTo>
                  <a:pt x="592875" y="366316"/>
                </a:lnTo>
                <a:lnTo>
                  <a:pt x="574881" y="268347"/>
                </a:lnTo>
                <a:lnTo>
                  <a:pt x="566927" y="220380"/>
                </a:lnTo>
                <a:lnTo>
                  <a:pt x="561031" y="173114"/>
                </a:lnTo>
                <a:lnTo>
                  <a:pt x="557057" y="143327"/>
                </a:lnTo>
                <a:lnTo>
                  <a:pt x="547340" y="84022"/>
                </a:lnTo>
                <a:lnTo>
                  <a:pt x="536448" y="32726"/>
                </a:lnTo>
                <a:lnTo>
                  <a:pt x="530416" y="11174"/>
                </a:lnTo>
                <a:lnTo>
                  <a:pt x="529541" y="5815"/>
                </a:lnTo>
                <a:lnTo>
                  <a:pt x="525719" y="0"/>
                </a:lnTo>
                <a:close/>
              </a:path>
            </a:pathLst>
          </a:custGeom>
          <a:solidFill>
            <a:srgbClr val="2669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362" y="804164"/>
            <a:ext cx="1105852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15660000">
            <a:off x="2355327" y="15018664"/>
            <a:ext cx="497016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0"/>
              </a:lnSpc>
            </a:pPr>
            <a:r>
              <a:rPr sz="3700" spc="10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I</a:t>
            </a:r>
            <a:endParaRPr sz="3700" spc="100" dirty="0">
              <a:solidFill>
                <a:srgbClr val="2669A0"/>
              </a:solidFill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73134" y="15151151"/>
            <a:ext cx="555625" cy="2006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335"/>
              </a:lnSpc>
            </a:pPr>
            <a:r>
              <a:rPr sz="3700" spc="-5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t</a:t>
            </a:r>
            <a:endParaRPr sz="37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4" name="object 4"/>
          <p:cNvSpPr txBox="1"/>
          <p:nvPr/>
        </p:nvSpPr>
        <p:spPr>
          <a:xfrm rot="16500000">
            <a:off x="2343618" y="14727369"/>
            <a:ext cx="489011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0"/>
              </a:lnSpc>
            </a:pPr>
            <a:r>
              <a:rPr sz="3700" spc="-45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’</a:t>
            </a:r>
            <a:endParaRPr sz="37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5" name="object 5"/>
          <p:cNvSpPr txBox="1"/>
          <p:nvPr/>
        </p:nvSpPr>
        <p:spPr>
          <a:xfrm rot="16980000">
            <a:off x="2360671" y="14609492"/>
            <a:ext cx="514869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0"/>
              </a:lnSpc>
            </a:pPr>
            <a:r>
              <a:rPr sz="3700" spc="1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s</a:t>
            </a:r>
            <a:endParaRPr sz="3700" spc="10" dirty="0">
              <a:solidFill>
                <a:srgbClr val="2669A0"/>
              </a:solidFill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6" name="object 6"/>
          <p:cNvSpPr txBox="1"/>
          <p:nvPr/>
        </p:nvSpPr>
        <p:spPr>
          <a:xfrm rot="18240000">
            <a:off x="2490390" y="14197446"/>
            <a:ext cx="607421" cy="474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5"/>
              </a:lnSpc>
            </a:pPr>
            <a:r>
              <a:rPr sz="3700" spc="26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M</a:t>
            </a:r>
            <a:endParaRPr sz="37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7" name="object 7"/>
          <p:cNvSpPr txBox="1"/>
          <p:nvPr/>
        </p:nvSpPr>
        <p:spPr>
          <a:xfrm rot="19140000">
            <a:off x="2735620" y="13957646"/>
            <a:ext cx="530485" cy="474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5"/>
              </a:lnSpc>
            </a:pPr>
            <a:r>
              <a:rPr sz="3700" spc="-5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y</a:t>
            </a:r>
            <a:endParaRPr sz="3700" spc="-50" dirty="0">
              <a:solidFill>
                <a:srgbClr val="2669A0"/>
              </a:solidFill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8" name="object 8"/>
          <p:cNvSpPr txBox="1"/>
          <p:nvPr/>
        </p:nvSpPr>
        <p:spPr>
          <a:xfrm rot="20280000">
            <a:off x="3076638" y="13732109"/>
            <a:ext cx="560368" cy="474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5"/>
              </a:lnSpc>
            </a:pPr>
            <a:r>
              <a:rPr sz="3700" spc="-5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D</a:t>
            </a:r>
            <a:endParaRPr sz="37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9" name="object 9"/>
          <p:cNvSpPr txBox="1"/>
          <p:nvPr/>
        </p:nvSpPr>
        <p:spPr>
          <a:xfrm rot="21060000">
            <a:off x="3360566" y="13653697"/>
            <a:ext cx="535456" cy="474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5"/>
              </a:lnSpc>
            </a:pPr>
            <a:r>
              <a:rPr sz="3700" spc="-5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a</a:t>
            </a:r>
            <a:endParaRPr sz="37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 rot="60000">
            <a:off x="3612378" y="13637973"/>
            <a:ext cx="530198" cy="471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75"/>
              </a:lnSpc>
            </a:pPr>
            <a:r>
              <a:rPr sz="3700" spc="-5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y</a:t>
            </a:r>
            <a:endParaRPr sz="37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ctrTitle"/>
          </p:nvPr>
        </p:nvSpPr>
        <p:spPr>
          <a:xfrm>
            <a:off x="10110282" y="201992"/>
            <a:ext cx="1542415" cy="2201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1900" spc="-7147" baseline="900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8</a:t>
            </a:r>
            <a:r>
              <a:rPr sz="5600" spc="-5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Apr</a:t>
            </a:r>
            <a:endParaRPr sz="56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5500" y="8381462"/>
            <a:ext cx="508000" cy="33413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965"/>
              </a:lnSpc>
            </a:pPr>
            <a:r>
              <a:rPr sz="3400" spc="-12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Let’s</a:t>
            </a:r>
            <a:r>
              <a:rPr sz="3400" spc="-12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400" spc="-10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Celebrate</a:t>
            </a:r>
            <a:r>
              <a:rPr sz="3400" spc="-114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400" spc="-5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It!</a:t>
            </a:r>
            <a:endParaRPr sz="34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54204" y="4592576"/>
            <a:ext cx="508000" cy="367157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3965"/>
              </a:lnSpc>
            </a:pPr>
            <a:r>
              <a:rPr sz="3400" spc="-5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It’s</a:t>
            </a:r>
            <a:r>
              <a:rPr sz="3400" spc="-14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40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a</a:t>
            </a:r>
            <a:r>
              <a:rPr sz="3400" spc="-11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400" spc="-7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Blast!</a:t>
            </a:r>
            <a:r>
              <a:rPr sz="3400" spc="-11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400" spc="-170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Join</a:t>
            </a:r>
            <a:r>
              <a:rPr sz="3400" spc="-8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400" spc="-3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Us!</a:t>
            </a:r>
            <a:endParaRPr sz="3400">
              <a:latin typeface="Italiana" panose="02000503000000000000" charset="0"/>
              <a:cs typeface="Italiana" panose="02000503000000000000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6779" y="13023584"/>
            <a:ext cx="8848090" cy="5704205"/>
          </a:xfrm>
          <a:prstGeom prst="rect">
            <a:avLst/>
          </a:prstGeom>
        </p:spPr>
        <p:txBody>
          <a:bodyPr vert="horz" wrap="square" lIns="0" tIns="730250" rIns="0" bIns="0" rtlCol="0">
            <a:spAutoFit/>
          </a:bodyPr>
          <a:lstStyle/>
          <a:p>
            <a:pPr marL="12700" marR="5080" indent="2516505">
              <a:lnSpc>
                <a:spcPct val="75000"/>
              </a:lnSpc>
              <a:spcBef>
                <a:spcPts val="5750"/>
              </a:spcBef>
            </a:pPr>
            <a:r>
              <a:rPr sz="18700" spc="-53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Happy </a:t>
            </a:r>
            <a:r>
              <a:rPr sz="18700" spc="-275" dirty="0">
                <a:solidFill>
                  <a:srgbClr val="2669A0"/>
                </a:solidFill>
                <a:latin typeface="Italiana" panose="02000503000000000000" charset="0"/>
                <a:cs typeface="Italiana" panose="02000503000000000000" charset="0"/>
              </a:rPr>
              <a:t>Birthday</a:t>
            </a:r>
            <a:endParaRPr sz="18700">
              <a:latin typeface="Italiana" panose="02000503000000000000" charset="0"/>
              <a:cs typeface="Italiana" panose="02000503000000000000" charset="0"/>
            </a:endParaRPr>
          </a:p>
          <a:p>
            <a:pPr marL="1590040">
              <a:lnSpc>
                <a:spcPct val="100000"/>
              </a:lnSpc>
              <a:spcBef>
                <a:spcPts val="1225"/>
              </a:spcBef>
            </a:pPr>
            <a:r>
              <a:rPr sz="3250" spc="-409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11</a:t>
            </a:r>
            <a:r>
              <a:rPr sz="3250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 am</a:t>
            </a:r>
            <a:r>
              <a:rPr sz="3250" spc="-235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250" spc="-785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|</a:t>
            </a:r>
            <a:r>
              <a:rPr sz="3250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250" spc="-70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The</a:t>
            </a:r>
            <a:r>
              <a:rPr sz="3250" spc="-80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250" spc="-60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Breeze</a:t>
            </a:r>
            <a:r>
              <a:rPr sz="3250" spc="-75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 </a:t>
            </a:r>
            <a:r>
              <a:rPr sz="3250" spc="-10" dirty="0">
                <a:solidFill>
                  <a:srgbClr val="FEFCF2"/>
                </a:solidFill>
                <a:latin typeface="Italiana" panose="02000503000000000000" charset="0"/>
                <a:cs typeface="Italiana" panose="02000503000000000000" charset="0"/>
              </a:rPr>
              <a:t>Venue</a:t>
            </a:r>
            <a:endParaRPr sz="3250">
              <a:latin typeface="Italiana" panose="02000503000000000000" charset="0"/>
              <a:cs typeface="Italiana" panose="02000503000000000000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45313" y="973012"/>
            <a:ext cx="7700009" cy="11793220"/>
            <a:chOff x="1445313" y="973012"/>
            <a:chExt cx="7700009" cy="11793220"/>
          </a:xfrm>
        </p:grpSpPr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75897" y="2003781"/>
              <a:ext cx="5948072" cy="107409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61868" y="2003778"/>
              <a:ext cx="5962650" cy="10741025"/>
            </a:xfrm>
            <a:custGeom>
              <a:avLst/>
              <a:gdLst/>
              <a:ahLst/>
              <a:cxnLst/>
              <a:rect l="l" t="t" r="r" b="b"/>
              <a:pathLst>
                <a:path w="5962650" h="10741025">
                  <a:moveTo>
                    <a:pt x="5962104" y="10740987"/>
                  </a:moveTo>
                  <a:lnTo>
                    <a:pt x="0" y="10740987"/>
                  </a:lnTo>
                  <a:lnTo>
                    <a:pt x="0" y="2981052"/>
                  </a:lnTo>
                  <a:lnTo>
                    <a:pt x="383" y="2932719"/>
                  </a:lnTo>
                  <a:lnTo>
                    <a:pt x="1531" y="2884573"/>
                  </a:lnTo>
                  <a:lnTo>
                    <a:pt x="3437" y="2836617"/>
                  </a:lnTo>
                  <a:lnTo>
                    <a:pt x="6095" y="2788859"/>
                  </a:lnTo>
                  <a:lnTo>
                    <a:pt x="9500" y="2741304"/>
                  </a:lnTo>
                  <a:lnTo>
                    <a:pt x="13646" y="2693957"/>
                  </a:lnTo>
                  <a:lnTo>
                    <a:pt x="18527" y="2646825"/>
                  </a:lnTo>
                  <a:lnTo>
                    <a:pt x="24136" y="2599913"/>
                  </a:lnTo>
                  <a:lnTo>
                    <a:pt x="30470" y="2553227"/>
                  </a:lnTo>
                  <a:lnTo>
                    <a:pt x="37521" y="2506773"/>
                  </a:lnTo>
                  <a:lnTo>
                    <a:pt x="45284" y="2460556"/>
                  </a:lnTo>
                  <a:lnTo>
                    <a:pt x="53752" y="2414583"/>
                  </a:lnTo>
                  <a:lnTo>
                    <a:pt x="62922" y="2368859"/>
                  </a:lnTo>
                  <a:lnTo>
                    <a:pt x="72785" y="2323390"/>
                  </a:lnTo>
                  <a:lnTo>
                    <a:pt x="83338" y="2278182"/>
                  </a:lnTo>
                  <a:lnTo>
                    <a:pt x="94573" y="2233240"/>
                  </a:lnTo>
                  <a:lnTo>
                    <a:pt x="106486" y="2188571"/>
                  </a:lnTo>
                  <a:lnTo>
                    <a:pt x="119070" y="2144180"/>
                  </a:lnTo>
                  <a:lnTo>
                    <a:pt x="132319" y="2100072"/>
                  </a:lnTo>
                  <a:lnTo>
                    <a:pt x="146229" y="2056254"/>
                  </a:lnTo>
                  <a:lnTo>
                    <a:pt x="160792" y="2012732"/>
                  </a:lnTo>
                  <a:lnTo>
                    <a:pt x="176004" y="1969511"/>
                  </a:lnTo>
                  <a:lnTo>
                    <a:pt x="191858" y="1926597"/>
                  </a:lnTo>
                  <a:lnTo>
                    <a:pt x="208348" y="1883996"/>
                  </a:lnTo>
                  <a:lnTo>
                    <a:pt x="225470" y="1841713"/>
                  </a:lnTo>
                  <a:lnTo>
                    <a:pt x="243217" y="1799755"/>
                  </a:lnTo>
                  <a:lnTo>
                    <a:pt x="261583" y="1758126"/>
                  </a:lnTo>
                  <a:lnTo>
                    <a:pt x="280563" y="1716834"/>
                  </a:lnTo>
                  <a:lnTo>
                    <a:pt x="300150" y="1675883"/>
                  </a:lnTo>
                  <a:lnTo>
                    <a:pt x="320339" y="1635280"/>
                  </a:lnTo>
                  <a:lnTo>
                    <a:pt x="341125" y="1595031"/>
                  </a:lnTo>
                  <a:lnTo>
                    <a:pt x="362501" y="1555140"/>
                  </a:lnTo>
                  <a:lnTo>
                    <a:pt x="384462" y="1515614"/>
                  </a:lnTo>
                  <a:lnTo>
                    <a:pt x="407001" y="1476459"/>
                  </a:lnTo>
                  <a:lnTo>
                    <a:pt x="430114" y="1437680"/>
                  </a:lnTo>
                  <a:lnTo>
                    <a:pt x="453793" y="1399283"/>
                  </a:lnTo>
                  <a:lnTo>
                    <a:pt x="478035" y="1361275"/>
                  </a:lnTo>
                  <a:lnTo>
                    <a:pt x="502832" y="1323660"/>
                  </a:lnTo>
                  <a:lnTo>
                    <a:pt x="528179" y="1286444"/>
                  </a:lnTo>
                  <a:lnTo>
                    <a:pt x="554070" y="1249634"/>
                  </a:lnTo>
                  <a:lnTo>
                    <a:pt x="580499" y="1213236"/>
                  </a:lnTo>
                  <a:lnTo>
                    <a:pt x="607461" y="1177254"/>
                  </a:lnTo>
                  <a:lnTo>
                    <a:pt x="634950" y="1141694"/>
                  </a:lnTo>
                  <a:lnTo>
                    <a:pt x="662960" y="1106563"/>
                  </a:lnTo>
                  <a:lnTo>
                    <a:pt x="691485" y="1071867"/>
                  </a:lnTo>
                  <a:lnTo>
                    <a:pt x="720519" y="1037610"/>
                  </a:lnTo>
                  <a:lnTo>
                    <a:pt x="750057" y="1003800"/>
                  </a:lnTo>
                  <a:lnTo>
                    <a:pt x="780093" y="970440"/>
                  </a:lnTo>
                  <a:lnTo>
                    <a:pt x="810621" y="937539"/>
                  </a:lnTo>
                  <a:lnTo>
                    <a:pt x="841636" y="905100"/>
                  </a:lnTo>
                  <a:lnTo>
                    <a:pt x="873130" y="873130"/>
                  </a:lnTo>
                  <a:lnTo>
                    <a:pt x="905100" y="841636"/>
                  </a:lnTo>
                  <a:lnTo>
                    <a:pt x="937539" y="810621"/>
                  </a:lnTo>
                  <a:lnTo>
                    <a:pt x="970440" y="780093"/>
                  </a:lnTo>
                  <a:lnTo>
                    <a:pt x="1003800" y="750057"/>
                  </a:lnTo>
                  <a:lnTo>
                    <a:pt x="1037610" y="720519"/>
                  </a:lnTo>
                  <a:lnTo>
                    <a:pt x="1071867" y="691485"/>
                  </a:lnTo>
                  <a:lnTo>
                    <a:pt x="1106563" y="662960"/>
                  </a:lnTo>
                  <a:lnTo>
                    <a:pt x="1141694" y="634950"/>
                  </a:lnTo>
                  <a:lnTo>
                    <a:pt x="1177254" y="607461"/>
                  </a:lnTo>
                  <a:lnTo>
                    <a:pt x="1213236" y="580499"/>
                  </a:lnTo>
                  <a:lnTo>
                    <a:pt x="1249634" y="554070"/>
                  </a:lnTo>
                  <a:lnTo>
                    <a:pt x="1286444" y="528179"/>
                  </a:lnTo>
                  <a:lnTo>
                    <a:pt x="1323660" y="502832"/>
                  </a:lnTo>
                  <a:lnTo>
                    <a:pt x="1361275" y="478035"/>
                  </a:lnTo>
                  <a:lnTo>
                    <a:pt x="1399283" y="453793"/>
                  </a:lnTo>
                  <a:lnTo>
                    <a:pt x="1437680" y="430114"/>
                  </a:lnTo>
                  <a:lnTo>
                    <a:pt x="1476459" y="407001"/>
                  </a:lnTo>
                  <a:lnTo>
                    <a:pt x="1515614" y="384462"/>
                  </a:lnTo>
                  <a:lnTo>
                    <a:pt x="1555140" y="362501"/>
                  </a:lnTo>
                  <a:lnTo>
                    <a:pt x="1595031" y="341125"/>
                  </a:lnTo>
                  <a:lnTo>
                    <a:pt x="1635280" y="320339"/>
                  </a:lnTo>
                  <a:lnTo>
                    <a:pt x="1675883" y="300150"/>
                  </a:lnTo>
                  <a:lnTo>
                    <a:pt x="1716834" y="280563"/>
                  </a:lnTo>
                  <a:lnTo>
                    <a:pt x="1758126" y="261583"/>
                  </a:lnTo>
                  <a:lnTo>
                    <a:pt x="1799755" y="243217"/>
                  </a:lnTo>
                  <a:lnTo>
                    <a:pt x="1841713" y="225470"/>
                  </a:lnTo>
                  <a:lnTo>
                    <a:pt x="1883996" y="208348"/>
                  </a:lnTo>
                  <a:lnTo>
                    <a:pt x="1926597" y="191858"/>
                  </a:lnTo>
                  <a:lnTo>
                    <a:pt x="1969511" y="176004"/>
                  </a:lnTo>
                  <a:lnTo>
                    <a:pt x="2012732" y="160792"/>
                  </a:lnTo>
                  <a:lnTo>
                    <a:pt x="2056254" y="146229"/>
                  </a:lnTo>
                  <a:lnTo>
                    <a:pt x="2100072" y="132319"/>
                  </a:lnTo>
                  <a:lnTo>
                    <a:pt x="2144180" y="119070"/>
                  </a:lnTo>
                  <a:lnTo>
                    <a:pt x="2188571" y="106486"/>
                  </a:lnTo>
                  <a:lnTo>
                    <a:pt x="2233240" y="94573"/>
                  </a:lnTo>
                  <a:lnTo>
                    <a:pt x="2278182" y="83338"/>
                  </a:lnTo>
                  <a:lnTo>
                    <a:pt x="2323390" y="72785"/>
                  </a:lnTo>
                  <a:lnTo>
                    <a:pt x="2368859" y="62922"/>
                  </a:lnTo>
                  <a:lnTo>
                    <a:pt x="2414583" y="53752"/>
                  </a:lnTo>
                  <a:lnTo>
                    <a:pt x="2460556" y="45284"/>
                  </a:lnTo>
                  <a:lnTo>
                    <a:pt x="2506773" y="37521"/>
                  </a:lnTo>
                  <a:lnTo>
                    <a:pt x="2553227" y="30470"/>
                  </a:lnTo>
                  <a:lnTo>
                    <a:pt x="2599913" y="24136"/>
                  </a:lnTo>
                  <a:lnTo>
                    <a:pt x="2646825" y="18527"/>
                  </a:lnTo>
                  <a:lnTo>
                    <a:pt x="2693957" y="13646"/>
                  </a:lnTo>
                  <a:lnTo>
                    <a:pt x="2741304" y="9500"/>
                  </a:lnTo>
                  <a:lnTo>
                    <a:pt x="2788859" y="6095"/>
                  </a:lnTo>
                  <a:lnTo>
                    <a:pt x="2836617" y="3437"/>
                  </a:lnTo>
                  <a:lnTo>
                    <a:pt x="2884573" y="1531"/>
                  </a:lnTo>
                  <a:lnTo>
                    <a:pt x="2932719" y="383"/>
                  </a:lnTo>
                  <a:lnTo>
                    <a:pt x="2981052" y="0"/>
                  </a:lnTo>
                  <a:lnTo>
                    <a:pt x="3029392" y="383"/>
                  </a:lnTo>
                  <a:lnTo>
                    <a:pt x="3077539" y="1531"/>
                  </a:lnTo>
                  <a:lnTo>
                    <a:pt x="3125494" y="3437"/>
                  </a:lnTo>
                  <a:lnTo>
                    <a:pt x="3173252" y="6095"/>
                  </a:lnTo>
                  <a:lnTo>
                    <a:pt x="3220808" y="9500"/>
                  </a:lnTo>
                  <a:lnTo>
                    <a:pt x="3268154" y="13646"/>
                  </a:lnTo>
                  <a:lnTo>
                    <a:pt x="3315286" y="18527"/>
                  </a:lnTo>
                  <a:lnTo>
                    <a:pt x="3362198" y="24136"/>
                  </a:lnTo>
                  <a:lnTo>
                    <a:pt x="3408884" y="30470"/>
                  </a:lnTo>
                  <a:lnTo>
                    <a:pt x="3455338" y="37521"/>
                  </a:lnTo>
                  <a:lnTo>
                    <a:pt x="3501555" y="45284"/>
                  </a:lnTo>
                  <a:lnTo>
                    <a:pt x="3547528" y="53752"/>
                  </a:lnTo>
                  <a:lnTo>
                    <a:pt x="3593252" y="62922"/>
                  </a:lnTo>
                  <a:lnTo>
                    <a:pt x="3638721" y="72785"/>
                  </a:lnTo>
                  <a:lnTo>
                    <a:pt x="3683929" y="83338"/>
                  </a:lnTo>
                  <a:lnTo>
                    <a:pt x="3728870" y="94573"/>
                  </a:lnTo>
                  <a:lnTo>
                    <a:pt x="3773540" y="106486"/>
                  </a:lnTo>
                  <a:lnTo>
                    <a:pt x="3817931" y="119070"/>
                  </a:lnTo>
                  <a:lnTo>
                    <a:pt x="3862038" y="132319"/>
                  </a:lnTo>
                  <a:lnTo>
                    <a:pt x="3905856" y="146229"/>
                  </a:lnTo>
                  <a:lnTo>
                    <a:pt x="3949378" y="160792"/>
                  </a:lnTo>
                  <a:lnTo>
                    <a:pt x="3992599" y="176004"/>
                  </a:lnTo>
                  <a:lnTo>
                    <a:pt x="4035513" y="191858"/>
                  </a:lnTo>
                  <a:lnTo>
                    <a:pt x="4078115" y="208348"/>
                  </a:lnTo>
                  <a:lnTo>
                    <a:pt x="4120397" y="225470"/>
                  </a:lnTo>
                  <a:lnTo>
                    <a:pt x="4162355" y="243217"/>
                  </a:lnTo>
                  <a:lnTo>
                    <a:pt x="4203984" y="261583"/>
                  </a:lnTo>
                  <a:lnTo>
                    <a:pt x="4245276" y="280563"/>
                  </a:lnTo>
                  <a:lnTo>
                    <a:pt x="4286226" y="300150"/>
                  </a:lnTo>
                  <a:lnTo>
                    <a:pt x="4326829" y="320339"/>
                  </a:lnTo>
                  <a:lnTo>
                    <a:pt x="4367079" y="341125"/>
                  </a:lnTo>
                  <a:lnTo>
                    <a:pt x="4406969" y="362501"/>
                  </a:lnTo>
                  <a:lnTo>
                    <a:pt x="4446495" y="384462"/>
                  </a:lnTo>
                  <a:lnTo>
                    <a:pt x="4485650" y="407001"/>
                  </a:lnTo>
                  <a:lnTo>
                    <a:pt x="4524429" y="430114"/>
                  </a:lnTo>
                  <a:lnTo>
                    <a:pt x="4562826" y="453793"/>
                  </a:lnTo>
                  <a:lnTo>
                    <a:pt x="4600834" y="478035"/>
                  </a:lnTo>
                  <a:lnTo>
                    <a:pt x="4638449" y="502832"/>
                  </a:lnTo>
                  <a:lnTo>
                    <a:pt x="4675664" y="528179"/>
                  </a:lnTo>
                  <a:lnTo>
                    <a:pt x="4712474" y="554070"/>
                  </a:lnTo>
                  <a:lnTo>
                    <a:pt x="4748873" y="580499"/>
                  </a:lnTo>
                  <a:lnTo>
                    <a:pt x="4784855" y="607461"/>
                  </a:lnTo>
                  <a:lnTo>
                    <a:pt x="4820414" y="634950"/>
                  </a:lnTo>
                  <a:lnTo>
                    <a:pt x="4855545" y="662960"/>
                  </a:lnTo>
                  <a:lnTo>
                    <a:pt x="4890241" y="691485"/>
                  </a:lnTo>
                  <a:lnTo>
                    <a:pt x="4924498" y="720519"/>
                  </a:lnTo>
                  <a:lnTo>
                    <a:pt x="4958308" y="750057"/>
                  </a:lnTo>
                  <a:lnTo>
                    <a:pt x="4991667" y="780093"/>
                  </a:lnTo>
                  <a:lnTo>
                    <a:pt x="5024569" y="810621"/>
                  </a:lnTo>
                  <a:lnTo>
                    <a:pt x="5057007" y="841636"/>
                  </a:lnTo>
                  <a:lnTo>
                    <a:pt x="5088977" y="873130"/>
                  </a:lnTo>
                  <a:lnTo>
                    <a:pt x="5120472" y="905100"/>
                  </a:lnTo>
                  <a:lnTo>
                    <a:pt x="5151486" y="937539"/>
                  </a:lnTo>
                  <a:lnTo>
                    <a:pt x="5182014" y="970440"/>
                  </a:lnTo>
                  <a:lnTo>
                    <a:pt x="5212050" y="1003800"/>
                  </a:lnTo>
                  <a:lnTo>
                    <a:pt x="5241588" y="1037610"/>
                  </a:lnTo>
                  <a:lnTo>
                    <a:pt x="5270622" y="1071867"/>
                  </a:lnTo>
                  <a:lnTo>
                    <a:pt x="5299147" y="1106563"/>
                  </a:lnTo>
                  <a:lnTo>
                    <a:pt x="5327156" y="1141694"/>
                  </a:lnTo>
                  <a:lnTo>
                    <a:pt x="5354645" y="1177254"/>
                  </a:lnTo>
                  <a:lnTo>
                    <a:pt x="5381607" y="1213236"/>
                  </a:lnTo>
                  <a:lnTo>
                    <a:pt x="5408036" y="1249634"/>
                  </a:lnTo>
                  <a:lnTo>
                    <a:pt x="5433927" y="1286444"/>
                  </a:lnTo>
                  <a:lnTo>
                    <a:pt x="5459274" y="1323660"/>
                  </a:lnTo>
                  <a:lnTo>
                    <a:pt x="5484071" y="1361275"/>
                  </a:lnTo>
                  <a:lnTo>
                    <a:pt x="5508312" y="1399283"/>
                  </a:lnTo>
                  <a:lnTo>
                    <a:pt x="5531992" y="1437680"/>
                  </a:lnTo>
                  <a:lnTo>
                    <a:pt x="5555104" y="1476459"/>
                  </a:lnTo>
                  <a:lnTo>
                    <a:pt x="5577644" y="1515614"/>
                  </a:lnTo>
                  <a:lnTo>
                    <a:pt x="5599604" y="1555140"/>
                  </a:lnTo>
                  <a:lnTo>
                    <a:pt x="5620980" y="1595031"/>
                  </a:lnTo>
                  <a:lnTo>
                    <a:pt x="5641765" y="1635280"/>
                  </a:lnTo>
                  <a:lnTo>
                    <a:pt x="5661955" y="1675883"/>
                  </a:lnTo>
                  <a:lnTo>
                    <a:pt x="5681542" y="1716834"/>
                  </a:lnTo>
                  <a:lnTo>
                    <a:pt x="5700522" y="1758126"/>
                  </a:lnTo>
                  <a:lnTo>
                    <a:pt x="5718888" y="1799755"/>
                  </a:lnTo>
                  <a:lnTo>
                    <a:pt x="5736634" y="1841713"/>
                  </a:lnTo>
                  <a:lnTo>
                    <a:pt x="5753756" y="1883996"/>
                  </a:lnTo>
                  <a:lnTo>
                    <a:pt x="5770247" y="1926597"/>
                  </a:lnTo>
                  <a:lnTo>
                    <a:pt x="5786101" y="1969511"/>
                  </a:lnTo>
                  <a:lnTo>
                    <a:pt x="5801312" y="2012732"/>
                  </a:lnTo>
                  <a:lnTo>
                    <a:pt x="5815876" y="2056254"/>
                  </a:lnTo>
                  <a:lnTo>
                    <a:pt x="5829785" y="2100072"/>
                  </a:lnTo>
                  <a:lnTo>
                    <a:pt x="5843034" y="2144180"/>
                  </a:lnTo>
                  <a:lnTo>
                    <a:pt x="5855618" y="2188571"/>
                  </a:lnTo>
                  <a:lnTo>
                    <a:pt x="5867531" y="2233240"/>
                  </a:lnTo>
                  <a:lnTo>
                    <a:pt x="5878766" y="2278182"/>
                  </a:lnTo>
                  <a:lnTo>
                    <a:pt x="5889318" y="2323390"/>
                  </a:lnTo>
                  <a:lnTo>
                    <a:pt x="5899182" y="2368859"/>
                  </a:lnTo>
                  <a:lnTo>
                    <a:pt x="5908351" y="2414583"/>
                  </a:lnTo>
                  <a:lnTo>
                    <a:pt x="5916820" y="2460556"/>
                  </a:lnTo>
                  <a:lnTo>
                    <a:pt x="5924583" y="2506773"/>
                  </a:lnTo>
                  <a:lnTo>
                    <a:pt x="5931634" y="2553227"/>
                  </a:lnTo>
                  <a:lnTo>
                    <a:pt x="5937967" y="2599913"/>
                  </a:lnTo>
                  <a:lnTo>
                    <a:pt x="5943577" y="2646825"/>
                  </a:lnTo>
                  <a:lnTo>
                    <a:pt x="5948457" y="2693957"/>
                  </a:lnTo>
                  <a:lnTo>
                    <a:pt x="5952603" y="2741304"/>
                  </a:lnTo>
                  <a:lnTo>
                    <a:pt x="5956008" y="2788859"/>
                  </a:lnTo>
                  <a:lnTo>
                    <a:pt x="5958666" y="2836617"/>
                  </a:lnTo>
                  <a:lnTo>
                    <a:pt x="5960572" y="2884573"/>
                  </a:lnTo>
                  <a:lnTo>
                    <a:pt x="5961720" y="2932719"/>
                  </a:lnTo>
                  <a:lnTo>
                    <a:pt x="5962104" y="2981052"/>
                  </a:lnTo>
                  <a:lnTo>
                    <a:pt x="5962104" y="10740987"/>
                  </a:lnTo>
                  <a:close/>
                </a:path>
              </a:pathLst>
            </a:custGeom>
            <a:ln w="42664">
              <a:solidFill>
                <a:srgbClr val="2669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530297" y="4069688"/>
              <a:ext cx="1263650" cy="2700020"/>
            </a:xfrm>
            <a:custGeom>
              <a:avLst/>
              <a:gdLst/>
              <a:ahLst/>
              <a:cxnLst/>
              <a:rect l="l" t="t" r="r" b="b"/>
              <a:pathLst>
                <a:path w="1263650" h="2700020">
                  <a:moveTo>
                    <a:pt x="1263142" y="2067839"/>
                  </a:moveTo>
                  <a:lnTo>
                    <a:pt x="1017397" y="2020900"/>
                  </a:lnTo>
                  <a:lnTo>
                    <a:pt x="971524" y="2009482"/>
                  </a:lnTo>
                  <a:lnTo>
                    <a:pt x="927798" y="1993328"/>
                  </a:lnTo>
                  <a:lnTo>
                    <a:pt x="886510" y="1972703"/>
                  </a:lnTo>
                  <a:lnTo>
                    <a:pt x="847953" y="1947926"/>
                  </a:lnTo>
                  <a:lnTo>
                    <a:pt x="812393" y="1919262"/>
                  </a:lnTo>
                  <a:lnTo>
                    <a:pt x="780148" y="1887004"/>
                  </a:lnTo>
                  <a:lnTo>
                    <a:pt x="751484" y="1851456"/>
                  </a:lnTo>
                  <a:lnTo>
                    <a:pt x="726694" y="1812886"/>
                  </a:lnTo>
                  <a:lnTo>
                    <a:pt x="706081" y="1771599"/>
                  </a:lnTo>
                  <a:lnTo>
                    <a:pt x="689914" y="1727873"/>
                  </a:lnTo>
                  <a:lnTo>
                    <a:pt x="678497" y="1682000"/>
                  </a:lnTo>
                  <a:lnTo>
                    <a:pt x="631571" y="1436255"/>
                  </a:lnTo>
                  <a:lnTo>
                    <a:pt x="584631" y="1682000"/>
                  </a:lnTo>
                  <a:lnTo>
                    <a:pt x="573214" y="1727873"/>
                  </a:lnTo>
                  <a:lnTo>
                    <a:pt x="557060" y="1771599"/>
                  </a:lnTo>
                  <a:lnTo>
                    <a:pt x="536448" y="1812886"/>
                  </a:lnTo>
                  <a:lnTo>
                    <a:pt x="511657" y="1851456"/>
                  </a:lnTo>
                  <a:lnTo>
                    <a:pt x="482993" y="1887004"/>
                  </a:lnTo>
                  <a:lnTo>
                    <a:pt x="450735" y="1919262"/>
                  </a:lnTo>
                  <a:lnTo>
                    <a:pt x="415188" y="1947926"/>
                  </a:lnTo>
                  <a:lnTo>
                    <a:pt x="376618" y="1972703"/>
                  </a:lnTo>
                  <a:lnTo>
                    <a:pt x="335330" y="1993328"/>
                  </a:lnTo>
                  <a:lnTo>
                    <a:pt x="291604" y="2009482"/>
                  </a:lnTo>
                  <a:lnTo>
                    <a:pt x="245745" y="2020900"/>
                  </a:lnTo>
                  <a:lnTo>
                    <a:pt x="0" y="2067839"/>
                  </a:lnTo>
                  <a:lnTo>
                    <a:pt x="245745" y="2114766"/>
                  </a:lnTo>
                  <a:lnTo>
                    <a:pt x="291604" y="2126183"/>
                  </a:lnTo>
                  <a:lnTo>
                    <a:pt x="335330" y="2142337"/>
                  </a:lnTo>
                  <a:lnTo>
                    <a:pt x="376618" y="2162962"/>
                  </a:lnTo>
                  <a:lnTo>
                    <a:pt x="415188" y="2187740"/>
                  </a:lnTo>
                  <a:lnTo>
                    <a:pt x="450735" y="2216404"/>
                  </a:lnTo>
                  <a:lnTo>
                    <a:pt x="482993" y="2248662"/>
                  </a:lnTo>
                  <a:lnTo>
                    <a:pt x="511657" y="2284209"/>
                  </a:lnTo>
                  <a:lnTo>
                    <a:pt x="536448" y="2322779"/>
                  </a:lnTo>
                  <a:lnTo>
                    <a:pt x="557060" y="2364067"/>
                  </a:lnTo>
                  <a:lnTo>
                    <a:pt x="573214" y="2407793"/>
                  </a:lnTo>
                  <a:lnTo>
                    <a:pt x="584631" y="2453652"/>
                  </a:lnTo>
                  <a:lnTo>
                    <a:pt x="631571" y="2699397"/>
                  </a:lnTo>
                  <a:lnTo>
                    <a:pt x="678497" y="2453652"/>
                  </a:lnTo>
                  <a:lnTo>
                    <a:pt x="689914" y="2407793"/>
                  </a:lnTo>
                  <a:lnTo>
                    <a:pt x="706081" y="2364067"/>
                  </a:lnTo>
                  <a:lnTo>
                    <a:pt x="726694" y="2322779"/>
                  </a:lnTo>
                  <a:lnTo>
                    <a:pt x="751484" y="2284209"/>
                  </a:lnTo>
                  <a:lnTo>
                    <a:pt x="780148" y="2248662"/>
                  </a:lnTo>
                  <a:lnTo>
                    <a:pt x="812393" y="2216404"/>
                  </a:lnTo>
                  <a:lnTo>
                    <a:pt x="847953" y="2187740"/>
                  </a:lnTo>
                  <a:lnTo>
                    <a:pt x="886510" y="2162962"/>
                  </a:lnTo>
                  <a:lnTo>
                    <a:pt x="927798" y="2142337"/>
                  </a:lnTo>
                  <a:lnTo>
                    <a:pt x="971524" y="2126183"/>
                  </a:lnTo>
                  <a:lnTo>
                    <a:pt x="1017397" y="2114766"/>
                  </a:lnTo>
                  <a:lnTo>
                    <a:pt x="1263142" y="2067839"/>
                  </a:lnTo>
                  <a:close/>
                </a:path>
                <a:path w="1263650" h="2700020">
                  <a:moveTo>
                    <a:pt x="1263142" y="631583"/>
                  </a:moveTo>
                  <a:lnTo>
                    <a:pt x="1017397" y="584644"/>
                  </a:lnTo>
                  <a:lnTo>
                    <a:pt x="971524" y="573227"/>
                  </a:lnTo>
                  <a:lnTo>
                    <a:pt x="927798" y="557072"/>
                  </a:lnTo>
                  <a:lnTo>
                    <a:pt x="886510" y="536448"/>
                  </a:lnTo>
                  <a:lnTo>
                    <a:pt x="847953" y="511670"/>
                  </a:lnTo>
                  <a:lnTo>
                    <a:pt x="812393" y="483006"/>
                  </a:lnTo>
                  <a:lnTo>
                    <a:pt x="780148" y="450748"/>
                  </a:lnTo>
                  <a:lnTo>
                    <a:pt x="751484" y="415201"/>
                  </a:lnTo>
                  <a:lnTo>
                    <a:pt x="726694" y="376631"/>
                  </a:lnTo>
                  <a:lnTo>
                    <a:pt x="706081" y="335343"/>
                  </a:lnTo>
                  <a:lnTo>
                    <a:pt x="689914" y="291617"/>
                  </a:lnTo>
                  <a:lnTo>
                    <a:pt x="678497" y="245757"/>
                  </a:lnTo>
                  <a:lnTo>
                    <a:pt x="631571" y="0"/>
                  </a:lnTo>
                  <a:lnTo>
                    <a:pt x="584631" y="245757"/>
                  </a:lnTo>
                  <a:lnTo>
                    <a:pt x="573214" y="291617"/>
                  </a:lnTo>
                  <a:lnTo>
                    <a:pt x="557060" y="335343"/>
                  </a:lnTo>
                  <a:lnTo>
                    <a:pt x="536448" y="376631"/>
                  </a:lnTo>
                  <a:lnTo>
                    <a:pt x="511657" y="415201"/>
                  </a:lnTo>
                  <a:lnTo>
                    <a:pt x="482993" y="450748"/>
                  </a:lnTo>
                  <a:lnTo>
                    <a:pt x="450735" y="483006"/>
                  </a:lnTo>
                  <a:lnTo>
                    <a:pt x="415188" y="511670"/>
                  </a:lnTo>
                  <a:lnTo>
                    <a:pt x="376618" y="536448"/>
                  </a:lnTo>
                  <a:lnTo>
                    <a:pt x="335330" y="557072"/>
                  </a:lnTo>
                  <a:lnTo>
                    <a:pt x="291604" y="573227"/>
                  </a:lnTo>
                  <a:lnTo>
                    <a:pt x="245745" y="584644"/>
                  </a:lnTo>
                  <a:lnTo>
                    <a:pt x="0" y="631583"/>
                  </a:lnTo>
                  <a:lnTo>
                    <a:pt x="245745" y="678510"/>
                  </a:lnTo>
                  <a:lnTo>
                    <a:pt x="291604" y="689927"/>
                  </a:lnTo>
                  <a:lnTo>
                    <a:pt x="335330" y="706081"/>
                  </a:lnTo>
                  <a:lnTo>
                    <a:pt x="376618" y="726706"/>
                  </a:lnTo>
                  <a:lnTo>
                    <a:pt x="415188" y="751484"/>
                  </a:lnTo>
                  <a:lnTo>
                    <a:pt x="450735" y="780148"/>
                  </a:lnTo>
                  <a:lnTo>
                    <a:pt x="482993" y="812406"/>
                  </a:lnTo>
                  <a:lnTo>
                    <a:pt x="511657" y="847953"/>
                  </a:lnTo>
                  <a:lnTo>
                    <a:pt x="536448" y="886523"/>
                  </a:lnTo>
                  <a:lnTo>
                    <a:pt x="557060" y="927811"/>
                  </a:lnTo>
                  <a:lnTo>
                    <a:pt x="573214" y="971537"/>
                  </a:lnTo>
                  <a:lnTo>
                    <a:pt x="584631" y="1017397"/>
                  </a:lnTo>
                  <a:lnTo>
                    <a:pt x="631571" y="1263142"/>
                  </a:lnTo>
                  <a:lnTo>
                    <a:pt x="678497" y="1017397"/>
                  </a:lnTo>
                  <a:lnTo>
                    <a:pt x="689914" y="971537"/>
                  </a:lnTo>
                  <a:lnTo>
                    <a:pt x="706081" y="927811"/>
                  </a:lnTo>
                  <a:lnTo>
                    <a:pt x="726694" y="886523"/>
                  </a:lnTo>
                  <a:lnTo>
                    <a:pt x="751484" y="847953"/>
                  </a:lnTo>
                  <a:lnTo>
                    <a:pt x="780148" y="812406"/>
                  </a:lnTo>
                  <a:lnTo>
                    <a:pt x="812393" y="780148"/>
                  </a:lnTo>
                  <a:lnTo>
                    <a:pt x="847953" y="751484"/>
                  </a:lnTo>
                  <a:lnTo>
                    <a:pt x="886510" y="726706"/>
                  </a:lnTo>
                  <a:lnTo>
                    <a:pt x="927798" y="706081"/>
                  </a:lnTo>
                  <a:lnTo>
                    <a:pt x="971524" y="689927"/>
                  </a:lnTo>
                  <a:lnTo>
                    <a:pt x="1017397" y="678510"/>
                  </a:lnTo>
                  <a:lnTo>
                    <a:pt x="1263142" y="631583"/>
                  </a:lnTo>
                  <a:close/>
                </a:path>
              </a:pathLst>
            </a:custGeom>
            <a:solidFill>
              <a:srgbClr val="2669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45310" y="973022"/>
              <a:ext cx="6888480" cy="1714500"/>
            </a:xfrm>
            <a:custGeom>
              <a:avLst/>
              <a:gdLst/>
              <a:ahLst/>
              <a:cxnLst/>
              <a:rect l="l" t="t" r="r" b="b"/>
              <a:pathLst>
                <a:path w="6888480" h="1714500">
                  <a:moveTo>
                    <a:pt x="1524304" y="920407"/>
                  </a:moveTo>
                  <a:lnTo>
                    <a:pt x="1474050" y="900557"/>
                  </a:lnTo>
                  <a:lnTo>
                    <a:pt x="1421790" y="894651"/>
                  </a:lnTo>
                  <a:lnTo>
                    <a:pt x="1352791" y="889254"/>
                  </a:lnTo>
                  <a:lnTo>
                    <a:pt x="1301800" y="883945"/>
                  </a:lnTo>
                  <a:lnTo>
                    <a:pt x="1250886" y="877785"/>
                  </a:lnTo>
                  <a:lnTo>
                    <a:pt x="1200023" y="871308"/>
                  </a:lnTo>
                  <a:lnTo>
                    <a:pt x="1149121" y="864997"/>
                  </a:lnTo>
                  <a:lnTo>
                    <a:pt x="1098169" y="859358"/>
                  </a:lnTo>
                  <a:lnTo>
                    <a:pt x="1053909" y="855116"/>
                  </a:lnTo>
                  <a:lnTo>
                    <a:pt x="923912" y="843788"/>
                  </a:lnTo>
                  <a:lnTo>
                    <a:pt x="922350" y="843178"/>
                  </a:lnTo>
                  <a:lnTo>
                    <a:pt x="919505" y="843026"/>
                  </a:lnTo>
                  <a:lnTo>
                    <a:pt x="922286" y="837247"/>
                  </a:lnTo>
                  <a:lnTo>
                    <a:pt x="940765" y="802728"/>
                  </a:lnTo>
                  <a:lnTo>
                    <a:pt x="959091" y="771817"/>
                  </a:lnTo>
                  <a:lnTo>
                    <a:pt x="977823" y="741133"/>
                  </a:lnTo>
                  <a:lnTo>
                    <a:pt x="996048" y="710145"/>
                  </a:lnTo>
                  <a:lnTo>
                    <a:pt x="1021029" y="666648"/>
                  </a:lnTo>
                  <a:lnTo>
                    <a:pt x="1072134" y="580110"/>
                  </a:lnTo>
                  <a:lnTo>
                    <a:pt x="1096962" y="536511"/>
                  </a:lnTo>
                  <a:lnTo>
                    <a:pt x="1120444" y="492302"/>
                  </a:lnTo>
                  <a:lnTo>
                    <a:pt x="1123175" y="488670"/>
                  </a:lnTo>
                  <a:lnTo>
                    <a:pt x="1122883" y="489000"/>
                  </a:lnTo>
                  <a:lnTo>
                    <a:pt x="1122095" y="489165"/>
                  </a:lnTo>
                  <a:lnTo>
                    <a:pt x="1125080" y="483539"/>
                  </a:lnTo>
                  <a:lnTo>
                    <a:pt x="1124521" y="477570"/>
                  </a:lnTo>
                  <a:lnTo>
                    <a:pt x="1121067" y="472770"/>
                  </a:lnTo>
                  <a:lnTo>
                    <a:pt x="1115796" y="469988"/>
                  </a:lnTo>
                  <a:lnTo>
                    <a:pt x="1109776" y="470090"/>
                  </a:lnTo>
                  <a:lnTo>
                    <a:pt x="1106678" y="469493"/>
                  </a:lnTo>
                  <a:lnTo>
                    <a:pt x="1100188" y="478536"/>
                  </a:lnTo>
                  <a:lnTo>
                    <a:pt x="1100937" y="477786"/>
                  </a:lnTo>
                  <a:lnTo>
                    <a:pt x="1098321" y="480949"/>
                  </a:lnTo>
                  <a:lnTo>
                    <a:pt x="1067587" y="513067"/>
                  </a:lnTo>
                  <a:lnTo>
                    <a:pt x="1034770" y="543153"/>
                  </a:lnTo>
                  <a:lnTo>
                    <a:pt x="967397" y="601421"/>
                  </a:lnTo>
                  <a:lnTo>
                    <a:pt x="931913" y="632828"/>
                  </a:lnTo>
                  <a:lnTo>
                    <a:pt x="897483" y="665378"/>
                  </a:lnTo>
                  <a:lnTo>
                    <a:pt x="863498" y="698423"/>
                  </a:lnTo>
                  <a:lnTo>
                    <a:pt x="829386" y="731304"/>
                  </a:lnTo>
                  <a:lnTo>
                    <a:pt x="826274" y="734987"/>
                  </a:lnTo>
                  <a:lnTo>
                    <a:pt x="824471" y="736866"/>
                  </a:lnTo>
                  <a:lnTo>
                    <a:pt x="814489" y="681939"/>
                  </a:lnTo>
                  <a:lnTo>
                    <a:pt x="804354" y="627583"/>
                  </a:lnTo>
                  <a:lnTo>
                    <a:pt x="794766" y="573836"/>
                  </a:lnTo>
                  <a:lnTo>
                    <a:pt x="786472" y="520700"/>
                  </a:lnTo>
                  <a:lnTo>
                    <a:pt x="780186" y="468198"/>
                  </a:lnTo>
                  <a:lnTo>
                    <a:pt x="774661" y="426783"/>
                  </a:lnTo>
                  <a:lnTo>
                    <a:pt x="768350" y="385470"/>
                  </a:lnTo>
                  <a:lnTo>
                    <a:pt x="761149" y="344297"/>
                  </a:lnTo>
                  <a:lnTo>
                    <a:pt x="752906" y="303326"/>
                  </a:lnTo>
                  <a:lnTo>
                    <a:pt x="742124" y="257898"/>
                  </a:lnTo>
                  <a:lnTo>
                    <a:pt x="737603" y="243001"/>
                  </a:lnTo>
                  <a:lnTo>
                    <a:pt x="736384" y="235546"/>
                  </a:lnTo>
                  <a:lnTo>
                    <a:pt x="731075" y="227457"/>
                  </a:lnTo>
                  <a:lnTo>
                    <a:pt x="722528" y="229133"/>
                  </a:lnTo>
                  <a:lnTo>
                    <a:pt x="715302" y="229654"/>
                  </a:lnTo>
                  <a:lnTo>
                    <a:pt x="704329" y="272364"/>
                  </a:lnTo>
                  <a:lnTo>
                    <a:pt x="696036" y="404393"/>
                  </a:lnTo>
                  <a:lnTo>
                    <a:pt x="693305" y="455345"/>
                  </a:lnTo>
                  <a:lnTo>
                    <a:pt x="689889" y="506260"/>
                  </a:lnTo>
                  <a:lnTo>
                    <a:pt x="685431" y="557098"/>
                  </a:lnTo>
                  <a:lnTo>
                    <a:pt x="679513" y="607860"/>
                  </a:lnTo>
                  <a:lnTo>
                    <a:pt x="676046" y="644906"/>
                  </a:lnTo>
                  <a:lnTo>
                    <a:pt x="667651" y="719175"/>
                  </a:lnTo>
                  <a:lnTo>
                    <a:pt x="663816" y="756246"/>
                  </a:lnTo>
                  <a:lnTo>
                    <a:pt x="634199" y="727938"/>
                  </a:lnTo>
                  <a:lnTo>
                    <a:pt x="602564" y="698347"/>
                  </a:lnTo>
                  <a:lnTo>
                    <a:pt x="571182" y="668070"/>
                  </a:lnTo>
                  <a:lnTo>
                    <a:pt x="542353" y="637717"/>
                  </a:lnTo>
                  <a:lnTo>
                    <a:pt x="479920" y="568312"/>
                  </a:lnTo>
                  <a:lnTo>
                    <a:pt x="447700" y="532752"/>
                  </a:lnTo>
                  <a:lnTo>
                    <a:pt x="441452" y="527177"/>
                  </a:lnTo>
                  <a:lnTo>
                    <a:pt x="434162" y="523125"/>
                  </a:lnTo>
                  <a:lnTo>
                    <a:pt x="421703" y="526313"/>
                  </a:lnTo>
                  <a:lnTo>
                    <a:pt x="419239" y="536448"/>
                  </a:lnTo>
                  <a:lnTo>
                    <a:pt x="422516" y="549427"/>
                  </a:lnTo>
                  <a:lnTo>
                    <a:pt x="449173" y="605053"/>
                  </a:lnTo>
                  <a:lnTo>
                    <a:pt x="472325" y="648322"/>
                  </a:lnTo>
                  <a:lnTo>
                    <a:pt x="496189" y="691261"/>
                  </a:lnTo>
                  <a:lnTo>
                    <a:pt x="520179" y="734110"/>
                  </a:lnTo>
                  <a:lnTo>
                    <a:pt x="543763" y="777151"/>
                  </a:lnTo>
                  <a:lnTo>
                    <a:pt x="571804" y="831583"/>
                  </a:lnTo>
                  <a:lnTo>
                    <a:pt x="522516" y="835634"/>
                  </a:lnTo>
                  <a:lnTo>
                    <a:pt x="419277" y="845007"/>
                  </a:lnTo>
                  <a:lnTo>
                    <a:pt x="366674" y="849617"/>
                  </a:lnTo>
                  <a:lnTo>
                    <a:pt x="314299" y="853681"/>
                  </a:lnTo>
                  <a:lnTo>
                    <a:pt x="262826" y="856830"/>
                  </a:lnTo>
                  <a:lnTo>
                    <a:pt x="216382" y="859942"/>
                  </a:lnTo>
                  <a:lnTo>
                    <a:pt x="169926" y="862774"/>
                  </a:lnTo>
                  <a:lnTo>
                    <a:pt x="123482" y="865898"/>
                  </a:lnTo>
                  <a:lnTo>
                    <a:pt x="77114" y="869873"/>
                  </a:lnTo>
                  <a:lnTo>
                    <a:pt x="30873" y="875258"/>
                  </a:lnTo>
                  <a:lnTo>
                    <a:pt x="0" y="886498"/>
                  </a:lnTo>
                  <a:lnTo>
                    <a:pt x="152" y="896378"/>
                  </a:lnTo>
                  <a:lnTo>
                    <a:pt x="7061" y="901763"/>
                  </a:lnTo>
                  <a:lnTo>
                    <a:pt x="17208" y="904062"/>
                  </a:lnTo>
                  <a:lnTo>
                    <a:pt x="27101" y="904709"/>
                  </a:lnTo>
                  <a:lnTo>
                    <a:pt x="45300" y="906449"/>
                  </a:lnTo>
                  <a:lnTo>
                    <a:pt x="59753" y="908227"/>
                  </a:lnTo>
                  <a:lnTo>
                    <a:pt x="96177" y="913130"/>
                  </a:lnTo>
                  <a:lnTo>
                    <a:pt x="147523" y="919721"/>
                  </a:lnTo>
                  <a:lnTo>
                    <a:pt x="198843" y="926680"/>
                  </a:lnTo>
                  <a:lnTo>
                    <a:pt x="250164" y="933907"/>
                  </a:lnTo>
                  <a:lnTo>
                    <a:pt x="455904" y="963891"/>
                  </a:lnTo>
                  <a:lnTo>
                    <a:pt x="507555" y="971257"/>
                  </a:lnTo>
                  <a:lnTo>
                    <a:pt x="559333" y="978408"/>
                  </a:lnTo>
                  <a:lnTo>
                    <a:pt x="562838" y="978611"/>
                  </a:lnTo>
                  <a:lnTo>
                    <a:pt x="570001" y="979855"/>
                  </a:lnTo>
                  <a:lnTo>
                    <a:pt x="545668" y="1028979"/>
                  </a:lnTo>
                  <a:lnTo>
                    <a:pt x="496112" y="1126820"/>
                  </a:lnTo>
                  <a:lnTo>
                    <a:pt x="471805" y="1175943"/>
                  </a:lnTo>
                  <a:lnTo>
                    <a:pt x="448398" y="1225499"/>
                  </a:lnTo>
                  <a:lnTo>
                    <a:pt x="426364" y="1275702"/>
                  </a:lnTo>
                  <a:lnTo>
                    <a:pt x="420065" y="1291793"/>
                  </a:lnTo>
                  <a:lnTo>
                    <a:pt x="417703" y="1296035"/>
                  </a:lnTo>
                  <a:lnTo>
                    <a:pt x="414553" y="1301076"/>
                  </a:lnTo>
                  <a:lnTo>
                    <a:pt x="414693" y="1308201"/>
                  </a:lnTo>
                  <a:lnTo>
                    <a:pt x="419112" y="1312468"/>
                  </a:lnTo>
                  <a:lnTo>
                    <a:pt x="424573" y="1315694"/>
                  </a:lnTo>
                  <a:lnTo>
                    <a:pt x="430415" y="1315605"/>
                  </a:lnTo>
                  <a:lnTo>
                    <a:pt x="461606" y="1282992"/>
                  </a:lnTo>
                  <a:lnTo>
                    <a:pt x="504482" y="1225892"/>
                  </a:lnTo>
                  <a:lnTo>
                    <a:pt x="528624" y="1195235"/>
                  </a:lnTo>
                  <a:lnTo>
                    <a:pt x="580199" y="1130998"/>
                  </a:lnTo>
                  <a:lnTo>
                    <a:pt x="601751" y="1104849"/>
                  </a:lnTo>
                  <a:lnTo>
                    <a:pt x="645236" y="1051217"/>
                  </a:lnTo>
                  <a:lnTo>
                    <a:pt x="665238" y="1027125"/>
                  </a:lnTo>
                  <a:lnTo>
                    <a:pt x="670255" y="1079284"/>
                  </a:lnTo>
                  <a:lnTo>
                    <a:pt x="674916" y="1132039"/>
                  </a:lnTo>
                  <a:lnTo>
                    <a:pt x="688073" y="1292250"/>
                  </a:lnTo>
                  <a:lnTo>
                    <a:pt x="692645" y="1345768"/>
                  </a:lnTo>
                  <a:lnTo>
                    <a:pt x="697522" y="1399082"/>
                  </a:lnTo>
                  <a:lnTo>
                    <a:pt x="702843" y="1452041"/>
                  </a:lnTo>
                  <a:lnTo>
                    <a:pt x="708736" y="1504480"/>
                  </a:lnTo>
                  <a:lnTo>
                    <a:pt x="715352" y="1556232"/>
                  </a:lnTo>
                  <a:lnTo>
                    <a:pt x="722820" y="1607159"/>
                  </a:lnTo>
                  <a:lnTo>
                    <a:pt x="731266" y="1657083"/>
                  </a:lnTo>
                  <a:lnTo>
                    <a:pt x="740829" y="1705838"/>
                  </a:lnTo>
                  <a:lnTo>
                    <a:pt x="756335" y="1714030"/>
                  </a:lnTo>
                  <a:lnTo>
                    <a:pt x="761034" y="1707083"/>
                  </a:lnTo>
                  <a:lnTo>
                    <a:pt x="765822" y="1700301"/>
                  </a:lnTo>
                  <a:lnTo>
                    <a:pt x="764755" y="1691030"/>
                  </a:lnTo>
                  <a:lnTo>
                    <a:pt x="765111" y="1683092"/>
                  </a:lnTo>
                  <a:lnTo>
                    <a:pt x="765390" y="1653641"/>
                  </a:lnTo>
                  <a:lnTo>
                    <a:pt x="766559" y="1624228"/>
                  </a:lnTo>
                  <a:lnTo>
                    <a:pt x="768515" y="1594866"/>
                  </a:lnTo>
                  <a:lnTo>
                    <a:pt x="771144" y="1565529"/>
                  </a:lnTo>
                  <a:lnTo>
                    <a:pt x="777379" y="1515097"/>
                  </a:lnTo>
                  <a:lnTo>
                    <a:pt x="795134" y="1362557"/>
                  </a:lnTo>
                  <a:lnTo>
                    <a:pt x="801497" y="1311287"/>
                  </a:lnTo>
                  <a:lnTo>
                    <a:pt x="808456" y="1259776"/>
                  </a:lnTo>
                  <a:lnTo>
                    <a:pt x="816267" y="1208036"/>
                  </a:lnTo>
                  <a:lnTo>
                    <a:pt x="825144" y="1156068"/>
                  </a:lnTo>
                  <a:lnTo>
                    <a:pt x="835329" y="1103871"/>
                  </a:lnTo>
                  <a:lnTo>
                    <a:pt x="848182" y="1046391"/>
                  </a:lnTo>
                  <a:lnTo>
                    <a:pt x="852398" y="1030732"/>
                  </a:lnTo>
                  <a:lnTo>
                    <a:pt x="884910" y="1070292"/>
                  </a:lnTo>
                  <a:lnTo>
                    <a:pt x="919302" y="1110462"/>
                  </a:lnTo>
                  <a:lnTo>
                    <a:pt x="954709" y="1150708"/>
                  </a:lnTo>
                  <a:lnTo>
                    <a:pt x="1025004" y="1229283"/>
                  </a:lnTo>
                  <a:lnTo>
                    <a:pt x="1058138" y="1266520"/>
                  </a:lnTo>
                  <a:lnTo>
                    <a:pt x="1088771" y="1301699"/>
                  </a:lnTo>
                  <a:lnTo>
                    <a:pt x="1096352" y="1311427"/>
                  </a:lnTo>
                  <a:lnTo>
                    <a:pt x="1104252" y="1322933"/>
                  </a:lnTo>
                  <a:lnTo>
                    <a:pt x="1113409" y="1330642"/>
                  </a:lnTo>
                  <a:lnTo>
                    <a:pt x="1124788" y="1328966"/>
                  </a:lnTo>
                  <a:lnTo>
                    <a:pt x="1129169" y="1318514"/>
                  </a:lnTo>
                  <a:lnTo>
                    <a:pt x="1124534" y="1306233"/>
                  </a:lnTo>
                  <a:lnTo>
                    <a:pt x="1116215" y="1293876"/>
                  </a:lnTo>
                  <a:lnTo>
                    <a:pt x="1109548" y="1283195"/>
                  </a:lnTo>
                  <a:lnTo>
                    <a:pt x="1085405" y="1237564"/>
                  </a:lnTo>
                  <a:lnTo>
                    <a:pt x="1061669" y="1191691"/>
                  </a:lnTo>
                  <a:lnTo>
                    <a:pt x="1037475" y="1146073"/>
                  </a:lnTo>
                  <a:lnTo>
                    <a:pt x="1011948" y="1101153"/>
                  </a:lnTo>
                  <a:lnTo>
                    <a:pt x="976947" y="1035723"/>
                  </a:lnTo>
                  <a:lnTo>
                    <a:pt x="960424" y="1003401"/>
                  </a:lnTo>
                  <a:lnTo>
                    <a:pt x="947089" y="974483"/>
                  </a:lnTo>
                  <a:lnTo>
                    <a:pt x="998601" y="968324"/>
                  </a:lnTo>
                  <a:lnTo>
                    <a:pt x="1051420" y="963218"/>
                  </a:lnTo>
                  <a:lnTo>
                    <a:pt x="1105141" y="958900"/>
                  </a:lnTo>
                  <a:lnTo>
                    <a:pt x="1159370" y="955128"/>
                  </a:lnTo>
                  <a:lnTo>
                    <a:pt x="1267726" y="948220"/>
                  </a:lnTo>
                  <a:lnTo>
                    <a:pt x="1378889" y="939736"/>
                  </a:lnTo>
                  <a:lnTo>
                    <a:pt x="1431429" y="935380"/>
                  </a:lnTo>
                  <a:lnTo>
                    <a:pt x="1505331" y="928497"/>
                  </a:lnTo>
                  <a:lnTo>
                    <a:pt x="1516430" y="927341"/>
                  </a:lnTo>
                  <a:lnTo>
                    <a:pt x="1522196" y="926325"/>
                  </a:lnTo>
                  <a:lnTo>
                    <a:pt x="1524304" y="920407"/>
                  </a:lnTo>
                  <a:close/>
                </a:path>
                <a:path w="6888480" h="1714500">
                  <a:moveTo>
                    <a:pt x="6888378" y="338505"/>
                  </a:moveTo>
                  <a:lnTo>
                    <a:pt x="6850189" y="324853"/>
                  </a:lnTo>
                  <a:lnTo>
                    <a:pt x="6812407" y="320802"/>
                  </a:lnTo>
                  <a:lnTo>
                    <a:pt x="6773837" y="315429"/>
                  </a:lnTo>
                  <a:lnTo>
                    <a:pt x="6735775" y="304533"/>
                  </a:lnTo>
                  <a:lnTo>
                    <a:pt x="6699504" y="283870"/>
                  </a:lnTo>
                  <a:lnTo>
                    <a:pt x="6671386" y="253682"/>
                  </a:lnTo>
                  <a:lnTo>
                    <a:pt x="6646710" y="216877"/>
                  </a:lnTo>
                  <a:lnTo>
                    <a:pt x="6626212" y="175018"/>
                  </a:lnTo>
                  <a:lnTo>
                    <a:pt x="6610655" y="129692"/>
                  </a:lnTo>
                  <a:lnTo>
                    <a:pt x="6593091" y="45364"/>
                  </a:lnTo>
                  <a:lnTo>
                    <a:pt x="6589128" y="26860"/>
                  </a:lnTo>
                  <a:lnTo>
                    <a:pt x="6584277" y="5918"/>
                  </a:lnTo>
                  <a:lnTo>
                    <a:pt x="6582702" y="3797"/>
                  </a:lnTo>
                  <a:lnTo>
                    <a:pt x="6578841" y="1333"/>
                  </a:lnTo>
                  <a:lnTo>
                    <a:pt x="6576923" y="977"/>
                  </a:lnTo>
                  <a:lnTo>
                    <a:pt x="6575069" y="1206"/>
                  </a:lnTo>
                  <a:lnTo>
                    <a:pt x="6571729" y="0"/>
                  </a:lnTo>
                  <a:lnTo>
                    <a:pt x="6567830" y="406"/>
                  </a:lnTo>
                  <a:lnTo>
                    <a:pt x="6565303" y="3225"/>
                  </a:lnTo>
                  <a:lnTo>
                    <a:pt x="6562801" y="9232"/>
                  </a:lnTo>
                  <a:lnTo>
                    <a:pt x="6562712" y="16002"/>
                  </a:lnTo>
                  <a:lnTo>
                    <a:pt x="6563461" y="23025"/>
                  </a:lnTo>
                  <a:lnTo>
                    <a:pt x="6563461" y="29819"/>
                  </a:lnTo>
                  <a:lnTo>
                    <a:pt x="6562382" y="79349"/>
                  </a:lnTo>
                  <a:lnTo>
                    <a:pt x="6554686" y="128181"/>
                  </a:lnTo>
                  <a:lnTo>
                    <a:pt x="6540576" y="174802"/>
                  </a:lnTo>
                  <a:lnTo>
                    <a:pt x="6520256" y="217678"/>
                  </a:lnTo>
                  <a:lnTo>
                    <a:pt x="6493942" y="255320"/>
                  </a:lnTo>
                  <a:lnTo>
                    <a:pt x="6461836" y="286207"/>
                  </a:lnTo>
                  <a:lnTo>
                    <a:pt x="6402476" y="310007"/>
                  </a:lnTo>
                  <a:lnTo>
                    <a:pt x="6336347" y="319938"/>
                  </a:lnTo>
                  <a:lnTo>
                    <a:pt x="6302718" y="323989"/>
                  </a:lnTo>
                  <a:lnTo>
                    <a:pt x="6286766" y="326224"/>
                  </a:lnTo>
                  <a:lnTo>
                    <a:pt x="6280099" y="328345"/>
                  </a:lnTo>
                  <a:lnTo>
                    <a:pt x="6285306" y="331470"/>
                  </a:lnTo>
                  <a:lnTo>
                    <a:pt x="6296507" y="334505"/>
                  </a:lnTo>
                  <a:lnTo>
                    <a:pt x="6307747" y="336791"/>
                  </a:lnTo>
                  <a:lnTo>
                    <a:pt x="6313081" y="337718"/>
                  </a:lnTo>
                  <a:lnTo>
                    <a:pt x="6328715" y="341934"/>
                  </a:lnTo>
                  <a:lnTo>
                    <a:pt x="6366929" y="353860"/>
                  </a:lnTo>
                  <a:lnTo>
                    <a:pt x="6416573" y="373621"/>
                  </a:lnTo>
                  <a:lnTo>
                    <a:pt x="6466560" y="401358"/>
                  </a:lnTo>
                  <a:lnTo>
                    <a:pt x="6505753" y="437197"/>
                  </a:lnTo>
                  <a:lnTo>
                    <a:pt x="6527419" y="473798"/>
                  </a:lnTo>
                  <a:lnTo>
                    <a:pt x="6547853" y="521716"/>
                  </a:lnTo>
                  <a:lnTo>
                    <a:pt x="6565392" y="574636"/>
                  </a:lnTo>
                  <a:lnTo>
                    <a:pt x="6578346" y="626211"/>
                  </a:lnTo>
                  <a:lnTo>
                    <a:pt x="6585064" y="670153"/>
                  </a:lnTo>
                  <a:lnTo>
                    <a:pt x="6586169" y="685584"/>
                  </a:lnTo>
                  <a:lnTo>
                    <a:pt x="6587033" y="693191"/>
                  </a:lnTo>
                  <a:lnTo>
                    <a:pt x="6589750" y="700011"/>
                  </a:lnTo>
                  <a:lnTo>
                    <a:pt x="6593853" y="704532"/>
                  </a:lnTo>
                  <a:lnTo>
                    <a:pt x="6601536" y="703465"/>
                  </a:lnTo>
                  <a:lnTo>
                    <a:pt x="6604482" y="697928"/>
                  </a:lnTo>
                  <a:lnTo>
                    <a:pt x="6607022" y="696683"/>
                  </a:lnTo>
                  <a:lnTo>
                    <a:pt x="6609029" y="694169"/>
                  </a:lnTo>
                  <a:lnTo>
                    <a:pt x="6608940" y="691070"/>
                  </a:lnTo>
                  <a:lnTo>
                    <a:pt x="6612039" y="617728"/>
                  </a:lnTo>
                  <a:lnTo>
                    <a:pt x="6624663" y="555637"/>
                  </a:lnTo>
                  <a:lnTo>
                    <a:pt x="6644983" y="503872"/>
                  </a:lnTo>
                  <a:lnTo>
                    <a:pt x="6671183" y="461479"/>
                  </a:lnTo>
                  <a:lnTo>
                    <a:pt x="6701434" y="427532"/>
                  </a:lnTo>
                  <a:lnTo>
                    <a:pt x="6733908" y="401091"/>
                  </a:lnTo>
                  <a:lnTo>
                    <a:pt x="6766776" y="381241"/>
                  </a:lnTo>
                  <a:lnTo>
                    <a:pt x="6826415" y="357555"/>
                  </a:lnTo>
                  <a:lnTo>
                    <a:pt x="6865721" y="348996"/>
                  </a:lnTo>
                  <a:lnTo>
                    <a:pt x="6873189" y="348056"/>
                  </a:lnTo>
                  <a:lnTo>
                    <a:pt x="6885292" y="343687"/>
                  </a:lnTo>
                  <a:lnTo>
                    <a:pt x="6888378" y="338505"/>
                  </a:lnTo>
                  <a:close/>
                </a:path>
              </a:pathLst>
            </a:custGeom>
            <a:solidFill>
              <a:srgbClr val="5AA9D2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9201604" y="2646268"/>
            <a:ext cx="443230" cy="513715"/>
          </a:xfrm>
          <a:custGeom>
            <a:avLst/>
            <a:gdLst/>
            <a:ahLst/>
            <a:cxnLst/>
            <a:rect l="l" t="t" r="r" b="b"/>
            <a:pathLst>
              <a:path w="443229" h="513714">
                <a:moveTo>
                  <a:pt x="212469" y="0"/>
                </a:moveTo>
                <a:lnTo>
                  <a:pt x="209616" y="299"/>
                </a:lnTo>
                <a:lnTo>
                  <a:pt x="207788" y="2356"/>
                </a:lnTo>
                <a:lnTo>
                  <a:pt x="203674" y="7659"/>
                </a:lnTo>
                <a:lnTo>
                  <a:pt x="207307" y="15406"/>
                </a:lnTo>
                <a:lnTo>
                  <a:pt x="206448" y="21718"/>
                </a:lnTo>
                <a:lnTo>
                  <a:pt x="203448" y="75728"/>
                </a:lnTo>
                <a:lnTo>
                  <a:pt x="189766" y="127346"/>
                </a:lnTo>
                <a:lnTo>
                  <a:pt x="165914" y="172849"/>
                </a:lnTo>
                <a:lnTo>
                  <a:pt x="132405" y="208513"/>
                </a:lnTo>
                <a:lnTo>
                  <a:pt x="89161" y="225848"/>
                </a:lnTo>
                <a:lnTo>
                  <a:pt x="40977" y="233083"/>
                </a:lnTo>
                <a:lnTo>
                  <a:pt x="16481" y="236037"/>
                </a:lnTo>
                <a:lnTo>
                  <a:pt x="4855" y="237665"/>
                </a:lnTo>
                <a:lnTo>
                  <a:pt x="0" y="239214"/>
                </a:lnTo>
                <a:lnTo>
                  <a:pt x="228" y="242099"/>
                </a:lnTo>
                <a:lnTo>
                  <a:pt x="24027" y="246047"/>
                </a:lnTo>
                <a:lnTo>
                  <a:pt x="41152" y="250758"/>
                </a:lnTo>
                <a:lnTo>
                  <a:pt x="80802" y="264279"/>
                </a:lnTo>
                <a:lnTo>
                  <a:pt x="127157" y="286802"/>
                </a:lnTo>
                <a:lnTo>
                  <a:pt x="164399" y="318522"/>
                </a:lnTo>
                <a:lnTo>
                  <a:pt x="184036" y="353317"/>
                </a:lnTo>
                <a:lnTo>
                  <a:pt x="201799" y="399200"/>
                </a:lnTo>
                <a:lnTo>
                  <a:pt x="215306" y="447173"/>
                </a:lnTo>
                <a:lnTo>
                  <a:pt x="222177" y="488240"/>
                </a:lnTo>
                <a:lnTo>
                  <a:pt x="223722" y="495285"/>
                </a:lnTo>
                <a:lnTo>
                  <a:pt x="221649" y="503914"/>
                </a:lnTo>
                <a:lnTo>
                  <a:pt x="225589" y="509990"/>
                </a:lnTo>
                <a:lnTo>
                  <a:pt x="228584" y="513276"/>
                </a:lnTo>
                <a:lnTo>
                  <a:pt x="234179" y="512496"/>
                </a:lnTo>
                <a:lnTo>
                  <a:pt x="236330" y="508469"/>
                </a:lnTo>
                <a:lnTo>
                  <a:pt x="238174" y="507563"/>
                </a:lnTo>
                <a:lnTo>
                  <a:pt x="239632" y="505734"/>
                </a:lnTo>
                <a:lnTo>
                  <a:pt x="239569" y="503465"/>
                </a:lnTo>
                <a:lnTo>
                  <a:pt x="245643" y="426439"/>
                </a:lnTo>
                <a:lnTo>
                  <a:pt x="265835" y="367085"/>
                </a:lnTo>
                <a:lnTo>
                  <a:pt x="295658" y="323109"/>
                </a:lnTo>
                <a:lnTo>
                  <a:pt x="330621" y="292214"/>
                </a:lnTo>
                <a:lnTo>
                  <a:pt x="366235" y="272108"/>
                </a:lnTo>
                <a:lnTo>
                  <a:pt x="421461" y="255082"/>
                </a:lnTo>
                <a:lnTo>
                  <a:pt x="432093" y="253572"/>
                </a:lnTo>
                <a:lnTo>
                  <a:pt x="440909" y="250394"/>
                </a:lnTo>
                <a:lnTo>
                  <a:pt x="443155" y="246618"/>
                </a:lnTo>
                <a:lnTo>
                  <a:pt x="441124" y="243120"/>
                </a:lnTo>
                <a:lnTo>
                  <a:pt x="437113" y="240775"/>
                </a:lnTo>
                <a:lnTo>
                  <a:pt x="432842" y="238797"/>
                </a:lnTo>
                <a:lnTo>
                  <a:pt x="416600" y="236330"/>
                </a:lnTo>
                <a:lnTo>
                  <a:pt x="415339" y="236669"/>
                </a:lnTo>
                <a:lnTo>
                  <a:pt x="387810" y="233713"/>
                </a:lnTo>
                <a:lnTo>
                  <a:pt x="331972" y="221863"/>
                </a:lnTo>
                <a:lnTo>
                  <a:pt x="280314" y="178528"/>
                </a:lnTo>
                <a:lnTo>
                  <a:pt x="259209" y="143149"/>
                </a:lnTo>
                <a:lnTo>
                  <a:pt x="243289" y="102919"/>
                </a:lnTo>
                <a:lnTo>
                  <a:pt x="233611" y="60071"/>
                </a:lnTo>
                <a:lnTo>
                  <a:pt x="225137" y="19573"/>
                </a:lnTo>
                <a:lnTo>
                  <a:pt x="221610" y="4310"/>
                </a:lnTo>
                <a:lnTo>
                  <a:pt x="220459" y="2765"/>
                </a:lnTo>
                <a:lnTo>
                  <a:pt x="217646" y="977"/>
                </a:lnTo>
                <a:lnTo>
                  <a:pt x="216243" y="717"/>
                </a:lnTo>
                <a:lnTo>
                  <a:pt x="214896" y="874"/>
                </a:lnTo>
                <a:lnTo>
                  <a:pt x="212469" y="0"/>
                </a:lnTo>
                <a:close/>
              </a:path>
            </a:pathLst>
          </a:custGeom>
          <a:solidFill>
            <a:srgbClr val="5AA9D2">
              <a:alpha val="38000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WPS 演示</Application>
  <PresentationFormat>On-screen Show (4:3)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Italiana</vt:lpstr>
      <vt:lpstr>微软雅黑</vt:lpstr>
      <vt:lpstr>Arial Unicode MS</vt:lpstr>
      <vt:lpstr>Calibri</vt:lpstr>
      <vt:lpstr>Office Theme</vt:lpstr>
      <vt:lpstr>8Apr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8Apr</dc:title>
  <dc:creator/>
  <cp:lastModifiedBy>Werty～</cp:lastModifiedBy>
  <cp:revision>3</cp:revision>
  <dcterms:created xsi:type="dcterms:W3CDTF">2026-04-16T08:18:00Z</dcterms:created>
  <dcterms:modified xsi:type="dcterms:W3CDTF">2026-04-16T08:50:16Z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2026-04-16T16:00:00Z</vt:filetime>
  </property>
  <property fmtid="{D5CDD505-2E9C-101B-9397-08002B2CF9AE}" pid="4" name="Creator">
    <vt:lpwstr>Adobe Illustrator 27.0 (Windows)</vt:lpwstr>
  </property>
  <property fmtid="{D5CDD505-2E9C-101B-9397-08002B2CF9AE}" pid="5" name="LastSaved">
    <vt:filetime>2026-04-16T16:00:00Z</vt:filetime>
  </property>
  <property fmtid="{D5CDD505-2E9C-101B-9397-08002B2CF9AE}" pid="6" name="Producer">
    <vt:lpwstr>Adobe PDF library 16.07</vt:lpwstr>
  </property>
  <property fmtid="{D5CDD505-2E9C-101B-9397-08002B2CF9AE}" pid="7" name="ICV">
    <vt:lpwstr>01136437A498470FB2FB559D7C4DF86D_12</vt:lpwstr>
  </property>
  <property fmtid="{D5CDD505-2E9C-101B-9397-08002B2CF9AE}" pid="8" name="KSOProductBuildVer">
    <vt:lpwstr>2052-12.1.0.25865</vt:lpwstr>
  </property>
</Properties>
</file>