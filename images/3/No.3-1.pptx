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3"/>
  </p:sldIdLst>
  <p:sldSz cx="12280900" cy="20104100"/>
  <p:notesSz cx="12280900" cy="20104100"/>
  <p:embeddedFontLst>
    <p:embeddedFont>
      <p:font typeface="Gluten ExtraLight" charset="0"/>
      <p:bold r:id="rId7"/>
    </p:embeddedFont>
    <p:embeddedFont>
      <p:font typeface="Playwrite IT Trad" charset="0"/>
      <p:regular r:id="rId8"/>
    </p:embeddedFont>
  </p:embeddedFontLst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7" Type="http://schemas.openxmlformats.org/officeDocument/2006/relationships/font" Target="fonts/font1.fntdata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21543" y="6232271"/>
            <a:ext cx="10444163" cy="42218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150" b="0" i="0">
                <a:solidFill>
                  <a:srgbClr val="295887"/>
                </a:solidFill>
                <a:latin typeface="Georgia" panose="02040502050405020303"/>
                <a:cs typeface="Georgia" panose="020405020504050203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43087" y="11258296"/>
            <a:ext cx="8601075" cy="5026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150" b="0" i="0">
                <a:solidFill>
                  <a:srgbClr val="295887"/>
                </a:solidFill>
                <a:latin typeface="Georgia" panose="02040502050405020303"/>
                <a:cs typeface="Georgia" panose="020405020504050203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150" b="0" i="0">
                <a:solidFill>
                  <a:srgbClr val="295887"/>
                </a:solidFill>
                <a:latin typeface="Georgia" panose="02040502050405020303"/>
                <a:cs typeface="Georgia" panose="020405020504050203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4362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327933" y="4623943"/>
            <a:ext cx="5344954" cy="1326870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150" b="0" i="0">
                <a:solidFill>
                  <a:srgbClr val="295887"/>
                </a:solidFill>
                <a:latin typeface="Georgia" panose="02040502050405020303"/>
                <a:cs typeface="Georgia" panose="020405020504050203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9" y="0"/>
            <a:ext cx="12285724" cy="201041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443820" y="3362297"/>
            <a:ext cx="9641043" cy="1321490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00321" y="6934565"/>
            <a:ext cx="8694420" cy="24879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150" b="0" i="0">
                <a:solidFill>
                  <a:srgbClr val="295887"/>
                </a:solidFill>
                <a:latin typeface="Georgia" panose="02040502050405020303"/>
                <a:cs typeface="Georgia" panose="02040502050405020303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59455" y="9167581"/>
            <a:ext cx="6588125" cy="5158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77665" y="18696814"/>
            <a:ext cx="3931920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4362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46820" y="18696814"/>
            <a:ext cx="2826067" cy="1005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6755" y="6775450"/>
            <a:ext cx="10583545" cy="2398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5500" spc="-1100" dirty="0">
                <a:solidFill>
                  <a:srgbClr val="295887"/>
                </a:solidFill>
                <a:uFillTx/>
                <a:latin typeface="Playwrite IT Trad" charset="0"/>
                <a:cs typeface="Playwrite IT Trad" charset="0"/>
              </a:rPr>
              <a:t>Bi</a:t>
            </a:r>
            <a:r>
              <a:rPr lang="en-US" sz="15500" spc="-1100" dirty="0">
                <a:solidFill>
                  <a:srgbClr val="295887"/>
                </a:solidFill>
                <a:uFillTx/>
                <a:latin typeface="Playwrite IT Trad" charset="0"/>
                <a:cs typeface="Playwrite IT Trad" charset="0"/>
              </a:rPr>
              <a:t>r</a:t>
            </a:r>
            <a:r>
              <a:rPr sz="15500" spc="-1100" dirty="0">
                <a:solidFill>
                  <a:srgbClr val="295887"/>
                </a:solidFill>
                <a:uFillTx/>
                <a:latin typeface="Playwrite IT Trad" charset="0"/>
                <a:cs typeface="Playwrite IT Trad" charset="0"/>
              </a:rPr>
              <a:t>t</a:t>
            </a:r>
            <a:r>
              <a:rPr lang="en-US" sz="15500" spc="-1100" dirty="0">
                <a:solidFill>
                  <a:srgbClr val="295887"/>
                </a:solidFill>
                <a:uFillTx/>
                <a:latin typeface="Playwrite IT Trad" charset="0"/>
                <a:cs typeface="Playwrite IT Trad" charset="0"/>
              </a:rPr>
              <a:t>h</a:t>
            </a:r>
            <a:r>
              <a:rPr sz="15500" spc="-1100" dirty="0">
                <a:solidFill>
                  <a:srgbClr val="295887"/>
                </a:solidFill>
                <a:uFillTx/>
                <a:latin typeface="Playwrite IT Trad" charset="0"/>
                <a:cs typeface="Playwrite IT Trad" charset="0"/>
              </a:rPr>
              <a:t>d</a:t>
            </a:r>
            <a:r>
              <a:rPr lang="en-US" sz="15500" spc="-1100" dirty="0">
                <a:solidFill>
                  <a:srgbClr val="295887"/>
                </a:solidFill>
                <a:uFillTx/>
                <a:latin typeface="Playwrite IT Trad" charset="0"/>
                <a:cs typeface="Playwrite IT Trad" charset="0"/>
              </a:rPr>
              <a:t>ay</a:t>
            </a:r>
            <a:endParaRPr lang="en-US" sz="15500" spc="-1100" dirty="0">
              <a:solidFill>
                <a:srgbClr val="295887"/>
              </a:solidFill>
              <a:uFillTx/>
              <a:latin typeface="Playwrite IT Trad" charset="0"/>
              <a:cs typeface="Playwrite IT Trad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15970" y="9594936"/>
            <a:ext cx="6588125" cy="4860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0640" algn="ctr">
              <a:lnSpc>
                <a:spcPts val="14780"/>
              </a:lnSpc>
              <a:spcBef>
                <a:spcPts val="95"/>
              </a:spcBef>
            </a:pPr>
            <a:r>
              <a:rPr sz="12950" spc="140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A</a:t>
            </a:r>
            <a:r>
              <a:rPr sz="12950" spc="1535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NNI</a:t>
            </a:r>
            <a:r>
              <a:rPr sz="12950" spc="105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E</a:t>
            </a:r>
            <a:endParaRPr sz="12950">
              <a:latin typeface="Gluten ExtraLight" charset="0"/>
              <a:cs typeface="Gluten ExtraLight" charset="0"/>
            </a:endParaRPr>
          </a:p>
          <a:p>
            <a:pPr marL="0" marR="59055" indent="0" algn="ctr" eaLnBrk="1" fontAlgn="auto" latinLnBrk="0" hangingPunct="1">
              <a:lnSpc>
                <a:spcPts val="5100"/>
              </a:lnSpc>
              <a:spcBef>
                <a:spcPts val="200"/>
              </a:spcBef>
              <a:tabLst>
                <a:tab pos="1349375" algn="l"/>
                <a:tab pos="6150610" algn="l"/>
              </a:tabLst>
            </a:pPr>
            <a:r>
              <a:rPr sz="6300" spc="-65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I</a:t>
            </a:r>
            <a:r>
              <a:rPr sz="6300" spc="-47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 </a:t>
            </a:r>
            <a:r>
              <a:rPr lang="en-US" altLang="" sz="6300" spc="-47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 </a:t>
            </a:r>
            <a:r>
              <a:rPr sz="6300" spc="33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S</a:t>
            </a:r>
            <a:r>
              <a:rPr lang="en-US" altLang="" sz="6300" spc="33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  </a:t>
            </a:r>
            <a:r>
              <a:rPr sz="6300" spc="7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T</a:t>
            </a:r>
            <a:r>
              <a:rPr sz="6300" spc="-36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 </a:t>
            </a:r>
            <a:r>
              <a:rPr sz="6300" spc="-33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U</a:t>
            </a:r>
            <a:r>
              <a:rPr sz="6300" spc="-455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 </a:t>
            </a:r>
            <a:r>
              <a:rPr sz="6300" spc="-44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R</a:t>
            </a:r>
            <a:r>
              <a:rPr sz="6300" spc="-459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 </a:t>
            </a:r>
            <a:r>
              <a:rPr sz="630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N</a:t>
            </a:r>
            <a:r>
              <a:rPr sz="6300" spc="-375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 </a:t>
            </a:r>
            <a:r>
              <a:rPr sz="6300" spc="-65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I</a:t>
            </a:r>
            <a:r>
              <a:rPr sz="6300" spc="-38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 </a:t>
            </a:r>
            <a:r>
              <a:rPr sz="630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N</a:t>
            </a:r>
            <a:r>
              <a:rPr sz="6300" spc="-505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 </a:t>
            </a:r>
            <a:r>
              <a:rPr sz="6300" spc="-5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G</a:t>
            </a:r>
            <a:r>
              <a:rPr lang="en-US" altLang="" sz="6300" spc="-5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   </a:t>
            </a:r>
            <a:r>
              <a:rPr sz="6300" spc="-645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7</a:t>
            </a:r>
            <a:endParaRPr sz="6300">
              <a:latin typeface="Gluten ExtraLight" charset="0"/>
              <a:cs typeface="Gluten ExtraLight" charset="0"/>
            </a:endParaRPr>
          </a:p>
          <a:p>
            <a:pPr marL="48260" algn="ctr">
              <a:lnSpc>
                <a:spcPct val="100000"/>
              </a:lnSpc>
              <a:spcBef>
                <a:spcPts val="3410"/>
              </a:spcBef>
            </a:pPr>
            <a:r>
              <a:rPr sz="7700" spc="-1115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2</a:t>
            </a:r>
            <a:r>
              <a:rPr lang="en-US" altLang="" sz="7700" spc="-1115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 </a:t>
            </a:r>
            <a:r>
              <a:rPr sz="7700" spc="-1115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1</a:t>
            </a:r>
            <a:r>
              <a:rPr sz="7700" spc="434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 </a:t>
            </a:r>
            <a:r>
              <a:rPr sz="7700" spc="36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SEPTEMBER</a:t>
            </a:r>
            <a:endParaRPr sz="7700">
              <a:latin typeface="Gluten ExtraLight" charset="0"/>
              <a:cs typeface="Gluten ExtraLight" charset="0"/>
            </a:endParaRPr>
          </a:p>
          <a:p>
            <a:pPr marL="15240" indent="0" algn="ctr" eaLnBrk="1" fontAlgn="auto" latinLnBrk="0" hangingPunct="1">
              <a:lnSpc>
                <a:spcPts val="5080"/>
              </a:lnSpc>
              <a:spcBef>
                <a:spcPts val="0"/>
              </a:spcBef>
              <a:tabLst>
                <a:tab pos="2934335" algn="l"/>
              </a:tabLst>
            </a:pPr>
            <a:r>
              <a:rPr sz="4650" spc="465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A</a:t>
            </a:r>
            <a:r>
              <a:rPr sz="4650" spc="-695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 </a:t>
            </a:r>
            <a:r>
              <a:rPr sz="4650" spc="55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N</a:t>
            </a:r>
            <a:r>
              <a:rPr sz="4650" spc="-64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 </a:t>
            </a:r>
            <a:r>
              <a:rPr sz="4650" spc="55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N</a:t>
            </a:r>
            <a:r>
              <a:rPr sz="4650" spc="-64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 </a:t>
            </a:r>
            <a:r>
              <a:rPr sz="4650" spc="-484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I</a:t>
            </a:r>
            <a:r>
              <a:rPr sz="4650" spc="-645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 </a:t>
            </a:r>
            <a:r>
              <a:rPr sz="4650" spc="12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E</a:t>
            </a:r>
            <a:r>
              <a:rPr sz="4650" spc="-69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 </a:t>
            </a:r>
            <a:r>
              <a:rPr sz="4650" spc="-115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’</a:t>
            </a:r>
            <a:r>
              <a:rPr sz="4650" spc="-695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 </a:t>
            </a:r>
            <a:r>
              <a:rPr lang="en-US" altLang="" sz="4650" spc="-695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 </a:t>
            </a:r>
            <a:r>
              <a:rPr sz="4650" spc="215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S</a:t>
            </a:r>
            <a:r>
              <a:rPr sz="465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	</a:t>
            </a:r>
            <a:r>
              <a:rPr sz="4650" spc="-25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H</a:t>
            </a:r>
            <a:r>
              <a:rPr sz="4650" spc="-725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 </a:t>
            </a:r>
            <a:r>
              <a:rPr sz="4650" spc="434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O</a:t>
            </a:r>
            <a:r>
              <a:rPr sz="4650" spc="-105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M</a:t>
            </a:r>
            <a:r>
              <a:rPr sz="4650" spc="-64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 </a:t>
            </a:r>
            <a:r>
              <a:rPr sz="4650" spc="7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E</a:t>
            </a:r>
            <a:endParaRPr sz="4650">
              <a:latin typeface="Gluten ExtraLight" charset="0"/>
              <a:cs typeface="Gluten ExtraLight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34097" y="5190864"/>
            <a:ext cx="4930775" cy="18732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100" spc="68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HA</a:t>
            </a:r>
            <a:r>
              <a:rPr sz="12100" spc="81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P</a:t>
            </a:r>
            <a:r>
              <a:rPr sz="12100" spc="680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P</a:t>
            </a:r>
            <a:r>
              <a:rPr sz="12100" spc="75" dirty="0">
                <a:solidFill>
                  <a:srgbClr val="295887"/>
                </a:solidFill>
                <a:latin typeface="Gluten ExtraLight" charset="0"/>
                <a:cs typeface="Gluten ExtraLight" charset="0"/>
              </a:rPr>
              <a:t>Y</a:t>
            </a:r>
            <a:endParaRPr sz="12100">
              <a:latin typeface="Gluten ExtraLight" charset="0"/>
              <a:cs typeface="Gluten ExtraLight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WPS 演示</Application>
  <PresentationFormat>On-screen Show (4:3)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Georgia</vt:lpstr>
      <vt:lpstr>Trebuchet MS</vt:lpstr>
      <vt:lpstr>微软雅黑</vt:lpstr>
      <vt:lpstr>Arial Unicode MS</vt:lpstr>
      <vt:lpstr>Calibri</vt:lpstr>
      <vt:lpstr>Gluten ExtraBold</vt:lpstr>
      <vt:lpstr>Gluten ExtraLight</vt:lpstr>
      <vt:lpstr>Playwrite IT Trad</vt:lpstr>
      <vt:lpstr>Office Theme</vt:lpstr>
      <vt:lpstr>BiMtªd�g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Birthday</dc:title>
  <dc:creator/>
  <cp:lastModifiedBy>平面设计师.张倩/金畅</cp:lastModifiedBy>
  <cp:revision>1</cp:revision>
  <dcterms:created xsi:type="dcterms:W3CDTF">2026-04-16T09:13:51Z</dcterms:created>
  <dcterms:modified xsi:type="dcterms:W3CDTF">2026-04-16T09:13:51Z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2026-04-16T08:00:00Z</vt:filetime>
  </property>
  <property fmtid="{D5CDD505-2E9C-101B-9397-08002B2CF9AE}" pid="3" name="Creator">
    <vt:lpwstr>Adobe Illustrator 27.0 (Windows)</vt:lpwstr>
  </property>
  <property fmtid="{D5CDD505-2E9C-101B-9397-08002B2CF9AE}" pid="4" name="LastSaved">
    <vt:filetime>2026-04-16T08:00:00Z</vt:filetime>
  </property>
  <property fmtid="{D5CDD505-2E9C-101B-9397-08002B2CF9AE}" pid="5" name="Producer">
    <vt:lpwstr>Adobe PDF library 16.07</vt:lpwstr>
  </property>
  <property fmtid="{D5CDD505-2E9C-101B-9397-08002B2CF9AE}" pid="6" name="KSOProductBuildVer">
    <vt:lpwstr>2052-12.1.0.25225</vt:lpwstr>
  </property>
  <property fmtid="{D5CDD505-2E9C-101B-9397-08002B2CF9AE}" pid="7" name="ICV">
    <vt:lpwstr>93D8E4568C7E4B979DF251ADC414A4DF_12</vt:lpwstr>
  </property>
</Properties>
</file>