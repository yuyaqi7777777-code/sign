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Trebuchet MS" panose="020B0603020202020204"/>
      <p:regular r:id="rId7"/>
      <p:bold r:id="rId8"/>
      <p:italic r:id="rId9"/>
      <p:boldItalic r:id="rId10"/>
    </p:embeddedFont>
    <p:embeddedFont>
      <p:font typeface="Sacramento" panose="02000507000000020000" charset="0"/>
      <p:regular r:id="rId11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3.fntdata"/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5.fntdata"/><Relationship Id="rId10" Type="http://schemas.openxmlformats.org/officeDocument/2006/relationships/font" Target="fonts/font4.fntdata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300" b="0" i="0">
                <a:solidFill>
                  <a:srgbClr val="EF88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300" b="0" i="0">
                <a:solidFill>
                  <a:srgbClr val="EF88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300" b="0" i="0">
                <a:solidFill>
                  <a:srgbClr val="EF88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300" b="0" i="0">
                <a:solidFill>
                  <a:srgbClr val="EF88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2659" y="475677"/>
            <a:ext cx="9366250" cy="175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300" b="0" i="0">
                <a:solidFill>
                  <a:srgbClr val="EF8896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4362" y="4623943"/>
            <a:ext cx="1105852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22659" y="475677"/>
            <a:ext cx="9366250" cy="1755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0" dirty="0">
                <a:latin typeface="Sacramento" panose="02000507000000020000" charset="0"/>
                <a:cs typeface="Sacramento" panose="02000507000000020000" charset="0"/>
              </a:rPr>
              <a:t>Hello</a:t>
            </a:r>
            <a:r>
              <a:rPr spc="-650" dirty="0">
                <a:latin typeface="Sacramento" panose="02000507000000020000" charset="0"/>
                <a:cs typeface="Sacramento" panose="02000507000000020000" charset="0"/>
              </a:rPr>
              <a:t> </a:t>
            </a:r>
            <a:r>
              <a:rPr spc="-330" dirty="0">
                <a:latin typeface="Sacramento" panose="02000507000000020000" charset="0"/>
                <a:cs typeface="Sacramento" panose="02000507000000020000" charset="0"/>
              </a:rPr>
              <a:t>Baby</a:t>
            </a:r>
            <a:r>
              <a:rPr spc="-650" dirty="0">
                <a:latin typeface="Sacramento" panose="02000507000000020000" charset="0"/>
                <a:cs typeface="Sacramento" panose="02000507000000020000" charset="0"/>
              </a:rPr>
              <a:t> </a:t>
            </a:r>
            <a:r>
              <a:rPr spc="155" dirty="0">
                <a:latin typeface="Sacramento" panose="02000507000000020000" charset="0"/>
                <a:cs typeface="Sacramento" panose="02000507000000020000" charset="0"/>
              </a:rPr>
              <a:t>Girl</a:t>
            </a:r>
            <a:endParaRPr spc="155" dirty="0">
              <a:latin typeface="Sacramento" panose="02000507000000020000" charset="0"/>
              <a:cs typeface="Sacramento" panose="02000507000000020000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86118" y="17120347"/>
            <a:ext cx="8314055" cy="211772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45"/>
              </a:spcBef>
            </a:pPr>
            <a:r>
              <a:rPr sz="4200" spc="-10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@PROFILE</a:t>
            </a:r>
            <a:endParaRPr sz="4200">
              <a:latin typeface="Trebuchet MS" panose="020B0603020202020204"/>
              <a:cs typeface="Trebuchet MS" panose="020B0603020202020204"/>
            </a:endParaRPr>
          </a:p>
          <a:p>
            <a:pPr marL="12700" marR="5080" algn="ctr">
              <a:lnSpc>
                <a:spcPct val="101000"/>
              </a:lnSpc>
              <a:spcBef>
                <a:spcPts val="1115"/>
              </a:spcBef>
            </a:pPr>
            <a:r>
              <a:rPr sz="3750" spc="-12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Lorem</a:t>
            </a:r>
            <a:r>
              <a:rPr sz="3750" spc="-30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2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ipsum</a:t>
            </a:r>
            <a:r>
              <a:rPr sz="3750" spc="-30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7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dolor</a:t>
            </a:r>
            <a:r>
              <a:rPr sz="3750" spc="-30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15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sit</a:t>
            </a:r>
            <a:r>
              <a:rPr sz="3750" spc="-30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23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amet,</a:t>
            </a:r>
            <a:r>
              <a:rPr sz="3750" spc="-30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11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consectetuer </a:t>
            </a:r>
            <a:r>
              <a:rPr sz="3750" spc="-7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adipiscing</a:t>
            </a:r>
            <a:r>
              <a:rPr sz="3750" spc="-250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3750" spc="-305" dirty="0">
                <a:solidFill>
                  <a:srgbClr val="502519"/>
                </a:solidFill>
                <a:latin typeface="Trebuchet MS" panose="020B0603020202020204"/>
                <a:cs typeface="Trebuchet MS" panose="020B0603020202020204"/>
              </a:rPr>
              <a:t>elit.</a:t>
            </a:r>
            <a:endParaRPr sz="3750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0325" y="2683904"/>
            <a:ext cx="6544309" cy="7289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600" b="1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CARLA´S</a:t>
            </a:r>
            <a:r>
              <a:rPr sz="4600" b="1" spc="-25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600" b="1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BABY</a:t>
            </a:r>
            <a:r>
              <a:rPr sz="4600" b="1" spc="-100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 </a:t>
            </a:r>
            <a:r>
              <a:rPr sz="4600" b="1" spc="-10" dirty="0">
                <a:solidFill>
                  <a:srgbClr val="EF8896"/>
                </a:solidFill>
                <a:latin typeface="Trebuchet MS" panose="020B0603020202020204"/>
                <a:cs typeface="Trebuchet MS" panose="020B0603020202020204"/>
              </a:rPr>
              <a:t>SHOWER</a:t>
            </a:r>
            <a:endParaRPr sz="4600">
              <a:latin typeface="Trebuchet MS" panose="020B0603020202020204"/>
              <a:cs typeface="Trebuchet MS" panose="020B0603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66648" y="3803286"/>
            <a:ext cx="9752562" cy="13089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演示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Arial MT</vt:lpstr>
      <vt:lpstr>Trebuchet MS</vt:lpstr>
      <vt:lpstr>微软雅黑</vt:lpstr>
      <vt:lpstr>Arial Unicode MS</vt:lpstr>
      <vt:lpstr>Calibri</vt:lpstr>
      <vt:lpstr>Sacramento</vt:lpstr>
      <vt:lpstr>Office Theme</vt:lpstr>
      <vt:lpstr>Hello Baby Girl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Baby Girl</dc:title>
  <dc:creator/>
  <cp:lastModifiedBy>Administrator</cp:lastModifiedBy>
  <cp:revision>2</cp:revision>
  <dcterms:created xsi:type="dcterms:W3CDTF">2026-04-16T08:02:47Z</dcterms:created>
  <dcterms:modified xsi:type="dcterms:W3CDTF">2026-04-16T08:33:51Z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2026-04-03T08:00:00Z</vt:filetime>
  </property>
  <property fmtid="{D5CDD505-2E9C-101B-9397-08002B2CF9AE}" pid="4" name="Creator">
    <vt:lpwstr>Adobe Illustrator 29.4 (Windows)</vt:lpwstr>
  </property>
  <property fmtid="{D5CDD505-2E9C-101B-9397-08002B2CF9AE}" pid="5" name="LastSaved">
    <vt:filetime>2026-04-16T08:00:00Z</vt:filetime>
  </property>
  <property fmtid="{D5CDD505-2E9C-101B-9397-08002B2CF9AE}" pid="6" name="Producer">
    <vt:lpwstr>Adobe PDF library 17.00</vt:lpwstr>
  </property>
  <property fmtid="{D5CDD505-2E9C-101B-9397-08002B2CF9AE}" pid="7" name="KSOProductBuildVer">
    <vt:lpwstr>2052-12.1.0.25225</vt:lpwstr>
  </property>
  <property fmtid="{D5CDD505-2E9C-101B-9397-08002B2CF9AE}" pid="8" name="ICV">
    <vt:lpwstr>67953A972CB04A70A27E990A9807AFFC_13</vt:lpwstr>
  </property>
</Properties>
</file>