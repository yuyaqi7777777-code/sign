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3"/>
  </p:sldIdLst>
  <p:sldSz cx="12280900" cy="20104100"/>
  <p:notesSz cx="12280900" cy="20104100"/>
  <p:embeddedFontLst>
    <p:embeddedFont>
      <p:font typeface="Trebuchet MS" panose="020B0603020202020204"/>
      <p:regular r:id="rId7"/>
      <p:bold r:id="rId8"/>
      <p:italic r:id="rId9"/>
      <p:boldItalic r:id="rId10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21543" y="6232271"/>
            <a:ext cx="10444163" cy="42218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50" b="0" i="1">
                <a:solidFill>
                  <a:srgbClr val="9B6184"/>
                </a:solidFill>
                <a:latin typeface="Cambria" panose="02040503050406030204"/>
                <a:cs typeface="Cambria" panose="02040503050406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43087" y="11258296"/>
            <a:ext cx="8601075" cy="5026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50" b="0" i="1">
                <a:solidFill>
                  <a:srgbClr val="9B6184"/>
                </a:solidFill>
                <a:latin typeface="Cambria" panose="02040503050406030204"/>
                <a:cs typeface="Cambria" panose="02040503050406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50" b="0" i="1">
                <a:solidFill>
                  <a:srgbClr val="9B6184"/>
                </a:solidFill>
                <a:latin typeface="Cambria" panose="02040503050406030204"/>
                <a:cs typeface="Cambria" panose="02040503050406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14362" y="4623943"/>
            <a:ext cx="5344954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327933" y="4623943"/>
            <a:ext cx="5344954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50" b="0" i="1">
                <a:solidFill>
                  <a:srgbClr val="9B6184"/>
                </a:solidFill>
                <a:latin typeface="Cambria" panose="02040503050406030204"/>
                <a:cs typeface="Cambria" panose="02040503050406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9" y="0"/>
            <a:ext cx="12285725" cy="201041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18986" y="1906329"/>
            <a:ext cx="7391400" cy="52597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50" b="0" i="1">
                <a:solidFill>
                  <a:srgbClr val="9B6184"/>
                </a:solidFill>
                <a:latin typeface="Cambria" panose="02040503050406030204"/>
                <a:cs typeface="Cambria" panose="02040503050406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14362" y="4623943"/>
            <a:ext cx="11058525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77665" y="18696814"/>
            <a:ext cx="3931920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14362" y="18696814"/>
            <a:ext cx="2826067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46820" y="18696814"/>
            <a:ext cx="2826067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8986" y="1906329"/>
            <a:ext cx="7391400" cy="529717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algn="ctr">
              <a:lnSpc>
                <a:spcPts val="20600"/>
              </a:lnSpc>
              <a:spcBef>
                <a:spcPts val="110"/>
              </a:spcBef>
            </a:pPr>
            <a:r>
              <a:rPr i="0" spc="-20" dirty="0">
                <a:latin typeface="Lobster Regular" charset="0"/>
                <a:cs typeface="Lobster Regular" charset="0"/>
              </a:rPr>
              <a:t>Baby</a:t>
            </a:r>
            <a:endParaRPr i="0" spc="-20" dirty="0">
              <a:latin typeface="Lobster Regular" charset="0"/>
              <a:cs typeface="Lobster Regular" charset="0"/>
            </a:endParaRPr>
          </a:p>
          <a:p>
            <a:pPr algn="ctr">
              <a:lnSpc>
                <a:spcPts val="20600"/>
              </a:lnSpc>
            </a:pPr>
            <a:r>
              <a:rPr i="0" spc="-525" dirty="0">
                <a:latin typeface="Lobster Regular" charset="0"/>
                <a:cs typeface="Lobster Regular" charset="0"/>
              </a:rPr>
              <a:t>Shower</a:t>
            </a:r>
            <a:endParaRPr i="0" spc="-525" dirty="0">
              <a:latin typeface="Lobster Regular" charset="0"/>
              <a:cs typeface="Lobster Regular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591803" y="7140372"/>
            <a:ext cx="5118100" cy="70993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4450" spc="60" dirty="0">
                <a:solidFill>
                  <a:srgbClr val="996181"/>
                </a:solidFill>
                <a:latin typeface="Trebuchet MS" panose="020B0603020202020204"/>
                <a:cs typeface="Trebuchet MS" panose="020B0603020202020204"/>
              </a:rPr>
              <a:t>Welcome</a:t>
            </a:r>
            <a:r>
              <a:rPr sz="4450" spc="-175" dirty="0">
                <a:solidFill>
                  <a:srgbClr val="996181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4450" spc="-55" dirty="0">
                <a:solidFill>
                  <a:srgbClr val="996181"/>
                </a:solidFill>
                <a:latin typeface="Trebuchet MS" panose="020B0603020202020204"/>
                <a:cs typeface="Trebuchet MS" panose="020B0603020202020204"/>
              </a:rPr>
              <a:t>Little</a:t>
            </a:r>
            <a:r>
              <a:rPr sz="4450" spc="-170" dirty="0">
                <a:solidFill>
                  <a:srgbClr val="996181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4450" spc="155" dirty="0">
                <a:solidFill>
                  <a:srgbClr val="996181"/>
                </a:solidFill>
                <a:latin typeface="Trebuchet MS" panose="020B0603020202020204"/>
                <a:cs typeface="Trebuchet MS" panose="020B0603020202020204"/>
              </a:rPr>
              <a:t>One</a:t>
            </a:r>
            <a:endParaRPr sz="4450">
              <a:latin typeface="Trebuchet MS" panose="020B0603020202020204"/>
              <a:cs typeface="Trebuchet MS" panose="020B0603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543792" y="17389555"/>
            <a:ext cx="7235190" cy="4699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900" spc="145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SATURDAY,</a:t>
            </a:r>
            <a:r>
              <a:rPr sz="2900" spc="235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2900" spc="290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OCTOBER</a:t>
            </a:r>
            <a:r>
              <a:rPr sz="2900" spc="235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2900" spc="325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22ND</a:t>
            </a:r>
            <a:r>
              <a:rPr sz="2900" spc="110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2900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AT</a:t>
            </a:r>
            <a:r>
              <a:rPr sz="2900" spc="145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2900" spc="204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10</a:t>
            </a:r>
            <a:r>
              <a:rPr sz="2900" spc="114" dirty="0">
                <a:solidFill>
                  <a:srgbClr val="995F83"/>
                </a:solidFill>
                <a:latin typeface="Trebuchet MS" panose="020B0603020202020204"/>
                <a:cs typeface="Trebuchet MS" panose="020B0603020202020204"/>
              </a:rPr>
              <a:t> A.M.</a:t>
            </a:r>
            <a:endParaRPr sz="2900">
              <a:latin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</Words>
  <Application>WPS 演示</Application>
  <PresentationFormat>On-screen Show (4:3)</PresentationFormat>
  <Paragraphs>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宋体</vt:lpstr>
      <vt:lpstr>Wingdings</vt:lpstr>
      <vt:lpstr>Cambria</vt:lpstr>
      <vt:lpstr>Trebuchet MS</vt:lpstr>
      <vt:lpstr>微软雅黑</vt:lpstr>
      <vt:lpstr>Arial Unicode MS</vt:lpstr>
      <vt:lpstr>Calibri</vt:lpstr>
      <vt:lpstr>Lobster Regular</vt:lpstr>
      <vt:lpstr>Lobster</vt:lpstr>
      <vt:lpstr>Office Theme</vt:lpstr>
      <vt:lpstr>Shower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BabyShower</dc:title>
  <dc:creator/>
  <cp:lastModifiedBy>平面设计师.张倩/金畅</cp:lastModifiedBy>
  <cp:revision>1</cp:revision>
  <dcterms:created xsi:type="dcterms:W3CDTF">2026-04-16T09:50:51Z</dcterms:created>
  <dcterms:modified xsi:type="dcterms:W3CDTF">2026-04-16T09:50:52Z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2026-04-01T08:00:00Z</vt:filetime>
  </property>
  <property fmtid="{D5CDD505-2E9C-101B-9397-08002B2CF9AE}" pid="3" name="Creator">
    <vt:lpwstr>Adobe Illustrator 27.0 (Windows)</vt:lpwstr>
  </property>
  <property fmtid="{D5CDD505-2E9C-101B-9397-08002B2CF9AE}" pid="4" name="LastSaved">
    <vt:filetime>2026-04-16T08:00:00Z</vt:filetime>
  </property>
  <property fmtid="{D5CDD505-2E9C-101B-9397-08002B2CF9AE}" pid="5" name="Producer">
    <vt:lpwstr>iLovePDF</vt:lpwstr>
  </property>
  <property fmtid="{D5CDD505-2E9C-101B-9397-08002B2CF9AE}" pid="6" name="ICV">
    <vt:lpwstr>5802758BA91D4F32AB527AAB3FB8FA6B_12</vt:lpwstr>
  </property>
  <property fmtid="{D5CDD505-2E9C-101B-9397-08002B2CF9AE}" pid="7" name="KSOProductBuildVer">
    <vt:lpwstr>2052-12.1.0.25225</vt:lpwstr>
  </property>
</Properties>
</file>