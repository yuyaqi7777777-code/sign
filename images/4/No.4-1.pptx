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50" b="0" i="1">
                <a:solidFill>
                  <a:srgbClr val="9B6184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50" b="0" i="1">
                <a:solidFill>
                  <a:srgbClr val="9B6184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50" b="0" i="1">
                <a:solidFill>
                  <a:srgbClr val="9B6184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50" b="0" i="1">
                <a:solidFill>
                  <a:srgbClr val="9B6184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" y="0"/>
            <a:ext cx="12285725" cy="20104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8986" y="1906329"/>
            <a:ext cx="7391400" cy="525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50" b="0" i="1">
                <a:solidFill>
                  <a:srgbClr val="9B6184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8986" y="1906329"/>
            <a:ext cx="7391400" cy="5297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20600"/>
              </a:lnSpc>
              <a:spcBef>
                <a:spcPts val="110"/>
              </a:spcBef>
            </a:pPr>
            <a:r>
              <a:rPr i="0" spc="-20" dirty="0">
                <a:latin typeface="Lobster Regular" charset="0"/>
                <a:cs typeface="Lobster Regular" charset="0"/>
              </a:rPr>
              <a:t>Baby</a:t>
            </a:r>
            <a:endParaRPr i="0" spc="-20" dirty="0">
              <a:latin typeface="Lobster Regular" charset="0"/>
              <a:cs typeface="Lobster Regular" charset="0"/>
            </a:endParaRPr>
          </a:p>
          <a:p>
            <a:pPr algn="ctr">
              <a:lnSpc>
                <a:spcPts val="20600"/>
              </a:lnSpc>
            </a:pPr>
            <a:r>
              <a:rPr sz="16200" i="0" spc="-525" dirty="0">
                <a:latin typeface="Lobster Regular" charset="0"/>
                <a:cs typeface="Lobster Regular" charset="0"/>
              </a:rPr>
              <a:t>Shower</a:t>
            </a:r>
            <a:endParaRPr i="0" spc="-525" dirty="0">
              <a:latin typeface="Lobster Regular" charset="0"/>
              <a:cs typeface="Lobster Regular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1803" y="7140372"/>
            <a:ext cx="5118100" cy="709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450" spc="60" dirty="0">
                <a:solidFill>
                  <a:srgbClr val="996181"/>
                </a:solidFill>
                <a:latin typeface="Trebuchet MS" panose="020B0603020202020204"/>
                <a:cs typeface="Trebuchet MS" panose="020B0603020202020204"/>
              </a:rPr>
              <a:t>Welcome</a:t>
            </a:r>
            <a:r>
              <a:rPr sz="4450" spc="-175" dirty="0">
                <a:solidFill>
                  <a:srgbClr val="99618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450" spc="-55" dirty="0">
                <a:solidFill>
                  <a:srgbClr val="996181"/>
                </a:solidFill>
                <a:latin typeface="Trebuchet MS" panose="020B0603020202020204"/>
                <a:cs typeface="Trebuchet MS" panose="020B0603020202020204"/>
              </a:rPr>
              <a:t>Little</a:t>
            </a:r>
            <a:r>
              <a:rPr sz="4450" spc="-170" dirty="0">
                <a:solidFill>
                  <a:srgbClr val="996181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450" spc="155" dirty="0">
                <a:solidFill>
                  <a:srgbClr val="996181"/>
                </a:solidFill>
                <a:latin typeface="Trebuchet MS" panose="020B0603020202020204"/>
                <a:cs typeface="Trebuchet MS" panose="020B0603020202020204"/>
              </a:rPr>
              <a:t>One</a:t>
            </a:r>
            <a:endParaRPr sz="4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43792" y="17389555"/>
            <a:ext cx="723519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spc="145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SATURDAY,</a:t>
            </a:r>
            <a:r>
              <a:rPr sz="2900" spc="235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spc="290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OCTOBER</a:t>
            </a:r>
            <a:r>
              <a:rPr sz="2900" spc="235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spc="325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22ND</a:t>
            </a:r>
            <a:r>
              <a:rPr sz="2900" spc="110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2900" spc="145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spc="204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10</a:t>
            </a:r>
            <a:r>
              <a:rPr sz="2900" spc="114" dirty="0">
                <a:solidFill>
                  <a:srgbClr val="995F83"/>
                </a:solidFill>
                <a:latin typeface="Trebuchet MS" panose="020B0603020202020204"/>
                <a:cs typeface="Trebuchet MS" panose="020B0603020202020204"/>
              </a:rPr>
              <a:t> A.M.</a:t>
            </a:r>
            <a:endParaRPr sz="29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WPS 演示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Cambria</vt:lpstr>
      <vt:lpstr>Lobster Regular</vt:lpstr>
      <vt:lpstr>Segoe Print</vt:lpstr>
      <vt:lpstr>Trebuchet MS</vt:lpstr>
      <vt:lpstr>微软雅黑</vt:lpstr>
      <vt:lpstr>Arial Unicode MS</vt:lpstr>
      <vt:lpstr>Calibri</vt:lpstr>
      <vt:lpstr>Office Theme</vt:lpstr>
      <vt:lpstr>Shower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Shower</dc:title>
  <dc:creator/>
  <cp:lastModifiedBy>陌上花开</cp:lastModifiedBy>
  <cp:revision>2</cp:revision>
  <dcterms:created xsi:type="dcterms:W3CDTF">2026-04-16T09:50:00Z</dcterms:created>
  <dcterms:modified xsi:type="dcterms:W3CDTF">2026-04-22T09:38:13Z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2026-04-01T16:00:00Z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2026-04-16T16:00:00Z</vt:filetime>
  </property>
  <property fmtid="{D5CDD505-2E9C-101B-9397-08002B2CF9AE}" pid="5" name="Producer">
    <vt:lpwstr>iLovePDF</vt:lpwstr>
  </property>
  <property fmtid="{D5CDD505-2E9C-101B-9397-08002B2CF9AE}" pid="6" name="ICV">
    <vt:lpwstr>5802758BA91D4F32AB527AAB3FB8FA6B_12</vt:lpwstr>
  </property>
  <property fmtid="{D5CDD505-2E9C-101B-9397-08002B2CF9AE}" pid="7" name="KSOProductBuildVer">
    <vt:lpwstr>2052-12.1.0.25225</vt:lpwstr>
  </property>
</Properties>
</file>