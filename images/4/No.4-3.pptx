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3"/>
  </p:sldIdLst>
  <p:sldSz cx="12280900" cy="20104100"/>
  <p:notesSz cx="12280900" cy="20104100"/>
  <p:embeddedFontLst>
    <p:embeddedFont>
      <p:font typeface="Georgia" panose="02040502050405020303"/>
      <p:regular r:id="rId7"/>
      <p:bold r:id="rId8"/>
      <p:italic r:id="rId9"/>
      <p:boldItalic r:id="rId10"/>
    </p:embeddedFont>
    <p:embeddedFont>
      <p:font typeface="Arizonia" panose="02000507060000020003" charset="0"/>
      <p:regular r:id="rId11"/>
    </p:embeddedFont>
    <p:embeddedFont>
      <p:font typeface="Parisienne" panose="03020507000000020002" charset="0"/>
      <p:regular r:id="rId12"/>
    </p:embeddedFont>
    <p:embeddedFont>
      <p:font typeface="思源宋体 CN Heavy" panose="02020900000000000000" charset="-122"/>
      <p:bold r:id="rId13"/>
    </p:embeddedFont>
  </p:embeddedFontLst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3.fntdata"/><Relationship Id="rId8" Type="http://schemas.openxmlformats.org/officeDocument/2006/relationships/font" Target="fonts/font2.fntdata"/><Relationship Id="rId7" Type="http://schemas.openxmlformats.org/officeDocument/2006/relationships/font" Target="fonts/font1.fntdata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font" Target="fonts/font7.fntdata"/><Relationship Id="rId12" Type="http://schemas.openxmlformats.org/officeDocument/2006/relationships/font" Target="fonts/font6.fntdata"/><Relationship Id="rId11" Type="http://schemas.openxmlformats.org/officeDocument/2006/relationships/font" Target="fonts/font5.fntdata"/><Relationship Id="rId10" Type="http://schemas.openxmlformats.org/officeDocument/2006/relationships/font" Target="fonts/font4.fntdata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21543" y="6232271"/>
            <a:ext cx="10444163" cy="4221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50" b="0" i="1">
                <a:solidFill>
                  <a:srgbClr val="7B84C0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43087" y="11258296"/>
            <a:ext cx="8601075" cy="5026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rgbClr val="80B1E0"/>
                </a:solidFill>
                <a:latin typeface="Georgia" panose="02040502050405020303"/>
                <a:cs typeface="Georgia" panose="02040502050405020303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550" b="0" i="1">
                <a:solidFill>
                  <a:srgbClr val="7B84C0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rgbClr val="80B1E0"/>
                </a:solidFill>
                <a:latin typeface="Georgia" panose="02040502050405020303"/>
                <a:cs typeface="Georgia" panose="02040502050405020303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550" b="0" i="1">
                <a:solidFill>
                  <a:srgbClr val="7B84C0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14362" y="4623943"/>
            <a:ext cx="5344954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327933" y="4623943"/>
            <a:ext cx="5344954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550" b="0" i="1">
                <a:solidFill>
                  <a:srgbClr val="7B84C0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image" Target="../media/image3.png"/><Relationship Id="rId7" Type="http://schemas.openxmlformats.org/officeDocument/2006/relationships/image" Target="../media/image2.png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8" Type="http://schemas.openxmlformats.org/officeDocument/2006/relationships/theme" Target="../theme/theme1.xml"/><Relationship Id="rId27" Type="http://schemas.openxmlformats.org/officeDocument/2006/relationships/image" Target="../media/image22.png"/><Relationship Id="rId26" Type="http://schemas.openxmlformats.org/officeDocument/2006/relationships/image" Target="../media/image21.png"/><Relationship Id="rId25" Type="http://schemas.openxmlformats.org/officeDocument/2006/relationships/image" Target="../media/image20.png"/><Relationship Id="rId24" Type="http://schemas.openxmlformats.org/officeDocument/2006/relationships/image" Target="../media/image19.png"/><Relationship Id="rId23" Type="http://schemas.openxmlformats.org/officeDocument/2006/relationships/image" Target="../media/image18.png"/><Relationship Id="rId22" Type="http://schemas.openxmlformats.org/officeDocument/2006/relationships/image" Target="../media/image17.png"/><Relationship Id="rId21" Type="http://schemas.openxmlformats.org/officeDocument/2006/relationships/image" Target="../media/image16.png"/><Relationship Id="rId20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14.png"/><Relationship Id="rId18" Type="http://schemas.openxmlformats.org/officeDocument/2006/relationships/image" Target="../media/image13.png"/><Relationship Id="rId17" Type="http://schemas.openxmlformats.org/officeDocument/2006/relationships/image" Target="../media/image12.png"/><Relationship Id="rId16" Type="http://schemas.openxmlformats.org/officeDocument/2006/relationships/image" Target="../media/image11.png"/><Relationship Id="rId15" Type="http://schemas.openxmlformats.org/officeDocument/2006/relationships/image" Target="../media/image10.png"/><Relationship Id="rId14" Type="http://schemas.openxmlformats.org/officeDocument/2006/relationships/image" Target="../media/image9.png"/><Relationship Id="rId13" Type="http://schemas.openxmlformats.org/officeDocument/2006/relationships/image" Target="../media/image8.png"/><Relationship Id="rId12" Type="http://schemas.openxmlformats.org/officeDocument/2006/relationships/image" Target="../media/image7.png"/><Relationship Id="rId11" Type="http://schemas.openxmlformats.org/officeDocument/2006/relationships/image" Target="../media/image6.png"/><Relationship Id="rId10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9"/>
            <a:ext cx="12285980" cy="20104735"/>
          </a:xfrm>
          <a:custGeom>
            <a:avLst/>
            <a:gdLst/>
            <a:ahLst/>
            <a:cxnLst/>
            <a:rect l="l" t="t" r="r" b="b"/>
            <a:pathLst>
              <a:path w="12285980" h="20104735">
                <a:moveTo>
                  <a:pt x="12285844" y="0"/>
                </a:moveTo>
                <a:lnTo>
                  <a:pt x="0" y="0"/>
                </a:lnTo>
                <a:lnTo>
                  <a:pt x="0" y="20104109"/>
                </a:lnTo>
                <a:lnTo>
                  <a:pt x="12285844" y="20104109"/>
                </a:lnTo>
                <a:lnTo>
                  <a:pt x="12285844" y="0"/>
                </a:lnTo>
                <a:close/>
              </a:path>
            </a:pathLst>
          </a:custGeom>
          <a:solidFill>
            <a:srgbClr val="E4F3F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16655527"/>
            <a:ext cx="4193032" cy="3448572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401236" y="17337459"/>
            <a:ext cx="3884647" cy="2767531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626190" y="3545960"/>
            <a:ext cx="304102" cy="880595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18911" y="3671601"/>
            <a:ext cx="903824" cy="1196000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916284" y="4554847"/>
            <a:ext cx="301448" cy="892977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2288063" y="4027693"/>
            <a:ext cx="26670" cy="54610"/>
          </a:xfrm>
          <a:custGeom>
            <a:avLst/>
            <a:gdLst/>
            <a:ahLst/>
            <a:cxnLst/>
            <a:rect l="l" t="t" r="r" b="b"/>
            <a:pathLst>
              <a:path w="26669" h="54610">
                <a:moveTo>
                  <a:pt x="18259" y="21773"/>
                </a:moveTo>
                <a:lnTo>
                  <a:pt x="6926" y="21773"/>
                </a:lnTo>
                <a:lnTo>
                  <a:pt x="8518" y="22537"/>
                </a:lnTo>
                <a:lnTo>
                  <a:pt x="8405" y="25744"/>
                </a:lnTo>
                <a:lnTo>
                  <a:pt x="8297" y="51032"/>
                </a:lnTo>
                <a:lnTo>
                  <a:pt x="7980" y="53633"/>
                </a:lnTo>
                <a:lnTo>
                  <a:pt x="7911" y="54192"/>
                </a:lnTo>
                <a:lnTo>
                  <a:pt x="12482" y="53633"/>
                </a:lnTo>
                <a:lnTo>
                  <a:pt x="26068" y="53633"/>
                </a:lnTo>
                <a:lnTo>
                  <a:pt x="26061" y="42033"/>
                </a:lnTo>
                <a:lnTo>
                  <a:pt x="12506" y="42033"/>
                </a:lnTo>
                <a:lnTo>
                  <a:pt x="12164" y="39913"/>
                </a:lnTo>
                <a:lnTo>
                  <a:pt x="12121" y="39647"/>
                </a:lnTo>
                <a:lnTo>
                  <a:pt x="12496" y="39647"/>
                </a:lnTo>
                <a:lnTo>
                  <a:pt x="12450" y="28006"/>
                </a:lnTo>
                <a:lnTo>
                  <a:pt x="12789" y="26186"/>
                </a:lnTo>
                <a:lnTo>
                  <a:pt x="18534" y="25744"/>
                </a:lnTo>
                <a:lnTo>
                  <a:pt x="18312" y="22537"/>
                </a:lnTo>
                <a:lnTo>
                  <a:pt x="18259" y="21773"/>
                </a:lnTo>
                <a:close/>
              </a:path>
              <a:path w="26669" h="54610">
                <a:moveTo>
                  <a:pt x="12496" y="39647"/>
                </a:moveTo>
                <a:lnTo>
                  <a:pt x="12121" y="39647"/>
                </a:lnTo>
                <a:lnTo>
                  <a:pt x="12506" y="42033"/>
                </a:lnTo>
                <a:lnTo>
                  <a:pt x="12496" y="39647"/>
                </a:lnTo>
                <a:close/>
              </a:path>
              <a:path w="26669" h="54610">
                <a:moveTo>
                  <a:pt x="12496" y="39647"/>
                </a:moveTo>
                <a:lnTo>
                  <a:pt x="12506" y="42033"/>
                </a:lnTo>
                <a:lnTo>
                  <a:pt x="26061" y="42033"/>
                </a:lnTo>
                <a:lnTo>
                  <a:pt x="26060" y="39913"/>
                </a:lnTo>
                <a:lnTo>
                  <a:pt x="23323" y="39913"/>
                </a:lnTo>
                <a:lnTo>
                  <a:pt x="12496" y="39647"/>
                </a:lnTo>
                <a:close/>
              </a:path>
              <a:path w="26669" h="54610">
                <a:moveTo>
                  <a:pt x="1245" y="12805"/>
                </a:moveTo>
                <a:lnTo>
                  <a:pt x="307" y="14365"/>
                </a:lnTo>
                <a:lnTo>
                  <a:pt x="0" y="17478"/>
                </a:lnTo>
                <a:lnTo>
                  <a:pt x="133" y="19740"/>
                </a:lnTo>
                <a:lnTo>
                  <a:pt x="133" y="22009"/>
                </a:lnTo>
                <a:lnTo>
                  <a:pt x="3967" y="22009"/>
                </a:lnTo>
                <a:lnTo>
                  <a:pt x="6926" y="21773"/>
                </a:lnTo>
                <a:lnTo>
                  <a:pt x="18259" y="21773"/>
                </a:lnTo>
                <a:lnTo>
                  <a:pt x="18172" y="20512"/>
                </a:lnTo>
                <a:lnTo>
                  <a:pt x="22035" y="20512"/>
                </a:lnTo>
                <a:lnTo>
                  <a:pt x="22012" y="13908"/>
                </a:lnTo>
                <a:lnTo>
                  <a:pt x="9078" y="13908"/>
                </a:lnTo>
                <a:lnTo>
                  <a:pt x="8525" y="13144"/>
                </a:lnTo>
                <a:lnTo>
                  <a:pt x="6115" y="13144"/>
                </a:lnTo>
                <a:lnTo>
                  <a:pt x="1245" y="12805"/>
                </a:lnTo>
                <a:close/>
              </a:path>
              <a:path w="26669" h="54610">
                <a:moveTo>
                  <a:pt x="22035" y="20512"/>
                </a:moveTo>
                <a:lnTo>
                  <a:pt x="18172" y="20512"/>
                </a:lnTo>
                <a:lnTo>
                  <a:pt x="22041" y="22009"/>
                </a:lnTo>
                <a:lnTo>
                  <a:pt x="22035" y="20512"/>
                </a:lnTo>
                <a:close/>
              </a:path>
              <a:path w="26669" h="54610">
                <a:moveTo>
                  <a:pt x="21962" y="0"/>
                </a:moveTo>
                <a:lnTo>
                  <a:pt x="18060" y="0"/>
                </a:lnTo>
                <a:lnTo>
                  <a:pt x="18024" y="13908"/>
                </a:lnTo>
                <a:lnTo>
                  <a:pt x="22012" y="13908"/>
                </a:lnTo>
                <a:lnTo>
                  <a:pt x="21962" y="0"/>
                </a:lnTo>
                <a:close/>
              </a:path>
              <a:path w="26669" h="54610">
                <a:moveTo>
                  <a:pt x="8361" y="8219"/>
                </a:moveTo>
                <a:lnTo>
                  <a:pt x="4255" y="8219"/>
                </a:lnTo>
                <a:lnTo>
                  <a:pt x="3506" y="9771"/>
                </a:lnTo>
                <a:lnTo>
                  <a:pt x="6115" y="13144"/>
                </a:lnTo>
                <a:lnTo>
                  <a:pt x="8525" y="13144"/>
                </a:lnTo>
                <a:lnTo>
                  <a:pt x="7825" y="12175"/>
                </a:lnTo>
                <a:lnTo>
                  <a:pt x="8361" y="8219"/>
                </a:lnTo>
                <a:close/>
              </a:path>
            </a:pathLst>
          </a:custGeom>
          <a:solidFill>
            <a:srgbClr val="ACA4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2293711" y="4157007"/>
            <a:ext cx="23495" cy="32384"/>
          </a:xfrm>
          <a:custGeom>
            <a:avLst/>
            <a:gdLst/>
            <a:ahLst/>
            <a:cxnLst/>
            <a:rect l="l" t="t" r="r" b="b"/>
            <a:pathLst>
              <a:path w="23494" h="32385">
                <a:moveTo>
                  <a:pt x="19180" y="7"/>
                </a:moveTo>
                <a:lnTo>
                  <a:pt x="13711" y="0"/>
                </a:lnTo>
                <a:lnTo>
                  <a:pt x="14090" y="3128"/>
                </a:lnTo>
                <a:lnTo>
                  <a:pt x="12742" y="4531"/>
                </a:lnTo>
                <a:lnTo>
                  <a:pt x="9598" y="4129"/>
                </a:lnTo>
                <a:lnTo>
                  <a:pt x="9976" y="7273"/>
                </a:lnTo>
                <a:lnTo>
                  <a:pt x="8613" y="8660"/>
                </a:lnTo>
                <a:lnTo>
                  <a:pt x="890" y="7691"/>
                </a:lnTo>
                <a:lnTo>
                  <a:pt x="1260" y="10835"/>
                </a:lnTo>
                <a:lnTo>
                  <a:pt x="1347" y="13766"/>
                </a:lnTo>
                <a:lnTo>
                  <a:pt x="0" y="17880"/>
                </a:lnTo>
                <a:lnTo>
                  <a:pt x="5453" y="17880"/>
                </a:lnTo>
                <a:lnTo>
                  <a:pt x="5429" y="15713"/>
                </a:lnTo>
                <a:lnTo>
                  <a:pt x="5516" y="13483"/>
                </a:lnTo>
                <a:lnTo>
                  <a:pt x="10205" y="14026"/>
                </a:lnTo>
                <a:lnTo>
                  <a:pt x="13010" y="14484"/>
                </a:lnTo>
                <a:lnTo>
                  <a:pt x="13625" y="17257"/>
                </a:lnTo>
                <a:lnTo>
                  <a:pt x="13546" y="20693"/>
                </a:lnTo>
                <a:lnTo>
                  <a:pt x="10260" y="22671"/>
                </a:lnTo>
                <a:lnTo>
                  <a:pt x="9393" y="23869"/>
                </a:lnTo>
                <a:lnTo>
                  <a:pt x="9574" y="26139"/>
                </a:lnTo>
                <a:lnTo>
                  <a:pt x="9519" y="29054"/>
                </a:lnTo>
                <a:lnTo>
                  <a:pt x="9101" y="32230"/>
                </a:lnTo>
                <a:lnTo>
                  <a:pt x="13688" y="31639"/>
                </a:lnTo>
                <a:lnTo>
                  <a:pt x="14121" y="29322"/>
                </a:lnTo>
                <a:lnTo>
                  <a:pt x="12230" y="24649"/>
                </a:lnTo>
                <a:lnTo>
                  <a:pt x="17817" y="27525"/>
                </a:lnTo>
                <a:lnTo>
                  <a:pt x="23168" y="27502"/>
                </a:lnTo>
                <a:lnTo>
                  <a:pt x="23223" y="9661"/>
                </a:lnTo>
                <a:lnTo>
                  <a:pt x="19117" y="9621"/>
                </a:lnTo>
                <a:lnTo>
                  <a:pt x="19259" y="4436"/>
                </a:lnTo>
                <a:lnTo>
                  <a:pt x="19180" y="7"/>
                </a:lnTo>
                <a:close/>
              </a:path>
            </a:pathLst>
          </a:custGeom>
          <a:solidFill>
            <a:srgbClr val="B5AD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2284135" y="3956043"/>
            <a:ext cx="19050" cy="33020"/>
          </a:xfrm>
          <a:custGeom>
            <a:avLst/>
            <a:gdLst/>
            <a:ahLst/>
            <a:cxnLst/>
            <a:rect l="l" t="t" r="r" b="b"/>
            <a:pathLst>
              <a:path w="19050" h="33020">
                <a:moveTo>
                  <a:pt x="16241" y="0"/>
                </a:moveTo>
                <a:lnTo>
                  <a:pt x="9558" y="47"/>
                </a:lnTo>
                <a:lnTo>
                  <a:pt x="5153" y="1197"/>
                </a:lnTo>
                <a:lnTo>
                  <a:pt x="1457" y="5224"/>
                </a:lnTo>
                <a:lnTo>
                  <a:pt x="1268" y="10638"/>
                </a:lnTo>
                <a:lnTo>
                  <a:pt x="1316" y="12222"/>
                </a:lnTo>
                <a:lnTo>
                  <a:pt x="1300" y="26217"/>
                </a:lnTo>
                <a:lnTo>
                  <a:pt x="1079" y="29243"/>
                </a:lnTo>
                <a:lnTo>
                  <a:pt x="0" y="32916"/>
                </a:lnTo>
                <a:lnTo>
                  <a:pt x="5413" y="31710"/>
                </a:lnTo>
                <a:lnTo>
                  <a:pt x="9550" y="31702"/>
                </a:lnTo>
                <a:lnTo>
                  <a:pt x="9550" y="21190"/>
                </a:lnTo>
                <a:lnTo>
                  <a:pt x="9653" y="20291"/>
                </a:lnTo>
                <a:lnTo>
                  <a:pt x="8920" y="15130"/>
                </a:lnTo>
                <a:lnTo>
                  <a:pt x="10551" y="13160"/>
                </a:lnTo>
                <a:lnTo>
                  <a:pt x="16304" y="13971"/>
                </a:lnTo>
                <a:lnTo>
                  <a:pt x="17644" y="13837"/>
                </a:lnTo>
                <a:lnTo>
                  <a:pt x="18967" y="13845"/>
                </a:lnTo>
                <a:lnTo>
                  <a:pt x="18991" y="9755"/>
                </a:lnTo>
                <a:lnTo>
                  <a:pt x="14200" y="8707"/>
                </a:lnTo>
                <a:lnTo>
                  <a:pt x="14066" y="8313"/>
                </a:lnTo>
                <a:lnTo>
                  <a:pt x="16540" y="2695"/>
                </a:lnTo>
                <a:lnTo>
                  <a:pt x="16241" y="0"/>
                </a:lnTo>
                <a:close/>
              </a:path>
            </a:pathLst>
          </a:custGeom>
          <a:solidFill>
            <a:srgbClr val="A89F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2013564" y="4151439"/>
            <a:ext cx="15875" cy="31750"/>
          </a:xfrm>
          <a:custGeom>
            <a:avLst/>
            <a:gdLst/>
            <a:ahLst/>
            <a:cxnLst/>
            <a:rect l="l" t="t" r="r" b="b"/>
            <a:pathLst>
              <a:path w="15875" h="31750">
                <a:moveTo>
                  <a:pt x="1686" y="0"/>
                </a:moveTo>
                <a:lnTo>
                  <a:pt x="1386" y="4215"/>
                </a:lnTo>
                <a:lnTo>
                  <a:pt x="204" y="8329"/>
                </a:lnTo>
                <a:lnTo>
                  <a:pt x="189" y="10803"/>
                </a:lnTo>
                <a:lnTo>
                  <a:pt x="0" y="13294"/>
                </a:lnTo>
                <a:lnTo>
                  <a:pt x="543" y="20149"/>
                </a:lnTo>
                <a:lnTo>
                  <a:pt x="1119" y="24523"/>
                </a:lnTo>
                <a:lnTo>
                  <a:pt x="1599" y="28912"/>
                </a:lnTo>
                <a:lnTo>
                  <a:pt x="4184" y="30378"/>
                </a:lnTo>
                <a:lnTo>
                  <a:pt x="9747" y="31718"/>
                </a:lnTo>
                <a:lnTo>
                  <a:pt x="13829" y="31741"/>
                </a:lnTo>
                <a:lnTo>
                  <a:pt x="13869" y="26209"/>
                </a:lnTo>
                <a:lnTo>
                  <a:pt x="10433" y="26643"/>
                </a:lnTo>
                <a:lnTo>
                  <a:pt x="9669" y="24854"/>
                </a:lnTo>
                <a:lnTo>
                  <a:pt x="9669" y="18629"/>
                </a:lnTo>
                <a:lnTo>
                  <a:pt x="11056" y="17691"/>
                </a:lnTo>
                <a:lnTo>
                  <a:pt x="13837" y="17974"/>
                </a:lnTo>
                <a:lnTo>
                  <a:pt x="13231" y="14302"/>
                </a:lnTo>
                <a:lnTo>
                  <a:pt x="15689" y="9905"/>
                </a:lnTo>
                <a:lnTo>
                  <a:pt x="9346" y="6611"/>
                </a:lnTo>
                <a:lnTo>
                  <a:pt x="9937" y="2561"/>
                </a:lnTo>
                <a:lnTo>
                  <a:pt x="9708" y="102"/>
                </a:lnTo>
                <a:lnTo>
                  <a:pt x="1686" y="0"/>
                </a:lnTo>
                <a:close/>
              </a:path>
            </a:pathLst>
          </a:custGeom>
          <a:solidFill>
            <a:srgbClr val="AEA5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2217642" y="4392300"/>
            <a:ext cx="24765" cy="26670"/>
          </a:xfrm>
          <a:custGeom>
            <a:avLst/>
            <a:gdLst/>
            <a:ahLst/>
            <a:cxnLst/>
            <a:rect l="l" t="t" r="r" b="b"/>
            <a:pathLst>
              <a:path w="24764" h="26670">
                <a:moveTo>
                  <a:pt x="18392" y="15"/>
                </a:moveTo>
                <a:lnTo>
                  <a:pt x="10212" y="0"/>
                </a:lnTo>
                <a:lnTo>
                  <a:pt x="10197" y="1599"/>
                </a:lnTo>
                <a:lnTo>
                  <a:pt x="10472" y="3286"/>
                </a:lnTo>
                <a:lnTo>
                  <a:pt x="9732" y="5989"/>
                </a:lnTo>
                <a:lnTo>
                  <a:pt x="8573" y="6974"/>
                </a:lnTo>
                <a:lnTo>
                  <a:pt x="7777" y="8061"/>
                </a:lnTo>
                <a:lnTo>
                  <a:pt x="6028" y="4168"/>
                </a:lnTo>
                <a:lnTo>
                  <a:pt x="3057" y="4026"/>
                </a:lnTo>
                <a:lnTo>
                  <a:pt x="0" y="3774"/>
                </a:lnTo>
                <a:lnTo>
                  <a:pt x="527" y="8305"/>
                </a:lnTo>
                <a:lnTo>
                  <a:pt x="527" y="16556"/>
                </a:lnTo>
                <a:lnTo>
                  <a:pt x="1851" y="24783"/>
                </a:lnTo>
                <a:lnTo>
                  <a:pt x="4673" y="26178"/>
                </a:lnTo>
                <a:lnTo>
                  <a:pt x="10102" y="26178"/>
                </a:lnTo>
                <a:lnTo>
                  <a:pt x="10228" y="15287"/>
                </a:lnTo>
                <a:lnTo>
                  <a:pt x="9472" y="12466"/>
                </a:lnTo>
                <a:lnTo>
                  <a:pt x="18471" y="12159"/>
                </a:lnTo>
                <a:lnTo>
                  <a:pt x="18636" y="14681"/>
                </a:lnTo>
                <a:lnTo>
                  <a:pt x="18384" y="17935"/>
                </a:lnTo>
                <a:lnTo>
                  <a:pt x="19897" y="23546"/>
                </a:lnTo>
                <a:lnTo>
                  <a:pt x="22387" y="21915"/>
                </a:lnTo>
                <a:lnTo>
                  <a:pt x="22529" y="17974"/>
                </a:lnTo>
                <a:lnTo>
                  <a:pt x="22482" y="17068"/>
                </a:lnTo>
                <a:lnTo>
                  <a:pt x="22837" y="14231"/>
                </a:lnTo>
                <a:lnTo>
                  <a:pt x="24168" y="11190"/>
                </a:lnTo>
                <a:lnTo>
                  <a:pt x="22309" y="8282"/>
                </a:lnTo>
                <a:lnTo>
                  <a:pt x="18810" y="8684"/>
                </a:lnTo>
                <a:lnTo>
                  <a:pt x="13940" y="7596"/>
                </a:lnTo>
                <a:lnTo>
                  <a:pt x="13625" y="5555"/>
                </a:lnTo>
                <a:lnTo>
                  <a:pt x="17943" y="3530"/>
                </a:lnTo>
                <a:lnTo>
                  <a:pt x="18589" y="2238"/>
                </a:lnTo>
                <a:lnTo>
                  <a:pt x="18392" y="15"/>
                </a:lnTo>
                <a:close/>
              </a:path>
            </a:pathLst>
          </a:custGeom>
          <a:solidFill>
            <a:srgbClr val="847C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2288194" y="4258843"/>
            <a:ext cx="19685" cy="27940"/>
          </a:xfrm>
          <a:custGeom>
            <a:avLst/>
            <a:gdLst/>
            <a:ahLst/>
            <a:cxnLst/>
            <a:rect l="l" t="t" r="r" b="b"/>
            <a:pathLst>
              <a:path w="19685" h="27939">
                <a:moveTo>
                  <a:pt x="9606" y="0"/>
                </a:moveTo>
                <a:lnTo>
                  <a:pt x="4137" y="0"/>
                </a:lnTo>
                <a:lnTo>
                  <a:pt x="3892" y="2198"/>
                </a:lnTo>
                <a:lnTo>
                  <a:pt x="4980" y="4846"/>
                </a:lnTo>
                <a:lnTo>
                  <a:pt x="709" y="6067"/>
                </a:lnTo>
                <a:lnTo>
                  <a:pt x="488" y="8321"/>
                </a:lnTo>
                <a:lnTo>
                  <a:pt x="0" y="9637"/>
                </a:lnTo>
                <a:lnTo>
                  <a:pt x="15" y="17880"/>
                </a:lnTo>
                <a:lnTo>
                  <a:pt x="921" y="17880"/>
                </a:lnTo>
                <a:lnTo>
                  <a:pt x="1851" y="17990"/>
                </a:lnTo>
                <a:lnTo>
                  <a:pt x="6721" y="17360"/>
                </a:lnTo>
                <a:lnTo>
                  <a:pt x="8888" y="18652"/>
                </a:lnTo>
                <a:lnTo>
                  <a:pt x="7801" y="26170"/>
                </a:lnTo>
                <a:lnTo>
                  <a:pt x="8936" y="27935"/>
                </a:lnTo>
                <a:lnTo>
                  <a:pt x="12356" y="27518"/>
                </a:lnTo>
                <a:lnTo>
                  <a:pt x="11733" y="23018"/>
                </a:lnTo>
                <a:lnTo>
                  <a:pt x="14838" y="23317"/>
                </a:lnTo>
                <a:lnTo>
                  <a:pt x="17738" y="23357"/>
                </a:lnTo>
                <a:lnTo>
                  <a:pt x="17714" y="17841"/>
                </a:lnTo>
                <a:lnTo>
                  <a:pt x="15453" y="18006"/>
                </a:lnTo>
                <a:lnTo>
                  <a:pt x="13435" y="17691"/>
                </a:lnTo>
                <a:lnTo>
                  <a:pt x="14042" y="12537"/>
                </a:lnTo>
                <a:lnTo>
                  <a:pt x="14665" y="10386"/>
                </a:lnTo>
                <a:lnTo>
                  <a:pt x="15114" y="8211"/>
                </a:lnTo>
                <a:lnTo>
                  <a:pt x="19251" y="2765"/>
                </a:lnTo>
                <a:lnTo>
                  <a:pt x="17833" y="1371"/>
                </a:lnTo>
                <a:lnTo>
                  <a:pt x="9606" y="0"/>
                </a:lnTo>
                <a:close/>
              </a:path>
            </a:pathLst>
          </a:custGeom>
          <a:solidFill>
            <a:srgbClr val="B9B1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2268986" y="3857009"/>
            <a:ext cx="15240" cy="41910"/>
          </a:xfrm>
          <a:custGeom>
            <a:avLst/>
            <a:gdLst/>
            <a:ahLst/>
            <a:cxnLst/>
            <a:rect l="l" t="t" r="r" b="b"/>
            <a:pathLst>
              <a:path w="15239" h="41910">
                <a:moveTo>
                  <a:pt x="9598" y="0"/>
                </a:moveTo>
                <a:lnTo>
                  <a:pt x="0" y="15"/>
                </a:lnTo>
                <a:lnTo>
                  <a:pt x="354" y="1702"/>
                </a:lnTo>
                <a:lnTo>
                  <a:pt x="575" y="4814"/>
                </a:lnTo>
                <a:lnTo>
                  <a:pt x="6792" y="5421"/>
                </a:lnTo>
                <a:lnTo>
                  <a:pt x="5011" y="8707"/>
                </a:lnTo>
                <a:lnTo>
                  <a:pt x="3751" y="14200"/>
                </a:lnTo>
                <a:lnTo>
                  <a:pt x="4436" y="16603"/>
                </a:lnTo>
                <a:lnTo>
                  <a:pt x="3680" y="20465"/>
                </a:lnTo>
                <a:lnTo>
                  <a:pt x="2167" y="21891"/>
                </a:lnTo>
                <a:lnTo>
                  <a:pt x="898" y="26202"/>
                </a:lnTo>
                <a:lnTo>
                  <a:pt x="535" y="28952"/>
                </a:lnTo>
                <a:lnTo>
                  <a:pt x="0" y="31647"/>
                </a:lnTo>
                <a:lnTo>
                  <a:pt x="2584" y="31473"/>
                </a:lnTo>
                <a:lnTo>
                  <a:pt x="4357" y="32128"/>
                </a:lnTo>
                <a:lnTo>
                  <a:pt x="3995" y="37266"/>
                </a:lnTo>
                <a:lnTo>
                  <a:pt x="4129" y="39275"/>
                </a:lnTo>
                <a:lnTo>
                  <a:pt x="4145" y="41284"/>
                </a:lnTo>
                <a:lnTo>
                  <a:pt x="8227" y="41292"/>
                </a:lnTo>
                <a:lnTo>
                  <a:pt x="8227" y="31655"/>
                </a:lnTo>
                <a:lnTo>
                  <a:pt x="8691" y="26714"/>
                </a:lnTo>
                <a:lnTo>
                  <a:pt x="9314" y="21789"/>
                </a:lnTo>
                <a:lnTo>
                  <a:pt x="9716" y="13814"/>
                </a:lnTo>
                <a:lnTo>
                  <a:pt x="11552" y="13735"/>
                </a:lnTo>
                <a:lnTo>
                  <a:pt x="13719" y="13766"/>
                </a:lnTo>
                <a:lnTo>
                  <a:pt x="15153" y="12269"/>
                </a:lnTo>
                <a:lnTo>
                  <a:pt x="14988" y="6903"/>
                </a:lnTo>
                <a:lnTo>
                  <a:pt x="13530" y="5492"/>
                </a:lnTo>
                <a:lnTo>
                  <a:pt x="8912" y="6036"/>
                </a:lnTo>
                <a:lnTo>
                  <a:pt x="9629" y="2750"/>
                </a:lnTo>
                <a:lnTo>
                  <a:pt x="9598" y="0"/>
                </a:lnTo>
                <a:close/>
              </a:path>
            </a:pathLst>
          </a:custGeom>
          <a:solidFill>
            <a:srgbClr val="9991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2108580" y="3541865"/>
            <a:ext cx="16510" cy="36195"/>
          </a:xfrm>
          <a:custGeom>
            <a:avLst/>
            <a:gdLst/>
            <a:ahLst/>
            <a:cxnLst/>
            <a:rect l="l" t="t" r="r" b="b"/>
            <a:pathLst>
              <a:path w="16510" h="36195">
                <a:moveTo>
                  <a:pt x="0" y="0"/>
                </a:moveTo>
                <a:lnTo>
                  <a:pt x="7" y="1457"/>
                </a:lnTo>
                <a:lnTo>
                  <a:pt x="3782" y="3286"/>
                </a:lnTo>
                <a:lnTo>
                  <a:pt x="2238" y="6769"/>
                </a:lnTo>
                <a:lnTo>
                  <a:pt x="2553" y="9669"/>
                </a:lnTo>
                <a:lnTo>
                  <a:pt x="2561" y="31670"/>
                </a:lnTo>
                <a:lnTo>
                  <a:pt x="2316" y="34429"/>
                </a:lnTo>
                <a:lnTo>
                  <a:pt x="3207" y="35863"/>
                </a:lnTo>
                <a:lnTo>
                  <a:pt x="9432" y="35879"/>
                </a:lnTo>
                <a:lnTo>
                  <a:pt x="11205" y="35098"/>
                </a:lnTo>
                <a:lnTo>
                  <a:pt x="10803" y="31663"/>
                </a:lnTo>
                <a:lnTo>
                  <a:pt x="10803" y="29661"/>
                </a:lnTo>
                <a:lnTo>
                  <a:pt x="10922" y="27644"/>
                </a:lnTo>
                <a:lnTo>
                  <a:pt x="10543" y="22506"/>
                </a:lnTo>
                <a:lnTo>
                  <a:pt x="12316" y="21844"/>
                </a:lnTo>
                <a:lnTo>
                  <a:pt x="14909" y="22033"/>
                </a:lnTo>
                <a:lnTo>
                  <a:pt x="16296" y="17919"/>
                </a:lnTo>
                <a:lnTo>
                  <a:pt x="13365" y="17998"/>
                </a:lnTo>
                <a:lnTo>
                  <a:pt x="10244" y="18337"/>
                </a:lnTo>
                <a:lnTo>
                  <a:pt x="10796" y="13774"/>
                </a:lnTo>
                <a:lnTo>
                  <a:pt x="8171" y="13971"/>
                </a:lnTo>
                <a:lnTo>
                  <a:pt x="6493" y="13270"/>
                </a:lnTo>
                <a:lnTo>
                  <a:pt x="6816" y="6769"/>
                </a:lnTo>
                <a:lnTo>
                  <a:pt x="6674" y="3396"/>
                </a:lnTo>
                <a:lnTo>
                  <a:pt x="6658" y="39"/>
                </a:lnTo>
                <a:lnTo>
                  <a:pt x="0" y="0"/>
                </a:lnTo>
                <a:close/>
              </a:path>
            </a:pathLst>
          </a:custGeom>
          <a:solidFill>
            <a:srgbClr val="A498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2249759" y="4356160"/>
            <a:ext cx="25400" cy="22860"/>
          </a:xfrm>
          <a:custGeom>
            <a:avLst/>
            <a:gdLst/>
            <a:ahLst/>
            <a:cxnLst/>
            <a:rect l="l" t="t" r="r" b="b"/>
            <a:pathLst>
              <a:path w="25400" h="22860">
                <a:moveTo>
                  <a:pt x="9512" y="13994"/>
                </a:moveTo>
                <a:lnTo>
                  <a:pt x="0" y="14153"/>
                </a:lnTo>
                <a:lnTo>
                  <a:pt x="7" y="22521"/>
                </a:lnTo>
                <a:lnTo>
                  <a:pt x="9535" y="22521"/>
                </a:lnTo>
                <a:lnTo>
                  <a:pt x="11710" y="18408"/>
                </a:lnTo>
                <a:lnTo>
                  <a:pt x="17170" y="18408"/>
                </a:lnTo>
                <a:lnTo>
                  <a:pt x="17068" y="17888"/>
                </a:lnTo>
                <a:lnTo>
                  <a:pt x="23242" y="17888"/>
                </a:lnTo>
                <a:lnTo>
                  <a:pt x="23576" y="15666"/>
                </a:lnTo>
                <a:lnTo>
                  <a:pt x="9495" y="15666"/>
                </a:lnTo>
                <a:lnTo>
                  <a:pt x="9512" y="13994"/>
                </a:lnTo>
                <a:close/>
              </a:path>
              <a:path w="25400" h="22860">
                <a:moveTo>
                  <a:pt x="17170" y="18408"/>
                </a:moveTo>
                <a:lnTo>
                  <a:pt x="11710" y="18408"/>
                </a:lnTo>
                <a:lnTo>
                  <a:pt x="13847" y="22521"/>
                </a:lnTo>
                <a:lnTo>
                  <a:pt x="17974" y="22521"/>
                </a:lnTo>
                <a:lnTo>
                  <a:pt x="17170" y="18408"/>
                </a:lnTo>
                <a:close/>
              </a:path>
              <a:path w="25400" h="22860">
                <a:moveTo>
                  <a:pt x="23242" y="17888"/>
                </a:moveTo>
                <a:lnTo>
                  <a:pt x="17068" y="17888"/>
                </a:lnTo>
                <a:lnTo>
                  <a:pt x="20339" y="18242"/>
                </a:lnTo>
                <a:lnTo>
                  <a:pt x="23189" y="18242"/>
                </a:lnTo>
                <a:lnTo>
                  <a:pt x="23242" y="17888"/>
                </a:lnTo>
                <a:close/>
              </a:path>
              <a:path w="25400" h="22860">
                <a:moveTo>
                  <a:pt x="10591" y="0"/>
                </a:moveTo>
                <a:lnTo>
                  <a:pt x="9219" y="1363"/>
                </a:lnTo>
                <a:lnTo>
                  <a:pt x="9547" y="4026"/>
                </a:lnTo>
                <a:lnTo>
                  <a:pt x="9495" y="15666"/>
                </a:lnTo>
                <a:lnTo>
                  <a:pt x="10879" y="13994"/>
                </a:lnTo>
                <a:lnTo>
                  <a:pt x="15975" y="13994"/>
                </a:lnTo>
                <a:lnTo>
                  <a:pt x="11970" y="12049"/>
                </a:lnTo>
                <a:lnTo>
                  <a:pt x="14334" y="8510"/>
                </a:lnTo>
                <a:lnTo>
                  <a:pt x="13546" y="4507"/>
                </a:lnTo>
                <a:lnTo>
                  <a:pt x="13451" y="4026"/>
                </a:lnTo>
                <a:lnTo>
                  <a:pt x="13719" y="2182"/>
                </a:lnTo>
                <a:lnTo>
                  <a:pt x="13719" y="386"/>
                </a:lnTo>
                <a:lnTo>
                  <a:pt x="10591" y="0"/>
                </a:lnTo>
                <a:close/>
              </a:path>
              <a:path w="25400" h="22860">
                <a:moveTo>
                  <a:pt x="23374" y="5933"/>
                </a:moveTo>
                <a:lnTo>
                  <a:pt x="19267" y="5933"/>
                </a:lnTo>
                <a:lnTo>
                  <a:pt x="15839" y="13994"/>
                </a:lnTo>
                <a:lnTo>
                  <a:pt x="10879" y="13994"/>
                </a:lnTo>
                <a:lnTo>
                  <a:pt x="9495" y="15666"/>
                </a:lnTo>
                <a:lnTo>
                  <a:pt x="23576" y="15666"/>
                </a:lnTo>
                <a:lnTo>
                  <a:pt x="24830" y="7305"/>
                </a:lnTo>
                <a:lnTo>
                  <a:pt x="23374" y="5933"/>
                </a:lnTo>
                <a:close/>
              </a:path>
            </a:pathLst>
          </a:custGeom>
          <a:solidFill>
            <a:srgbClr val="928B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2052372" y="4340043"/>
            <a:ext cx="24765" cy="27305"/>
          </a:xfrm>
          <a:custGeom>
            <a:avLst/>
            <a:gdLst/>
            <a:ahLst/>
            <a:cxnLst/>
            <a:rect l="l" t="t" r="r" b="b"/>
            <a:pathLst>
              <a:path w="24764" h="27304">
                <a:moveTo>
                  <a:pt x="16255" y="26139"/>
                </a:moveTo>
                <a:lnTo>
                  <a:pt x="15589" y="26139"/>
                </a:lnTo>
                <a:lnTo>
                  <a:pt x="16249" y="27218"/>
                </a:lnTo>
                <a:lnTo>
                  <a:pt x="16255" y="26139"/>
                </a:lnTo>
                <a:close/>
              </a:path>
              <a:path w="24764" h="27304">
                <a:moveTo>
                  <a:pt x="20740" y="9306"/>
                </a:moveTo>
                <a:lnTo>
                  <a:pt x="12894" y="9306"/>
                </a:lnTo>
                <a:lnTo>
                  <a:pt x="13727" y="9527"/>
                </a:lnTo>
                <a:lnTo>
                  <a:pt x="15863" y="9692"/>
                </a:lnTo>
                <a:lnTo>
                  <a:pt x="16256" y="12143"/>
                </a:lnTo>
                <a:lnTo>
                  <a:pt x="16255" y="26139"/>
                </a:lnTo>
                <a:lnTo>
                  <a:pt x="24452" y="26139"/>
                </a:lnTo>
                <a:lnTo>
                  <a:pt x="24413" y="21986"/>
                </a:lnTo>
                <a:lnTo>
                  <a:pt x="23097" y="21402"/>
                </a:lnTo>
                <a:lnTo>
                  <a:pt x="20748" y="20953"/>
                </a:lnTo>
                <a:lnTo>
                  <a:pt x="20252" y="16863"/>
                </a:lnTo>
                <a:lnTo>
                  <a:pt x="20343" y="12632"/>
                </a:lnTo>
                <a:lnTo>
                  <a:pt x="20634" y="10197"/>
                </a:lnTo>
                <a:lnTo>
                  <a:pt x="20740" y="9306"/>
                </a:lnTo>
                <a:close/>
              </a:path>
              <a:path w="24764" h="27304">
                <a:moveTo>
                  <a:pt x="11767" y="12143"/>
                </a:moveTo>
                <a:lnTo>
                  <a:pt x="6595" y="12143"/>
                </a:lnTo>
                <a:lnTo>
                  <a:pt x="11284" y="13979"/>
                </a:lnTo>
                <a:lnTo>
                  <a:pt x="11767" y="12143"/>
                </a:lnTo>
                <a:close/>
              </a:path>
              <a:path w="24764" h="27304">
                <a:moveTo>
                  <a:pt x="16225" y="0"/>
                </a:moveTo>
                <a:lnTo>
                  <a:pt x="7994" y="0"/>
                </a:lnTo>
                <a:lnTo>
                  <a:pt x="6761" y="8061"/>
                </a:lnTo>
                <a:lnTo>
                  <a:pt x="0" y="8274"/>
                </a:lnTo>
                <a:lnTo>
                  <a:pt x="3743" y="13814"/>
                </a:lnTo>
                <a:lnTo>
                  <a:pt x="6595" y="12143"/>
                </a:lnTo>
                <a:lnTo>
                  <a:pt x="11767" y="12143"/>
                </a:lnTo>
                <a:lnTo>
                  <a:pt x="12411" y="9692"/>
                </a:lnTo>
                <a:lnTo>
                  <a:pt x="12512" y="9306"/>
                </a:lnTo>
                <a:lnTo>
                  <a:pt x="20740" y="9306"/>
                </a:lnTo>
                <a:lnTo>
                  <a:pt x="23097" y="8849"/>
                </a:lnTo>
                <a:lnTo>
                  <a:pt x="24413" y="8274"/>
                </a:lnTo>
                <a:lnTo>
                  <a:pt x="24464" y="4397"/>
                </a:lnTo>
                <a:lnTo>
                  <a:pt x="16658" y="4397"/>
                </a:lnTo>
                <a:lnTo>
                  <a:pt x="16028" y="2584"/>
                </a:lnTo>
                <a:lnTo>
                  <a:pt x="16225" y="0"/>
                </a:lnTo>
                <a:close/>
              </a:path>
              <a:path w="24764" h="27304">
                <a:moveTo>
                  <a:pt x="24468" y="4137"/>
                </a:moveTo>
                <a:lnTo>
                  <a:pt x="19811" y="4137"/>
                </a:lnTo>
                <a:lnTo>
                  <a:pt x="16658" y="4397"/>
                </a:lnTo>
                <a:lnTo>
                  <a:pt x="24464" y="4397"/>
                </a:lnTo>
                <a:lnTo>
                  <a:pt x="24468" y="4137"/>
                </a:lnTo>
                <a:close/>
              </a:path>
            </a:pathLst>
          </a:custGeom>
          <a:solidFill>
            <a:srgbClr val="7E75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bg object 32"/>
          <p:cNvSpPr/>
          <p:nvPr/>
        </p:nvSpPr>
        <p:spPr>
          <a:xfrm>
            <a:off x="2288213" y="4276204"/>
            <a:ext cx="12700" cy="28575"/>
          </a:xfrm>
          <a:custGeom>
            <a:avLst/>
            <a:gdLst/>
            <a:ahLst/>
            <a:cxnLst/>
            <a:rect l="l" t="t" r="r" b="b"/>
            <a:pathLst>
              <a:path w="12700" h="28575">
                <a:moveTo>
                  <a:pt x="6698" y="0"/>
                </a:moveTo>
                <a:lnTo>
                  <a:pt x="1828" y="630"/>
                </a:lnTo>
                <a:lnTo>
                  <a:pt x="906" y="520"/>
                </a:lnTo>
                <a:lnTo>
                  <a:pt x="0" y="520"/>
                </a:lnTo>
                <a:lnTo>
                  <a:pt x="7" y="18424"/>
                </a:lnTo>
                <a:lnTo>
                  <a:pt x="2608" y="18219"/>
                </a:lnTo>
                <a:lnTo>
                  <a:pt x="4342" y="18904"/>
                </a:lnTo>
                <a:lnTo>
                  <a:pt x="3979" y="24034"/>
                </a:lnTo>
                <a:lnTo>
                  <a:pt x="4089" y="26044"/>
                </a:lnTo>
                <a:lnTo>
                  <a:pt x="4089" y="28046"/>
                </a:lnTo>
                <a:lnTo>
                  <a:pt x="8187" y="28069"/>
                </a:lnTo>
                <a:lnTo>
                  <a:pt x="7864" y="25035"/>
                </a:lnTo>
                <a:lnTo>
                  <a:pt x="9101" y="23538"/>
                </a:lnTo>
                <a:lnTo>
                  <a:pt x="12246" y="23885"/>
                </a:lnTo>
                <a:lnTo>
                  <a:pt x="12490" y="18479"/>
                </a:lnTo>
                <a:lnTo>
                  <a:pt x="12332" y="10157"/>
                </a:lnTo>
                <a:lnTo>
                  <a:pt x="8920" y="10575"/>
                </a:lnTo>
                <a:lnTo>
                  <a:pt x="7785" y="8810"/>
                </a:lnTo>
                <a:lnTo>
                  <a:pt x="8865" y="1292"/>
                </a:lnTo>
                <a:lnTo>
                  <a:pt x="6698" y="0"/>
                </a:lnTo>
                <a:close/>
              </a:path>
            </a:pathLst>
          </a:custGeom>
          <a:solidFill>
            <a:srgbClr val="B3AD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bg object 33"/>
          <p:cNvSpPr/>
          <p:nvPr/>
        </p:nvSpPr>
        <p:spPr>
          <a:xfrm>
            <a:off x="2137374" y="3433116"/>
            <a:ext cx="15240" cy="29209"/>
          </a:xfrm>
          <a:custGeom>
            <a:avLst/>
            <a:gdLst/>
            <a:ahLst/>
            <a:cxnLst/>
            <a:rect l="l" t="t" r="r" b="b"/>
            <a:pathLst>
              <a:path w="15239" h="29210">
                <a:moveTo>
                  <a:pt x="5327" y="0"/>
                </a:moveTo>
                <a:lnTo>
                  <a:pt x="4018" y="70"/>
                </a:lnTo>
                <a:lnTo>
                  <a:pt x="0" y="12443"/>
                </a:lnTo>
                <a:lnTo>
                  <a:pt x="4767" y="15760"/>
                </a:lnTo>
                <a:lnTo>
                  <a:pt x="1733" y="20701"/>
                </a:lnTo>
                <a:lnTo>
                  <a:pt x="2576" y="24838"/>
                </a:lnTo>
                <a:lnTo>
                  <a:pt x="2616" y="28936"/>
                </a:lnTo>
                <a:lnTo>
                  <a:pt x="14925" y="28975"/>
                </a:lnTo>
                <a:lnTo>
                  <a:pt x="14948" y="20693"/>
                </a:lnTo>
                <a:lnTo>
                  <a:pt x="13609" y="21261"/>
                </a:lnTo>
                <a:lnTo>
                  <a:pt x="12214" y="21710"/>
                </a:lnTo>
                <a:lnTo>
                  <a:pt x="9937" y="22947"/>
                </a:lnTo>
                <a:lnTo>
                  <a:pt x="9086" y="23798"/>
                </a:lnTo>
                <a:lnTo>
                  <a:pt x="8164" y="24507"/>
                </a:lnTo>
                <a:lnTo>
                  <a:pt x="7683" y="23357"/>
                </a:lnTo>
                <a:lnTo>
                  <a:pt x="7115" y="22230"/>
                </a:lnTo>
                <a:lnTo>
                  <a:pt x="6564" y="20417"/>
                </a:lnTo>
                <a:lnTo>
                  <a:pt x="6469" y="19259"/>
                </a:lnTo>
                <a:lnTo>
                  <a:pt x="12931" y="15035"/>
                </a:lnTo>
                <a:lnTo>
                  <a:pt x="9401" y="7864"/>
                </a:lnTo>
                <a:lnTo>
                  <a:pt x="12159" y="2773"/>
                </a:lnTo>
                <a:lnTo>
                  <a:pt x="9519" y="2750"/>
                </a:lnTo>
                <a:lnTo>
                  <a:pt x="6603" y="3404"/>
                </a:lnTo>
                <a:lnTo>
                  <a:pt x="5327" y="0"/>
                </a:lnTo>
                <a:close/>
              </a:path>
            </a:pathLst>
          </a:custGeom>
          <a:solidFill>
            <a:srgbClr val="B0A9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bg object 34"/>
          <p:cNvSpPr/>
          <p:nvPr/>
        </p:nvSpPr>
        <p:spPr>
          <a:xfrm>
            <a:off x="2166039" y="3475849"/>
            <a:ext cx="19685" cy="24765"/>
          </a:xfrm>
          <a:custGeom>
            <a:avLst/>
            <a:gdLst/>
            <a:ahLst/>
            <a:cxnLst/>
            <a:rect l="l" t="t" r="r" b="b"/>
            <a:pathLst>
              <a:path w="19685" h="24764">
                <a:moveTo>
                  <a:pt x="15" y="17872"/>
                </a:moveTo>
                <a:lnTo>
                  <a:pt x="0" y="22001"/>
                </a:lnTo>
                <a:lnTo>
                  <a:pt x="2734" y="24712"/>
                </a:lnTo>
                <a:lnTo>
                  <a:pt x="12332" y="23341"/>
                </a:lnTo>
                <a:lnTo>
                  <a:pt x="12365" y="18274"/>
                </a:lnTo>
                <a:lnTo>
                  <a:pt x="3167" y="18274"/>
                </a:lnTo>
                <a:lnTo>
                  <a:pt x="15" y="17872"/>
                </a:lnTo>
                <a:close/>
              </a:path>
              <a:path w="19685" h="24764">
                <a:moveTo>
                  <a:pt x="4121" y="9613"/>
                </a:moveTo>
                <a:lnTo>
                  <a:pt x="4121" y="13735"/>
                </a:lnTo>
                <a:lnTo>
                  <a:pt x="4507" y="16871"/>
                </a:lnTo>
                <a:lnTo>
                  <a:pt x="3167" y="18274"/>
                </a:lnTo>
                <a:lnTo>
                  <a:pt x="12365" y="18274"/>
                </a:lnTo>
                <a:lnTo>
                  <a:pt x="12387" y="14948"/>
                </a:lnTo>
                <a:lnTo>
                  <a:pt x="19314" y="12301"/>
                </a:lnTo>
                <a:lnTo>
                  <a:pt x="19115" y="10929"/>
                </a:lnTo>
                <a:lnTo>
                  <a:pt x="7872" y="10929"/>
                </a:lnTo>
                <a:lnTo>
                  <a:pt x="4121" y="9613"/>
                </a:lnTo>
                <a:close/>
              </a:path>
              <a:path w="19685" h="24764">
                <a:moveTo>
                  <a:pt x="13695" y="0"/>
                </a:moveTo>
                <a:lnTo>
                  <a:pt x="13711" y="2663"/>
                </a:lnTo>
                <a:lnTo>
                  <a:pt x="14294" y="5405"/>
                </a:lnTo>
                <a:lnTo>
                  <a:pt x="7730" y="5933"/>
                </a:lnTo>
                <a:lnTo>
                  <a:pt x="7835" y="9613"/>
                </a:lnTo>
                <a:lnTo>
                  <a:pt x="7872" y="10929"/>
                </a:lnTo>
                <a:lnTo>
                  <a:pt x="19115" y="10929"/>
                </a:lnTo>
                <a:lnTo>
                  <a:pt x="17730" y="1410"/>
                </a:lnTo>
                <a:lnTo>
                  <a:pt x="15075" y="457"/>
                </a:lnTo>
                <a:lnTo>
                  <a:pt x="13695" y="0"/>
                </a:lnTo>
                <a:close/>
              </a:path>
            </a:pathLst>
          </a:custGeom>
          <a:solidFill>
            <a:srgbClr val="B9B2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bg object 35"/>
          <p:cNvSpPr/>
          <p:nvPr/>
        </p:nvSpPr>
        <p:spPr>
          <a:xfrm>
            <a:off x="2282707" y="4304246"/>
            <a:ext cx="13970" cy="26670"/>
          </a:xfrm>
          <a:custGeom>
            <a:avLst/>
            <a:gdLst/>
            <a:ahLst/>
            <a:cxnLst/>
            <a:rect l="l" t="t" r="r" b="b"/>
            <a:pathLst>
              <a:path w="13969" h="26670">
                <a:moveTo>
                  <a:pt x="9613" y="15"/>
                </a:moveTo>
                <a:lnTo>
                  <a:pt x="39" y="0"/>
                </a:lnTo>
                <a:lnTo>
                  <a:pt x="0" y="26154"/>
                </a:lnTo>
                <a:lnTo>
                  <a:pt x="4113" y="26154"/>
                </a:lnTo>
                <a:lnTo>
                  <a:pt x="4121" y="24594"/>
                </a:lnTo>
                <a:lnTo>
                  <a:pt x="4223" y="23034"/>
                </a:lnTo>
                <a:lnTo>
                  <a:pt x="3861" y="18337"/>
                </a:lnTo>
                <a:lnTo>
                  <a:pt x="5658" y="17699"/>
                </a:lnTo>
                <a:lnTo>
                  <a:pt x="8242" y="17896"/>
                </a:lnTo>
                <a:lnTo>
                  <a:pt x="13601" y="17841"/>
                </a:lnTo>
                <a:lnTo>
                  <a:pt x="13546" y="13688"/>
                </a:lnTo>
                <a:lnTo>
                  <a:pt x="9787" y="12490"/>
                </a:lnTo>
                <a:lnTo>
                  <a:pt x="7029" y="11000"/>
                </a:lnTo>
                <a:lnTo>
                  <a:pt x="10220" y="4468"/>
                </a:lnTo>
                <a:lnTo>
                  <a:pt x="9582" y="2072"/>
                </a:lnTo>
                <a:lnTo>
                  <a:pt x="9613" y="15"/>
                </a:lnTo>
                <a:close/>
              </a:path>
            </a:pathLst>
          </a:custGeom>
          <a:solidFill>
            <a:srgbClr val="B3AD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bg object 36"/>
          <p:cNvSpPr/>
          <p:nvPr/>
        </p:nvSpPr>
        <p:spPr>
          <a:xfrm>
            <a:off x="2024676" y="3914815"/>
            <a:ext cx="16510" cy="27940"/>
          </a:xfrm>
          <a:custGeom>
            <a:avLst/>
            <a:gdLst/>
            <a:ahLst/>
            <a:cxnLst/>
            <a:rect l="l" t="t" r="r" b="b"/>
            <a:pathLst>
              <a:path w="16510" h="27939">
                <a:moveTo>
                  <a:pt x="12356" y="0"/>
                </a:moveTo>
                <a:lnTo>
                  <a:pt x="8242" y="7"/>
                </a:lnTo>
                <a:lnTo>
                  <a:pt x="8219" y="4113"/>
                </a:lnTo>
                <a:lnTo>
                  <a:pt x="8849" y="8274"/>
                </a:lnTo>
                <a:lnTo>
                  <a:pt x="7368" y="10378"/>
                </a:lnTo>
                <a:lnTo>
                  <a:pt x="2915" y="9606"/>
                </a:lnTo>
                <a:lnTo>
                  <a:pt x="0" y="15130"/>
                </a:lnTo>
                <a:lnTo>
                  <a:pt x="204" y="17904"/>
                </a:lnTo>
                <a:lnTo>
                  <a:pt x="6847" y="17904"/>
                </a:lnTo>
                <a:lnTo>
                  <a:pt x="6847" y="27502"/>
                </a:lnTo>
                <a:lnTo>
                  <a:pt x="12309" y="27510"/>
                </a:lnTo>
                <a:lnTo>
                  <a:pt x="12364" y="13774"/>
                </a:lnTo>
                <a:lnTo>
                  <a:pt x="13112" y="12364"/>
                </a:lnTo>
                <a:lnTo>
                  <a:pt x="14058" y="11032"/>
                </a:lnTo>
                <a:lnTo>
                  <a:pt x="16170" y="4751"/>
                </a:lnTo>
                <a:lnTo>
                  <a:pt x="16209" y="1568"/>
                </a:lnTo>
                <a:lnTo>
                  <a:pt x="13703" y="780"/>
                </a:lnTo>
                <a:lnTo>
                  <a:pt x="12356" y="0"/>
                </a:lnTo>
                <a:close/>
              </a:path>
            </a:pathLst>
          </a:custGeom>
          <a:solidFill>
            <a:srgbClr val="877C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bg object 37"/>
          <p:cNvSpPr/>
          <p:nvPr/>
        </p:nvSpPr>
        <p:spPr>
          <a:xfrm>
            <a:off x="2056115" y="4349255"/>
            <a:ext cx="20955" cy="21590"/>
          </a:xfrm>
          <a:custGeom>
            <a:avLst/>
            <a:gdLst/>
            <a:ahLst/>
            <a:cxnLst/>
            <a:rect l="l" t="t" r="r" b="b"/>
            <a:pathLst>
              <a:path w="20955" h="21589">
                <a:moveTo>
                  <a:pt x="2852" y="2931"/>
                </a:moveTo>
                <a:lnTo>
                  <a:pt x="0" y="4602"/>
                </a:lnTo>
                <a:lnTo>
                  <a:pt x="94" y="4996"/>
                </a:lnTo>
                <a:lnTo>
                  <a:pt x="173" y="5390"/>
                </a:lnTo>
                <a:lnTo>
                  <a:pt x="252" y="5784"/>
                </a:lnTo>
                <a:lnTo>
                  <a:pt x="3372" y="7344"/>
                </a:lnTo>
                <a:lnTo>
                  <a:pt x="2710" y="12860"/>
                </a:lnTo>
                <a:lnTo>
                  <a:pt x="6903" y="21158"/>
                </a:lnTo>
                <a:lnTo>
                  <a:pt x="20709" y="21158"/>
                </a:lnTo>
                <a:lnTo>
                  <a:pt x="20709" y="18006"/>
                </a:lnTo>
                <a:lnTo>
                  <a:pt x="12506" y="18006"/>
                </a:lnTo>
                <a:lnTo>
                  <a:pt x="11846" y="16926"/>
                </a:lnTo>
                <a:lnTo>
                  <a:pt x="12512" y="16926"/>
                </a:lnTo>
                <a:lnTo>
                  <a:pt x="12584" y="4767"/>
                </a:lnTo>
                <a:lnTo>
                  <a:pt x="7541" y="4767"/>
                </a:lnTo>
                <a:lnTo>
                  <a:pt x="2852" y="2931"/>
                </a:lnTo>
                <a:close/>
              </a:path>
              <a:path w="20955" h="21589">
                <a:moveTo>
                  <a:pt x="12512" y="16926"/>
                </a:moveTo>
                <a:lnTo>
                  <a:pt x="11846" y="16926"/>
                </a:lnTo>
                <a:lnTo>
                  <a:pt x="12506" y="18006"/>
                </a:lnTo>
                <a:lnTo>
                  <a:pt x="12512" y="16926"/>
                </a:lnTo>
                <a:close/>
              </a:path>
              <a:path w="20955" h="21589">
                <a:moveTo>
                  <a:pt x="20709" y="16926"/>
                </a:moveTo>
                <a:lnTo>
                  <a:pt x="12512" y="16926"/>
                </a:lnTo>
                <a:lnTo>
                  <a:pt x="12506" y="18006"/>
                </a:lnTo>
                <a:lnTo>
                  <a:pt x="20709" y="18006"/>
                </a:lnTo>
                <a:lnTo>
                  <a:pt x="20709" y="16926"/>
                </a:lnTo>
                <a:close/>
              </a:path>
              <a:path w="20955" h="21589">
                <a:moveTo>
                  <a:pt x="8794" y="0"/>
                </a:moveTo>
                <a:lnTo>
                  <a:pt x="7584" y="4602"/>
                </a:lnTo>
                <a:lnTo>
                  <a:pt x="7541" y="4767"/>
                </a:lnTo>
                <a:lnTo>
                  <a:pt x="12584" y="4767"/>
                </a:lnTo>
                <a:lnTo>
                  <a:pt x="12514" y="2931"/>
                </a:lnTo>
                <a:lnTo>
                  <a:pt x="12119" y="480"/>
                </a:lnTo>
                <a:lnTo>
                  <a:pt x="9984" y="315"/>
                </a:lnTo>
                <a:lnTo>
                  <a:pt x="8794" y="0"/>
                </a:lnTo>
                <a:close/>
              </a:path>
            </a:pathLst>
          </a:custGeom>
          <a:solidFill>
            <a:srgbClr val="8C83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bg object 38"/>
          <p:cNvSpPr/>
          <p:nvPr/>
        </p:nvSpPr>
        <p:spPr>
          <a:xfrm>
            <a:off x="2211336" y="3638217"/>
            <a:ext cx="26034" cy="26670"/>
          </a:xfrm>
          <a:custGeom>
            <a:avLst/>
            <a:gdLst/>
            <a:ahLst/>
            <a:cxnLst/>
            <a:rect l="l" t="t" r="r" b="b"/>
            <a:pathLst>
              <a:path w="26035" h="26670">
                <a:moveTo>
                  <a:pt x="4113" y="0"/>
                </a:moveTo>
                <a:lnTo>
                  <a:pt x="0" y="0"/>
                </a:lnTo>
                <a:lnTo>
                  <a:pt x="15" y="8274"/>
                </a:lnTo>
                <a:lnTo>
                  <a:pt x="9164" y="8274"/>
                </a:lnTo>
                <a:lnTo>
                  <a:pt x="8061" y="16982"/>
                </a:lnTo>
                <a:lnTo>
                  <a:pt x="8266" y="19511"/>
                </a:lnTo>
                <a:lnTo>
                  <a:pt x="8242" y="22009"/>
                </a:lnTo>
                <a:lnTo>
                  <a:pt x="11182" y="21907"/>
                </a:lnTo>
                <a:lnTo>
                  <a:pt x="14287" y="21599"/>
                </a:lnTo>
                <a:lnTo>
                  <a:pt x="13735" y="26154"/>
                </a:lnTo>
                <a:lnTo>
                  <a:pt x="17825" y="26123"/>
                </a:lnTo>
                <a:lnTo>
                  <a:pt x="17762" y="19338"/>
                </a:lnTo>
                <a:lnTo>
                  <a:pt x="22947" y="22963"/>
                </a:lnTo>
                <a:lnTo>
                  <a:pt x="25847" y="22064"/>
                </a:lnTo>
                <a:lnTo>
                  <a:pt x="23396" y="16430"/>
                </a:lnTo>
                <a:lnTo>
                  <a:pt x="20898" y="16887"/>
                </a:lnTo>
                <a:lnTo>
                  <a:pt x="18392" y="17628"/>
                </a:lnTo>
                <a:lnTo>
                  <a:pt x="15169" y="17604"/>
                </a:lnTo>
                <a:lnTo>
                  <a:pt x="13948" y="15461"/>
                </a:lnTo>
                <a:lnTo>
                  <a:pt x="13538" y="10882"/>
                </a:lnTo>
                <a:lnTo>
                  <a:pt x="13727" y="7502"/>
                </a:lnTo>
                <a:lnTo>
                  <a:pt x="13711" y="4137"/>
                </a:lnTo>
                <a:lnTo>
                  <a:pt x="11718" y="4129"/>
                </a:lnTo>
                <a:lnTo>
                  <a:pt x="9708" y="3995"/>
                </a:lnTo>
                <a:lnTo>
                  <a:pt x="4586" y="4357"/>
                </a:lnTo>
                <a:lnTo>
                  <a:pt x="3932" y="2592"/>
                </a:lnTo>
                <a:lnTo>
                  <a:pt x="4113" y="0"/>
                </a:lnTo>
                <a:close/>
              </a:path>
            </a:pathLst>
          </a:custGeom>
          <a:solidFill>
            <a:srgbClr val="A196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bg object 39"/>
          <p:cNvSpPr/>
          <p:nvPr/>
        </p:nvSpPr>
        <p:spPr>
          <a:xfrm>
            <a:off x="2143948" y="4434962"/>
            <a:ext cx="25400" cy="19685"/>
          </a:xfrm>
          <a:custGeom>
            <a:avLst/>
            <a:gdLst/>
            <a:ahLst/>
            <a:cxnLst/>
            <a:rect l="l" t="t" r="r" b="b"/>
            <a:pathLst>
              <a:path w="25400" h="19685">
                <a:moveTo>
                  <a:pt x="20630" y="0"/>
                </a:moveTo>
                <a:lnTo>
                  <a:pt x="19409" y="370"/>
                </a:lnTo>
                <a:lnTo>
                  <a:pt x="17289" y="496"/>
                </a:lnTo>
                <a:lnTo>
                  <a:pt x="16225" y="4523"/>
                </a:lnTo>
                <a:lnTo>
                  <a:pt x="8187" y="3861"/>
                </a:lnTo>
                <a:lnTo>
                  <a:pt x="6619" y="4980"/>
                </a:lnTo>
                <a:lnTo>
                  <a:pt x="6989" y="8274"/>
                </a:lnTo>
                <a:lnTo>
                  <a:pt x="9038" y="8321"/>
                </a:lnTo>
                <a:lnTo>
                  <a:pt x="11568" y="8211"/>
                </a:lnTo>
                <a:lnTo>
                  <a:pt x="10599" y="12309"/>
                </a:lnTo>
                <a:lnTo>
                  <a:pt x="8534" y="13246"/>
                </a:lnTo>
                <a:lnTo>
                  <a:pt x="4822" y="14452"/>
                </a:lnTo>
                <a:lnTo>
                  <a:pt x="2379" y="14744"/>
                </a:lnTo>
                <a:lnTo>
                  <a:pt x="0" y="15224"/>
                </a:lnTo>
                <a:lnTo>
                  <a:pt x="86" y="15634"/>
                </a:lnTo>
                <a:lnTo>
                  <a:pt x="157" y="16477"/>
                </a:lnTo>
                <a:lnTo>
                  <a:pt x="8242" y="19361"/>
                </a:lnTo>
                <a:lnTo>
                  <a:pt x="15240" y="17888"/>
                </a:lnTo>
                <a:lnTo>
                  <a:pt x="15689" y="16154"/>
                </a:lnTo>
                <a:lnTo>
                  <a:pt x="16454" y="14436"/>
                </a:lnTo>
                <a:lnTo>
                  <a:pt x="16666" y="9653"/>
                </a:lnTo>
                <a:lnTo>
                  <a:pt x="18566" y="9606"/>
                </a:lnTo>
                <a:lnTo>
                  <a:pt x="20717" y="9661"/>
                </a:lnTo>
                <a:lnTo>
                  <a:pt x="24830" y="9661"/>
                </a:lnTo>
                <a:lnTo>
                  <a:pt x="23467" y="1379"/>
                </a:lnTo>
                <a:lnTo>
                  <a:pt x="20630" y="0"/>
                </a:lnTo>
                <a:close/>
              </a:path>
            </a:pathLst>
          </a:custGeom>
          <a:solidFill>
            <a:srgbClr val="7E74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bg object 40"/>
          <p:cNvSpPr/>
          <p:nvPr/>
        </p:nvSpPr>
        <p:spPr>
          <a:xfrm>
            <a:off x="2055079" y="3746916"/>
            <a:ext cx="20955" cy="22225"/>
          </a:xfrm>
          <a:custGeom>
            <a:avLst/>
            <a:gdLst/>
            <a:ahLst/>
            <a:cxnLst/>
            <a:rect l="l" t="t" r="r" b="b"/>
            <a:pathLst>
              <a:path w="20955" h="22225">
                <a:moveTo>
                  <a:pt x="12135" y="0"/>
                </a:moveTo>
                <a:lnTo>
                  <a:pt x="8037" y="23"/>
                </a:lnTo>
                <a:lnTo>
                  <a:pt x="8030" y="906"/>
                </a:lnTo>
                <a:lnTo>
                  <a:pt x="7927" y="1796"/>
                </a:lnTo>
                <a:lnTo>
                  <a:pt x="8621" y="6855"/>
                </a:lnTo>
                <a:lnTo>
                  <a:pt x="7131" y="8975"/>
                </a:lnTo>
                <a:lnTo>
                  <a:pt x="1788" y="8164"/>
                </a:lnTo>
                <a:lnTo>
                  <a:pt x="890" y="8305"/>
                </a:lnTo>
                <a:lnTo>
                  <a:pt x="15" y="8321"/>
                </a:lnTo>
                <a:lnTo>
                  <a:pt x="0" y="13774"/>
                </a:lnTo>
                <a:lnTo>
                  <a:pt x="2561" y="16532"/>
                </a:lnTo>
                <a:lnTo>
                  <a:pt x="6335" y="16997"/>
                </a:lnTo>
                <a:lnTo>
                  <a:pt x="10189" y="17194"/>
                </a:lnTo>
                <a:lnTo>
                  <a:pt x="14917" y="18361"/>
                </a:lnTo>
                <a:lnTo>
                  <a:pt x="15476" y="20662"/>
                </a:lnTo>
                <a:lnTo>
                  <a:pt x="16264" y="22025"/>
                </a:lnTo>
                <a:lnTo>
                  <a:pt x="18857" y="22214"/>
                </a:lnTo>
                <a:lnTo>
                  <a:pt x="20630" y="21560"/>
                </a:lnTo>
                <a:lnTo>
                  <a:pt x="20252" y="16414"/>
                </a:lnTo>
                <a:lnTo>
                  <a:pt x="20370" y="14397"/>
                </a:lnTo>
                <a:lnTo>
                  <a:pt x="20370" y="12387"/>
                </a:lnTo>
                <a:lnTo>
                  <a:pt x="19007" y="12387"/>
                </a:lnTo>
                <a:lnTo>
                  <a:pt x="17588" y="12624"/>
                </a:lnTo>
                <a:lnTo>
                  <a:pt x="14909" y="12009"/>
                </a:lnTo>
                <a:lnTo>
                  <a:pt x="12584" y="11268"/>
                </a:lnTo>
                <a:lnTo>
                  <a:pt x="12411" y="8550"/>
                </a:lnTo>
                <a:lnTo>
                  <a:pt x="13002" y="6398"/>
                </a:lnTo>
                <a:lnTo>
                  <a:pt x="14082" y="3183"/>
                </a:lnTo>
                <a:lnTo>
                  <a:pt x="15130" y="2174"/>
                </a:lnTo>
                <a:lnTo>
                  <a:pt x="15886" y="1063"/>
                </a:lnTo>
                <a:lnTo>
                  <a:pt x="12135" y="0"/>
                </a:lnTo>
                <a:close/>
              </a:path>
            </a:pathLst>
          </a:custGeom>
          <a:solidFill>
            <a:srgbClr val="766A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bg object 41"/>
          <p:cNvSpPr/>
          <p:nvPr/>
        </p:nvSpPr>
        <p:spPr>
          <a:xfrm>
            <a:off x="2148169" y="3404210"/>
            <a:ext cx="13970" cy="31750"/>
          </a:xfrm>
          <a:custGeom>
            <a:avLst/>
            <a:gdLst/>
            <a:ahLst/>
            <a:cxnLst/>
            <a:rect l="l" t="t" r="r" b="b"/>
            <a:pathLst>
              <a:path w="13969" h="31750">
                <a:moveTo>
                  <a:pt x="9747" y="0"/>
                </a:moveTo>
                <a:lnTo>
                  <a:pt x="9566" y="110"/>
                </a:lnTo>
                <a:lnTo>
                  <a:pt x="1552" y="110"/>
                </a:lnTo>
                <a:lnTo>
                  <a:pt x="1245" y="4145"/>
                </a:lnTo>
                <a:lnTo>
                  <a:pt x="0" y="11016"/>
                </a:lnTo>
                <a:lnTo>
                  <a:pt x="1442" y="17974"/>
                </a:lnTo>
                <a:lnTo>
                  <a:pt x="4113" y="17730"/>
                </a:lnTo>
                <a:lnTo>
                  <a:pt x="5697" y="18534"/>
                </a:lnTo>
                <a:lnTo>
                  <a:pt x="5390" y="24996"/>
                </a:lnTo>
                <a:lnTo>
                  <a:pt x="5531" y="28361"/>
                </a:lnTo>
                <a:lnTo>
                  <a:pt x="5539" y="31718"/>
                </a:lnTo>
                <a:lnTo>
                  <a:pt x="10007" y="30685"/>
                </a:lnTo>
                <a:lnTo>
                  <a:pt x="12789" y="27975"/>
                </a:lnTo>
                <a:lnTo>
                  <a:pt x="13766" y="23451"/>
                </a:lnTo>
                <a:lnTo>
                  <a:pt x="13727" y="17974"/>
                </a:lnTo>
                <a:lnTo>
                  <a:pt x="10567" y="18353"/>
                </a:lnTo>
                <a:lnTo>
                  <a:pt x="9267" y="16887"/>
                </a:lnTo>
                <a:lnTo>
                  <a:pt x="9606" y="13798"/>
                </a:lnTo>
                <a:lnTo>
                  <a:pt x="3569" y="14192"/>
                </a:lnTo>
                <a:lnTo>
                  <a:pt x="5681" y="9606"/>
                </a:lnTo>
                <a:lnTo>
                  <a:pt x="5563" y="3286"/>
                </a:lnTo>
                <a:lnTo>
                  <a:pt x="8234" y="6162"/>
                </a:lnTo>
                <a:lnTo>
                  <a:pt x="9495" y="5539"/>
                </a:lnTo>
                <a:lnTo>
                  <a:pt x="9803" y="5579"/>
                </a:lnTo>
                <a:lnTo>
                  <a:pt x="9747" y="0"/>
                </a:lnTo>
                <a:close/>
              </a:path>
            </a:pathLst>
          </a:custGeom>
          <a:solidFill>
            <a:srgbClr val="AEA4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bg object 42"/>
          <p:cNvSpPr/>
          <p:nvPr/>
        </p:nvSpPr>
        <p:spPr>
          <a:xfrm>
            <a:off x="2231265" y="4382696"/>
            <a:ext cx="16510" cy="27940"/>
          </a:xfrm>
          <a:custGeom>
            <a:avLst/>
            <a:gdLst/>
            <a:ahLst/>
            <a:cxnLst/>
            <a:rect l="l" t="t" r="r" b="b"/>
            <a:pathLst>
              <a:path w="16510" h="27939">
                <a:moveTo>
                  <a:pt x="14417" y="17888"/>
                </a:moveTo>
                <a:lnTo>
                  <a:pt x="8684" y="17888"/>
                </a:lnTo>
                <a:lnTo>
                  <a:pt x="10543" y="20796"/>
                </a:lnTo>
                <a:lnTo>
                  <a:pt x="9212" y="23837"/>
                </a:lnTo>
                <a:lnTo>
                  <a:pt x="8912" y="26233"/>
                </a:lnTo>
                <a:lnTo>
                  <a:pt x="8904" y="27707"/>
                </a:lnTo>
                <a:lnTo>
                  <a:pt x="14491" y="27707"/>
                </a:lnTo>
                <a:lnTo>
                  <a:pt x="15902" y="24822"/>
                </a:lnTo>
                <a:lnTo>
                  <a:pt x="15406" y="23183"/>
                </a:lnTo>
                <a:lnTo>
                  <a:pt x="14515" y="21560"/>
                </a:lnTo>
                <a:lnTo>
                  <a:pt x="14417" y="17888"/>
                </a:lnTo>
                <a:close/>
              </a:path>
              <a:path w="16510" h="27939">
                <a:moveTo>
                  <a:pt x="6272" y="5516"/>
                </a:moveTo>
                <a:lnTo>
                  <a:pt x="4814" y="5516"/>
                </a:lnTo>
                <a:lnTo>
                  <a:pt x="4767" y="9621"/>
                </a:lnTo>
                <a:lnTo>
                  <a:pt x="4964" y="11844"/>
                </a:lnTo>
                <a:lnTo>
                  <a:pt x="4318" y="13136"/>
                </a:lnTo>
                <a:lnTo>
                  <a:pt x="0" y="15161"/>
                </a:lnTo>
                <a:lnTo>
                  <a:pt x="315" y="17202"/>
                </a:lnTo>
                <a:lnTo>
                  <a:pt x="5193" y="18290"/>
                </a:lnTo>
                <a:lnTo>
                  <a:pt x="8684" y="17888"/>
                </a:lnTo>
                <a:lnTo>
                  <a:pt x="14417" y="17888"/>
                </a:lnTo>
                <a:lnTo>
                  <a:pt x="14345" y="6075"/>
                </a:lnTo>
                <a:lnTo>
                  <a:pt x="10725" y="6075"/>
                </a:lnTo>
                <a:lnTo>
                  <a:pt x="6272" y="5516"/>
                </a:lnTo>
                <a:close/>
              </a:path>
              <a:path w="16510" h="27939">
                <a:moveTo>
                  <a:pt x="14381" y="0"/>
                </a:moveTo>
                <a:lnTo>
                  <a:pt x="10268" y="0"/>
                </a:lnTo>
                <a:lnTo>
                  <a:pt x="10354" y="2915"/>
                </a:lnTo>
                <a:lnTo>
                  <a:pt x="10659" y="5516"/>
                </a:lnTo>
                <a:lnTo>
                  <a:pt x="10725" y="6075"/>
                </a:lnTo>
                <a:lnTo>
                  <a:pt x="14345" y="6075"/>
                </a:lnTo>
                <a:lnTo>
                  <a:pt x="14381" y="0"/>
                </a:lnTo>
                <a:close/>
              </a:path>
            </a:pathLst>
          </a:custGeom>
          <a:solidFill>
            <a:srgbClr val="746C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bg object 43"/>
          <p:cNvSpPr/>
          <p:nvPr/>
        </p:nvSpPr>
        <p:spPr>
          <a:xfrm>
            <a:off x="2286819" y="4081311"/>
            <a:ext cx="27940" cy="14604"/>
          </a:xfrm>
          <a:custGeom>
            <a:avLst/>
            <a:gdLst/>
            <a:ahLst/>
            <a:cxnLst/>
            <a:rect l="l" t="t" r="r" b="b"/>
            <a:pathLst>
              <a:path w="27939" h="14604">
                <a:moveTo>
                  <a:pt x="27313" y="0"/>
                </a:moveTo>
                <a:lnTo>
                  <a:pt x="13727" y="15"/>
                </a:lnTo>
                <a:lnTo>
                  <a:pt x="13924" y="2600"/>
                </a:lnTo>
                <a:lnTo>
                  <a:pt x="13286" y="4405"/>
                </a:lnTo>
                <a:lnTo>
                  <a:pt x="8605" y="4034"/>
                </a:lnTo>
                <a:lnTo>
                  <a:pt x="7045" y="4137"/>
                </a:lnTo>
                <a:lnTo>
                  <a:pt x="0" y="4145"/>
                </a:lnTo>
                <a:lnTo>
                  <a:pt x="31" y="12411"/>
                </a:lnTo>
                <a:lnTo>
                  <a:pt x="1355" y="11844"/>
                </a:lnTo>
                <a:lnTo>
                  <a:pt x="3341" y="11654"/>
                </a:lnTo>
                <a:lnTo>
                  <a:pt x="5933" y="7045"/>
                </a:lnTo>
                <a:lnTo>
                  <a:pt x="7722" y="6997"/>
                </a:lnTo>
                <a:lnTo>
                  <a:pt x="11505" y="13987"/>
                </a:lnTo>
                <a:lnTo>
                  <a:pt x="14688" y="13743"/>
                </a:lnTo>
                <a:lnTo>
                  <a:pt x="17841" y="13782"/>
                </a:lnTo>
                <a:lnTo>
                  <a:pt x="18305" y="8353"/>
                </a:lnTo>
                <a:lnTo>
                  <a:pt x="21875" y="4696"/>
                </a:lnTo>
                <a:lnTo>
                  <a:pt x="27289" y="4082"/>
                </a:lnTo>
                <a:lnTo>
                  <a:pt x="27596" y="4184"/>
                </a:lnTo>
                <a:lnTo>
                  <a:pt x="27313" y="0"/>
                </a:lnTo>
                <a:close/>
              </a:path>
            </a:pathLst>
          </a:custGeom>
          <a:solidFill>
            <a:srgbClr val="B1AA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bg object 44"/>
          <p:cNvSpPr/>
          <p:nvPr/>
        </p:nvSpPr>
        <p:spPr>
          <a:xfrm>
            <a:off x="2120633" y="3482620"/>
            <a:ext cx="13970" cy="24130"/>
          </a:xfrm>
          <a:custGeom>
            <a:avLst/>
            <a:gdLst/>
            <a:ahLst/>
            <a:cxnLst/>
            <a:rect l="l" t="t" r="r" b="b"/>
            <a:pathLst>
              <a:path w="13969" h="24129">
                <a:moveTo>
                  <a:pt x="6879" y="0"/>
                </a:moveTo>
                <a:lnTo>
                  <a:pt x="5437" y="1442"/>
                </a:lnTo>
                <a:lnTo>
                  <a:pt x="5476" y="5547"/>
                </a:lnTo>
                <a:lnTo>
                  <a:pt x="6162" y="9015"/>
                </a:lnTo>
                <a:lnTo>
                  <a:pt x="4302" y="11016"/>
                </a:lnTo>
                <a:lnTo>
                  <a:pt x="1513" y="12482"/>
                </a:lnTo>
                <a:lnTo>
                  <a:pt x="0" y="20567"/>
                </a:lnTo>
                <a:lnTo>
                  <a:pt x="197" y="22206"/>
                </a:lnTo>
                <a:lnTo>
                  <a:pt x="4200" y="23522"/>
                </a:lnTo>
                <a:lnTo>
                  <a:pt x="9692" y="23420"/>
                </a:lnTo>
                <a:lnTo>
                  <a:pt x="9306" y="20244"/>
                </a:lnTo>
                <a:lnTo>
                  <a:pt x="10796" y="18975"/>
                </a:lnTo>
                <a:lnTo>
                  <a:pt x="13853" y="19314"/>
                </a:lnTo>
                <a:lnTo>
                  <a:pt x="13845" y="6966"/>
                </a:lnTo>
                <a:lnTo>
                  <a:pt x="11796" y="6974"/>
                </a:lnTo>
                <a:lnTo>
                  <a:pt x="9976" y="7060"/>
                </a:lnTo>
                <a:lnTo>
                  <a:pt x="9424" y="2639"/>
                </a:lnTo>
                <a:lnTo>
                  <a:pt x="7833" y="1355"/>
                </a:lnTo>
                <a:lnTo>
                  <a:pt x="6879" y="0"/>
                </a:lnTo>
                <a:close/>
              </a:path>
            </a:pathLst>
          </a:custGeom>
          <a:solidFill>
            <a:srgbClr val="9B96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bg object 45"/>
          <p:cNvSpPr/>
          <p:nvPr/>
        </p:nvSpPr>
        <p:spPr>
          <a:xfrm>
            <a:off x="2091782" y="3599670"/>
            <a:ext cx="13970" cy="27940"/>
          </a:xfrm>
          <a:custGeom>
            <a:avLst/>
            <a:gdLst/>
            <a:ahLst/>
            <a:cxnLst/>
            <a:rect l="l" t="t" r="r" b="b"/>
            <a:pathLst>
              <a:path w="13969" h="27939">
                <a:moveTo>
                  <a:pt x="9740" y="0"/>
                </a:moveTo>
                <a:lnTo>
                  <a:pt x="315" y="70"/>
                </a:lnTo>
                <a:lnTo>
                  <a:pt x="0" y="5382"/>
                </a:lnTo>
                <a:lnTo>
                  <a:pt x="252" y="6950"/>
                </a:lnTo>
                <a:lnTo>
                  <a:pt x="3561" y="7029"/>
                </a:lnTo>
                <a:lnTo>
                  <a:pt x="4302" y="9133"/>
                </a:lnTo>
                <a:lnTo>
                  <a:pt x="4247" y="16682"/>
                </a:lnTo>
                <a:lnTo>
                  <a:pt x="4294" y="26146"/>
                </a:lnTo>
                <a:lnTo>
                  <a:pt x="8337" y="27549"/>
                </a:lnTo>
                <a:lnTo>
                  <a:pt x="8353" y="25989"/>
                </a:lnTo>
                <a:lnTo>
                  <a:pt x="8558" y="24397"/>
                </a:lnTo>
                <a:lnTo>
                  <a:pt x="7730" y="18384"/>
                </a:lnTo>
                <a:lnTo>
                  <a:pt x="10126" y="17439"/>
                </a:lnTo>
                <a:lnTo>
                  <a:pt x="13861" y="17888"/>
                </a:lnTo>
                <a:lnTo>
                  <a:pt x="13853" y="9653"/>
                </a:lnTo>
                <a:lnTo>
                  <a:pt x="11260" y="9834"/>
                </a:lnTo>
                <a:lnTo>
                  <a:pt x="9503" y="9164"/>
                </a:lnTo>
                <a:lnTo>
                  <a:pt x="9874" y="4018"/>
                </a:lnTo>
                <a:lnTo>
                  <a:pt x="9740" y="2009"/>
                </a:lnTo>
                <a:lnTo>
                  <a:pt x="9740" y="0"/>
                </a:lnTo>
                <a:close/>
              </a:path>
            </a:pathLst>
          </a:custGeom>
          <a:solidFill>
            <a:srgbClr val="9588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bg object 46"/>
          <p:cNvSpPr/>
          <p:nvPr/>
        </p:nvSpPr>
        <p:spPr>
          <a:xfrm>
            <a:off x="2167412" y="4422601"/>
            <a:ext cx="11430" cy="31750"/>
          </a:xfrm>
          <a:custGeom>
            <a:avLst/>
            <a:gdLst/>
            <a:ahLst/>
            <a:cxnLst/>
            <a:rect l="l" t="t" r="r" b="b"/>
            <a:pathLst>
              <a:path w="11430" h="31750">
                <a:moveTo>
                  <a:pt x="10985" y="0"/>
                </a:moveTo>
                <a:lnTo>
                  <a:pt x="6871" y="0"/>
                </a:lnTo>
                <a:lnTo>
                  <a:pt x="6871" y="1103"/>
                </a:lnTo>
                <a:lnTo>
                  <a:pt x="6745" y="2222"/>
                </a:lnTo>
                <a:lnTo>
                  <a:pt x="7470" y="7628"/>
                </a:lnTo>
                <a:lnTo>
                  <a:pt x="5295" y="8802"/>
                </a:lnTo>
                <a:lnTo>
                  <a:pt x="1481" y="8187"/>
                </a:lnTo>
                <a:lnTo>
                  <a:pt x="0" y="13735"/>
                </a:lnTo>
                <a:lnTo>
                  <a:pt x="1371" y="22025"/>
                </a:lnTo>
                <a:lnTo>
                  <a:pt x="1410" y="31434"/>
                </a:lnTo>
                <a:lnTo>
                  <a:pt x="9527" y="30071"/>
                </a:lnTo>
                <a:lnTo>
                  <a:pt x="9653" y="26170"/>
                </a:lnTo>
                <a:lnTo>
                  <a:pt x="5090" y="26146"/>
                </a:lnTo>
                <a:lnTo>
                  <a:pt x="5949" y="21237"/>
                </a:lnTo>
                <a:lnTo>
                  <a:pt x="3278" y="18258"/>
                </a:lnTo>
                <a:lnTo>
                  <a:pt x="9078" y="17013"/>
                </a:lnTo>
                <a:lnTo>
                  <a:pt x="9913" y="14105"/>
                </a:lnTo>
                <a:lnTo>
                  <a:pt x="11000" y="12379"/>
                </a:lnTo>
                <a:lnTo>
                  <a:pt x="10985" y="0"/>
                </a:lnTo>
                <a:close/>
              </a:path>
            </a:pathLst>
          </a:custGeom>
          <a:solidFill>
            <a:srgbClr val="7870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bg object 47"/>
          <p:cNvSpPr/>
          <p:nvPr/>
        </p:nvSpPr>
        <p:spPr>
          <a:xfrm>
            <a:off x="2067313" y="4370286"/>
            <a:ext cx="13970" cy="25400"/>
          </a:xfrm>
          <a:custGeom>
            <a:avLst/>
            <a:gdLst/>
            <a:ahLst/>
            <a:cxnLst/>
            <a:rect l="l" t="t" r="r" b="b"/>
            <a:pathLst>
              <a:path w="13969" h="25400">
                <a:moveTo>
                  <a:pt x="9566" y="0"/>
                </a:moveTo>
                <a:lnTo>
                  <a:pt x="1229" y="63"/>
                </a:lnTo>
                <a:lnTo>
                  <a:pt x="1142" y="5673"/>
                </a:lnTo>
                <a:lnTo>
                  <a:pt x="0" y="9543"/>
                </a:lnTo>
                <a:lnTo>
                  <a:pt x="2813" y="9692"/>
                </a:lnTo>
                <a:lnTo>
                  <a:pt x="6233" y="9093"/>
                </a:lnTo>
                <a:lnTo>
                  <a:pt x="5264" y="13869"/>
                </a:lnTo>
                <a:lnTo>
                  <a:pt x="8904" y="16603"/>
                </a:lnTo>
                <a:lnTo>
                  <a:pt x="9054" y="21119"/>
                </a:lnTo>
                <a:lnTo>
                  <a:pt x="10819" y="24815"/>
                </a:lnTo>
                <a:lnTo>
                  <a:pt x="13822" y="24712"/>
                </a:lnTo>
                <a:lnTo>
                  <a:pt x="13648" y="22553"/>
                </a:lnTo>
                <a:lnTo>
                  <a:pt x="13617" y="5555"/>
                </a:lnTo>
                <a:lnTo>
                  <a:pt x="9062" y="6052"/>
                </a:lnTo>
                <a:lnTo>
                  <a:pt x="9369" y="2986"/>
                </a:lnTo>
                <a:lnTo>
                  <a:pt x="9566" y="0"/>
                </a:lnTo>
                <a:close/>
              </a:path>
            </a:pathLst>
          </a:custGeom>
          <a:solidFill>
            <a:srgbClr val="9B92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bg object 48"/>
          <p:cNvSpPr/>
          <p:nvPr/>
        </p:nvSpPr>
        <p:spPr>
          <a:xfrm>
            <a:off x="2241529" y="3690404"/>
            <a:ext cx="10160" cy="37465"/>
          </a:xfrm>
          <a:custGeom>
            <a:avLst/>
            <a:gdLst/>
            <a:ahLst/>
            <a:cxnLst/>
            <a:rect l="l" t="t" r="r" b="b"/>
            <a:pathLst>
              <a:path w="10160" h="37464">
                <a:moveTo>
                  <a:pt x="1513" y="0"/>
                </a:moveTo>
                <a:lnTo>
                  <a:pt x="0" y="1473"/>
                </a:lnTo>
                <a:lnTo>
                  <a:pt x="23" y="33136"/>
                </a:lnTo>
                <a:lnTo>
                  <a:pt x="3207" y="32711"/>
                </a:lnTo>
                <a:lnTo>
                  <a:pt x="4483" y="34176"/>
                </a:lnTo>
                <a:lnTo>
                  <a:pt x="4137" y="37281"/>
                </a:lnTo>
                <a:lnTo>
                  <a:pt x="8234" y="37258"/>
                </a:lnTo>
                <a:lnTo>
                  <a:pt x="9740" y="35831"/>
                </a:lnTo>
                <a:lnTo>
                  <a:pt x="9598" y="30370"/>
                </a:lnTo>
                <a:lnTo>
                  <a:pt x="8069" y="28975"/>
                </a:lnTo>
                <a:lnTo>
                  <a:pt x="3270" y="25705"/>
                </a:lnTo>
                <a:lnTo>
                  <a:pt x="3041" y="24712"/>
                </a:lnTo>
                <a:lnTo>
                  <a:pt x="5555" y="17856"/>
                </a:lnTo>
                <a:lnTo>
                  <a:pt x="5398" y="12490"/>
                </a:lnTo>
                <a:lnTo>
                  <a:pt x="4326" y="5531"/>
                </a:lnTo>
                <a:lnTo>
                  <a:pt x="1513" y="0"/>
                </a:lnTo>
                <a:close/>
              </a:path>
            </a:pathLst>
          </a:custGeom>
          <a:solidFill>
            <a:srgbClr val="7C6E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bg object 49"/>
          <p:cNvSpPr/>
          <p:nvPr/>
        </p:nvSpPr>
        <p:spPr>
          <a:xfrm>
            <a:off x="2312828" y="4121231"/>
            <a:ext cx="4445" cy="45720"/>
          </a:xfrm>
          <a:custGeom>
            <a:avLst/>
            <a:gdLst/>
            <a:ahLst/>
            <a:cxnLst/>
            <a:rect l="l" t="t" r="r" b="b"/>
            <a:pathLst>
              <a:path w="4444" h="45720">
                <a:moveTo>
                  <a:pt x="4279" y="15"/>
                </a:moveTo>
                <a:lnTo>
                  <a:pt x="55" y="0"/>
                </a:lnTo>
                <a:lnTo>
                  <a:pt x="141" y="40213"/>
                </a:lnTo>
                <a:lnTo>
                  <a:pt x="0" y="45398"/>
                </a:lnTo>
                <a:lnTo>
                  <a:pt x="4105" y="45437"/>
                </a:lnTo>
                <a:lnTo>
                  <a:pt x="4279" y="15"/>
                </a:lnTo>
                <a:close/>
              </a:path>
            </a:pathLst>
          </a:custGeom>
          <a:solidFill>
            <a:srgbClr val="C3BF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bg object 50"/>
          <p:cNvSpPr/>
          <p:nvPr/>
        </p:nvSpPr>
        <p:spPr>
          <a:xfrm>
            <a:off x="2297256" y="3973715"/>
            <a:ext cx="10160" cy="36195"/>
          </a:xfrm>
          <a:custGeom>
            <a:avLst/>
            <a:gdLst/>
            <a:ahLst/>
            <a:cxnLst/>
            <a:rect l="l" t="t" r="r" b="b"/>
            <a:pathLst>
              <a:path w="10160" h="36195">
                <a:moveTo>
                  <a:pt x="0" y="0"/>
                </a:moveTo>
                <a:lnTo>
                  <a:pt x="543" y="4405"/>
                </a:lnTo>
                <a:lnTo>
                  <a:pt x="559" y="26406"/>
                </a:lnTo>
                <a:lnTo>
                  <a:pt x="3144" y="26233"/>
                </a:lnTo>
                <a:lnTo>
                  <a:pt x="4917" y="26887"/>
                </a:lnTo>
                <a:lnTo>
                  <a:pt x="4539" y="32025"/>
                </a:lnTo>
                <a:lnTo>
                  <a:pt x="4657" y="34042"/>
                </a:lnTo>
                <a:lnTo>
                  <a:pt x="4665" y="36052"/>
                </a:lnTo>
                <a:lnTo>
                  <a:pt x="8526" y="35981"/>
                </a:lnTo>
                <a:lnTo>
                  <a:pt x="8999" y="36107"/>
                </a:lnTo>
                <a:lnTo>
                  <a:pt x="8983" y="31883"/>
                </a:lnTo>
                <a:lnTo>
                  <a:pt x="9929" y="22348"/>
                </a:lnTo>
                <a:lnTo>
                  <a:pt x="4026" y="22521"/>
                </a:lnTo>
                <a:lnTo>
                  <a:pt x="4728" y="18108"/>
                </a:lnTo>
                <a:lnTo>
                  <a:pt x="4767" y="13995"/>
                </a:lnTo>
                <a:lnTo>
                  <a:pt x="5957" y="9897"/>
                </a:lnTo>
                <a:lnTo>
                  <a:pt x="6272" y="4310"/>
                </a:lnTo>
                <a:lnTo>
                  <a:pt x="5886" y="291"/>
                </a:lnTo>
                <a:lnTo>
                  <a:pt x="2892" y="78"/>
                </a:lnTo>
                <a:lnTo>
                  <a:pt x="0" y="0"/>
                </a:lnTo>
                <a:close/>
              </a:path>
            </a:pathLst>
          </a:custGeom>
          <a:solidFill>
            <a:srgbClr val="8D84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bg object 51"/>
          <p:cNvSpPr/>
          <p:nvPr/>
        </p:nvSpPr>
        <p:spPr>
          <a:xfrm>
            <a:off x="2078137" y="4375834"/>
            <a:ext cx="17145" cy="26670"/>
          </a:xfrm>
          <a:custGeom>
            <a:avLst/>
            <a:gdLst/>
            <a:ahLst/>
            <a:cxnLst/>
            <a:rect l="l" t="t" r="r" b="b"/>
            <a:pathLst>
              <a:path w="17144" h="26670">
                <a:moveTo>
                  <a:pt x="6926" y="0"/>
                </a:moveTo>
                <a:lnTo>
                  <a:pt x="2789" y="7"/>
                </a:lnTo>
                <a:lnTo>
                  <a:pt x="2821" y="17005"/>
                </a:lnTo>
                <a:lnTo>
                  <a:pt x="3002" y="19164"/>
                </a:lnTo>
                <a:lnTo>
                  <a:pt x="0" y="19267"/>
                </a:lnTo>
                <a:lnTo>
                  <a:pt x="6761" y="26233"/>
                </a:lnTo>
                <a:lnTo>
                  <a:pt x="11040" y="26139"/>
                </a:lnTo>
                <a:lnTo>
                  <a:pt x="11048" y="21993"/>
                </a:lnTo>
                <a:lnTo>
                  <a:pt x="6950" y="13751"/>
                </a:lnTo>
                <a:lnTo>
                  <a:pt x="6461" y="10015"/>
                </a:lnTo>
                <a:lnTo>
                  <a:pt x="7368" y="7588"/>
                </a:lnTo>
                <a:lnTo>
                  <a:pt x="13388" y="8408"/>
                </a:lnTo>
                <a:lnTo>
                  <a:pt x="14972" y="8242"/>
                </a:lnTo>
                <a:lnTo>
                  <a:pt x="16532" y="8242"/>
                </a:lnTo>
                <a:lnTo>
                  <a:pt x="16966" y="4799"/>
                </a:lnTo>
                <a:lnTo>
                  <a:pt x="15209" y="3790"/>
                </a:lnTo>
                <a:lnTo>
                  <a:pt x="9149" y="4365"/>
                </a:lnTo>
                <a:lnTo>
                  <a:pt x="6422" y="4184"/>
                </a:lnTo>
                <a:lnTo>
                  <a:pt x="6926" y="0"/>
                </a:lnTo>
                <a:close/>
              </a:path>
            </a:pathLst>
          </a:custGeom>
          <a:solidFill>
            <a:srgbClr val="8E84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bg object 52"/>
          <p:cNvSpPr/>
          <p:nvPr/>
        </p:nvSpPr>
        <p:spPr>
          <a:xfrm>
            <a:off x="2297759" y="4228470"/>
            <a:ext cx="13970" cy="22225"/>
          </a:xfrm>
          <a:custGeom>
            <a:avLst/>
            <a:gdLst/>
            <a:ahLst/>
            <a:cxnLst/>
            <a:rect l="l" t="t" r="r" b="b"/>
            <a:pathLst>
              <a:path w="13969" h="22225">
                <a:moveTo>
                  <a:pt x="2498" y="0"/>
                </a:moveTo>
                <a:lnTo>
                  <a:pt x="969" y="197"/>
                </a:lnTo>
                <a:lnTo>
                  <a:pt x="70" y="118"/>
                </a:lnTo>
                <a:lnTo>
                  <a:pt x="0" y="4231"/>
                </a:lnTo>
                <a:lnTo>
                  <a:pt x="78" y="22096"/>
                </a:lnTo>
                <a:lnTo>
                  <a:pt x="12182" y="22080"/>
                </a:lnTo>
                <a:lnTo>
                  <a:pt x="12206" y="17967"/>
                </a:lnTo>
                <a:lnTo>
                  <a:pt x="7888" y="18376"/>
                </a:lnTo>
                <a:lnTo>
                  <a:pt x="7328" y="13719"/>
                </a:lnTo>
                <a:lnTo>
                  <a:pt x="3396" y="11331"/>
                </a:lnTo>
                <a:lnTo>
                  <a:pt x="4231" y="8487"/>
                </a:lnTo>
                <a:lnTo>
                  <a:pt x="9054" y="8353"/>
                </a:lnTo>
                <a:lnTo>
                  <a:pt x="11308" y="8416"/>
                </a:lnTo>
                <a:lnTo>
                  <a:pt x="13554" y="8424"/>
                </a:lnTo>
                <a:lnTo>
                  <a:pt x="13640" y="4255"/>
                </a:lnTo>
                <a:lnTo>
                  <a:pt x="9645" y="3995"/>
                </a:lnTo>
                <a:lnTo>
                  <a:pt x="5003" y="5681"/>
                </a:lnTo>
                <a:lnTo>
                  <a:pt x="2498" y="0"/>
                </a:lnTo>
                <a:close/>
              </a:path>
            </a:pathLst>
          </a:custGeom>
          <a:solidFill>
            <a:srgbClr val="968D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bg object 53"/>
          <p:cNvSpPr/>
          <p:nvPr/>
        </p:nvSpPr>
        <p:spPr>
          <a:xfrm>
            <a:off x="2048230" y="3776960"/>
            <a:ext cx="17780" cy="18415"/>
          </a:xfrm>
          <a:custGeom>
            <a:avLst/>
            <a:gdLst/>
            <a:ahLst/>
            <a:cxnLst/>
            <a:rect l="l" t="t" r="r" b="b"/>
            <a:pathLst>
              <a:path w="17780" h="18414">
                <a:moveTo>
                  <a:pt x="10803" y="13049"/>
                </a:moveTo>
                <a:lnTo>
                  <a:pt x="6584" y="13049"/>
                </a:lnTo>
                <a:lnTo>
                  <a:pt x="3908" y="18148"/>
                </a:lnTo>
                <a:lnTo>
                  <a:pt x="17604" y="18148"/>
                </a:lnTo>
                <a:lnTo>
                  <a:pt x="17614" y="13790"/>
                </a:lnTo>
                <a:lnTo>
                  <a:pt x="11489" y="13790"/>
                </a:lnTo>
                <a:lnTo>
                  <a:pt x="10803" y="13049"/>
                </a:lnTo>
                <a:close/>
              </a:path>
              <a:path w="17780" h="18414">
                <a:moveTo>
                  <a:pt x="0" y="8581"/>
                </a:moveTo>
                <a:lnTo>
                  <a:pt x="0" y="14019"/>
                </a:lnTo>
                <a:lnTo>
                  <a:pt x="2537" y="14223"/>
                </a:lnTo>
                <a:lnTo>
                  <a:pt x="6252" y="13049"/>
                </a:lnTo>
                <a:lnTo>
                  <a:pt x="10803" y="13049"/>
                </a:lnTo>
                <a:lnTo>
                  <a:pt x="9629" y="12372"/>
                </a:lnTo>
                <a:lnTo>
                  <a:pt x="9386" y="10205"/>
                </a:lnTo>
                <a:lnTo>
                  <a:pt x="9335" y="9763"/>
                </a:lnTo>
                <a:lnTo>
                  <a:pt x="5161" y="9763"/>
                </a:lnTo>
                <a:lnTo>
                  <a:pt x="0" y="8581"/>
                </a:lnTo>
                <a:close/>
              </a:path>
              <a:path w="17780" h="18414">
                <a:moveTo>
                  <a:pt x="17636" y="4381"/>
                </a:moveTo>
                <a:lnTo>
                  <a:pt x="13413" y="4381"/>
                </a:lnTo>
                <a:lnTo>
                  <a:pt x="13486" y="6580"/>
                </a:lnTo>
                <a:lnTo>
                  <a:pt x="13548" y="8581"/>
                </a:lnTo>
                <a:lnTo>
                  <a:pt x="13668" y="9763"/>
                </a:lnTo>
                <a:lnTo>
                  <a:pt x="13719" y="10205"/>
                </a:lnTo>
                <a:lnTo>
                  <a:pt x="13353" y="11568"/>
                </a:lnTo>
                <a:lnTo>
                  <a:pt x="13109" y="12372"/>
                </a:lnTo>
                <a:lnTo>
                  <a:pt x="12123" y="13049"/>
                </a:lnTo>
                <a:lnTo>
                  <a:pt x="11489" y="13790"/>
                </a:lnTo>
                <a:lnTo>
                  <a:pt x="17614" y="13790"/>
                </a:lnTo>
                <a:lnTo>
                  <a:pt x="17636" y="4381"/>
                </a:lnTo>
                <a:close/>
              </a:path>
              <a:path w="17780" h="18414">
                <a:moveTo>
                  <a:pt x="8187" y="0"/>
                </a:moveTo>
                <a:lnTo>
                  <a:pt x="5398" y="220"/>
                </a:lnTo>
                <a:lnTo>
                  <a:pt x="5354" y="1048"/>
                </a:lnTo>
                <a:lnTo>
                  <a:pt x="5256" y="2947"/>
                </a:lnTo>
                <a:lnTo>
                  <a:pt x="5161" y="9763"/>
                </a:lnTo>
                <a:lnTo>
                  <a:pt x="9335" y="9763"/>
                </a:lnTo>
                <a:lnTo>
                  <a:pt x="9251" y="6580"/>
                </a:lnTo>
                <a:lnTo>
                  <a:pt x="9401" y="4381"/>
                </a:lnTo>
                <a:lnTo>
                  <a:pt x="9499" y="2947"/>
                </a:lnTo>
                <a:lnTo>
                  <a:pt x="9593" y="1583"/>
                </a:lnTo>
                <a:lnTo>
                  <a:pt x="9629" y="1048"/>
                </a:lnTo>
                <a:lnTo>
                  <a:pt x="8187" y="0"/>
                </a:lnTo>
                <a:close/>
              </a:path>
            </a:pathLst>
          </a:custGeom>
          <a:solidFill>
            <a:srgbClr val="8376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bg object 54"/>
          <p:cNvSpPr/>
          <p:nvPr/>
        </p:nvSpPr>
        <p:spPr>
          <a:xfrm>
            <a:off x="2023240" y="4236613"/>
            <a:ext cx="12700" cy="26670"/>
          </a:xfrm>
          <a:custGeom>
            <a:avLst/>
            <a:gdLst/>
            <a:ahLst/>
            <a:cxnLst/>
            <a:rect l="l" t="t" r="r" b="b"/>
            <a:pathLst>
              <a:path w="12700" h="26670">
                <a:moveTo>
                  <a:pt x="4870" y="0"/>
                </a:moveTo>
                <a:lnTo>
                  <a:pt x="2584" y="394"/>
                </a:lnTo>
                <a:lnTo>
                  <a:pt x="2513" y="4712"/>
                </a:lnTo>
                <a:lnTo>
                  <a:pt x="882" y="5224"/>
                </a:lnTo>
                <a:lnTo>
                  <a:pt x="0" y="5736"/>
                </a:lnTo>
                <a:lnTo>
                  <a:pt x="157" y="7037"/>
                </a:lnTo>
                <a:lnTo>
                  <a:pt x="2939" y="12647"/>
                </a:lnTo>
                <a:lnTo>
                  <a:pt x="5650" y="12364"/>
                </a:lnTo>
                <a:lnTo>
                  <a:pt x="7108" y="13286"/>
                </a:lnTo>
                <a:lnTo>
                  <a:pt x="6792" y="19653"/>
                </a:lnTo>
                <a:lnTo>
                  <a:pt x="6934" y="22994"/>
                </a:lnTo>
                <a:lnTo>
                  <a:pt x="6950" y="26328"/>
                </a:lnTo>
                <a:lnTo>
                  <a:pt x="10985" y="26336"/>
                </a:lnTo>
                <a:lnTo>
                  <a:pt x="12419" y="212"/>
                </a:lnTo>
                <a:lnTo>
                  <a:pt x="10882" y="212"/>
                </a:lnTo>
                <a:lnTo>
                  <a:pt x="9338" y="299"/>
                </a:lnTo>
                <a:lnTo>
                  <a:pt x="4870" y="0"/>
                </a:lnTo>
                <a:close/>
              </a:path>
            </a:pathLst>
          </a:custGeom>
          <a:solidFill>
            <a:srgbClr val="B5AF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bg object 55"/>
          <p:cNvSpPr/>
          <p:nvPr/>
        </p:nvSpPr>
        <p:spPr>
          <a:xfrm>
            <a:off x="2050981" y="3763447"/>
            <a:ext cx="20955" cy="13970"/>
          </a:xfrm>
          <a:custGeom>
            <a:avLst/>
            <a:gdLst/>
            <a:ahLst/>
            <a:cxnLst/>
            <a:rect l="l" t="t" r="r" b="b"/>
            <a:pathLst>
              <a:path w="20955" h="13970">
                <a:moveTo>
                  <a:pt x="20360" y="9322"/>
                </a:moveTo>
                <a:lnTo>
                  <a:pt x="10367" y="9322"/>
                </a:lnTo>
                <a:lnTo>
                  <a:pt x="11497" y="13412"/>
                </a:lnTo>
                <a:lnTo>
                  <a:pt x="13630" y="13412"/>
                </a:lnTo>
                <a:lnTo>
                  <a:pt x="14867" y="13759"/>
                </a:lnTo>
                <a:lnTo>
                  <a:pt x="14977" y="10078"/>
                </a:lnTo>
                <a:lnTo>
                  <a:pt x="16792" y="9629"/>
                </a:lnTo>
                <a:lnTo>
                  <a:pt x="20360" y="9629"/>
                </a:lnTo>
                <a:lnTo>
                  <a:pt x="20360" y="9322"/>
                </a:lnTo>
                <a:close/>
              </a:path>
              <a:path w="20955" h="13970">
                <a:moveTo>
                  <a:pt x="2833" y="5492"/>
                </a:moveTo>
                <a:lnTo>
                  <a:pt x="2317" y="5492"/>
                </a:lnTo>
                <a:lnTo>
                  <a:pt x="0" y="9629"/>
                </a:lnTo>
                <a:lnTo>
                  <a:pt x="7400" y="9629"/>
                </a:lnTo>
                <a:lnTo>
                  <a:pt x="10367" y="9322"/>
                </a:lnTo>
                <a:lnTo>
                  <a:pt x="20360" y="9322"/>
                </a:lnTo>
                <a:lnTo>
                  <a:pt x="20360" y="6193"/>
                </a:lnTo>
                <a:lnTo>
                  <a:pt x="7034" y="6193"/>
                </a:lnTo>
                <a:lnTo>
                  <a:pt x="2833" y="5492"/>
                </a:lnTo>
                <a:close/>
              </a:path>
              <a:path w="20955" h="13970">
                <a:moveTo>
                  <a:pt x="6656" y="0"/>
                </a:moveTo>
                <a:lnTo>
                  <a:pt x="6727" y="3002"/>
                </a:lnTo>
                <a:lnTo>
                  <a:pt x="6967" y="5492"/>
                </a:lnTo>
                <a:lnTo>
                  <a:pt x="7034" y="6193"/>
                </a:lnTo>
                <a:lnTo>
                  <a:pt x="20360" y="6193"/>
                </a:lnTo>
                <a:lnTo>
                  <a:pt x="20360" y="5492"/>
                </a:lnTo>
                <a:lnTo>
                  <a:pt x="19580" y="4129"/>
                </a:lnTo>
                <a:lnTo>
                  <a:pt x="19012" y="1836"/>
                </a:lnTo>
                <a:lnTo>
                  <a:pt x="14284" y="669"/>
                </a:lnTo>
                <a:lnTo>
                  <a:pt x="10438" y="464"/>
                </a:lnTo>
                <a:lnTo>
                  <a:pt x="6656" y="0"/>
                </a:lnTo>
                <a:close/>
              </a:path>
            </a:pathLst>
          </a:custGeom>
          <a:solidFill>
            <a:srgbClr val="7263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bg object 56"/>
          <p:cNvSpPr/>
          <p:nvPr/>
        </p:nvSpPr>
        <p:spPr>
          <a:xfrm>
            <a:off x="2256212" y="3811586"/>
            <a:ext cx="19050" cy="23495"/>
          </a:xfrm>
          <a:custGeom>
            <a:avLst/>
            <a:gdLst/>
            <a:ahLst/>
            <a:cxnLst/>
            <a:rect l="l" t="t" r="r" b="b"/>
            <a:pathLst>
              <a:path w="19050" h="23495">
                <a:moveTo>
                  <a:pt x="14067" y="9062"/>
                </a:moveTo>
                <a:lnTo>
                  <a:pt x="8518" y="9062"/>
                </a:lnTo>
                <a:lnTo>
                  <a:pt x="10725" y="10378"/>
                </a:lnTo>
                <a:lnTo>
                  <a:pt x="8651" y="23412"/>
                </a:lnTo>
                <a:lnTo>
                  <a:pt x="14137" y="23412"/>
                </a:lnTo>
                <a:lnTo>
                  <a:pt x="14067" y="9062"/>
                </a:lnTo>
                <a:close/>
              </a:path>
              <a:path w="19050" h="23495">
                <a:moveTo>
                  <a:pt x="15074" y="5563"/>
                </a:moveTo>
                <a:lnTo>
                  <a:pt x="431" y="5563"/>
                </a:lnTo>
                <a:lnTo>
                  <a:pt x="0" y="8668"/>
                </a:lnTo>
                <a:lnTo>
                  <a:pt x="1379" y="10039"/>
                </a:lnTo>
                <a:lnTo>
                  <a:pt x="4539" y="9653"/>
                </a:lnTo>
                <a:lnTo>
                  <a:pt x="8518" y="9062"/>
                </a:lnTo>
                <a:lnTo>
                  <a:pt x="14067" y="9062"/>
                </a:lnTo>
                <a:lnTo>
                  <a:pt x="14050" y="5705"/>
                </a:lnTo>
                <a:lnTo>
                  <a:pt x="15074" y="5563"/>
                </a:lnTo>
                <a:close/>
              </a:path>
              <a:path w="19050" h="23495">
                <a:moveTo>
                  <a:pt x="6819" y="1182"/>
                </a:moveTo>
                <a:lnTo>
                  <a:pt x="6306" y="1182"/>
                </a:lnTo>
                <a:lnTo>
                  <a:pt x="5051" y="5208"/>
                </a:lnTo>
                <a:lnTo>
                  <a:pt x="1893" y="5208"/>
                </a:lnTo>
                <a:lnTo>
                  <a:pt x="78" y="5563"/>
                </a:lnTo>
                <a:lnTo>
                  <a:pt x="18022" y="5563"/>
                </a:lnTo>
                <a:lnTo>
                  <a:pt x="18558" y="3112"/>
                </a:lnTo>
                <a:lnTo>
                  <a:pt x="18250" y="1552"/>
                </a:lnTo>
                <a:lnTo>
                  <a:pt x="8715" y="1552"/>
                </a:lnTo>
                <a:lnTo>
                  <a:pt x="6819" y="1182"/>
                </a:lnTo>
                <a:close/>
              </a:path>
              <a:path w="19050" h="23495">
                <a:moveTo>
                  <a:pt x="15563" y="0"/>
                </a:moveTo>
                <a:lnTo>
                  <a:pt x="14090" y="457"/>
                </a:lnTo>
                <a:lnTo>
                  <a:pt x="12640" y="1182"/>
                </a:lnTo>
                <a:lnTo>
                  <a:pt x="8715" y="1552"/>
                </a:lnTo>
                <a:lnTo>
                  <a:pt x="18250" y="1552"/>
                </a:lnTo>
                <a:lnTo>
                  <a:pt x="18177" y="1182"/>
                </a:lnTo>
                <a:lnTo>
                  <a:pt x="18423" y="1182"/>
                </a:lnTo>
                <a:lnTo>
                  <a:pt x="15563" y="0"/>
                </a:lnTo>
                <a:close/>
              </a:path>
            </a:pathLst>
          </a:custGeom>
          <a:solidFill>
            <a:srgbClr val="9C8E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bg object 57"/>
          <p:cNvSpPr/>
          <p:nvPr/>
        </p:nvSpPr>
        <p:spPr>
          <a:xfrm>
            <a:off x="2153710" y="3427656"/>
            <a:ext cx="13970" cy="26670"/>
          </a:xfrm>
          <a:custGeom>
            <a:avLst/>
            <a:gdLst/>
            <a:ahLst/>
            <a:cxnLst/>
            <a:rect l="l" t="t" r="r" b="b"/>
            <a:pathLst>
              <a:path w="13969" h="26670">
                <a:moveTo>
                  <a:pt x="8227" y="0"/>
                </a:moveTo>
                <a:lnTo>
                  <a:pt x="7249" y="4523"/>
                </a:lnTo>
                <a:lnTo>
                  <a:pt x="4468" y="7242"/>
                </a:lnTo>
                <a:lnTo>
                  <a:pt x="0" y="8274"/>
                </a:lnTo>
                <a:lnTo>
                  <a:pt x="15" y="16548"/>
                </a:lnTo>
                <a:lnTo>
                  <a:pt x="4145" y="16469"/>
                </a:lnTo>
                <a:lnTo>
                  <a:pt x="4050" y="21702"/>
                </a:lnTo>
                <a:lnTo>
                  <a:pt x="4105" y="26154"/>
                </a:lnTo>
                <a:lnTo>
                  <a:pt x="8211" y="26154"/>
                </a:lnTo>
                <a:lnTo>
                  <a:pt x="8227" y="12411"/>
                </a:lnTo>
                <a:lnTo>
                  <a:pt x="7793" y="9204"/>
                </a:lnTo>
                <a:lnTo>
                  <a:pt x="9251" y="7888"/>
                </a:lnTo>
                <a:lnTo>
                  <a:pt x="12379" y="8242"/>
                </a:lnTo>
                <a:lnTo>
                  <a:pt x="13837" y="4058"/>
                </a:lnTo>
                <a:lnTo>
                  <a:pt x="13609" y="31"/>
                </a:lnTo>
                <a:lnTo>
                  <a:pt x="8227" y="0"/>
                </a:lnTo>
                <a:close/>
              </a:path>
            </a:pathLst>
          </a:custGeom>
          <a:solidFill>
            <a:srgbClr val="B3A9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bg object 58"/>
          <p:cNvSpPr/>
          <p:nvPr/>
        </p:nvSpPr>
        <p:spPr>
          <a:xfrm>
            <a:off x="2046468" y="4307987"/>
            <a:ext cx="13970" cy="28575"/>
          </a:xfrm>
          <a:custGeom>
            <a:avLst/>
            <a:gdLst/>
            <a:ahLst/>
            <a:cxnLst/>
            <a:rect l="l" t="t" r="r" b="b"/>
            <a:pathLst>
              <a:path w="13969" h="28575">
                <a:moveTo>
                  <a:pt x="10756" y="0"/>
                </a:moveTo>
                <a:lnTo>
                  <a:pt x="9385" y="1379"/>
                </a:lnTo>
                <a:lnTo>
                  <a:pt x="9779" y="4523"/>
                </a:lnTo>
                <a:lnTo>
                  <a:pt x="8361" y="18298"/>
                </a:lnTo>
                <a:lnTo>
                  <a:pt x="8644" y="21008"/>
                </a:lnTo>
                <a:lnTo>
                  <a:pt x="7840" y="22671"/>
                </a:lnTo>
                <a:lnTo>
                  <a:pt x="3152" y="22317"/>
                </a:lnTo>
                <a:lnTo>
                  <a:pt x="1568" y="22482"/>
                </a:lnTo>
                <a:lnTo>
                  <a:pt x="0" y="22521"/>
                </a:lnTo>
                <a:lnTo>
                  <a:pt x="1386" y="28014"/>
                </a:lnTo>
                <a:lnTo>
                  <a:pt x="13877" y="26564"/>
                </a:lnTo>
                <a:lnTo>
                  <a:pt x="13892" y="394"/>
                </a:lnTo>
                <a:lnTo>
                  <a:pt x="10756" y="0"/>
                </a:lnTo>
                <a:close/>
              </a:path>
            </a:pathLst>
          </a:custGeom>
          <a:solidFill>
            <a:srgbClr val="7668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bg object 59"/>
          <p:cNvSpPr/>
          <p:nvPr/>
        </p:nvSpPr>
        <p:spPr>
          <a:xfrm>
            <a:off x="2300191" y="4048202"/>
            <a:ext cx="12065" cy="21590"/>
          </a:xfrm>
          <a:custGeom>
            <a:avLst/>
            <a:gdLst/>
            <a:ahLst/>
            <a:cxnLst/>
            <a:rect l="l" t="t" r="r" b="b"/>
            <a:pathLst>
              <a:path w="12064" h="21589">
                <a:moveTo>
                  <a:pt x="367" y="19134"/>
                </a:moveTo>
                <a:lnTo>
                  <a:pt x="0" y="19134"/>
                </a:lnTo>
                <a:lnTo>
                  <a:pt x="376" y="21521"/>
                </a:lnTo>
                <a:lnTo>
                  <a:pt x="367" y="19134"/>
                </a:lnTo>
                <a:close/>
              </a:path>
              <a:path w="12064" h="21589">
                <a:moveTo>
                  <a:pt x="6042" y="0"/>
                </a:moveTo>
                <a:lnTo>
                  <a:pt x="6413" y="5240"/>
                </a:lnTo>
                <a:lnTo>
                  <a:pt x="660" y="5681"/>
                </a:lnTo>
                <a:lnTo>
                  <a:pt x="321" y="7494"/>
                </a:lnTo>
                <a:lnTo>
                  <a:pt x="367" y="19134"/>
                </a:lnTo>
                <a:lnTo>
                  <a:pt x="9273" y="19361"/>
                </a:lnTo>
                <a:lnTo>
                  <a:pt x="9959" y="19361"/>
                </a:lnTo>
                <a:lnTo>
                  <a:pt x="11464" y="9621"/>
                </a:lnTo>
                <a:lnTo>
                  <a:pt x="11393" y="9196"/>
                </a:lnTo>
                <a:lnTo>
                  <a:pt x="11322" y="8353"/>
                </a:lnTo>
                <a:lnTo>
                  <a:pt x="10126" y="1497"/>
                </a:lnTo>
                <a:lnTo>
                  <a:pt x="9919" y="1497"/>
                </a:lnTo>
                <a:lnTo>
                  <a:pt x="6042" y="0"/>
                </a:lnTo>
                <a:close/>
              </a:path>
            </a:pathLst>
          </a:custGeom>
          <a:solidFill>
            <a:srgbClr val="9E95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bg object 60"/>
          <p:cNvSpPr/>
          <p:nvPr/>
        </p:nvSpPr>
        <p:spPr>
          <a:xfrm>
            <a:off x="2098878" y="3563900"/>
            <a:ext cx="12700" cy="18415"/>
          </a:xfrm>
          <a:custGeom>
            <a:avLst/>
            <a:gdLst/>
            <a:ahLst/>
            <a:cxnLst/>
            <a:rect l="l" t="t" r="r" b="b"/>
            <a:pathLst>
              <a:path w="12700" h="18414">
                <a:moveTo>
                  <a:pt x="12261" y="0"/>
                </a:moveTo>
                <a:lnTo>
                  <a:pt x="6753" y="0"/>
                </a:lnTo>
                <a:lnTo>
                  <a:pt x="2852" y="55"/>
                </a:lnTo>
                <a:lnTo>
                  <a:pt x="2490" y="4089"/>
                </a:lnTo>
                <a:lnTo>
                  <a:pt x="2750" y="6800"/>
                </a:lnTo>
                <a:lnTo>
                  <a:pt x="3262" y="9598"/>
                </a:lnTo>
                <a:lnTo>
                  <a:pt x="0" y="11040"/>
                </a:lnTo>
                <a:lnTo>
                  <a:pt x="133" y="17919"/>
                </a:lnTo>
                <a:lnTo>
                  <a:pt x="6753" y="17904"/>
                </a:lnTo>
                <a:lnTo>
                  <a:pt x="6769" y="16792"/>
                </a:lnTo>
                <a:lnTo>
                  <a:pt x="6918" y="15658"/>
                </a:lnTo>
                <a:lnTo>
                  <a:pt x="6107" y="10086"/>
                </a:lnTo>
                <a:lnTo>
                  <a:pt x="8550" y="9164"/>
                </a:lnTo>
                <a:lnTo>
                  <a:pt x="12261" y="9629"/>
                </a:lnTo>
                <a:lnTo>
                  <a:pt x="12261" y="0"/>
                </a:lnTo>
                <a:close/>
              </a:path>
            </a:pathLst>
          </a:custGeom>
          <a:solidFill>
            <a:srgbClr val="9E91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bg object 61"/>
          <p:cNvSpPr/>
          <p:nvPr/>
        </p:nvSpPr>
        <p:spPr>
          <a:xfrm>
            <a:off x="2098606" y="4407475"/>
            <a:ext cx="13970" cy="19685"/>
          </a:xfrm>
          <a:custGeom>
            <a:avLst/>
            <a:gdLst/>
            <a:ahLst/>
            <a:cxnLst/>
            <a:rect l="l" t="t" r="r" b="b"/>
            <a:pathLst>
              <a:path w="13969" h="19685">
                <a:moveTo>
                  <a:pt x="12547" y="11670"/>
                </a:moveTo>
                <a:lnTo>
                  <a:pt x="3577" y="11670"/>
                </a:lnTo>
                <a:lnTo>
                  <a:pt x="5768" y="16438"/>
                </a:lnTo>
                <a:lnTo>
                  <a:pt x="9661" y="19306"/>
                </a:lnTo>
                <a:lnTo>
                  <a:pt x="13680" y="19038"/>
                </a:lnTo>
                <a:lnTo>
                  <a:pt x="12214" y="15918"/>
                </a:lnTo>
                <a:lnTo>
                  <a:pt x="12553" y="13735"/>
                </a:lnTo>
                <a:lnTo>
                  <a:pt x="12547" y="11670"/>
                </a:lnTo>
                <a:close/>
              </a:path>
              <a:path w="13969" h="19685">
                <a:moveTo>
                  <a:pt x="4310" y="0"/>
                </a:moveTo>
                <a:lnTo>
                  <a:pt x="4389" y="8069"/>
                </a:lnTo>
                <a:lnTo>
                  <a:pt x="2568" y="8321"/>
                </a:lnTo>
                <a:lnTo>
                  <a:pt x="0" y="8321"/>
                </a:lnTo>
                <a:lnTo>
                  <a:pt x="86" y="9661"/>
                </a:lnTo>
                <a:lnTo>
                  <a:pt x="173" y="10993"/>
                </a:lnTo>
                <a:lnTo>
                  <a:pt x="236" y="12301"/>
                </a:lnTo>
                <a:lnTo>
                  <a:pt x="3577" y="11670"/>
                </a:lnTo>
                <a:lnTo>
                  <a:pt x="12547" y="11670"/>
                </a:lnTo>
                <a:lnTo>
                  <a:pt x="12499" y="8069"/>
                </a:lnTo>
                <a:lnTo>
                  <a:pt x="11544" y="3743"/>
                </a:lnTo>
                <a:lnTo>
                  <a:pt x="8810" y="992"/>
                </a:lnTo>
                <a:lnTo>
                  <a:pt x="4310" y="0"/>
                </a:lnTo>
                <a:close/>
              </a:path>
            </a:pathLst>
          </a:custGeom>
          <a:solidFill>
            <a:srgbClr val="8F88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bg object 62"/>
          <p:cNvSpPr/>
          <p:nvPr/>
        </p:nvSpPr>
        <p:spPr>
          <a:xfrm>
            <a:off x="2011054" y="4048249"/>
            <a:ext cx="6985" cy="31750"/>
          </a:xfrm>
          <a:custGeom>
            <a:avLst/>
            <a:gdLst/>
            <a:ahLst/>
            <a:cxnLst/>
            <a:rect l="l" t="t" r="r" b="b"/>
            <a:pathLst>
              <a:path w="6985" h="31750">
                <a:moveTo>
                  <a:pt x="5303" y="0"/>
                </a:moveTo>
                <a:lnTo>
                  <a:pt x="1379" y="78"/>
                </a:lnTo>
                <a:lnTo>
                  <a:pt x="0" y="31678"/>
                </a:lnTo>
                <a:lnTo>
                  <a:pt x="5366" y="31710"/>
                </a:lnTo>
                <a:lnTo>
                  <a:pt x="5398" y="27565"/>
                </a:lnTo>
                <a:lnTo>
                  <a:pt x="6706" y="19417"/>
                </a:lnTo>
                <a:lnTo>
                  <a:pt x="5516" y="5571"/>
                </a:lnTo>
                <a:lnTo>
                  <a:pt x="5303" y="0"/>
                </a:lnTo>
                <a:close/>
              </a:path>
            </a:pathLst>
          </a:custGeom>
          <a:solidFill>
            <a:srgbClr val="BEB9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bg object 63"/>
          <p:cNvSpPr/>
          <p:nvPr/>
        </p:nvSpPr>
        <p:spPr>
          <a:xfrm>
            <a:off x="2170691" y="4434980"/>
            <a:ext cx="17780" cy="15875"/>
          </a:xfrm>
          <a:custGeom>
            <a:avLst/>
            <a:gdLst/>
            <a:ahLst/>
            <a:cxnLst/>
            <a:rect l="l" t="t" r="r" b="b"/>
            <a:pathLst>
              <a:path w="17780" h="15875">
                <a:moveTo>
                  <a:pt x="15918" y="15"/>
                </a:moveTo>
                <a:lnTo>
                  <a:pt x="7722" y="0"/>
                </a:lnTo>
                <a:lnTo>
                  <a:pt x="6627" y="1725"/>
                </a:lnTo>
                <a:lnTo>
                  <a:pt x="5792" y="4633"/>
                </a:lnTo>
                <a:lnTo>
                  <a:pt x="0" y="5886"/>
                </a:lnTo>
                <a:lnTo>
                  <a:pt x="2671" y="8857"/>
                </a:lnTo>
                <a:lnTo>
                  <a:pt x="1812" y="13766"/>
                </a:lnTo>
                <a:lnTo>
                  <a:pt x="6375" y="13790"/>
                </a:lnTo>
                <a:lnTo>
                  <a:pt x="13357" y="15303"/>
                </a:lnTo>
                <a:lnTo>
                  <a:pt x="17186" y="12269"/>
                </a:lnTo>
                <a:lnTo>
                  <a:pt x="17383" y="11465"/>
                </a:lnTo>
                <a:lnTo>
                  <a:pt x="17423" y="11056"/>
                </a:lnTo>
                <a:lnTo>
                  <a:pt x="15059" y="10575"/>
                </a:lnTo>
                <a:lnTo>
                  <a:pt x="12655" y="10197"/>
                </a:lnTo>
                <a:lnTo>
                  <a:pt x="9440" y="9290"/>
                </a:lnTo>
                <a:lnTo>
                  <a:pt x="8723" y="8392"/>
                </a:lnTo>
                <a:lnTo>
                  <a:pt x="7927" y="7785"/>
                </a:lnTo>
                <a:lnTo>
                  <a:pt x="8802" y="7037"/>
                </a:lnTo>
                <a:lnTo>
                  <a:pt x="9590" y="5847"/>
                </a:lnTo>
                <a:lnTo>
                  <a:pt x="12301" y="5271"/>
                </a:lnTo>
                <a:lnTo>
                  <a:pt x="14153" y="5516"/>
                </a:lnTo>
                <a:lnTo>
                  <a:pt x="15941" y="5508"/>
                </a:lnTo>
                <a:lnTo>
                  <a:pt x="15918" y="15"/>
                </a:lnTo>
                <a:close/>
              </a:path>
            </a:pathLst>
          </a:custGeom>
          <a:solidFill>
            <a:srgbClr val="7168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bg object 64"/>
          <p:cNvSpPr/>
          <p:nvPr/>
        </p:nvSpPr>
        <p:spPr>
          <a:xfrm>
            <a:off x="2038161" y="4300087"/>
            <a:ext cx="8890" cy="20955"/>
          </a:xfrm>
          <a:custGeom>
            <a:avLst/>
            <a:gdLst/>
            <a:ahLst/>
            <a:cxnLst/>
            <a:rect l="l" t="t" r="r" b="b"/>
            <a:pathLst>
              <a:path w="8889" h="20954">
                <a:moveTo>
                  <a:pt x="1505" y="0"/>
                </a:moveTo>
                <a:lnTo>
                  <a:pt x="354" y="55"/>
                </a:lnTo>
                <a:lnTo>
                  <a:pt x="0" y="8337"/>
                </a:lnTo>
                <a:lnTo>
                  <a:pt x="535" y="10630"/>
                </a:lnTo>
                <a:lnTo>
                  <a:pt x="921" y="12970"/>
                </a:lnTo>
                <a:lnTo>
                  <a:pt x="2293" y="17123"/>
                </a:lnTo>
                <a:lnTo>
                  <a:pt x="3333" y="18928"/>
                </a:lnTo>
                <a:lnTo>
                  <a:pt x="4192" y="20780"/>
                </a:lnTo>
                <a:lnTo>
                  <a:pt x="8463" y="20725"/>
                </a:lnTo>
                <a:lnTo>
                  <a:pt x="8447" y="2773"/>
                </a:lnTo>
                <a:lnTo>
                  <a:pt x="1505" y="0"/>
                </a:lnTo>
                <a:close/>
              </a:path>
            </a:pathLst>
          </a:custGeom>
          <a:solidFill>
            <a:srgbClr val="53449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bg object 65"/>
          <p:cNvSpPr/>
          <p:nvPr/>
        </p:nvSpPr>
        <p:spPr>
          <a:xfrm>
            <a:off x="2044102" y="3803316"/>
            <a:ext cx="13970" cy="18415"/>
          </a:xfrm>
          <a:custGeom>
            <a:avLst/>
            <a:gdLst/>
            <a:ahLst/>
            <a:cxnLst/>
            <a:rect l="l" t="t" r="r" b="b"/>
            <a:pathLst>
              <a:path w="13969" h="18414">
                <a:moveTo>
                  <a:pt x="3979" y="0"/>
                </a:moveTo>
                <a:lnTo>
                  <a:pt x="3774" y="2624"/>
                </a:lnTo>
                <a:lnTo>
                  <a:pt x="4570" y="5673"/>
                </a:lnTo>
                <a:lnTo>
                  <a:pt x="1087" y="6926"/>
                </a:lnTo>
                <a:lnTo>
                  <a:pt x="0" y="13829"/>
                </a:lnTo>
                <a:lnTo>
                  <a:pt x="3238" y="13341"/>
                </a:lnTo>
                <a:lnTo>
                  <a:pt x="4215" y="15035"/>
                </a:lnTo>
                <a:lnTo>
                  <a:pt x="3932" y="17935"/>
                </a:lnTo>
                <a:lnTo>
                  <a:pt x="8006" y="17904"/>
                </a:lnTo>
                <a:lnTo>
                  <a:pt x="8030" y="17234"/>
                </a:lnTo>
                <a:lnTo>
                  <a:pt x="7817" y="16138"/>
                </a:lnTo>
                <a:lnTo>
                  <a:pt x="12159" y="13609"/>
                </a:lnTo>
                <a:lnTo>
                  <a:pt x="11922" y="9109"/>
                </a:lnTo>
                <a:lnTo>
                  <a:pt x="13506" y="5539"/>
                </a:lnTo>
                <a:lnTo>
                  <a:pt x="9133" y="6241"/>
                </a:lnTo>
                <a:lnTo>
                  <a:pt x="7344" y="4357"/>
                </a:lnTo>
                <a:lnTo>
                  <a:pt x="8014" y="23"/>
                </a:lnTo>
                <a:lnTo>
                  <a:pt x="3979" y="0"/>
                </a:lnTo>
                <a:close/>
              </a:path>
            </a:pathLst>
          </a:custGeom>
          <a:solidFill>
            <a:srgbClr val="897D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bg object 66"/>
          <p:cNvSpPr/>
          <p:nvPr/>
        </p:nvSpPr>
        <p:spPr>
          <a:xfrm>
            <a:off x="2060315" y="3723002"/>
            <a:ext cx="17145" cy="18415"/>
          </a:xfrm>
          <a:custGeom>
            <a:avLst/>
            <a:gdLst/>
            <a:ahLst/>
            <a:cxnLst/>
            <a:rect l="l" t="t" r="r" b="b"/>
            <a:pathLst>
              <a:path w="17144" h="18414">
                <a:moveTo>
                  <a:pt x="10890" y="0"/>
                </a:moveTo>
                <a:lnTo>
                  <a:pt x="10669" y="4933"/>
                </a:lnTo>
                <a:lnTo>
                  <a:pt x="8242" y="5468"/>
                </a:lnTo>
                <a:lnTo>
                  <a:pt x="6926" y="6052"/>
                </a:lnTo>
                <a:lnTo>
                  <a:pt x="7289" y="9204"/>
                </a:lnTo>
                <a:lnTo>
                  <a:pt x="5894" y="10575"/>
                </a:lnTo>
                <a:lnTo>
                  <a:pt x="2758" y="10165"/>
                </a:lnTo>
                <a:lnTo>
                  <a:pt x="0" y="11544"/>
                </a:lnTo>
                <a:lnTo>
                  <a:pt x="220" y="15744"/>
                </a:lnTo>
                <a:lnTo>
                  <a:pt x="2789" y="18400"/>
                </a:lnTo>
                <a:lnTo>
                  <a:pt x="6903" y="18408"/>
                </a:lnTo>
                <a:lnTo>
                  <a:pt x="8053" y="14074"/>
                </a:lnTo>
                <a:lnTo>
                  <a:pt x="12175" y="10551"/>
                </a:lnTo>
                <a:lnTo>
                  <a:pt x="16509" y="10157"/>
                </a:lnTo>
                <a:lnTo>
                  <a:pt x="16564" y="1851"/>
                </a:lnTo>
                <a:lnTo>
                  <a:pt x="16517" y="527"/>
                </a:lnTo>
                <a:lnTo>
                  <a:pt x="13798" y="535"/>
                </a:lnTo>
                <a:lnTo>
                  <a:pt x="10890" y="0"/>
                </a:lnTo>
                <a:close/>
              </a:path>
            </a:pathLst>
          </a:custGeom>
          <a:solidFill>
            <a:srgbClr val="A397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bg object 67"/>
          <p:cNvSpPr/>
          <p:nvPr/>
        </p:nvSpPr>
        <p:spPr>
          <a:xfrm>
            <a:off x="2223711" y="3672556"/>
            <a:ext cx="19685" cy="19685"/>
          </a:xfrm>
          <a:custGeom>
            <a:avLst/>
            <a:gdLst/>
            <a:ahLst/>
            <a:cxnLst/>
            <a:rect l="l" t="t" r="r" b="b"/>
            <a:pathLst>
              <a:path w="19685" h="19685">
                <a:moveTo>
                  <a:pt x="15177" y="0"/>
                </a:moveTo>
                <a:lnTo>
                  <a:pt x="9582" y="1434"/>
                </a:lnTo>
                <a:lnTo>
                  <a:pt x="0" y="1418"/>
                </a:lnTo>
                <a:lnTo>
                  <a:pt x="15" y="5563"/>
                </a:lnTo>
                <a:lnTo>
                  <a:pt x="3364" y="5563"/>
                </a:lnTo>
                <a:lnTo>
                  <a:pt x="6721" y="5697"/>
                </a:lnTo>
                <a:lnTo>
                  <a:pt x="13223" y="5382"/>
                </a:lnTo>
                <a:lnTo>
                  <a:pt x="13900" y="7076"/>
                </a:lnTo>
                <a:lnTo>
                  <a:pt x="13688" y="9708"/>
                </a:lnTo>
                <a:lnTo>
                  <a:pt x="13719" y="19338"/>
                </a:lnTo>
                <a:lnTo>
                  <a:pt x="17817" y="19322"/>
                </a:lnTo>
                <a:lnTo>
                  <a:pt x="19330" y="17848"/>
                </a:lnTo>
                <a:lnTo>
                  <a:pt x="19243" y="17431"/>
                </a:lnTo>
                <a:lnTo>
                  <a:pt x="19204" y="17005"/>
                </a:lnTo>
                <a:lnTo>
                  <a:pt x="19204" y="16572"/>
                </a:lnTo>
                <a:lnTo>
                  <a:pt x="17943" y="9645"/>
                </a:lnTo>
                <a:lnTo>
                  <a:pt x="17982" y="5524"/>
                </a:lnTo>
                <a:lnTo>
                  <a:pt x="15177" y="0"/>
                </a:lnTo>
                <a:close/>
              </a:path>
            </a:pathLst>
          </a:custGeom>
          <a:solidFill>
            <a:srgbClr val="9C8F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bg object 68"/>
          <p:cNvSpPr/>
          <p:nvPr/>
        </p:nvSpPr>
        <p:spPr>
          <a:xfrm>
            <a:off x="2194840" y="3548786"/>
            <a:ext cx="10795" cy="22225"/>
          </a:xfrm>
          <a:custGeom>
            <a:avLst/>
            <a:gdLst/>
            <a:ahLst/>
            <a:cxnLst/>
            <a:rect l="l" t="t" r="r" b="b"/>
            <a:pathLst>
              <a:path w="10794" h="22225">
                <a:moveTo>
                  <a:pt x="9503" y="15"/>
                </a:moveTo>
                <a:lnTo>
                  <a:pt x="1418" y="0"/>
                </a:lnTo>
                <a:lnTo>
                  <a:pt x="0" y="12340"/>
                </a:lnTo>
                <a:lnTo>
                  <a:pt x="31" y="22001"/>
                </a:lnTo>
                <a:lnTo>
                  <a:pt x="4129" y="21978"/>
                </a:lnTo>
                <a:lnTo>
                  <a:pt x="4594" y="17777"/>
                </a:lnTo>
                <a:lnTo>
                  <a:pt x="5476" y="13562"/>
                </a:lnTo>
                <a:lnTo>
                  <a:pt x="5334" y="5208"/>
                </a:lnTo>
                <a:lnTo>
                  <a:pt x="6619" y="3435"/>
                </a:lnTo>
                <a:lnTo>
                  <a:pt x="10796" y="4152"/>
                </a:lnTo>
                <a:lnTo>
                  <a:pt x="9503" y="15"/>
                </a:lnTo>
                <a:close/>
              </a:path>
            </a:pathLst>
          </a:custGeom>
          <a:solidFill>
            <a:srgbClr val="A08F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bg object 69"/>
          <p:cNvSpPr/>
          <p:nvPr/>
        </p:nvSpPr>
        <p:spPr>
          <a:xfrm>
            <a:off x="2277220" y="4330403"/>
            <a:ext cx="11430" cy="17780"/>
          </a:xfrm>
          <a:custGeom>
            <a:avLst/>
            <a:gdLst/>
            <a:ahLst/>
            <a:cxnLst/>
            <a:rect l="l" t="t" r="r" b="b"/>
            <a:pathLst>
              <a:path w="11430" h="17779">
                <a:moveTo>
                  <a:pt x="9606" y="0"/>
                </a:moveTo>
                <a:lnTo>
                  <a:pt x="5484" y="0"/>
                </a:lnTo>
                <a:lnTo>
                  <a:pt x="6052" y="4546"/>
                </a:lnTo>
                <a:lnTo>
                  <a:pt x="2962" y="4231"/>
                </a:lnTo>
                <a:lnTo>
                  <a:pt x="31" y="4137"/>
                </a:lnTo>
                <a:lnTo>
                  <a:pt x="0" y="13751"/>
                </a:lnTo>
                <a:lnTo>
                  <a:pt x="2789" y="13759"/>
                </a:lnTo>
                <a:lnTo>
                  <a:pt x="6044" y="13120"/>
                </a:lnTo>
                <a:lnTo>
                  <a:pt x="5453" y="17754"/>
                </a:lnTo>
                <a:lnTo>
                  <a:pt x="9487" y="17762"/>
                </a:lnTo>
                <a:lnTo>
                  <a:pt x="11008" y="11008"/>
                </a:lnTo>
                <a:lnTo>
                  <a:pt x="7628" y="7801"/>
                </a:lnTo>
                <a:lnTo>
                  <a:pt x="10803" y="4594"/>
                </a:lnTo>
                <a:lnTo>
                  <a:pt x="11008" y="1386"/>
                </a:lnTo>
                <a:lnTo>
                  <a:pt x="9606" y="0"/>
                </a:lnTo>
                <a:close/>
              </a:path>
            </a:pathLst>
          </a:custGeom>
          <a:solidFill>
            <a:srgbClr val="A9A2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bg object 70"/>
          <p:cNvSpPr/>
          <p:nvPr/>
        </p:nvSpPr>
        <p:spPr>
          <a:xfrm>
            <a:off x="2064524" y="3698676"/>
            <a:ext cx="12700" cy="22225"/>
          </a:xfrm>
          <a:custGeom>
            <a:avLst/>
            <a:gdLst/>
            <a:ahLst/>
            <a:cxnLst/>
            <a:rect l="l" t="t" r="r" b="b"/>
            <a:pathLst>
              <a:path w="12700" h="22225">
                <a:moveTo>
                  <a:pt x="6619" y="0"/>
                </a:moveTo>
                <a:lnTo>
                  <a:pt x="3853" y="2789"/>
                </a:lnTo>
                <a:lnTo>
                  <a:pt x="2829" y="7045"/>
                </a:lnTo>
                <a:lnTo>
                  <a:pt x="2529" y="9582"/>
                </a:lnTo>
                <a:lnTo>
                  <a:pt x="3364" y="12592"/>
                </a:lnTo>
                <a:lnTo>
                  <a:pt x="0" y="13853"/>
                </a:lnTo>
                <a:lnTo>
                  <a:pt x="181" y="18022"/>
                </a:lnTo>
                <a:lnTo>
                  <a:pt x="2702" y="20733"/>
                </a:lnTo>
                <a:lnTo>
                  <a:pt x="4885" y="20488"/>
                </a:lnTo>
                <a:lnTo>
                  <a:pt x="7525" y="21607"/>
                </a:lnTo>
                <a:lnTo>
                  <a:pt x="8739" y="17328"/>
                </a:lnTo>
                <a:lnTo>
                  <a:pt x="10961" y="17108"/>
                </a:lnTo>
                <a:lnTo>
                  <a:pt x="12269" y="16619"/>
                </a:lnTo>
                <a:lnTo>
                  <a:pt x="12293" y="12482"/>
                </a:lnTo>
                <a:lnTo>
                  <a:pt x="9677" y="12655"/>
                </a:lnTo>
                <a:lnTo>
                  <a:pt x="7974" y="11946"/>
                </a:lnTo>
                <a:lnTo>
                  <a:pt x="8329" y="5910"/>
                </a:lnTo>
                <a:lnTo>
                  <a:pt x="8179" y="2986"/>
                </a:lnTo>
                <a:lnTo>
                  <a:pt x="8179" y="78"/>
                </a:lnTo>
                <a:lnTo>
                  <a:pt x="6619" y="0"/>
                </a:lnTo>
                <a:close/>
              </a:path>
            </a:pathLst>
          </a:custGeom>
          <a:solidFill>
            <a:srgbClr val="847A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bg object 71"/>
          <p:cNvSpPr/>
          <p:nvPr/>
        </p:nvSpPr>
        <p:spPr>
          <a:xfrm>
            <a:off x="2017717" y="4195512"/>
            <a:ext cx="10160" cy="19685"/>
          </a:xfrm>
          <a:custGeom>
            <a:avLst/>
            <a:gdLst/>
            <a:ahLst/>
            <a:cxnLst/>
            <a:rect l="l" t="t" r="r" b="b"/>
            <a:pathLst>
              <a:path w="10160" h="19685">
                <a:moveTo>
                  <a:pt x="9669" y="7"/>
                </a:moveTo>
                <a:lnTo>
                  <a:pt x="4279" y="0"/>
                </a:lnTo>
                <a:lnTo>
                  <a:pt x="4255" y="2214"/>
                </a:lnTo>
                <a:lnTo>
                  <a:pt x="4145" y="4428"/>
                </a:lnTo>
                <a:lnTo>
                  <a:pt x="4318" y="9598"/>
                </a:lnTo>
                <a:lnTo>
                  <a:pt x="2285" y="9645"/>
                </a:lnTo>
                <a:lnTo>
                  <a:pt x="236" y="9747"/>
                </a:lnTo>
                <a:lnTo>
                  <a:pt x="0" y="9621"/>
                </a:lnTo>
                <a:lnTo>
                  <a:pt x="1371" y="19322"/>
                </a:lnTo>
                <a:lnTo>
                  <a:pt x="8321" y="17927"/>
                </a:lnTo>
                <a:lnTo>
                  <a:pt x="9669" y="7"/>
                </a:lnTo>
                <a:close/>
              </a:path>
            </a:pathLst>
          </a:custGeom>
          <a:solidFill>
            <a:srgbClr val="A59E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bg object 72"/>
          <p:cNvSpPr/>
          <p:nvPr/>
        </p:nvSpPr>
        <p:spPr>
          <a:xfrm>
            <a:off x="2208601" y="3583074"/>
            <a:ext cx="10160" cy="23495"/>
          </a:xfrm>
          <a:custGeom>
            <a:avLst/>
            <a:gdLst/>
            <a:ahLst/>
            <a:cxnLst/>
            <a:rect l="l" t="t" r="r" b="b"/>
            <a:pathLst>
              <a:path w="10160" h="23495">
                <a:moveTo>
                  <a:pt x="5547" y="0"/>
                </a:moveTo>
                <a:lnTo>
                  <a:pt x="7" y="1497"/>
                </a:lnTo>
                <a:lnTo>
                  <a:pt x="0" y="9732"/>
                </a:lnTo>
                <a:lnTo>
                  <a:pt x="2608" y="9527"/>
                </a:lnTo>
                <a:lnTo>
                  <a:pt x="4357" y="10205"/>
                </a:lnTo>
                <a:lnTo>
                  <a:pt x="3987" y="15350"/>
                </a:lnTo>
                <a:lnTo>
                  <a:pt x="4089" y="17360"/>
                </a:lnTo>
                <a:lnTo>
                  <a:pt x="4113" y="23491"/>
                </a:lnTo>
                <a:lnTo>
                  <a:pt x="8171" y="23459"/>
                </a:lnTo>
                <a:lnTo>
                  <a:pt x="9629" y="17896"/>
                </a:lnTo>
                <a:lnTo>
                  <a:pt x="9645" y="16619"/>
                </a:lnTo>
                <a:lnTo>
                  <a:pt x="6784" y="13806"/>
                </a:lnTo>
                <a:lnTo>
                  <a:pt x="8400" y="11032"/>
                </a:lnTo>
                <a:lnTo>
                  <a:pt x="9708" y="8250"/>
                </a:lnTo>
                <a:lnTo>
                  <a:pt x="5547" y="0"/>
                </a:lnTo>
                <a:close/>
              </a:path>
            </a:pathLst>
          </a:custGeom>
          <a:solidFill>
            <a:srgbClr val="A59A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bg object 73"/>
          <p:cNvSpPr/>
          <p:nvPr/>
        </p:nvSpPr>
        <p:spPr>
          <a:xfrm>
            <a:off x="2127517" y="3465758"/>
            <a:ext cx="11430" cy="24130"/>
          </a:xfrm>
          <a:custGeom>
            <a:avLst/>
            <a:gdLst/>
            <a:ahLst/>
            <a:cxnLst/>
            <a:rect l="l" t="t" r="r" b="b"/>
            <a:pathLst>
              <a:path w="11430" h="24129">
                <a:moveTo>
                  <a:pt x="6501" y="0"/>
                </a:moveTo>
                <a:lnTo>
                  <a:pt x="2962" y="472"/>
                </a:lnTo>
                <a:lnTo>
                  <a:pt x="2742" y="5870"/>
                </a:lnTo>
                <a:lnTo>
                  <a:pt x="126" y="11450"/>
                </a:lnTo>
                <a:lnTo>
                  <a:pt x="0" y="16863"/>
                </a:lnTo>
                <a:lnTo>
                  <a:pt x="953" y="18219"/>
                </a:lnTo>
                <a:lnTo>
                  <a:pt x="2545" y="19503"/>
                </a:lnTo>
                <a:lnTo>
                  <a:pt x="3096" y="23924"/>
                </a:lnTo>
                <a:lnTo>
                  <a:pt x="4909" y="23830"/>
                </a:lnTo>
                <a:lnTo>
                  <a:pt x="6958" y="23830"/>
                </a:lnTo>
                <a:lnTo>
                  <a:pt x="6974" y="18337"/>
                </a:lnTo>
                <a:lnTo>
                  <a:pt x="11071" y="10063"/>
                </a:lnTo>
                <a:lnTo>
                  <a:pt x="6958" y="10599"/>
                </a:lnTo>
                <a:lnTo>
                  <a:pt x="6714" y="7943"/>
                </a:lnTo>
                <a:lnTo>
                  <a:pt x="7210" y="2009"/>
                </a:lnTo>
                <a:lnTo>
                  <a:pt x="6501" y="0"/>
                </a:lnTo>
                <a:close/>
              </a:path>
            </a:pathLst>
          </a:custGeom>
          <a:solidFill>
            <a:srgbClr val="BAB2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bg object 74"/>
          <p:cNvSpPr/>
          <p:nvPr/>
        </p:nvSpPr>
        <p:spPr>
          <a:xfrm>
            <a:off x="2096039" y="3581812"/>
            <a:ext cx="10160" cy="18415"/>
          </a:xfrm>
          <a:custGeom>
            <a:avLst/>
            <a:gdLst/>
            <a:ahLst/>
            <a:cxnLst/>
            <a:rect l="l" t="t" r="r" b="b"/>
            <a:pathLst>
              <a:path w="10160" h="18414">
                <a:moveTo>
                  <a:pt x="9598" y="0"/>
                </a:moveTo>
                <a:lnTo>
                  <a:pt x="2970" y="7"/>
                </a:lnTo>
                <a:lnTo>
                  <a:pt x="1174" y="4058"/>
                </a:lnTo>
                <a:lnTo>
                  <a:pt x="1316" y="13688"/>
                </a:lnTo>
                <a:lnTo>
                  <a:pt x="0" y="17864"/>
                </a:lnTo>
                <a:lnTo>
                  <a:pt x="5476" y="17856"/>
                </a:lnTo>
                <a:lnTo>
                  <a:pt x="5114" y="14751"/>
                </a:lnTo>
                <a:lnTo>
                  <a:pt x="6453" y="13349"/>
                </a:lnTo>
                <a:lnTo>
                  <a:pt x="9582" y="13719"/>
                </a:lnTo>
                <a:lnTo>
                  <a:pt x="9661" y="4121"/>
                </a:lnTo>
                <a:lnTo>
                  <a:pt x="9598" y="0"/>
                </a:lnTo>
                <a:close/>
              </a:path>
            </a:pathLst>
          </a:custGeom>
          <a:solidFill>
            <a:srgbClr val="9282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bg object 75"/>
          <p:cNvSpPr/>
          <p:nvPr/>
        </p:nvSpPr>
        <p:spPr>
          <a:xfrm>
            <a:off x="2248758" y="4378551"/>
            <a:ext cx="16510" cy="19685"/>
          </a:xfrm>
          <a:custGeom>
            <a:avLst/>
            <a:gdLst/>
            <a:ahLst/>
            <a:cxnLst/>
            <a:rect l="l" t="t" r="r" b="b"/>
            <a:pathLst>
              <a:path w="16510" h="19685">
                <a:moveTo>
                  <a:pt x="10606" y="0"/>
                </a:moveTo>
                <a:lnTo>
                  <a:pt x="6517" y="15"/>
                </a:lnTo>
                <a:lnTo>
                  <a:pt x="6477" y="5500"/>
                </a:lnTo>
                <a:lnTo>
                  <a:pt x="5815" y="6682"/>
                </a:lnTo>
                <a:lnTo>
                  <a:pt x="5382" y="8116"/>
                </a:lnTo>
                <a:lnTo>
                  <a:pt x="212" y="12955"/>
                </a:lnTo>
                <a:lnTo>
                  <a:pt x="0" y="13790"/>
                </a:lnTo>
                <a:lnTo>
                  <a:pt x="2584" y="19361"/>
                </a:lnTo>
                <a:lnTo>
                  <a:pt x="5043" y="17707"/>
                </a:lnTo>
                <a:lnTo>
                  <a:pt x="4570" y="13333"/>
                </a:lnTo>
                <a:lnTo>
                  <a:pt x="7675" y="13759"/>
                </a:lnTo>
                <a:lnTo>
                  <a:pt x="10409" y="13695"/>
                </a:lnTo>
                <a:lnTo>
                  <a:pt x="16146" y="6903"/>
                </a:lnTo>
                <a:lnTo>
                  <a:pt x="14657" y="5500"/>
                </a:lnTo>
                <a:lnTo>
                  <a:pt x="10031" y="6091"/>
                </a:lnTo>
                <a:lnTo>
                  <a:pt x="10591" y="2836"/>
                </a:lnTo>
                <a:lnTo>
                  <a:pt x="10606" y="0"/>
                </a:lnTo>
                <a:close/>
              </a:path>
            </a:pathLst>
          </a:custGeom>
          <a:solidFill>
            <a:srgbClr val="7B76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bg object 76"/>
          <p:cNvSpPr/>
          <p:nvPr/>
        </p:nvSpPr>
        <p:spPr>
          <a:xfrm>
            <a:off x="2047855" y="4334552"/>
            <a:ext cx="12700" cy="13970"/>
          </a:xfrm>
          <a:custGeom>
            <a:avLst/>
            <a:gdLst/>
            <a:ahLst/>
            <a:cxnLst/>
            <a:rect l="l" t="t" r="r" b="b"/>
            <a:pathLst>
              <a:path w="12700" h="13970">
                <a:moveTo>
                  <a:pt x="12490" y="0"/>
                </a:moveTo>
                <a:lnTo>
                  <a:pt x="0" y="1449"/>
                </a:lnTo>
                <a:lnTo>
                  <a:pt x="102" y="1828"/>
                </a:lnTo>
                <a:lnTo>
                  <a:pt x="189" y="2206"/>
                </a:lnTo>
                <a:lnTo>
                  <a:pt x="252" y="2592"/>
                </a:lnTo>
                <a:lnTo>
                  <a:pt x="3404" y="4137"/>
                </a:lnTo>
                <a:lnTo>
                  <a:pt x="2695" y="9653"/>
                </a:lnTo>
                <a:lnTo>
                  <a:pt x="4421" y="13554"/>
                </a:lnTo>
                <a:lnTo>
                  <a:pt x="4515" y="13766"/>
                </a:lnTo>
                <a:lnTo>
                  <a:pt x="11276" y="13554"/>
                </a:lnTo>
                <a:lnTo>
                  <a:pt x="12521" y="5468"/>
                </a:lnTo>
                <a:lnTo>
                  <a:pt x="12490" y="0"/>
                </a:lnTo>
                <a:close/>
              </a:path>
            </a:pathLst>
          </a:custGeom>
          <a:solidFill>
            <a:srgbClr val="887E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bg object 77"/>
          <p:cNvSpPr/>
          <p:nvPr/>
        </p:nvSpPr>
        <p:spPr>
          <a:xfrm>
            <a:off x="2245562" y="4382701"/>
            <a:ext cx="10160" cy="25400"/>
          </a:xfrm>
          <a:custGeom>
            <a:avLst/>
            <a:gdLst/>
            <a:ahLst/>
            <a:cxnLst/>
            <a:rect l="l" t="t" r="r" b="b"/>
            <a:pathLst>
              <a:path w="10160" h="25400">
                <a:moveTo>
                  <a:pt x="86" y="0"/>
                </a:moveTo>
                <a:lnTo>
                  <a:pt x="94" y="6635"/>
                </a:lnTo>
                <a:lnTo>
                  <a:pt x="0" y="13278"/>
                </a:lnTo>
                <a:lnTo>
                  <a:pt x="212" y="21552"/>
                </a:lnTo>
                <a:lnTo>
                  <a:pt x="1111" y="23183"/>
                </a:lnTo>
                <a:lnTo>
                  <a:pt x="1607" y="24815"/>
                </a:lnTo>
                <a:lnTo>
                  <a:pt x="4089" y="23333"/>
                </a:lnTo>
                <a:lnTo>
                  <a:pt x="5784" y="15216"/>
                </a:lnTo>
                <a:lnTo>
                  <a:pt x="3199" y="9645"/>
                </a:lnTo>
                <a:lnTo>
                  <a:pt x="3412" y="8802"/>
                </a:lnTo>
                <a:lnTo>
                  <a:pt x="8581" y="3963"/>
                </a:lnTo>
                <a:lnTo>
                  <a:pt x="9007" y="2529"/>
                </a:lnTo>
                <a:lnTo>
                  <a:pt x="9677" y="1347"/>
                </a:lnTo>
                <a:lnTo>
                  <a:pt x="86" y="0"/>
                </a:lnTo>
                <a:close/>
              </a:path>
            </a:pathLst>
          </a:custGeom>
          <a:solidFill>
            <a:srgbClr val="83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bg object 78"/>
          <p:cNvSpPr/>
          <p:nvPr/>
        </p:nvSpPr>
        <p:spPr>
          <a:xfrm>
            <a:off x="2288325" y="3940912"/>
            <a:ext cx="12065" cy="15240"/>
          </a:xfrm>
          <a:custGeom>
            <a:avLst/>
            <a:gdLst/>
            <a:ahLst/>
            <a:cxnLst/>
            <a:rect l="l" t="t" r="r" b="b"/>
            <a:pathLst>
              <a:path w="12064" h="15239">
                <a:moveTo>
                  <a:pt x="8203" y="0"/>
                </a:moveTo>
                <a:lnTo>
                  <a:pt x="1260" y="1410"/>
                </a:lnTo>
                <a:lnTo>
                  <a:pt x="1323" y="5555"/>
                </a:lnTo>
                <a:lnTo>
                  <a:pt x="0" y="10141"/>
                </a:lnTo>
                <a:lnTo>
                  <a:pt x="5492" y="12844"/>
                </a:lnTo>
                <a:lnTo>
                  <a:pt x="5287" y="14302"/>
                </a:lnTo>
                <a:lnTo>
                  <a:pt x="5366" y="15177"/>
                </a:lnTo>
                <a:lnTo>
                  <a:pt x="12049" y="15130"/>
                </a:lnTo>
                <a:lnTo>
                  <a:pt x="11647" y="11694"/>
                </a:lnTo>
                <a:lnTo>
                  <a:pt x="11465" y="8203"/>
                </a:lnTo>
                <a:lnTo>
                  <a:pt x="10394" y="3120"/>
                </a:lnTo>
                <a:lnTo>
                  <a:pt x="9086" y="1607"/>
                </a:lnTo>
                <a:lnTo>
                  <a:pt x="8203" y="0"/>
                </a:lnTo>
                <a:close/>
              </a:path>
            </a:pathLst>
          </a:custGeom>
          <a:solidFill>
            <a:srgbClr val="9088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bg object 79"/>
          <p:cNvSpPr/>
          <p:nvPr/>
        </p:nvSpPr>
        <p:spPr>
          <a:xfrm>
            <a:off x="2130480" y="3457934"/>
            <a:ext cx="9525" cy="18415"/>
          </a:xfrm>
          <a:custGeom>
            <a:avLst/>
            <a:gdLst/>
            <a:ahLst/>
            <a:cxnLst/>
            <a:rect l="l" t="t" r="r" b="b"/>
            <a:pathLst>
              <a:path w="9525" h="18414">
                <a:moveTo>
                  <a:pt x="3948" y="0"/>
                </a:moveTo>
                <a:lnTo>
                  <a:pt x="1276" y="1386"/>
                </a:lnTo>
                <a:lnTo>
                  <a:pt x="0" y="8290"/>
                </a:lnTo>
                <a:lnTo>
                  <a:pt x="3538" y="7825"/>
                </a:lnTo>
                <a:lnTo>
                  <a:pt x="4255" y="9834"/>
                </a:lnTo>
                <a:lnTo>
                  <a:pt x="3751" y="15768"/>
                </a:lnTo>
                <a:lnTo>
                  <a:pt x="3995" y="18416"/>
                </a:lnTo>
                <a:lnTo>
                  <a:pt x="8108" y="17888"/>
                </a:lnTo>
                <a:lnTo>
                  <a:pt x="9519" y="13790"/>
                </a:lnTo>
                <a:lnTo>
                  <a:pt x="9472" y="23"/>
                </a:lnTo>
                <a:lnTo>
                  <a:pt x="3948" y="0"/>
                </a:lnTo>
                <a:close/>
              </a:path>
            </a:pathLst>
          </a:custGeom>
          <a:solidFill>
            <a:srgbClr val="C8C2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bg object 80"/>
          <p:cNvSpPr/>
          <p:nvPr/>
        </p:nvSpPr>
        <p:spPr>
          <a:xfrm>
            <a:off x="2011054" y="4079928"/>
            <a:ext cx="5715" cy="26670"/>
          </a:xfrm>
          <a:custGeom>
            <a:avLst/>
            <a:gdLst/>
            <a:ahLst/>
            <a:cxnLst/>
            <a:rect l="l" t="t" r="r" b="b"/>
            <a:pathLst>
              <a:path w="5714" h="26670">
                <a:moveTo>
                  <a:pt x="0" y="0"/>
                </a:moveTo>
                <a:lnTo>
                  <a:pt x="47" y="26217"/>
                </a:lnTo>
                <a:lnTo>
                  <a:pt x="3940" y="26154"/>
                </a:lnTo>
                <a:lnTo>
                  <a:pt x="5437" y="8290"/>
                </a:lnTo>
                <a:lnTo>
                  <a:pt x="5366" y="31"/>
                </a:lnTo>
                <a:lnTo>
                  <a:pt x="0" y="0"/>
                </a:lnTo>
                <a:close/>
              </a:path>
            </a:pathLst>
          </a:custGeom>
          <a:solidFill>
            <a:srgbClr val="C4BF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bg object 81"/>
          <p:cNvSpPr/>
          <p:nvPr/>
        </p:nvSpPr>
        <p:spPr>
          <a:xfrm>
            <a:off x="2089224" y="3606625"/>
            <a:ext cx="7620" cy="25400"/>
          </a:xfrm>
          <a:custGeom>
            <a:avLst/>
            <a:gdLst/>
            <a:ahLst/>
            <a:cxnLst/>
            <a:rect l="l" t="t" r="r" b="b"/>
            <a:pathLst>
              <a:path w="7619" h="25400">
                <a:moveTo>
                  <a:pt x="2813" y="0"/>
                </a:moveTo>
                <a:lnTo>
                  <a:pt x="2245" y="2860"/>
                </a:lnTo>
                <a:lnTo>
                  <a:pt x="4026" y="6524"/>
                </a:lnTo>
                <a:lnTo>
                  <a:pt x="0" y="8195"/>
                </a:lnTo>
                <a:lnTo>
                  <a:pt x="173" y="13774"/>
                </a:lnTo>
                <a:lnTo>
                  <a:pt x="4783" y="16540"/>
                </a:lnTo>
                <a:lnTo>
                  <a:pt x="1859" y="21071"/>
                </a:lnTo>
                <a:lnTo>
                  <a:pt x="2718" y="24712"/>
                </a:lnTo>
                <a:lnTo>
                  <a:pt x="7297" y="25287"/>
                </a:lnTo>
                <a:lnTo>
                  <a:pt x="6871" y="22088"/>
                </a:lnTo>
                <a:lnTo>
                  <a:pt x="6800" y="9732"/>
                </a:lnTo>
                <a:lnTo>
                  <a:pt x="6863" y="2174"/>
                </a:lnTo>
                <a:lnTo>
                  <a:pt x="6123" y="70"/>
                </a:lnTo>
                <a:lnTo>
                  <a:pt x="2813" y="0"/>
                </a:lnTo>
                <a:close/>
              </a:path>
            </a:pathLst>
          </a:custGeom>
          <a:solidFill>
            <a:srgbClr val="7567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bg object 82"/>
          <p:cNvSpPr/>
          <p:nvPr/>
        </p:nvSpPr>
        <p:spPr>
          <a:xfrm>
            <a:off x="2224875" y="3638162"/>
            <a:ext cx="10160" cy="17780"/>
          </a:xfrm>
          <a:custGeom>
            <a:avLst/>
            <a:gdLst/>
            <a:ahLst/>
            <a:cxnLst/>
            <a:rect l="l" t="t" r="r" b="b"/>
            <a:pathLst>
              <a:path w="10160" h="17779">
                <a:moveTo>
                  <a:pt x="5461" y="0"/>
                </a:moveTo>
                <a:lnTo>
                  <a:pt x="189" y="15"/>
                </a:lnTo>
                <a:lnTo>
                  <a:pt x="189" y="7557"/>
                </a:lnTo>
                <a:lnTo>
                  <a:pt x="0" y="10937"/>
                </a:lnTo>
                <a:lnTo>
                  <a:pt x="409" y="15516"/>
                </a:lnTo>
                <a:lnTo>
                  <a:pt x="1631" y="17659"/>
                </a:lnTo>
                <a:lnTo>
                  <a:pt x="4854" y="17683"/>
                </a:lnTo>
                <a:lnTo>
                  <a:pt x="7360" y="16942"/>
                </a:lnTo>
                <a:lnTo>
                  <a:pt x="9858" y="16485"/>
                </a:lnTo>
                <a:lnTo>
                  <a:pt x="9645" y="15216"/>
                </a:lnTo>
                <a:lnTo>
                  <a:pt x="8195" y="13766"/>
                </a:lnTo>
                <a:lnTo>
                  <a:pt x="6918" y="12978"/>
                </a:lnTo>
                <a:lnTo>
                  <a:pt x="4806" y="12411"/>
                </a:lnTo>
                <a:lnTo>
                  <a:pt x="3758" y="8542"/>
                </a:lnTo>
                <a:lnTo>
                  <a:pt x="6059" y="8274"/>
                </a:lnTo>
                <a:lnTo>
                  <a:pt x="8171" y="8250"/>
                </a:lnTo>
                <a:lnTo>
                  <a:pt x="8684" y="8361"/>
                </a:lnTo>
                <a:lnTo>
                  <a:pt x="5461" y="0"/>
                </a:lnTo>
                <a:close/>
              </a:path>
            </a:pathLst>
          </a:custGeom>
          <a:solidFill>
            <a:srgbClr val="8F81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bg object 83"/>
          <p:cNvSpPr/>
          <p:nvPr/>
        </p:nvSpPr>
        <p:spPr>
          <a:xfrm>
            <a:off x="2010945" y="4106111"/>
            <a:ext cx="4445" cy="29209"/>
          </a:xfrm>
          <a:custGeom>
            <a:avLst/>
            <a:gdLst/>
            <a:ahLst/>
            <a:cxnLst/>
            <a:rect l="l" t="t" r="r" b="b"/>
            <a:pathLst>
              <a:path w="4444" h="29210">
                <a:moveTo>
                  <a:pt x="4223" y="0"/>
                </a:moveTo>
                <a:lnTo>
                  <a:pt x="157" y="31"/>
                </a:lnTo>
                <a:lnTo>
                  <a:pt x="118" y="8242"/>
                </a:lnTo>
                <a:lnTo>
                  <a:pt x="0" y="16461"/>
                </a:lnTo>
                <a:lnTo>
                  <a:pt x="110" y="26083"/>
                </a:lnTo>
                <a:lnTo>
                  <a:pt x="977" y="27478"/>
                </a:lnTo>
                <a:lnTo>
                  <a:pt x="1449" y="28881"/>
                </a:lnTo>
                <a:lnTo>
                  <a:pt x="2340" y="27904"/>
                </a:lnTo>
                <a:lnTo>
                  <a:pt x="3837" y="27013"/>
                </a:lnTo>
                <a:lnTo>
                  <a:pt x="4405" y="23294"/>
                </a:lnTo>
                <a:lnTo>
                  <a:pt x="4176" y="20583"/>
                </a:lnTo>
                <a:lnTo>
                  <a:pt x="4223" y="0"/>
                </a:lnTo>
                <a:close/>
              </a:path>
            </a:pathLst>
          </a:custGeom>
          <a:solidFill>
            <a:srgbClr val="B5AF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bg object 84"/>
          <p:cNvSpPr/>
          <p:nvPr/>
        </p:nvSpPr>
        <p:spPr>
          <a:xfrm>
            <a:off x="2253900" y="3771710"/>
            <a:ext cx="12700" cy="19685"/>
          </a:xfrm>
          <a:custGeom>
            <a:avLst/>
            <a:gdLst/>
            <a:ahLst/>
            <a:cxnLst/>
            <a:rect l="l" t="t" r="r" b="b"/>
            <a:pathLst>
              <a:path w="12700" h="19685">
                <a:moveTo>
                  <a:pt x="15" y="0"/>
                </a:moveTo>
                <a:lnTo>
                  <a:pt x="0" y="5468"/>
                </a:lnTo>
                <a:lnTo>
                  <a:pt x="2616" y="5295"/>
                </a:lnTo>
                <a:lnTo>
                  <a:pt x="4318" y="6004"/>
                </a:lnTo>
                <a:lnTo>
                  <a:pt x="3948" y="12049"/>
                </a:lnTo>
                <a:lnTo>
                  <a:pt x="4082" y="14972"/>
                </a:lnTo>
                <a:lnTo>
                  <a:pt x="4074" y="17888"/>
                </a:lnTo>
                <a:lnTo>
                  <a:pt x="4121" y="19235"/>
                </a:lnTo>
                <a:lnTo>
                  <a:pt x="12198" y="19251"/>
                </a:lnTo>
                <a:lnTo>
                  <a:pt x="12450" y="13806"/>
                </a:lnTo>
                <a:lnTo>
                  <a:pt x="10031" y="13861"/>
                </a:lnTo>
                <a:lnTo>
                  <a:pt x="7833" y="13530"/>
                </a:lnTo>
                <a:lnTo>
                  <a:pt x="8550" y="8179"/>
                </a:lnTo>
                <a:lnTo>
                  <a:pt x="9172" y="6091"/>
                </a:lnTo>
                <a:lnTo>
                  <a:pt x="9653" y="3987"/>
                </a:lnTo>
                <a:lnTo>
                  <a:pt x="9590" y="3569"/>
                </a:lnTo>
                <a:lnTo>
                  <a:pt x="9582" y="3152"/>
                </a:lnTo>
                <a:lnTo>
                  <a:pt x="9621" y="2742"/>
                </a:lnTo>
                <a:lnTo>
                  <a:pt x="8116" y="1386"/>
                </a:lnTo>
                <a:lnTo>
                  <a:pt x="15" y="0"/>
                </a:lnTo>
                <a:close/>
              </a:path>
            </a:pathLst>
          </a:custGeom>
          <a:solidFill>
            <a:srgbClr val="6D5E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bg object 85"/>
          <p:cNvSpPr/>
          <p:nvPr/>
        </p:nvSpPr>
        <p:spPr>
          <a:xfrm>
            <a:off x="2273101" y="4343530"/>
            <a:ext cx="10160" cy="20320"/>
          </a:xfrm>
          <a:custGeom>
            <a:avLst/>
            <a:gdLst/>
            <a:ahLst/>
            <a:cxnLst/>
            <a:rect l="l" t="t" r="r" b="b"/>
            <a:pathLst>
              <a:path w="10160" h="20320">
                <a:moveTo>
                  <a:pt x="10165" y="0"/>
                </a:moveTo>
                <a:lnTo>
                  <a:pt x="6903" y="630"/>
                </a:lnTo>
                <a:lnTo>
                  <a:pt x="4121" y="622"/>
                </a:lnTo>
                <a:lnTo>
                  <a:pt x="4499" y="3735"/>
                </a:lnTo>
                <a:lnTo>
                  <a:pt x="3167" y="5161"/>
                </a:lnTo>
                <a:lnTo>
                  <a:pt x="23" y="4783"/>
                </a:lnTo>
                <a:lnTo>
                  <a:pt x="0" y="18526"/>
                </a:lnTo>
                <a:lnTo>
                  <a:pt x="1489" y="19937"/>
                </a:lnTo>
                <a:lnTo>
                  <a:pt x="4011" y="18416"/>
                </a:lnTo>
                <a:lnTo>
                  <a:pt x="4066" y="15595"/>
                </a:lnTo>
                <a:lnTo>
                  <a:pt x="3719" y="12482"/>
                </a:lnTo>
                <a:lnTo>
                  <a:pt x="8100" y="12900"/>
                </a:lnTo>
                <a:lnTo>
                  <a:pt x="8384" y="8967"/>
                </a:lnTo>
                <a:lnTo>
                  <a:pt x="9574" y="4625"/>
                </a:lnTo>
                <a:lnTo>
                  <a:pt x="10165" y="0"/>
                </a:lnTo>
                <a:close/>
              </a:path>
            </a:pathLst>
          </a:custGeom>
          <a:solidFill>
            <a:srgbClr val="9895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bg object 86"/>
          <p:cNvSpPr/>
          <p:nvPr/>
        </p:nvSpPr>
        <p:spPr>
          <a:xfrm>
            <a:off x="2089084" y="4397814"/>
            <a:ext cx="10160" cy="13970"/>
          </a:xfrm>
          <a:custGeom>
            <a:avLst/>
            <a:gdLst/>
            <a:ahLst/>
            <a:cxnLst/>
            <a:rect l="l" t="t" r="r" b="b"/>
            <a:pathLst>
              <a:path w="10160" h="13970">
                <a:moveTo>
                  <a:pt x="5539" y="0"/>
                </a:moveTo>
                <a:lnTo>
                  <a:pt x="102" y="15"/>
                </a:lnTo>
                <a:lnTo>
                  <a:pt x="94" y="4160"/>
                </a:lnTo>
                <a:lnTo>
                  <a:pt x="0" y="9818"/>
                </a:lnTo>
                <a:lnTo>
                  <a:pt x="4074" y="13861"/>
                </a:lnTo>
                <a:lnTo>
                  <a:pt x="9677" y="13806"/>
                </a:lnTo>
                <a:lnTo>
                  <a:pt x="9669" y="4168"/>
                </a:lnTo>
                <a:lnTo>
                  <a:pt x="5539" y="0"/>
                </a:lnTo>
                <a:close/>
              </a:path>
            </a:pathLst>
          </a:custGeom>
          <a:solidFill>
            <a:srgbClr val="958B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bg object 87"/>
          <p:cNvSpPr/>
          <p:nvPr/>
        </p:nvSpPr>
        <p:spPr>
          <a:xfrm>
            <a:off x="2017949" y="3986344"/>
            <a:ext cx="9525" cy="18415"/>
          </a:xfrm>
          <a:custGeom>
            <a:avLst/>
            <a:gdLst/>
            <a:ahLst/>
            <a:cxnLst/>
            <a:rect l="l" t="t" r="r" b="b"/>
            <a:pathLst>
              <a:path w="9525" h="18414">
                <a:moveTo>
                  <a:pt x="3955" y="0"/>
                </a:moveTo>
                <a:lnTo>
                  <a:pt x="0" y="102"/>
                </a:lnTo>
                <a:lnTo>
                  <a:pt x="31" y="17951"/>
                </a:lnTo>
                <a:lnTo>
                  <a:pt x="8100" y="17919"/>
                </a:lnTo>
                <a:lnTo>
                  <a:pt x="7966" y="13790"/>
                </a:lnTo>
                <a:lnTo>
                  <a:pt x="9401" y="9156"/>
                </a:lnTo>
                <a:lnTo>
                  <a:pt x="3853" y="6485"/>
                </a:lnTo>
                <a:lnTo>
                  <a:pt x="4066" y="5011"/>
                </a:lnTo>
                <a:lnTo>
                  <a:pt x="4003" y="4145"/>
                </a:lnTo>
                <a:lnTo>
                  <a:pt x="3955" y="0"/>
                </a:lnTo>
                <a:close/>
              </a:path>
            </a:pathLst>
          </a:custGeom>
          <a:solidFill>
            <a:srgbClr val="A69D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bg object 88"/>
          <p:cNvSpPr/>
          <p:nvPr/>
        </p:nvSpPr>
        <p:spPr>
          <a:xfrm>
            <a:off x="2050929" y="3772770"/>
            <a:ext cx="15240" cy="18415"/>
          </a:xfrm>
          <a:custGeom>
            <a:avLst/>
            <a:gdLst/>
            <a:ahLst/>
            <a:cxnLst/>
            <a:rect l="l" t="t" r="r" b="b"/>
            <a:pathLst>
              <a:path w="15239" h="18414">
                <a:moveTo>
                  <a:pt x="14027" y="4184"/>
                </a:moveTo>
                <a:lnTo>
                  <a:pt x="5492" y="4184"/>
                </a:lnTo>
                <a:lnTo>
                  <a:pt x="6926" y="5240"/>
                </a:lnTo>
                <a:lnTo>
                  <a:pt x="6556" y="10772"/>
                </a:lnTo>
                <a:lnTo>
                  <a:pt x="6559" y="11607"/>
                </a:lnTo>
                <a:lnTo>
                  <a:pt x="6686" y="14389"/>
                </a:lnTo>
                <a:lnTo>
                  <a:pt x="6926" y="16556"/>
                </a:lnTo>
                <a:lnTo>
                  <a:pt x="8108" y="17242"/>
                </a:lnTo>
                <a:lnTo>
                  <a:pt x="8786" y="17982"/>
                </a:lnTo>
                <a:lnTo>
                  <a:pt x="9413" y="17242"/>
                </a:lnTo>
                <a:lnTo>
                  <a:pt x="10425" y="16556"/>
                </a:lnTo>
                <a:lnTo>
                  <a:pt x="11016" y="14389"/>
                </a:lnTo>
                <a:lnTo>
                  <a:pt x="10895" y="13294"/>
                </a:lnTo>
                <a:lnTo>
                  <a:pt x="10783" y="10772"/>
                </a:lnTo>
                <a:lnTo>
                  <a:pt x="10710" y="8573"/>
                </a:lnTo>
                <a:lnTo>
                  <a:pt x="14933" y="8573"/>
                </a:lnTo>
                <a:lnTo>
                  <a:pt x="14925" y="4428"/>
                </a:lnTo>
                <a:lnTo>
                  <a:pt x="14027" y="4184"/>
                </a:lnTo>
                <a:close/>
              </a:path>
              <a:path w="15239" h="18414">
                <a:moveTo>
                  <a:pt x="10417" y="0"/>
                </a:moveTo>
                <a:lnTo>
                  <a:pt x="7678" y="283"/>
                </a:lnTo>
                <a:lnTo>
                  <a:pt x="63" y="283"/>
                </a:lnTo>
                <a:lnTo>
                  <a:pt x="0" y="1576"/>
                </a:lnTo>
                <a:lnTo>
                  <a:pt x="2717" y="4428"/>
                </a:lnTo>
                <a:lnTo>
                  <a:pt x="2395" y="4428"/>
                </a:lnTo>
                <a:lnTo>
                  <a:pt x="5492" y="4184"/>
                </a:lnTo>
                <a:lnTo>
                  <a:pt x="11573" y="4184"/>
                </a:lnTo>
                <a:lnTo>
                  <a:pt x="10611" y="701"/>
                </a:lnTo>
                <a:lnTo>
                  <a:pt x="10496" y="283"/>
                </a:lnTo>
                <a:lnTo>
                  <a:pt x="10417" y="0"/>
                </a:lnTo>
                <a:close/>
              </a:path>
            </a:pathLst>
          </a:custGeom>
          <a:solidFill>
            <a:srgbClr val="7A6D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bg object 89"/>
          <p:cNvSpPr/>
          <p:nvPr/>
        </p:nvSpPr>
        <p:spPr>
          <a:xfrm>
            <a:off x="2021778" y="4223044"/>
            <a:ext cx="13970" cy="12700"/>
          </a:xfrm>
          <a:custGeom>
            <a:avLst/>
            <a:gdLst/>
            <a:ahLst/>
            <a:cxnLst/>
            <a:rect l="l" t="t" r="r" b="b"/>
            <a:pathLst>
              <a:path w="13969" h="12700">
                <a:moveTo>
                  <a:pt x="181" y="0"/>
                </a:moveTo>
                <a:lnTo>
                  <a:pt x="0" y="8361"/>
                </a:lnTo>
                <a:lnTo>
                  <a:pt x="315" y="12372"/>
                </a:lnTo>
                <a:lnTo>
                  <a:pt x="1213" y="12277"/>
                </a:lnTo>
                <a:lnTo>
                  <a:pt x="2726" y="12466"/>
                </a:lnTo>
                <a:lnTo>
                  <a:pt x="5264" y="6808"/>
                </a:lnTo>
                <a:lnTo>
                  <a:pt x="9889" y="8518"/>
                </a:lnTo>
                <a:lnTo>
                  <a:pt x="13877" y="8282"/>
                </a:lnTo>
                <a:lnTo>
                  <a:pt x="13869" y="4145"/>
                </a:lnTo>
                <a:lnTo>
                  <a:pt x="10725" y="4554"/>
                </a:lnTo>
                <a:lnTo>
                  <a:pt x="9377" y="3160"/>
                </a:lnTo>
                <a:lnTo>
                  <a:pt x="9763" y="15"/>
                </a:lnTo>
                <a:lnTo>
                  <a:pt x="181" y="0"/>
                </a:lnTo>
                <a:close/>
              </a:path>
            </a:pathLst>
          </a:custGeom>
          <a:solidFill>
            <a:srgbClr val="A19A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bg object 90"/>
          <p:cNvSpPr/>
          <p:nvPr/>
        </p:nvSpPr>
        <p:spPr>
          <a:xfrm>
            <a:off x="2256614" y="3803359"/>
            <a:ext cx="15240" cy="13970"/>
          </a:xfrm>
          <a:custGeom>
            <a:avLst/>
            <a:gdLst/>
            <a:ahLst/>
            <a:cxnLst/>
            <a:rect l="l" t="t" r="r" b="b"/>
            <a:pathLst>
              <a:path w="15239" h="13970">
                <a:moveTo>
                  <a:pt x="5498" y="0"/>
                </a:moveTo>
                <a:lnTo>
                  <a:pt x="0" y="0"/>
                </a:lnTo>
                <a:lnTo>
                  <a:pt x="39" y="13719"/>
                </a:lnTo>
                <a:lnTo>
                  <a:pt x="1491" y="13435"/>
                </a:lnTo>
                <a:lnTo>
                  <a:pt x="4649" y="13435"/>
                </a:lnTo>
                <a:lnTo>
                  <a:pt x="5788" y="9779"/>
                </a:lnTo>
                <a:lnTo>
                  <a:pt x="5904" y="9409"/>
                </a:lnTo>
                <a:lnTo>
                  <a:pt x="12238" y="9409"/>
                </a:lnTo>
                <a:lnTo>
                  <a:pt x="13688" y="8684"/>
                </a:lnTo>
                <a:lnTo>
                  <a:pt x="15161" y="8227"/>
                </a:lnTo>
                <a:lnTo>
                  <a:pt x="15059" y="6863"/>
                </a:lnTo>
                <a:lnTo>
                  <a:pt x="14310" y="6162"/>
                </a:lnTo>
                <a:lnTo>
                  <a:pt x="6564" y="6162"/>
                </a:lnTo>
                <a:lnTo>
                  <a:pt x="4846" y="4263"/>
                </a:lnTo>
                <a:lnTo>
                  <a:pt x="5498" y="0"/>
                </a:lnTo>
                <a:close/>
              </a:path>
              <a:path w="15239" h="13970">
                <a:moveTo>
                  <a:pt x="12238" y="9409"/>
                </a:moveTo>
                <a:lnTo>
                  <a:pt x="6417" y="9409"/>
                </a:lnTo>
                <a:lnTo>
                  <a:pt x="8313" y="9779"/>
                </a:lnTo>
                <a:lnTo>
                  <a:pt x="12238" y="9409"/>
                </a:lnTo>
                <a:close/>
              </a:path>
              <a:path w="15239" h="13970">
                <a:moveTo>
                  <a:pt x="13604" y="5500"/>
                </a:moveTo>
                <a:lnTo>
                  <a:pt x="10929" y="5500"/>
                </a:lnTo>
                <a:lnTo>
                  <a:pt x="6564" y="6162"/>
                </a:lnTo>
                <a:lnTo>
                  <a:pt x="14310" y="6162"/>
                </a:lnTo>
                <a:lnTo>
                  <a:pt x="13604" y="5500"/>
                </a:lnTo>
                <a:close/>
              </a:path>
            </a:pathLst>
          </a:custGeom>
          <a:solidFill>
            <a:srgbClr val="8274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bg object 91"/>
          <p:cNvSpPr/>
          <p:nvPr/>
        </p:nvSpPr>
        <p:spPr>
          <a:xfrm>
            <a:off x="2161892" y="3448299"/>
            <a:ext cx="13970" cy="17145"/>
          </a:xfrm>
          <a:custGeom>
            <a:avLst/>
            <a:gdLst/>
            <a:ahLst/>
            <a:cxnLst/>
            <a:rect l="l" t="t" r="r" b="b"/>
            <a:pathLst>
              <a:path w="13969" h="17145">
                <a:moveTo>
                  <a:pt x="11032" y="0"/>
                </a:moveTo>
                <a:lnTo>
                  <a:pt x="7092" y="1245"/>
                </a:lnTo>
                <a:lnTo>
                  <a:pt x="2836" y="2159"/>
                </a:lnTo>
                <a:lnTo>
                  <a:pt x="3853" y="8329"/>
                </a:lnTo>
                <a:lnTo>
                  <a:pt x="1371" y="9070"/>
                </a:lnTo>
                <a:lnTo>
                  <a:pt x="63" y="9606"/>
                </a:lnTo>
                <a:lnTo>
                  <a:pt x="55" y="15130"/>
                </a:lnTo>
                <a:lnTo>
                  <a:pt x="5563" y="16532"/>
                </a:lnTo>
                <a:lnTo>
                  <a:pt x="8865" y="15185"/>
                </a:lnTo>
                <a:lnTo>
                  <a:pt x="8219" y="12285"/>
                </a:lnTo>
                <a:lnTo>
                  <a:pt x="8290" y="9653"/>
                </a:lnTo>
                <a:lnTo>
                  <a:pt x="7667" y="5256"/>
                </a:lnTo>
                <a:lnTo>
                  <a:pt x="13554" y="5492"/>
                </a:lnTo>
                <a:lnTo>
                  <a:pt x="13916" y="5524"/>
                </a:lnTo>
                <a:lnTo>
                  <a:pt x="11032" y="0"/>
                </a:lnTo>
                <a:close/>
              </a:path>
            </a:pathLst>
          </a:custGeom>
          <a:solidFill>
            <a:srgbClr val="B9AE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bg object 92"/>
          <p:cNvSpPr/>
          <p:nvPr/>
        </p:nvSpPr>
        <p:spPr>
          <a:xfrm>
            <a:off x="2285465" y="3916156"/>
            <a:ext cx="10160" cy="13970"/>
          </a:xfrm>
          <a:custGeom>
            <a:avLst/>
            <a:gdLst/>
            <a:ahLst/>
            <a:cxnLst/>
            <a:rect l="l" t="t" r="r" b="b"/>
            <a:pathLst>
              <a:path w="10160" h="13970">
                <a:moveTo>
                  <a:pt x="6643" y="0"/>
                </a:moveTo>
                <a:lnTo>
                  <a:pt x="1371" y="23"/>
                </a:lnTo>
                <a:lnTo>
                  <a:pt x="0" y="12379"/>
                </a:lnTo>
                <a:lnTo>
                  <a:pt x="5476" y="12419"/>
                </a:lnTo>
                <a:lnTo>
                  <a:pt x="9401" y="13814"/>
                </a:lnTo>
                <a:lnTo>
                  <a:pt x="9787" y="8234"/>
                </a:lnTo>
                <a:lnTo>
                  <a:pt x="6643" y="0"/>
                </a:lnTo>
                <a:close/>
              </a:path>
            </a:pathLst>
          </a:custGeom>
          <a:solidFill>
            <a:srgbClr val="9287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bg object 93"/>
          <p:cNvSpPr/>
          <p:nvPr/>
        </p:nvSpPr>
        <p:spPr>
          <a:xfrm>
            <a:off x="2077938" y="3642218"/>
            <a:ext cx="8890" cy="19685"/>
          </a:xfrm>
          <a:custGeom>
            <a:avLst/>
            <a:gdLst/>
            <a:ahLst/>
            <a:cxnLst/>
            <a:rect l="l" t="t" r="r" b="b"/>
            <a:pathLst>
              <a:path w="8889" h="19685">
                <a:moveTo>
                  <a:pt x="5579" y="0"/>
                </a:moveTo>
                <a:lnTo>
                  <a:pt x="2821" y="2758"/>
                </a:lnTo>
                <a:lnTo>
                  <a:pt x="4586" y="6280"/>
                </a:lnTo>
                <a:lnTo>
                  <a:pt x="6225" y="9787"/>
                </a:lnTo>
                <a:lnTo>
                  <a:pt x="1607" y="12506"/>
                </a:lnTo>
                <a:lnTo>
                  <a:pt x="0" y="19448"/>
                </a:lnTo>
                <a:lnTo>
                  <a:pt x="527" y="19322"/>
                </a:lnTo>
                <a:lnTo>
                  <a:pt x="4381" y="19393"/>
                </a:lnTo>
                <a:lnTo>
                  <a:pt x="8510" y="19385"/>
                </a:lnTo>
                <a:lnTo>
                  <a:pt x="8510" y="11119"/>
                </a:lnTo>
                <a:lnTo>
                  <a:pt x="8455" y="1536"/>
                </a:lnTo>
                <a:lnTo>
                  <a:pt x="5579" y="0"/>
                </a:lnTo>
                <a:close/>
              </a:path>
            </a:pathLst>
          </a:custGeom>
          <a:solidFill>
            <a:srgbClr val="6B5D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bg object 94"/>
          <p:cNvSpPr/>
          <p:nvPr/>
        </p:nvSpPr>
        <p:spPr>
          <a:xfrm>
            <a:off x="2182519" y="3511604"/>
            <a:ext cx="15240" cy="13970"/>
          </a:xfrm>
          <a:custGeom>
            <a:avLst/>
            <a:gdLst/>
            <a:ahLst/>
            <a:cxnLst/>
            <a:rect l="l" t="t" r="r" b="b"/>
            <a:pathLst>
              <a:path w="15239" h="13970">
                <a:moveTo>
                  <a:pt x="0" y="0"/>
                </a:moveTo>
                <a:lnTo>
                  <a:pt x="0" y="5516"/>
                </a:lnTo>
                <a:lnTo>
                  <a:pt x="3144" y="5106"/>
                </a:lnTo>
                <a:lnTo>
                  <a:pt x="4491" y="6501"/>
                </a:lnTo>
                <a:lnTo>
                  <a:pt x="4121" y="9629"/>
                </a:lnTo>
                <a:lnTo>
                  <a:pt x="6312" y="9866"/>
                </a:lnTo>
                <a:lnTo>
                  <a:pt x="8952" y="8770"/>
                </a:lnTo>
                <a:lnTo>
                  <a:pt x="10165" y="13057"/>
                </a:lnTo>
                <a:lnTo>
                  <a:pt x="12403" y="13278"/>
                </a:lnTo>
                <a:lnTo>
                  <a:pt x="13719" y="13766"/>
                </a:lnTo>
                <a:lnTo>
                  <a:pt x="15161" y="12309"/>
                </a:lnTo>
                <a:lnTo>
                  <a:pt x="10961" y="2758"/>
                </a:lnTo>
                <a:lnTo>
                  <a:pt x="9487" y="1363"/>
                </a:lnTo>
                <a:lnTo>
                  <a:pt x="5468" y="1363"/>
                </a:lnTo>
                <a:lnTo>
                  <a:pt x="0" y="0"/>
                </a:lnTo>
                <a:close/>
              </a:path>
            </a:pathLst>
          </a:custGeom>
          <a:solidFill>
            <a:srgbClr val="A396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bg object 95"/>
          <p:cNvSpPr/>
          <p:nvPr/>
        </p:nvSpPr>
        <p:spPr>
          <a:xfrm>
            <a:off x="2142627" y="3415229"/>
            <a:ext cx="6985" cy="21590"/>
          </a:xfrm>
          <a:custGeom>
            <a:avLst/>
            <a:gdLst/>
            <a:ahLst/>
            <a:cxnLst/>
            <a:rect l="l" t="t" r="r" b="b"/>
            <a:pathLst>
              <a:path w="6985" h="21589">
                <a:moveTo>
                  <a:pt x="5539" y="0"/>
                </a:moveTo>
                <a:lnTo>
                  <a:pt x="4255" y="70"/>
                </a:lnTo>
                <a:lnTo>
                  <a:pt x="0" y="8274"/>
                </a:lnTo>
                <a:lnTo>
                  <a:pt x="2017" y="11465"/>
                </a:lnTo>
                <a:lnTo>
                  <a:pt x="2001" y="14665"/>
                </a:lnTo>
                <a:lnTo>
                  <a:pt x="78" y="17888"/>
                </a:lnTo>
                <a:lnTo>
                  <a:pt x="1355" y="21292"/>
                </a:lnTo>
                <a:lnTo>
                  <a:pt x="4271" y="20638"/>
                </a:lnTo>
                <a:lnTo>
                  <a:pt x="6911" y="20662"/>
                </a:lnTo>
                <a:lnTo>
                  <a:pt x="6981" y="6958"/>
                </a:lnTo>
                <a:lnTo>
                  <a:pt x="5539" y="0"/>
                </a:lnTo>
                <a:close/>
              </a:path>
            </a:pathLst>
          </a:custGeom>
          <a:solidFill>
            <a:srgbClr val="BCB4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bg object 96"/>
          <p:cNvSpPr/>
          <p:nvPr/>
        </p:nvSpPr>
        <p:spPr>
          <a:xfrm>
            <a:off x="2198971" y="3552214"/>
            <a:ext cx="6985" cy="22860"/>
          </a:xfrm>
          <a:custGeom>
            <a:avLst/>
            <a:gdLst/>
            <a:ahLst/>
            <a:cxnLst/>
            <a:rect l="l" t="t" r="r" b="b"/>
            <a:pathLst>
              <a:path w="6985" h="22860">
                <a:moveTo>
                  <a:pt x="2490" y="0"/>
                </a:moveTo>
                <a:lnTo>
                  <a:pt x="1197" y="1780"/>
                </a:lnTo>
                <a:lnTo>
                  <a:pt x="1347" y="10134"/>
                </a:lnTo>
                <a:lnTo>
                  <a:pt x="464" y="14350"/>
                </a:lnTo>
                <a:lnTo>
                  <a:pt x="0" y="18550"/>
                </a:lnTo>
                <a:lnTo>
                  <a:pt x="23" y="22703"/>
                </a:lnTo>
                <a:lnTo>
                  <a:pt x="5492" y="22695"/>
                </a:lnTo>
                <a:lnTo>
                  <a:pt x="5508" y="14444"/>
                </a:lnTo>
                <a:lnTo>
                  <a:pt x="6926" y="3325"/>
                </a:lnTo>
                <a:lnTo>
                  <a:pt x="6666" y="724"/>
                </a:lnTo>
                <a:lnTo>
                  <a:pt x="2490" y="0"/>
                </a:lnTo>
                <a:close/>
              </a:path>
            </a:pathLst>
          </a:custGeom>
          <a:solidFill>
            <a:srgbClr val="8A7AB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bg object 97"/>
          <p:cNvSpPr/>
          <p:nvPr/>
        </p:nvSpPr>
        <p:spPr>
          <a:xfrm>
            <a:off x="2012376" y="4137671"/>
            <a:ext cx="11430" cy="13970"/>
          </a:xfrm>
          <a:custGeom>
            <a:avLst/>
            <a:gdLst/>
            <a:ahLst/>
            <a:cxnLst/>
            <a:rect l="l" t="t" r="r" b="b"/>
            <a:pathLst>
              <a:path w="11430" h="13970">
                <a:moveTo>
                  <a:pt x="181" y="0"/>
                </a:moveTo>
                <a:lnTo>
                  <a:pt x="0" y="2813"/>
                </a:lnTo>
                <a:lnTo>
                  <a:pt x="4830" y="5445"/>
                </a:lnTo>
                <a:lnTo>
                  <a:pt x="1741" y="10165"/>
                </a:lnTo>
                <a:lnTo>
                  <a:pt x="2876" y="13774"/>
                </a:lnTo>
                <a:lnTo>
                  <a:pt x="10898" y="13869"/>
                </a:lnTo>
                <a:lnTo>
                  <a:pt x="10914" y="4215"/>
                </a:lnTo>
                <a:lnTo>
                  <a:pt x="7762" y="4602"/>
                </a:lnTo>
                <a:lnTo>
                  <a:pt x="6422" y="3183"/>
                </a:lnTo>
                <a:lnTo>
                  <a:pt x="6808" y="55"/>
                </a:lnTo>
                <a:close/>
              </a:path>
            </a:pathLst>
          </a:custGeom>
          <a:solidFill>
            <a:srgbClr val="968E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bg object 98"/>
          <p:cNvSpPr/>
          <p:nvPr/>
        </p:nvSpPr>
        <p:spPr>
          <a:xfrm>
            <a:off x="2220792" y="3616194"/>
            <a:ext cx="5715" cy="22860"/>
          </a:xfrm>
          <a:custGeom>
            <a:avLst/>
            <a:gdLst/>
            <a:ahLst/>
            <a:cxnLst/>
            <a:rect l="l" t="t" r="r" b="b"/>
            <a:pathLst>
              <a:path w="5714" h="22860">
                <a:moveTo>
                  <a:pt x="149" y="0"/>
                </a:moveTo>
                <a:lnTo>
                  <a:pt x="149" y="5878"/>
                </a:lnTo>
                <a:lnTo>
                  <a:pt x="291" y="11749"/>
                </a:lnTo>
                <a:lnTo>
                  <a:pt x="0" y="20772"/>
                </a:lnTo>
                <a:lnTo>
                  <a:pt x="961" y="22380"/>
                </a:lnTo>
                <a:lnTo>
                  <a:pt x="4271" y="22041"/>
                </a:lnTo>
                <a:lnTo>
                  <a:pt x="5697" y="10882"/>
                </a:lnTo>
                <a:lnTo>
                  <a:pt x="4074" y="78"/>
                </a:lnTo>
                <a:lnTo>
                  <a:pt x="149" y="0"/>
                </a:lnTo>
                <a:close/>
              </a:path>
            </a:pathLst>
          </a:custGeom>
          <a:solidFill>
            <a:srgbClr val="7F71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bg object 99"/>
          <p:cNvSpPr/>
          <p:nvPr/>
        </p:nvSpPr>
        <p:spPr>
          <a:xfrm>
            <a:off x="2126037" y="4434977"/>
            <a:ext cx="12700" cy="13335"/>
          </a:xfrm>
          <a:custGeom>
            <a:avLst/>
            <a:gdLst/>
            <a:ahLst/>
            <a:cxnLst/>
            <a:rect l="l" t="t" r="r" b="b"/>
            <a:pathLst>
              <a:path w="12700" h="13335">
                <a:moveTo>
                  <a:pt x="2955" y="0"/>
                </a:moveTo>
                <a:lnTo>
                  <a:pt x="2647" y="2222"/>
                </a:lnTo>
                <a:lnTo>
                  <a:pt x="4050" y="5350"/>
                </a:lnTo>
                <a:lnTo>
                  <a:pt x="0" y="5563"/>
                </a:lnTo>
                <a:lnTo>
                  <a:pt x="2899" y="9243"/>
                </a:lnTo>
                <a:lnTo>
                  <a:pt x="5681" y="13120"/>
                </a:lnTo>
                <a:lnTo>
                  <a:pt x="11197" y="12647"/>
                </a:lnTo>
                <a:lnTo>
                  <a:pt x="11150" y="12080"/>
                </a:lnTo>
                <a:lnTo>
                  <a:pt x="12545" y="15"/>
                </a:lnTo>
                <a:lnTo>
                  <a:pt x="2955" y="0"/>
                </a:lnTo>
                <a:close/>
              </a:path>
            </a:pathLst>
          </a:custGeom>
          <a:solidFill>
            <a:srgbClr val="938A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bg object 100"/>
          <p:cNvSpPr/>
          <p:nvPr/>
        </p:nvSpPr>
        <p:spPr>
          <a:xfrm>
            <a:off x="2178374" y="3488144"/>
            <a:ext cx="11430" cy="11430"/>
          </a:xfrm>
          <a:custGeom>
            <a:avLst/>
            <a:gdLst/>
            <a:ahLst/>
            <a:cxnLst/>
            <a:rect l="l" t="t" r="r" b="b"/>
            <a:pathLst>
              <a:path w="11430" h="11429">
                <a:moveTo>
                  <a:pt x="6982" y="0"/>
                </a:moveTo>
                <a:lnTo>
                  <a:pt x="47" y="2663"/>
                </a:lnTo>
                <a:lnTo>
                  <a:pt x="0" y="11127"/>
                </a:lnTo>
                <a:lnTo>
                  <a:pt x="10804" y="11127"/>
                </a:lnTo>
                <a:lnTo>
                  <a:pt x="9275" y="7509"/>
                </a:lnTo>
                <a:lnTo>
                  <a:pt x="11285" y="2663"/>
                </a:lnTo>
                <a:lnTo>
                  <a:pt x="6982" y="0"/>
                </a:lnTo>
                <a:close/>
              </a:path>
            </a:pathLst>
          </a:custGeom>
          <a:solidFill>
            <a:srgbClr val="ADA7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bg object 101"/>
          <p:cNvSpPr/>
          <p:nvPr/>
        </p:nvSpPr>
        <p:spPr>
          <a:xfrm>
            <a:off x="2038571" y="3836310"/>
            <a:ext cx="13970" cy="12700"/>
          </a:xfrm>
          <a:custGeom>
            <a:avLst/>
            <a:gdLst/>
            <a:ahLst/>
            <a:cxnLst/>
            <a:rect l="l" t="t" r="r" b="b"/>
            <a:pathLst>
              <a:path w="13969" h="12700">
                <a:moveTo>
                  <a:pt x="2505" y="0"/>
                </a:moveTo>
                <a:lnTo>
                  <a:pt x="2056" y="39"/>
                </a:lnTo>
                <a:lnTo>
                  <a:pt x="1166" y="55"/>
                </a:lnTo>
                <a:lnTo>
                  <a:pt x="0" y="6966"/>
                </a:lnTo>
                <a:lnTo>
                  <a:pt x="3979" y="8321"/>
                </a:lnTo>
                <a:lnTo>
                  <a:pt x="7108" y="7943"/>
                </a:lnTo>
                <a:lnTo>
                  <a:pt x="9629" y="8164"/>
                </a:lnTo>
                <a:lnTo>
                  <a:pt x="8061" y="12458"/>
                </a:lnTo>
                <a:lnTo>
                  <a:pt x="13522" y="12411"/>
                </a:lnTo>
                <a:lnTo>
                  <a:pt x="13577" y="8329"/>
                </a:lnTo>
                <a:lnTo>
                  <a:pt x="13506" y="2789"/>
                </a:lnTo>
                <a:lnTo>
                  <a:pt x="6745" y="2805"/>
                </a:lnTo>
                <a:lnTo>
                  <a:pt x="3837" y="3364"/>
                </a:lnTo>
                <a:lnTo>
                  <a:pt x="2505" y="0"/>
                </a:lnTo>
                <a:close/>
              </a:path>
            </a:pathLst>
          </a:custGeom>
          <a:solidFill>
            <a:srgbClr val="AD9D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bg object 102"/>
          <p:cNvSpPr/>
          <p:nvPr/>
        </p:nvSpPr>
        <p:spPr>
          <a:xfrm>
            <a:off x="2223662" y="3657558"/>
            <a:ext cx="13970" cy="16510"/>
          </a:xfrm>
          <a:custGeom>
            <a:avLst/>
            <a:gdLst/>
            <a:ahLst/>
            <a:cxnLst/>
            <a:rect l="l" t="t" r="r" b="b"/>
            <a:pathLst>
              <a:path w="13969" h="16510">
                <a:moveTo>
                  <a:pt x="5437" y="0"/>
                </a:moveTo>
                <a:lnTo>
                  <a:pt x="5500" y="6784"/>
                </a:lnTo>
                <a:lnTo>
                  <a:pt x="6201" y="11111"/>
                </a:lnTo>
                <a:lnTo>
                  <a:pt x="4436" y="13002"/>
                </a:lnTo>
                <a:lnTo>
                  <a:pt x="63" y="12324"/>
                </a:lnTo>
                <a:lnTo>
                  <a:pt x="0" y="16446"/>
                </a:lnTo>
                <a:lnTo>
                  <a:pt x="9629" y="16430"/>
                </a:lnTo>
                <a:lnTo>
                  <a:pt x="9645" y="14223"/>
                </a:lnTo>
                <a:lnTo>
                  <a:pt x="9700" y="12009"/>
                </a:lnTo>
                <a:lnTo>
                  <a:pt x="9574" y="6847"/>
                </a:lnTo>
                <a:lnTo>
                  <a:pt x="11497" y="6729"/>
                </a:lnTo>
                <a:lnTo>
                  <a:pt x="13632" y="6847"/>
                </a:lnTo>
                <a:lnTo>
                  <a:pt x="13522" y="2726"/>
                </a:lnTo>
                <a:lnTo>
                  <a:pt x="10622" y="3624"/>
                </a:lnTo>
                <a:lnTo>
                  <a:pt x="5437" y="0"/>
                </a:lnTo>
                <a:close/>
              </a:path>
            </a:pathLst>
          </a:custGeom>
          <a:solidFill>
            <a:srgbClr val="8E80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bg object 103"/>
          <p:cNvSpPr/>
          <p:nvPr/>
        </p:nvSpPr>
        <p:spPr>
          <a:xfrm>
            <a:off x="2227745" y="4410232"/>
            <a:ext cx="10160" cy="12700"/>
          </a:xfrm>
          <a:custGeom>
            <a:avLst/>
            <a:gdLst/>
            <a:ahLst/>
            <a:cxnLst/>
            <a:rect l="l" t="t" r="r" b="b"/>
            <a:pathLst>
              <a:path w="10160" h="12700">
                <a:moveTo>
                  <a:pt x="8282" y="0"/>
                </a:moveTo>
                <a:lnTo>
                  <a:pt x="110" y="31"/>
                </a:lnTo>
                <a:lnTo>
                  <a:pt x="0" y="8250"/>
                </a:lnTo>
                <a:lnTo>
                  <a:pt x="181" y="12482"/>
                </a:lnTo>
                <a:lnTo>
                  <a:pt x="4271" y="12521"/>
                </a:lnTo>
                <a:lnTo>
                  <a:pt x="9787" y="5610"/>
                </a:lnTo>
                <a:lnTo>
                  <a:pt x="8282" y="0"/>
                </a:lnTo>
                <a:close/>
              </a:path>
            </a:pathLst>
          </a:custGeom>
          <a:solidFill>
            <a:srgbClr val="A39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bg object 104"/>
          <p:cNvSpPr/>
          <p:nvPr/>
        </p:nvSpPr>
        <p:spPr>
          <a:xfrm>
            <a:off x="2043775" y="4312507"/>
            <a:ext cx="11430" cy="18415"/>
          </a:xfrm>
          <a:custGeom>
            <a:avLst/>
            <a:gdLst/>
            <a:ahLst/>
            <a:cxnLst/>
            <a:rect l="l" t="t" r="r" b="b"/>
            <a:pathLst>
              <a:path w="11430" h="18414">
                <a:moveTo>
                  <a:pt x="6989" y="0"/>
                </a:moveTo>
                <a:lnTo>
                  <a:pt x="2868" y="0"/>
                </a:lnTo>
                <a:lnTo>
                  <a:pt x="2852" y="8305"/>
                </a:lnTo>
                <a:lnTo>
                  <a:pt x="2104" y="10677"/>
                </a:lnTo>
                <a:lnTo>
                  <a:pt x="4814" y="14499"/>
                </a:lnTo>
                <a:lnTo>
                  <a:pt x="0" y="15161"/>
                </a:lnTo>
                <a:lnTo>
                  <a:pt x="2687" y="17998"/>
                </a:lnTo>
                <a:lnTo>
                  <a:pt x="4263" y="17959"/>
                </a:lnTo>
                <a:lnTo>
                  <a:pt x="5847" y="17793"/>
                </a:lnTo>
                <a:lnTo>
                  <a:pt x="10528" y="18148"/>
                </a:lnTo>
                <a:lnTo>
                  <a:pt x="11339" y="16485"/>
                </a:lnTo>
                <a:lnTo>
                  <a:pt x="11048" y="13782"/>
                </a:lnTo>
                <a:lnTo>
                  <a:pt x="8392" y="13987"/>
                </a:lnTo>
                <a:lnTo>
                  <a:pt x="6784" y="13191"/>
                </a:lnTo>
                <a:lnTo>
                  <a:pt x="7123" y="6729"/>
                </a:lnTo>
                <a:lnTo>
                  <a:pt x="6989" y="3357"/>
                </a:lnTo>
                <a:lnTo>
                  <a:pt x="6989" y="0"/>
                </a:lnTo>
                <a:close/>
              </a:path>
            </a:pathLst>
          </a:custGeom>
          <a:solidFill>
            <a:srgbClr val="5E4E9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bg object 105"/>
          <p:cNvSpPr/>
          <p:nvPr/>
        </p:nvSpPr>
        <p:spPr>
          <a:xfrm>
            <a:off x="2262111" y="3790964"/>
            <a:ext cx="10160" cy="12700"/>
          </a:xfrm>
          <a:custGeom>
            <a:avLst/>
            <a:gdLst/>
            <a:ahLst/>
            <a:cxnLst/>
            <a:rect l="l" t="t" r="r" b="b"/>
            <a:pathLst>
              <a:path w="10160" h="12700">
                <a:moveTo>
                  <a:pt x="3987" y="0"/>
                </a:moveTo>
                <a:lnTo>
                  <a:pt x="0" y="0"/>
                </a:lnTo>
                <a:lnTo>
                  <a:pt x="7" y="12379"/>
                </a:lnTo>
                <a:lnTo>
                  <a:pt x="8368" y="12435"/>
                </a:lnTo>
                <a:lnTo>
                  <a:pt x="9810" y="10937"/>
                </a:lnTo>
                <a:lnTo>
                  <a:pt x="5524" y="1379"/>
                </a:lnTo>
                <a:lnTo>
                  <a:pt x="3987" y="0"/>
                </a:lnTo>
                <a:close/>
              </a:path>
            </a:pathLst>
          </a:custGeom>
          <a:solidFill>
            <a:srgbClr val="6D60A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bg object 106"/>
          <p:cNvSpPr/>
          <p:nvPr/>
        </p:nvSpPr>
        <p:spPr>
          <a:xfrm>
            <a:off x="2277216" y="3888664"/>
            <a:ext cx="13970" cy="10160"/>
          </a:xfrm>
          <a:custGeom>
            <a:avLst/>
            <a:gdLst/>
            <a:ahLst/>
            <a:cxnLst/>
            <a:rect l="l" t="t" r="r" b="b"/>
            <a:pathLst>
              <a:path w="13969" h="10160">
                <a:moveTo>
                  <a:pt x="5484" y="0"/>
                </a:moveTo>
                <a:lnTo>
                  <a:pt x="0" y="0"/>
                </a:lnTo>
                <a:lnTo>
                  <a:pt x="7" y="9629"/>
                </a:lnTo>
                <a:lnTo>
                  <a:pt x="9645" y="9637"/>
                </a:lnTo>
                <a:lnTo>
                  <a:pt x="13491" y="9684"/>
                </a:lnTo>
                <a:lnTo>
                  <a:pt x="13506" y="5595"/>
                </a:lnTo>
                <a:lnTo>
                  <a:pt x="9590" y="4129"/>
                </a:lnTo>
                <a:lnTo>
                  <a:pt x="6446" y="4523"/>
                </a:lnTo>
                <a:lnTo>
                  <a:pt x="5106" y="3120"/>
                </a:lnTo>
                <a:lnTo>
                  <a:pt x="5484" y="0"/>
                </a:lnTo>
                <a:close/>
              </a:path>
            </a:pathLst>
          </a:custGeom>
          <a:solidFill>
            <a:srgbClr val="8B7F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bg object 107"/>
          <p:cNvSpPr/>
          <p:nvPr/>
        </p:nvSpPr>
        <p:spPr>
          <a:xfrm>
            <a:off x="2214026" y="4417080"/>
            <a:ext cx="8890" cy="17145"/>
          </a:xfrm>
          <a:custGeom>
            <a:avLst/>
            <a:gdLst/>
            <a:ahLst/>
            <a:cxnLst/>
            <a:rect l="l" t="t" r="r" b="b"/>
            <a:pathLst>
              <a:path w="8889" h="17145">
                <a:moveTo>
                  <a:pt x="5468" y="0"/>
                </a:moveTo>
                <a:lnTo>
                  <a:pt x="1418" y="2765"/>
                </a:lnTo>
                <a:lnTo>
                  <a:pt x="0" y="9613"/>
                </a:lnTo>
                <a:lnTo>
                  <a:pt x="39" y="15138"/>
                </a:lnTo>
                <a:lnTo>
                  <a:pt x="1576" y="16588"/>
                </a:lnTo>
                <a:lnTo>
                  <a:pt x="4129" y="14972"/>
                </a:lnTo>
                <a:lnTo>
                  <a:pt x="4082" y="12017"/>
                </a:lnTo>
                <a:lnTo>
                  <a:pt x="3900" y="8967"/>
                </a:lnTo>
                <a:lnTo>
                  <a:pt x="8392" y="9740"/>
                </a:lnTo>
                <a:lnTo>
                  <a:pt x="8290" y="1394"/>
                </a:lnTo>
                <a:lnTo>
                  <a:pt x="5468" y="0"/>
                </a:lnTo>
                <a:close/>
              </a:path>
            </a:pathLst>
          </a:custGeom>
          <a:solidFill>
            <a:srgbClr val="7570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bg object 108"/>
          <p:cNvSpPr/>
          <p:nvPr/>
        </p:nvSpPr>
        <p:spPr>
          <a:xfrm>
            <a:off x="2054964" y="3738747"/>
            <a:ext cx="8890" cy="17145"/>
          </a:xfrm>
          <a:custGeom>
            <a:avLst/>
            <a:gdLst/>
            <a:ahLst/>
            <a:cxnLst/>
            <a:rect l="l" t="t" r="r" b="b"/>
            <a:pathLst>
              <a:path w="8889" h="17145">
                <a:moveTo>
                  <a:pt x="5571" y="0"/>
                </a:moveTo>
                <a:lnTo>
                  <a:pt x="2450" y="6753"/>
                </a:lnTo>
                <a:lnTo>
                  <a:pt x="2750" y="9464"/>
                </a:lnTo>
                <a:lnTo>
                  <a:pt x="3270" y="12261"/>
                </a:lnTo>
                <a:lnTo>
                  <a:pt x="0" y="13711"/>
                </a:lnTo>
                <a:lnTo>
                  <a:pt x="133" y="16493"/>
                </a:lnTo>
                <a:lnTo>
                  <a:pt x="1008" y="16477"/>
                </a:lnTo>
                <a:lnTo>
                  <a:pt x="1907" y="16335"/>
                </a:lnTo>
                <a:lnTo>
                  <a:pt x="7249" y="17139"/>
                </a:lnTo>
                <a:lnTo>
                  <a:pt x="8731" y="15027"/>
                </a:lnTo>
                <a:lnTo>
                  <a:pt x="8045" y="9968"/>
                </a:lnTo>
                <a:lnTo>
                  <a:pt x="8148" y="9070"/>
                </a:lnTo>
                <a:lnTo>
                  <a:pt x="8140" y="2655"/>
                </a:lnTo>
                <a:lnTo>
                  <a:pt x="5571" y="0"/>
                </a:lnTo>
                <a:close/>
              </a:path>
            </a:pathLst>
          </a:custGeom>
          <a:solidFill>
            <a:srgbClr val="8D82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bg object 109"/>
          <p:cNvSpPr/>
          <p:nvPr/>
        </p:nvSpPr>
        <p:spPr>
          <a:xfrm>
            <a:off x="2243762" y="3749595"/>
            <a:ext cx="15875" cy="10160"/>
          </a:xfrm>
          <a:custGeom>
            <a:avLst/>
            <a:gdLst/>
            <a:ahLst/>
            <a:cxnLst/>
            <a:rect l="l" t="t" r="r" b="b"/>
            <a:pathLst>
              <a:path w="15875" h="10160">
                <a:moveTo>
                  <a:pt x="8219" y="0"/>
                </a:moveTo>
                <a:lnTo>
                  <a:pt x="6020" y="70"/>
                </a:lnTo>
                <a:lnTo>
                  <a:pt x="5445" y="1402"/>
                </a:lnTo>
                <a:lnTo>
                  <a:pt x="4917" y="3845"/>
                </a:lnTo>
                <a:lnTo>
                  <a:pt x="0" y="4058"/>
                </a:lnTo>
                <a:lnTo>
                  <a:pt x="504" y="6981"/>
                </a:lnTo>
                <a:lnTo>
                  <a:pt x="512" y="9716"/>
                </a:lnTo>
                <a:lnTo>
                  <a:pt x="14302" y="9763"/>
                </a:lnTo>
                <a:lnTo>
                  <a:pt x="15626" y="8297"/>
                </a:lnTo>
                <a:lnTo>
                  <a:pt x="15595" y="7856"/>
                </a:lnTo>
                <a:lnTo>
                  <a:pt x="15626" y="7415"/>
                </a:lnTo>
                <a:lnTo>
                  <a:pt x="15689" y="6989"/>
                </a:lnTo>
                <a:lnTo>
                  <a:pt x="14208" y="5571"/>
                </a:lnTo>
                <a:lnTo>
                  <a:pt x="12860" y="4775"/>
                </a:lnTo>
                <a:lnTo>
                  <a:pt x="10488" y="4121"/>
                </a:lnTo>
                <a:lnTo>
                  <a:pt x="9905" y="212"/>
                </a:lnTo>
                <a:lnTo>
                  <a:pt x="8219" y="0"/>
                </a:lnTo>
                <a:close/>
              </a:path>
            </a:pathLst>
          </a:custGeom>
          <a:solidFill>
            <a:srgbClr val="A49B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bg object 110"/>
          <p:cNvSpPr/>
          <p:nvPr/>
        </p:nvSpPr>
        <p:spPr>
          <a:xfrm>
            <a:off x="2168776" y="3499192"/>
            <a:ext cx="20955" cy="4445"/>
          </a:xfrm>
          <a:custGeom>
            <a:avLst/>
            <a:gdLst/>
            <a:ahLst/>
            <a:cxnLst/>
            <a:rect l="l" t="t" r="r" b="b"/>
            <a:pathLst>
              <a:path w="20955" h="4445">
                <a:moveTo>
                  <a:pt x="9598" y="0"/>
                </a:moveTo>
                <a:lnTo>
                  <a:pt x="0" y="1363"/>
                </a:lnTo>
                <a:lnTo>
                  <a:pt x="1394" y="4184"/>
                </a:lnTo>
                <a:lnTo>
                  <a:pt x="19212" y="4176"/>
                </a:lnTo>
                <a:lnTo>
                  <a:pt x="20638" y="2702"/>
                </a:lnTo>
                <a:lnTo>
                  <a:pt x="20402" y="78"/>
                </a:lnTo>
                <a:lnTo>
                  <a:pt x="9598" y="0"/>
                </a:lnTo>
                <a:close/>
              </a:path>
            </a:pathLst>
          </a:custGeom>
          <a:solidFill>
            <a:srgbClr val="9D95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bg object 111"/>
          <p:cNvSpPr/>
          <p:nvPr/>
        </p:nvSpPr>
        <p:spPr>
          <a:xfrm>
            <a:off x="2023054" y="3934059"/>
            <a:ext cx="5715" cy="20955"/>
          </a:xfrm>
          <a:custGeom>
            <a:avLst/>
            <a:gdLst/>
            <a:ahLst/>
            <a:cxnLst/>
            <a:rect l="l" t="t" r="r" b="b"/>
            <a:pathLst>
              <a:path w="5714" h="20954">
                <a:moveTo>
                  <a:pt x="1843" y="0"/>
                </a:moveTo>
                <a:lnTo>
                  <a:pt x="0" y="20717"/>
                </a:lnTo>
                <a:lnTo>
                  <a:pt x="504" y="20599"/>
                </a:lnTo>
                <a:lnTo>
                  <a:pt x="4357" y="20654"/>
                </a:lnTo>
                <a:lnTo>
                  <a:pt x="4389" y="16540"/>
                </a:lnTo>
                <a:lnTo>
                  <a:pt x="5705" y="9700"/>
                </a:lnTo>
                <a:lnTo>
                  <a:pt x="5264" y="8108"/>
                </a:lnTo>
                <a:lnTo>
                  <a:pt x="4956" y="6461"/>
                </a:lnTo>
                <a:lnTo>
                  <a:pt x="3656" y="3230"/>
                </a:lnTo>
                <a:lnTo>
                  <a:pt x="2687" y="1639"/>
                </a:lnTo>
                <a:lnTo>
                  <a:pt x="1843" y="0"/>
                </a:lnTo>
                <a:close/>
              </a:path>
            </a:pathLst>
          </a:custGeom>
          <a:solidFill>
            <a:srgbClr val="9B92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bg object 112"/>
          <p:cNvSpPr/>
          <p:nvPr/>
        </p:nvSpPr>
        <p:spPr>
          <a:xfrm>
            <a:off x="2022093" y="4229852"/>
            <a:ext cx="13970" cy="12700"/>
          </a:xfrm>
          <a:custGeom>
            <a:avLst/>
            <a:gdLst/>
            <a:ahLst/>
            <a:cxnLst/>
            <a:rect l="l" t="t" r="r" b="b"/>
            <a:pathLst>
              <a:path w="13969" h="12700">
                <a:moveTo>
                  <a:pt x="4948" y="0"/>
                </a:moveTo>
                <a:lnTo>
                  <a:pt x="2411" y="5658"/>
                </a:lnTo>
                <a:lnTo>
                  <a:pt x="898" y="5468"/>
                </a:lnTo>
                <a:lnTo>
                  <a:pt x="0" y="5563"/>
                </a:lnTo>
                <a:lnTo>
                  <a:pt x="1150" y="12498"/>
                </a:lnTo>
                <a:lnTo>
                  <a:pt x="2033" y="11978"/>
                </a:lnTo>
                <a:lnTo>
                  <a:pt x="3656" y="11473"/>
                </a:lnTo>
                <a:lnTo>
                  <a:pt x="3727" y="7155"/>
                </a:lnTo>
                <a:lnTo>
                  <a:pt x="6020" y="6761"/>
                </a:lnTo>
                <a:lnTo>
                  <a:pt x="10488" y="7060"/>
                </a:lnTo>
                <a:lnTo>
                  <a:pt x="12033" y="6974"/>
                </a:lnTo>
                <a:lnTo>
                  <a:pt x="13562" y="6974"/>
                </a:lnTo>
                <a:lnTo>
                  <a:pt x="13562" y="1473"/>
                </a:lnTo>
                <a:lnTo>
                  <a:pt x="9574" y="1710"/>
                </a:lnTo>
                <a:lnTo>
                  <a:pt x="4948" y="0"/>
                </a:lnTo>
                <a:close/>
              </a:path>
            </a:pathLst>
          </a:custGeom>
          <a:solidFill>
            <a:srgbClr val="AEA8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bg object 113"/>
          <p:cNvSpPr/>
          <p:nvPr/>
        </p:nvSpPr>
        <p:spPr>
          <a:xfrm>
            <a:off x="2282315" y="3874916"/>
            <a:ext cx="6350" cy="18415"/>
          </a:xfrm>
          <a:custGeom>
            <a:avLst/>
            <a:gdLst/>
            <a:ahLst/>
            <a:cxnLst/>
            <a:rect l="l" t="t" r="r" b="b"/>
            <a:pathLst>
              <a:path w="6350" h="18414">
                <a:moveTo>
                  <a:pt x="394" y="0"/>
                </a:moveTo>
                <a:lnTo>
                  <a:pt x="386" y="13743"/>
                </a:lnTo>
                <a:lnTo>
                  <a:pt x="0" y="16871"/>
                </a:lnTo>
                <a:lnTo>
                  <a:pt x="1347" y="18274"/>
                </a:lnTo>
                <a:lnTo>
                  <a:pt x="4491" y="17880"/>
                </a:lnTo>
                <a:lnTo>
                  <a:pt x="6012" y="12261"/>
                </a:lnTo>
                <a:lnTo>
                  <a:pt x="4310" y="1386"/>
                </a:lnTo>
                <a:lnTo>
                  <a:pt x="394" y="0"/>
                </a:lnTo>
                <a:close/>
              </a:path>
            </a:pathLst>
          </a:custGeom>
          <a:solidFill>
            <a:srgbClr val="8176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bg object 114"/>
          <p:cNvSpPr/>
          <p:nvPr/>
        </p:nvSpPr>
        <p:spPr>
          <a:xfrm>
            <a:off x="2012392" y="4123980"/>
            <a:ext cx="11430" cy="13970"/>
          </a:xfrm>
          <a:custGeom>
            <a:avLst/>
            <a:gdLst/>
            <a:ahLst/>
            <a:cxnLst/>
            <a:rect l="l" t="t" r="r" b="b"/>
            <a:pathLst>
              <a:path w="11430" h="13970">
                <a:moveTo>
                  <a:pt x="6792" y="0"/>
                </a:moveTo>
                <a:lnTo>
                  <a:pt x="2750" y="39"/>
                </a:lnTo>
                <a:lnTo>
                  <a:pt x="2726" y="2710"/>
                </a:lnTo>
                <a:lnTo>
                  <a:pt x="2955" y="5429"/>
                </a:lnTo>
                <a:lnTo>
                  <a:pt x="2395" y="9141"/>
                </a:lnTo>
                <a:lnTo>
                  <a:pt x="890" y="10031"/>
                </a:lnTo>
                <a:lnTo>
                  <a:pt x="0" y="11016"/>
                </a:lnTo>
                <a:lnTo>
                  <a:pt x="165" y="13688"/>
                </a:lnTo>
                <a:lnTo>
                  <a:pt x="6792" y="13743"/>
                </a:lnTo>
                <a:lnTo>
                  <a:pt x="6398" y="10599"/>
                </a:lnTo>
                <a:lnTo>
                  <a:pt x="7777" y="9235"/>
                </a:lnTo>
                <a:lnTo>
                  <a:pt x="10906" y="9653"/>
                </a:lnTo>
                <a:lnTo>
                  <a:pt x="10914" y="5531"/>
                </a:lnTo>
                <a:lnTo>
                  <a:pt x="6359" y="6067"/>
                </a:lnTo>
                <a:lnTo>
                  <a:pt x="6706" y="2931"/>
                </a:lnTo>
                <a:lnTo>
                  <a:pt x="6792" y="0"/>
                </a:lnTo>
                <a:close/>
              </a:path>
            </a:pathLst>
          </a:custGeom>
          <a:solidFill>
            <a:srgbClr val="756E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bg object 115"/>
          <p:cNvSpPr/>
          <p:nvPr/>
        </p:nvSpPr>
        <p:spPr>
          <a:xfrm>
            <a:off x="2289560" y="3928574"/>
            <a:ext cx="6985" cy="13970"/>
          </a:xfrm>
          <a:custGeom>
            <a:avLst/>
            <a:gdLst/>
            <a:ahLst/>
            <a:cxnLst/>
            <a:rect l="l" t="t" r="r" b="b"/>
            <a:pathLst>
              <a:path w="6985" h="13970">
                <a:moveTo>
                  <a:pt x="1379" y="0"/>
                </a:moveTo>
                <a:lnTo>
                  <a:pt x="0" y="13759"/>
                </a:lnTo>
                <a:lnTo>
                  <a:pt x="6966" y="12340"/>
                </a:lnTo>
                <a:lnTo>
                  <a:pt x="6761" y="2773"/>
                </a:lnTo>
                <a:lnTo>
                  <a:pt x="5303" y="1394"/>
                </a:lnTo>
                <a:lnTo>
                  <a:pt x="1379" y="0"/>
                </a:lnTo>
                <a:close/>
              </a:path>
            </a:pathLst>
          </a:custGeom>
          <a:solidFill>
            <a:srgbClr val="8D7E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bg object 116"/>
          <p:cNvSpPr/>
          <p:nvPr/>
        </p:nvSpPr>
        <p:spPr>
          <a:xfrm>
            <a:off x="2009247" y="4140486"/>
            <a:ext cx="8255" cy="15240"/>
          </a:xfrm>
          <a:custGeom>
            <a:avLst/>
            <a:gdLst/>
            <a:ahLst/>
            <a:cxnLst/>
            <a:rect l="l" t="t" r="r" b="b"/>
            <a:pathLst>
              <a:path w="8255" h="15239">
                <a:moveTo>
                  <a:pt x="3128" y="0"/>
                </a:moveTo>
                <a:lnTo>
                  <a:pt x="2198" y="1859"/>
                </a:lnTo>
                <a:lnTo>
                  <a:pt x="732" y="3648"/>
                </a:lnTo>
                <a:lnTo>
                  <a:pt x="0" y="8723"/>
                </a:lnTo>
                <a:lnTo>
                  <a:pt x="338" y="11954"/>
                </a:lnTo>
                <a:lnTo>
                  <a:pt x="346" y="15138"/>
                </a:lnTo>
                <a:lnTo>
                  <a:pt x="5705" y="15177"/>
                </a:lnTo>
                <a:lnTo>
                  <a:pt x="6004" y="10961"/>
                </a:lnTo>
                <a:lnTo>
                  <a:pt x="4870" y="7352"/>
                </a:lnTo>
                <a:lnTo>
                  <a:pt x="7959" y="2632"/>
                </a:lnTo>
                <a:lnTo>
                  <a:pt x="3128" y="0"/>
                </a:lnTo>
                <a:close/>
              </a:path>
            </a:pathLst>
          </a:custGeom>
          <a:solidFill>
            <a:srgbClr val="E9E6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bg object 117"/>
          <p:cNvSpPr/>
          <p:nvPr/>
        </p:nvSpPr>
        <p:spPr>
          <a:xfrm>
            <a:off x="2253921" y="3757886"/>
            <a:ext cx="8890" cy="15240"/>
          </a:xfrm>
          <a:custGeom>
            <a:avLst/>
            <a:gdLst/>
            <a:ahLst/>
            <a:cxnLst/>
            <a:rect l="l" t="t" r="r" b="b"/>
            <a:pathLst>
              <a:path w="8889" h="15239">
                <a:moveTo>
                  <a:pt x="5468" y="0"/>
                </a:moveTo>
                <a:lnTo>
                  <a:pt x="4145" y="1473"/>
                </a:lnTo>
                <a:lnTo>
                  <a:pt x="4050" y="5547"/>
                </a:lnTo>
                <a:lnTo>
                  <a:pt x="0" y="13822"/>
                </a:lnTo>
                <a:lnTo>
                  <a:pt x="8100" y="15209"/>
                </a:lnTo>
                <a:lnTo>
                  <a:pt x="8353" y="9582"/>
                </a:lnTo>
                <a:lnTo>
                  <a:pt x="8408" y="5453"/>
                </a:lnTo>
                <a:lnTo>
                  <a:pt x="5468" y="0"/>
                </a:lnTo>
                <a:close/>
              </a:path>
            </a:pathLst>
          </a:custGeom>
          <a:solidFill>
            <a:srgbClr val="776B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bg object 118"/>
          <p:cNvSpPr/>
          <p:nvPr/>
        </p:nvSpPr>
        <p:spPr>
          <a:xfrm>
            <a:off x="2070139" y="3672494"/>
            <a:ext cx="6985" cy="17145"/>
          </a:xfrm>
          <a:custGeom>
            <a:avLst/>
            <a:gdLst/>
            <a:ahLst/>
            <a:cxnLst/>
            <a:rect l="l" t="t" r="r" b="b"/>
            <a:pathLst>
              <a:path w="6985" h="17145">
                <a:moveTo>
                  <a:pt x="5201" y="0"/>
                </a:moveTo>
                <a:lnTo>
                  <a:pt x="4822" y="102"/>
                </a:lnTo>
                <a:lnTo>
                  <a:pt x="4436" y="149"/>
                </a:lnTo>
                <a:lnTo>
                  <a:pt x="4042" y="149"/>
                </a:lnTo>
                <a:lnTo>
                  <a:pt x="0" y="12403"/>
                </a:lnTo>
                <a:lnTo>
                  <a:pt x="2702" y="16595"/>
                </a:lnTo>
                <a:lnTo>
                  <a:pt x="6706" y="16619"/>
                </a:lnTo>
                <a:lnTo>
                  <a:pt x="6721" y="11095"/>
                </a:lnTo>
                <a:lnTo>
                  <a:pt x="5201" y="0"/>
                </a:lnTo>
                <a:close/>
              </a:path>
            </a:pathLst>
          </a:custGeom>
          <a:solidFill>
            <a:srgbClr val="796A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" name="bg object 119"/>
          <p:cNvSpPr/>
          <p:nvPr/>
        </p:nvSpPr>
        <p:spPr>
          <a:xfrm>
            <a:off x="2108580" y="3528055"/>
            <a:ext cx="6985" cy="13970"/>
          </a:xfrm>
          <a:custGeom>
            <a:avLst/>
            <a:gdLst/>
            <a:ahLst/>
            <a:cxnLst/>
            <a:rect l="l" t="t" r="r" b="b"/>
            <a:pathLst>
              <a:path w="6985" h="13970">
                <a:moveTo>
                  <a:pt x="6587" y="0"/>
                </a:moveTo>
                <a:lnTo>
                  <a:pt x="2750" y="157"/>
                </a:lnTo>
                <a:lnTo>
                  <a:pt x="1954" y="3924"/>
                </a:lnTo>
                <a:lnTo>
                  <a:pt x="0" y="13814"/>
                </a:lnTo>
                <a:lnTo>
                  <a:pt x="6658" y="13845"/>
                </a:lnTo>
                <a:lnTo>
                  <a:pt x="6721" y="5547"/>
                </a:lnTo>
                <a:close/>
              </a:path>
            </a:pathLst>
          </a:custGeom>
          <a:solidFill>
            <a:srgbClr val="9B8E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" name="bg object 120"/>
          <p:cNvSpPr/>
          <p:nvPr/>
        </p:nvSpPr>
        <p:spPr>
          <a:xfrm>
            <a:off x="2161924" y="3445533"/>
            <a:ext cx="11430" cy="12700"/>
          </a:xfrm>
          <a:custGeom>
            <a:avLst/>
            <a:gdLst/>
            <a:ahLst/>
            <a:cxnLst/>
            <a:rect l="l" t="t" r="r" b="b"/>
            <a:pathLst>
              <a:path w="11430" h="12700">
                <a:moveTo>
                  <a:pt x="9472" y="0"/>
                </a:moveTo>
                <a:lnTo>
                  <a:pt x="31" y="7"/>
                </a:lnTo>
                <a:lnTo>
                  <a:pt x="0" y="8282"/>
                </a:lnTo>
                <a:lnTo>
                  <a:pt x="31" y="12372"/>
                </a:lnTo>
                <a:lnTo>
                  <a:pt x="1339" y="11836"/>
                </a:lnTo>
                <a:lnTo>
                  <a:pt x="3821" y="11095"/>
                </a:lnTo>
                <a:lnTo>
                  <a:pt x="2805" y="4925"/>
                </a:lnTo>
                <a:lnTo>
                  <a:pt x="7060" y="4011"/>
                </a:lnTo>
                <a:lnTo>
                  <a:pt x="11000" y="2765"/>
                </a:lnTo>
                <a:lnTo>
                  <a:pt x="10969" y="1859"/>
                </a:lnTo>
                <a:lnTo>
                  <a:pt x="10914" y="1402"/>
                </a:lnTo>
                <a:lnTo>
                  <a:pt x="9472" y="0"/>
                </a:lnTo>
                <a:close/>
              </a:path>
            </a:pathLst>
          </a:custGeom>
          <a:solidFill>
            <a:srgbClr val="A39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" name="bg object 121"/>
          <p:cNvSpPr/>
          <p:nvPr/>
        </p:nvSpPr>
        <p:spPr>
          <a:xfrm>
            <a:off x="2012383" y="4022185"/>
            <a:ext cx="4445" cy="18415"/>
          </a:xfrm>
          <a:custGeom>
            <a:avLst/>
            <a:gdLst/>
            <a:ahLst/>
            <a:cxnLst/>
            <a:rect l="l" t="t" r="r" b="b"/>
            <a:pathLst>
              <a:path w="4444" h="18414">
                <a:moveTo>
                  <a:pt x="0" y="0"/>
                </a:moveTo>
                <a:lnTo>
                  <a:pt x="31" y="17872"/>
                </a:lnTo>
                <a:lnTo>
                  <a:pt x="3940" y="17896"/>
                </a:lnTo>
                <a:lnTo>
                  <a:pt x="4231" y="13695"/>
                </a:lnTo>
                <a:lnTo>
                  <a:pt x="4239" y="8179"/>
                </a:lnTo>
                <a:lnTo>
                  <a:pt x="4200" y="23"/>
                </a:lnTo>
                <a:lnTo>
                  <a:pt x="0" y="0"/>
                </a:lnTo>
                <a:close/>
              </a:path>
            </a:pathLst>
          </a:custGeom>
          <a:solidFill>
            <a:srgbClr val="D5CF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" name="bg object 122"/>
          <p:cNvSpPr/>
          <p:nvPr/>
        </p:nvSpPr>
        <p:spPr>
          <a:xfrm>
            <a:off x="2082540" y="3635456"/>
            <a:ext cx="9525" cy="8890"/>
          </a:xfrm>
          <a:custGeom>
            <a:avLst/>
            <a:gdLst/>
            <a:ahLst/>
            <a:cxnLst/>
            <a:rect l="l" t="t" r="r" b="b"/>
            <a:pathLst>
              <a:path w="9525" h="8889">
                <a:moveTo>
                  <a:pt x="9385" y="0"/>
                </a:moveTo>
                <a:lnTo>
                  <a:pt x="3908" y="0"/>
                </a:lnTo>
                <a:lnTo>
                  <a:pt x="0" y="70"/>
                </a:lnTo>
                <a:lnTo>
                  <a:pt x="977" y="6761"/>
                </a:lnTo>
                <a:lnTo>
                  <a:pt x="3853" y="8297"/>
                </a:lnTo>
                <a:lnTo>
                  <a:pt x="9369" y="8282"/>
                </a:lnTo>
                <a:lnTo>
                  <a:pt x="9416" y="55"/>
                </a:lnTo>
                <a:close/>
              </a:path>
            </a:pathLst>
          </a:custGeom>
          <a:solidFill>
            <a:srgbClr val="9384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" name="bg object 123"/>
          <p:cNvSpPr/>
          <p:nvPr/>
        </p:nvSpPr>
        <p:spPr>
          <a:xfrm>
            <a:off x="2249784" y="3742766"/>
            <a:ext cx="8890" cy="12700"/>
          </a:xfrm>
          <a:custGeom>
            <a:avLst/>
            <a:gdLst/>
            <a:ahLst/>
            <a:cxnLst/>
            <a:rect l="l" t="t" r="r" b="b"/>
            <a:pathLst>
              <a:path w="8889" h="12700">
                <a:moveTo>
                  <a:pt x="5626" y="0"/>
                </a:moveTo>
                <a:lnTo>
                  <a:pt x="1355" y="47"/>
                </a:lnTo>
                <a:lnTo>
                  <a:pt x="0" y="2773"/>
                </a:lnTo>
                <a:lnTo>
                  <a:pt x="0" y="6903"/>
                </a:lnTo>
                <a:lnTo>
                  <a:pt x="2198" y="6824"/>
                </a:lnTo>
                <a:lnTo>
                  <a:pt x="3884" y="7045"/>
                </a:lnTo>
                <a:lnTo>
                  <a:pt x="4468" y="10945"/>
                </a:lnTo>
                <a:lnTo>
                  <a:pt x="6840" y="11599"/>
                </a:lnTo>
                <a:lnTo>
                  <a:pt x="8187" y="12403"/>
                </a:lnTo>
                <a:lnTo>
                  <a:pt x="8416" y="2687"/>
                </a:lnTo>
                <a:lnTo>
                  <a:pt x="5626" y="0"/>
                </a:lnTo>
                <a:close/>
              </a:path>
            </a:pathLst>
          </a:custGeom>
          <a:solidFill>
            <a:srgbClr val="9F92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" name="bg object 124"/>
          <p:cNvSpPr/>
          <p:nvPr/>
        </p:nvSpPr>
        <p:spPr>
          <a:xfrm>
            <a:off x="2312969" y="4107446"/>
            <a:ext cx="5715" cy="13970"/>
          </a:xfrm>
          <a:custGeom>
            <a:avLst/>
            <a:gdLst/>
            <a:ahLst/>
            <a:cxnLst/>
            <a:rect l="l" t="t" r="r" b="b"/>
            <a:pathLst>
              <a:path w="5714" h="13970">
                <a:moveTo>
                  <a:pt x="0" y="0"/>
                </a:moveTo>
                <a:lnTo>
                  <a:pt x="0" y="13782"/>
                </a:lnTo>
                <a:lnTo>
                  <a:pt x="4137" y="13798"/>
                </a:lnTo>
                <a:lnTo>
                  <a:pt x="5350" y="1402"/>
                </a:lnTo>
                <a:lnTo>
                  <a:pt x="0" y="0"/>
                </a:lnTo>
                <a:close/>
              </a:path>
            </a:pathLst>
          </a:custGeom>
          <a:solidFill>
            <a:srgbClr val="CEC8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" name="bg object 125"/>
          <p:cNvSpPr/>
          <p:nvPr/>
        </p:nvSpPr>
        <p:spPr>
          <a:xfrm>
            <a:off x="2069898" y="3693245"/>
            <a:ext cx="11430" cy="8890"/>
          </a:xfrm>
          <a:custGeom>
            <a:avLst/>
            <a:gdLst/>
            <a:ahLst/>
            <a:cxnLst/>
            <a:rect l="l" t="t" r="r" b="b"/>
            <a:pathLst>
              <a:path w="11430" h="8889">
                <a:moveTo>
                  <a:pt x="2750" y="0"/>
                </a:moveTo>
                <a:lnTo>
                  <a:pt x="0" y="1394"/>
                </a:lnTo>
                <a:lnTo>
                  <a:pt x="1245" y="5429"/>
                </a:lnTo>
                <a:lnTo>
                  <a:pt x="2805" y="5508"/>
                </a:lnTo>
                <a:lnTo>
                  <a:pt x="11056" y="8290"/>
                </a:lnTo>
                <a:lnTo>
                  <a:pt x="11032" y="15"/>
                </a:lnTo>
                <a:lnTo>
                  <a:pt x="2750" y="0"/>
                </a:lnTo>
                <a:close/>
              </a:path>
            </a:pathLst>
          </a:custGeom>
          <a:solidFill>
            <a:srgbClr val="9586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" name="bg object 126"/>
          <p:cNvSpPr/>
          <p:nvPr/>
        </p:nvSpPr>
        <p:spPr>
          <a:xfrm>
            <a:off x="2249737" y="3726235"/>
            <a:ext cx="5715" cy="17145"/>
          </a:xfrm>
          <a:custGeom>
            <a:avLst/>
            <a:gdLst/>
            <a:ahLst/>
            <a:cxnLst/>
            <a:rect l="l" t="t" r="r" b="b"/>
            <a:pathLst>
              <a:path w="5714" h="17145">
                <a:moveTo>
                  <a:pt x="1528" y="0"/>
                </a:moveTo>
                <a:lnTo>
                  <a:pt x="31" y="1426"/>
                </a:lnTo>
                <a:lnTo>
                  <a:pt x="0" y="9708"/>
                </a:lnTo>
                <a:lnTo>
                  <a:pt x="1402" y="16572"/>
                </a:lnTo>
                <a:lnTo>
                  <a:pt x="5673" y="16532"/>
                </a:lnTo>
                <a:lnTo>
                  <a:pt x="5524" y="12435"/>
                </a:lnTo>
                <a:lnTo>
                  <a:pt x="4294" y="5453"/>
                </a:lnTo>
                <a:lnTo>
                  <a:pt x="3987" y="1520"/>
                </a:lnTo>
                <a:lnTo>
                  <a:pt x="1528" y="0"/>
                </a:lnTo>
                <a:close/>
              </a:path>
            </a:pathLst>
          </a:custGeom>
          <a:solidFill>
            <a:srgbClr val="8175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" name="bg object 127"/>
          <p:cNvSpPr/>
          <p:nvPr/>
        </p:nvSpPr>
        <p:spPr>
          <a:xfrm>
            <a:off x="2045465" y="3789885"/>
            <a:ext cx="9525" cy="13970"/>
          </a:xfrm>
          <a:custGeom>
            <a:avLst/>
            <a:gdLst/>
            <a:ahLst/>
            <a:cxnLst/>
            <a:rect l="l" t="t" r="r" b="b"/>
            <a:pathLst>
              <a:path w="9525" h="13970">
                <a:moveTo>
                  <a:pt x="9416" y="0"/>
                </a:moveTo>
                <a:lnTo>
                  <a:pt x="5303" y="1300"/>
                </a:lnTo>
                <a:lnTo>
                  <a:pt x="2765" y="1095"/>
                </a:lnTo>
                <a:lnTo>
                  <a:pt x="0" y="10638"/>
                </a:lnTo>
                <a:lnTo>
                  <a:pt x="2616" y="13435"/>
                </a:lnTo>
                <a:lnTo>
                  <a:pt x="6650" y="13451"/>
                </a:lnTo>
                <a:lnTo>
                  <a:pt x="6674" y="5224"/>
                </a:lnTo>
                <a:lnTo>
                  <a:pt x="9416" y="0"/>
                </a:lnTo>
                <a:close/>
              </a:path>
            </a:pathLst>
          </a:custGeom>
          <a:solidFill>
            <a:srgbClr val="806E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" name="bg object 128"/>
          <p:cNvSpPr/>
          <p:nvPr/>
        </p:nvSpPr>
        <p:spPr>
          <a:xfrm>
            <a:off x="2274430" y="3833531"/>
            <a:ext cx="5715" cy="17145"/>
          </a:xfrm>
          <a:custGeom>
            <a:avLst/>
            <a:gdLst/>
            <a:ahLst/>
            <a:cxnLst/>
            <a:rect l="l" t="t" r="r" b="b"/>
            <a:pathLst>
              <a:path w="5714" h="17145">
                <a:moveTo>
                  <a:pt x="1442" y="0"/>
                </a:moveTo>
                <a:lnTo>
                  <a:pt x="78" y="1473"/>
                </a:lnTo>
                <a:lnTo>
                  <a:pt x="0" y="15232"/>
                </a:lnTo>
                <a:lnTo>
                  <a:pt x="4137" y="16651"/>
                </a:lnTo>
                <a:lnTo>
                  <a:pt x="5295" y="16548"/>
                </a:lnTo>
                <a:lnTo>
                  <a:pt x="5405" y="12482"/>
                </a:lnTo>
                <a:lnTo>
                  <a:pt x="4381" y="5539"/>
                </a:lnTo>
                <a:lnTo>
                  <a:pt x="4003" y="1536"/>
                </a:lnTo>
                <a:lnTo>
                  <a:pt x="1442" y="0"/>
                </a:lnTo>
                <a:close/>
              </a:path>
            </a:pathLst>
          </a:custGeom>
          <a:solidFill>
            <a:srgbClr val="6F65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" name="bg object 129"/>
          <p:cNvSpPr/>
          <p:nvPr/>
        </p:nvSpPr>
        <p:spPr>
          <a:xfrm>
            <a:off x="2301155" y="4236776"/>
            <a:ext cx="10795" cy="10160"/>
          </a:xfrm>
          <a:custGeom>
            <a:avLst/>
            <a:gdLst/>
            <a:ahLst/>
            <a:cxnLst/>
            <a:rect l="l" t="t" r="r" b="b"/>
            <a:pathLst>
              <a:path w="10794" h="10160">
                <a:moveTo>
                  <a:pt x="10543" y="0"/>
                </a:moveTo>
                <a:lnTo>
                  <a:pt x="10157" y="118"/>
                </a:lnTo>
                <a:lnTo>
                  <a:pt x="7911" y="110"/>
                </a:lnTo>
                <a:lnTo>
                  <a:pt x="5658" y="47"/>
                </a:lnTo>
                <a:lnTo>
                  <a:pt x="835" y="181"/>
                </a:lnTo>
                <a:lnTo>
                  <a:pt x="0" y="3026"/>
                </a:lnTo>
                <a:lnTo>
                  <a:pt x="3932" y="5413"/>
                </a:lnTo>
                <a:lnTo>
                  <a:pt x="4491" y="10071"/>
                </a:lnTo>
                <a:lnTo>
                  <a:pt x="8810" y="9661"/>
                </a:lnTo>
                <a:lnTo>
                  <a:pt x="9212" y="5587"/>
                </a:lnTo>
                <a:lnTo>
                  <a:pt x="10543" y="0"/>
                </a:lnTo>
                <a:close/>
              </a:path>
            </a:pathLst>
          </a:custGeom>
          <a:solidFill>
            <a:srgbClr val="9184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" name="bg object 130"/>
          <p:cNvSpPr/>
          <p:nvPr/>
        </p:nvSpPr>
        <p:spPr>
          <a:xfrm>
            <a:off x="2108267" y="4421210"/>
            <a:ext cx="12700" cy="10160"/>
          </a:xfrm>
          <a:custGeom>
            <a:avLst/>
            <a:gdLst/>
            <a:ahLst/>
            <a:cxnLst/>
            <a:rect l="l" t="t" r="r" b="b"/>
            <a:pathLst>
              <a:path w="12700" h="10160">
                <a:moveTo>
                  <a:pt x="2892" y="0"/>
                </a:moveTo>
                <a:lnTo>
                  <a:pt x="2553" y="2182"/>
                </a:lnTo>
                <a:lnTo>
                  <a:pt x="4018" y="5303"/>
                </a:lnTo>
                <a:lnTo>
                  <a:pt x="0" y="5571"/>
                </a:lnTo>
                <a:lnTo>
                  <a:pt x="4137" y="9684"/>
                </a:lnTo>
                <a:lnTo>
                  <a:pt x="12466" y="8290"/>
                </a:lnTo>
                <a:lnTo>
                  <a:pt x="12569" y="6083"/>
                </a:lnTo>
                <a:lnTo>
                  <a:pt x="12395" y="4381"/>
                </a:lnTo>
                <a:lnTo>
                  <a:pt x="8471" y="3766"/>
                </a:lnTo>
                <a:lnTo>
                  <a:pt x="7817" y="1410"/>
                </a:lnTo>
                <a:lnTo>
                  <a:pt x="7013" y="55"/>
                </a:lnTo>
                <a:lnTo>
                  <a:pt x="2892" y="0"/>
                </a:lnTo>
                <a:close/>
              </a:path>
            </a:pathLst>
          </a:custGeom>
          <a:solidFill>
            <a:srgbClr val="8B83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" name="bg object 131"/>
          <p:cNvSpPr/>
          <p:nvPr/>
        </p:nvSpPr>
        <p:spPr>
          <a:xfrm>
            <a:off x="2034145" y="4284991"/>
            <a:ext cx="6350" cy="15240"/>
          </a:xfrm>
          <a:custGeom>
            <a:avLst/>
            <a:gdLst/>
            <a:ahLst/>
            <a:cxnLst/>
            <a:rect l="l" t="t" r="r" b="b"/>
            <a:pathLst>
              <a:path w="6350" h="15239">
                <a:moveTo>
                  <a:pt x="4271" y="0"/>
                </a:moveTo>
                <a:lnTo>
                  <a:pt x="110" y="15"/>
                </a:lnTo>
                <a:lnTo>
                  <a:pt x="0" y="9661"/>
                </a:lnTo>
                <a:lnTo>
                  <a:pt x="1473" y="15209"/>
                </a:lnTo>
                <a:lnTo>
                  <a:pt x="4751" y="15153"/>
                </a:lnTo>
                <a:lnTo>
                  <a:pt x="5524" y="15098"/>
                </a:lnTo>
                <a:lnTo>
                  <a:pt x="5752" y="11048"/>
                </a:lnTo>
                <a:lnTo>
                  <a:pt x="4271" y="0"/>
                </a:lnTo>
                <a:close/>
              </a:path>
            </a:pathLst>
          </a:custGeom>
          <a:solidFill>
            <a:srgbClr val="B2A9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" name="bg object 132"/>
          <p:cNvSpPr/>
          <p:nvPr/>
        </p:nvSpPr>
        <p:spPr>
          <a:xfrm>
            <a:off x="2174285" y="3463433"/>
            <a:ext cx="6985" cy="12700"/>
          </a:xfrm>
          <a:custGeom>
            <a:avLst/>
            <a:gdLst/>
            <a:ahLst/>
            <a:cxnLst/>
            <a:rect l="l" t="t" r="r" b="b"/>
            <a:pathLst>
              <a:path w="6985" h="12700">
                <a:moveTo>
                  <a:pt x="1394" y="0"/>
                </a:moveTo>
                <a:lnTo>
                  <a:pt x="0" y="12395"/>
                </a:lnTo>
                <a:lnTo>
                  <a:pt x="5445" y="12419"/>
                </a:lnTo>
                <a:lnTo>
                  <a:pt x="6918" y="6840"/>
                </a:lnTo>
                <a:lnTo>
                  <a:pt x="5413" y="23"/>
                </a:lnTo>
                <a:lnTo>
                  <a:pt x="1394" y="0"/>
                </a:lnTo>
                <a:close/>
              </a:path>
            </a:pathLst>
          </a:custGeom>
          <a:solidFill>
            <a:srgbClr val="B8AC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" name="bg object 133"/>
          <p:cNvSpPr/>
          <p:nvPr/>
        </p:nvSpPr>
        <p:spPr>
          <a:xfrm>
            <a:off x="2190766" y="3534994"/>
            <a:ext cx="11430" cy="8890"/>
          </a:xfrm>
          <a:custGeom>
            <a:avLst/>
            <a:gdLst/>
            <a:ahLst/>
            <a:cxnLst/>
            <a:rect l="l" t="t" r="r" b="b"/>
            <a:pathLst>
              <a:path w="11430" h="8889">
                <a:moveTo>
                  <a:pt x="9503" y="0"/>
                </a:moveTo>
                <a:lnTo>
                  <a:pt x="1347" y="0"/>
                </a:lnTo>
                <a:lnTo>
                  <a:pt x="0" y="4145"/>
                </a:lnTo>
                <a:lnTo>
                  <a:pt x="2923" y="4034"/>
                </a:lnTo>
                <a:lnTo>
                  <a:pt x="6036" y="3680"/>
                </a:lnTo>
                <a:lnTo>
                  <a:pt x="5461" y="8258"/>
                </a:lnTo>
                <a:lnTo>
                  <a:pt x="11063" y="6816"/>
                </a:lnTo>
                <a:lnTo>
                  <a:pt x="9503" y="0"/>
                </a:lnTo>
                <a:close/>
              </a:path>
            </a:pathLst>
          </a:custGeom>
          <a:solidFill>
            <a:srgbClr val="BEB3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" name="bg object 134"/>
          <p:cNvSpPr/>
          <p:nvPr/>
        </p:nvSpPr>
        <p:spPr>
          <a:xfrm>
            <a:off x="2208577" y="3569346"/>
            <a:ext cx="5715" cy="15240"/>
          </a:xfrm>
          <a:custGeom>
            <a:avLst/>
            <a:gdLst/>
            <a:ahLst/>
            <a:cxnLst/>
            <a:rect l="l" t="t" r="r" b="b"/>
            <a:pathLst>
              <a:path w="5714" h="15239">
                <a:moveTo>
                  <a:pt x="1505" y="0"/>
                </a:moveTo>
                <a:lnTo>
                  <a:pt x="7" y="9700"/>
                </a:lnTo>
                <a:lnTo>
                  <a:pt x="0" y="15177"/>
                </a:lnTo>
                <a:lnTo>
                  <a:pt x="5571" y="13727"/>
                </a:lnTo>
                <a:lnTo>
                  <a:pt x="5508" y="13301"/>
                </a:lnTo>
                <a:lnTo>
                  <a:pt x="5429" y="12450"/>
                </a:lnTo>
                <a:lnTo>
                  <a:pt x="4318" y="5484"/>
                </a:lnTo>
                <a:lnTo>
                  <a:pt x="1505" y="0"/>
                </a:lnTo>
                <a:close/>
              </a:path>
            </a:pathLst>
          </a:custGeom>
          <a:solidFill>
            <a:srgbClr val="928A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" name="bg object 135"/>
          <p:cNvSpPr/>
          <p:nvPr/>
        </p:nvSpPr>
        <p:spPr>
          <a:xfrm>
            <a:off x="2025861" y="4248978"/>
            <a:ext cx="5080" cy="15875"/>
          </a:xfrm>
          <a:custGeom>
            <a:avLst/>
            <a:gdLst/>
            <a:ahLst/>
            <a:cxnLst/>
            <a:rect l="l" t="t" r="r" b="b"/>
            <a:pathLst>
              <a:path w="5080" h="15875">
                <a:moveTo>
                  <a:pt x="3026" y="0"/>
                </a:moveTo>
                <a:lnTo>
                  <a:pt x="315" y="283"/>
                </a:lnTo>
                <a:lnTo>
                  <a:pt x="94" y="4397"/>
                </a:lnTo>
                <a:lnTo>
                  <a:pt x="0" y="9889"/>
                </a:lnTo>
                <a:lnTo>
                  <a:pt x="1434" y="15413"/>
                </a:lnTo>
                <a:lnTo>
                  <a:pt x="4326" y="13963"/>
                </a:lnTo>
                <a:lnTo>
                  <a:pt x="4318" y="10630"/>
                </a:lnTo>
                <a:lnTo>
                  <a:pt x="4168" y="7289"/>
                </a:lnTo>
                <a:lnTo>
                  <a:pt x="4483" y="914"/>
                </a:lnTo>
                <a:lnTo>
                  <a:pt x="3026" y="0"/>
                </a:lnTo>
                <a:close/>
              </a:path>
            </a:pathLst>
          </a:custGeom>
          <a:solidFill>
            <a:srgbClr val="A7A1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" name="bg object 136"/>
          <p:cNvSpPr/>
          <p:nvPr/>
        </p:nvSpPr>
        <p:spPr>
          <a:xfrm>
            <a:off x="2249650" y="4396253"/>
            <a:ext cx="10795" cy="11430"/>
          </a:xfrm>
          <a:custGeom>
            <a:avLst/>
            <a:gdLst/>
            <a:ahLst/>
            <a:cxnLst/>
            <a:rect l="l" t="t" r="r" b="b"/>
            <a:pathLst>
              <a:path w="10794" h="11429">
                <a:moveTo>
                  <a:pt x="4145" y="0"/>
                </a:moveTo>
                <a:lnTo>
                  <a:pt x="1694" y="1662"/>
                </a:lnTo>
                <a:lnTo>
                  <a:pt x="0" y="9779"/>
                </a:lnTo>
                <a:lnTo>
                  <a:pt x="3798" y="11213"/>
                </a:lnTo>
                <a:lnTo>
                  <a:pt x="3735" y="6178"/>
                </a:lnTo>
                <a:lnTo>
                  <a:pt x="10386" y="5539"/>
                </a:lnTo>
                <a:lnTo>
                  <a:pt x="9724" y="2758"/>
                </a:lnTo>
                <a:lnTo>
                  <a:pt x="9637" y="55"/>
                </a:lnTo>
                <a:lnTo>
                  <a:pt x="4145" y="0"/>
                </a:lnTo>
                <a:close/>
              </a:path>
            </a:pathLst>
          </a:custGeom>
          <a:solidFill>
            <a:srgbClr val="ECEB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7" name="bg object 137"/>
          <p:cNvSpPr/>
          <p:nvPr/>
        </p:nvSpPr>
        <p:spPr>
          <a:xfrm>
            <a:off x="2062890" y="3716699"/>
            <a:ext cx="5080" cy="17145"/>
          </a:xfrm>
          <a:custGeom>
            <a:avLst/>
            <a:gdLst/>
            <a:ahLst/>
            <a:cxnLst/>
            <a:rect l="l" t="t" r="r" b="b"/>
            <a:pathLst>
              <a:path w="5080" h="17145">
                <a:moveTo>
                  <a:pt x="1812" y="0"/>
                </a:moveTo>
                <a:lnTo>
                  <a:pt x="0" y="6769"/>
                </a:lnTo>
                <a:lnTo>
                  <a:pt x="55" y="12269"/>
                </a:lnTo>
                <a:lnTo>
                  <a:pt x="181" y="16461"/>
                </a:lnTo>
                <a:lnTo>
                  <a:pt x="3317" y="16879"/>
                </a:lnTo>
                <a:lnTo>
                  <a:pt x="4712" y="15508"/>
                </a:lnTo>
                <a:lnTo>
                  <a:pt x="4349" y="12356"/>
                </a:lnTo>
                <a:lnTo>
                  <a:pt x="4334" y="2710"/>
                </a:lnTo>
                <a:lnTo>
                  <a:pt x="1812" y="0"/>
                </a:lnTo>
                <a:close/>
              </a:path>
            </a:pathLst>
          </a:custGeom>
          <a:solidFill>
            <a:srgbClr val="8378B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" name="bg object 138"/>
          <p:cNvSpPr/>
          <p:nvPr/>
        </p:nvSpPr>
        <p:spPr>
          <a:xfrm>
            <a:off x="2289736" y="4304261"/>
            <a:ext cx="8255" cy="13970"/>
          </a:xfrm>
          <a:custGeom>
            <a:avLst/>
            <a:gdLst/>
            <a:ahLst/>
            <a:cxnLst/>
            <a:rect l="l" t="t" r="r" b="b"/>
            <a:pathLst>
              <a:path w="8255" h="13970">
                <a:moveTo>
                  <a:pt x="2584" y="0"/>
                </a:moveTo>
                <a:lnTo>
                  <a:pt x="2553" y="2056"/>
                </a:lnTo>
                <a:lnTo>
                  <a:pt x="3191" y="4452"/>
                </a:lnTo>
                <a:lnTo>
                  <a:pt x="0" y="10985"/>
                </a:lnTo>
                <a:lnTo>
                  <a:pt x="2758" y="12474"/>
                </a:lnTo>
                <a:lnTo>
                  <a:pt x="6517" y="13672"/>
                </a:lnTo>
                <a:lnTo>
                  <a:pt x="8085" y="5500"/>
                </a:lnTo>
                <a:lnTo>
                  <a:pt x="6666" y="15"/>
                </a:lnTo>
                <a:lnTo>
                  <a:pt x="2584" y="0"/>
                </a:lnTo>
                <a:close/>
              </a:path>
            </a:pathLst>
          </a:custGeom>
          <a:solidFill>
            <a:srgbClr val="A59E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" name="bg object 139"/>
          <p:cNvSpPr/>
          <p:nvPr/>
        </p:nvSpPr>
        <p:spPr>
          <a:xfrm>
            <a:off x="2013729" y="4180352"/>
            <a:ext cx="4445" cy="15240"/>
          </a:xfrm>
          <a:custGeom>
            <a:avLst/>
            <a:gdLst/>
            <a:ahLst/>
            <a:cxnLst/>
            <a:rect l="l" t="t" r="r" b="b"/>
            <a:pathLst>
              <a:path w="4444" h="15239">
                <a:moveTo>
                  <a:pt x="1434" y="0"/>
                </a:moveTo>
                <a:lnTo>
                  <a:pt x="0" y="15153"/>
                </a:lnTo>
                <a:lnTo>
                  <a:pt x="4058" y="15209"/>
                </a:lnTo>
                <a:lnTo>
                  <a:pt x="4129" y="11040"/>
                </a:lnTo>
                <a:lnTo>
                  <a:pt x="4018" y="1465"/>
                </a:lnTo>
                <a:lnTo>
                  <a:pt x="1434" y="0"/>
                </a:lnTo>
                <a:close/>
              </a:path>
            </a:pathLst>
          </a:custGeom>
          <a:solidFill>
            <a:srgbClr val="D7D3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" name="bg object 140"/>
          <p:cNvSpPr/>
          <p:nvPr/>
        </p:nvSpPr>
        <p:spPr>
          <a:xfrm>
            <a:off x="2192114" y="3523914"/>
            <a:ext cx="10795" cy="11430"/>
          </a:xfrm>
          <a:custGeom>
            <a:avLst/>
            <a:gdLst/>
            <a:ahLst/>
            <a:cxnLst/>
            <a:rect l="l" t="t" r="r" b="b"/>
            <a:pathLst>
              <a:path w="10794" h="11429">
                <a:moveTo>
                  <a:pt x="5563" y="0"/>
                </a:moveTo>
                <a:lnTo>
                  <a:pt x="4121" y="1457"/>
                </a:lnTo>
                <a:lnTo>
                  <a:pt x="3892" y="3656"/>
                </a:lnTo>
                <a:lnTo>
                  <a:pt x="4988" y="6296"/>
                </a:lnTo>
                <a:lnTo>
                  <a:pt x="717" y="7525"/>
                </a:lnTo>
                <a:lnTo>
                  <a:pt x="488" y="9763"/>
                </a:lnTo>
                <a:lnTo>
                  <a:pt x="0" y="11079"/>
                </a:lnTo>
                <a:lnTo>
                  <a:pt x="8156" y="11079"/>
                </a:lnTo>
                <a:lnTo>
                  <a:pt x="7604" y="7312"/>
                </a:lnTo>
                <a:lnTo>
                  <a:pt x="10181" y="2813"/>
                </a:lnTo>
                <a:lnTo>
                  <a:pt x="5563" y="0"/>
                </a:lnTo>
                <a:close/>
              </a:path>
            </a:pathLst>
          </a:custGeom>
          <a:solidFill>
            <a:srgbClr val="B9AF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" name="bg object 141"/>
          <p:cNvSpPr/>
          <p:nvPr/>
        </p:nvSpPr>
        <p:spPr>
          <a:xfrm>
            <a:off x="2042683" y="3816658"/>
            <a:ext cx="5715" cy="14604"/>
          </a:xfrm>
          <a:custGeom>
            <a:avLst/>
            <a:gdLst/>
            <a:ahLst/>
            <a:cxnLst/>
            <a:rect l="l" t="t" r="r" b="b"/>
            <a:pathLst>
              <a:path w="5714" h="14604">
                <a:moveTo>
                  <a:pt x="4657" y="0"/>
                </a:moveTo>
                <a:lnTo>
                  <a:pt x="1418" y="488"/>
                </a:lnTo>
                <a:lnTo>
                  <a:pt x="969" y="4515"/>
                </a:lnTo>
                <a:lnTo>
                  <a:pt x="1016" y="10039"/>
                </a:lnTo>
                <a:lnTo>
                  <a:pt x="0" y="14160"/>
                </a:lnTo>
                <a:lnTo>
                  <a:pt x="5287" y="14176"/>
                </a:lnTo>
                <a:lnTo>
                  <a:pt x="5350" y="4594"/>
                </a:lnTo>
                <a:lnTo>
                  <a:pt x="5634" y="1694"/>
                </a:lnTo>
                <a:lnTo>
                  <a:pt x="4657" y="0"/>
                </a:lnTo>
                <a:close/>
              </a:path>
            </a:pathLst>
          </a:custGeom>
          <a:solidFill>
            <a:srgbClr val="7568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" name="bg object 142"/>
          <p:cNvSpPr/>
          <p:nvPr/>
        </p:nvSpPr>
        <p:spPr>
          <a:xfrm>
            <a:off x="2029987" y="4271260"/>
            <a:ext cx="8890" cy="11430"/>
          </a:xfrm>
          <a:custGeom>
            <a:avLst/>
            <a:gdLst/>
            <a:ahLst/>
            <a:cxnLst/>
            <a:rect l="l" t="t" r="r" b="b"/>
            <a:pathLst>
              <a:path w="8889" h="11429">
                <a:moveTo>
                  <a:pt x="47" y="0"/>
                </a:moveTo>
                <a:lnTo>
                  <a:pt x="0" y="5516"/>
                </a:lnTo>
                <a:lnTo>
                  <a:pt x="1473" y="11016"/>
                </a:lnTo>
                <a:lnTo>
                  <a:pt x="4326" y="9842"/>
                </a:lnTo>
                <a:lnTo>
                  <a:pt x="8873" y="10811"/>
                </a:lnTo>
                <a:lnTo>
                  <a:pt x="8424" y="5476"/>
                </a:lnTo>
                <a:lnTo>
                  <a:pt x="5248" y="5886"/>
                </a:lnTo>
                <a:lnTo>
                  <a:pt x="3916" y="4444"/>
                </a:lnTo>
                <a:lnTo>
                  <a:pt x="4263" y="1323"/>
                </a:lnTo>
                <a:lnTo>
                  <a:pt x="47" y="0"/>
                </a:lnTo>
                <a:close/>
              </a:path>
            </a:pathLst>
          </a:custGeom>
          <a:solidFill>
            <a:srgbClr val="9A8F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" name="bg object 143"/>
          <p:cNvSpPr/>
          <p:nvPr/>
        </p:nvSpPr>
        <p:spPr>
          <a:xfrm>
            <a:off x="2031460" y="4276737"/>
            <a:ext cx="11430" cy="8890"/>
          </a:xfrm>
          <a:custGeom>
            <a:avLst/>
            <a:gdLst/>
            <a:ahLst/>
            <a:cxnLst/>
            <a:rect l="l" t="t" r="r" b="b"/>
            <a:pathLst>
              <a:path w="11430" h="8889">
                <a:moveTo>
                  <a:pt x="6950" y="0"/>
                </a:moveTo>
                <a:lnTo>
                  <a:pt x="7399" y="5334"/>
                </a:lnTo>
                <a:lnTo>
                  <a:pt x="2852" y="4365"/>
                </a:lnTo>
                <a:lnTo>
                  <a:pt x="0" y="5539"/>
                </a:lnTo>
                <a:lnTo>
                  <a:pt x="212" y="6777"/>
                </a:lnTo>
                <a:lnTo>
                  <a:pt x="2789" y="8266"/>
                </a:lnTo>
                <a:lnTo>
                  <a:pt x="11048" y="8242"/>
                </a:lnTo>
                <a:lnTo>
                  <a:pt x="11071" y="15"/>
                </a:lnTo>
                <a:lnTo>
                  <a:pt x="6950" y="0"/>
                </a:lnTo>
                <a:close/>
              </a:path>
            </a:pathLst>
          </a:custGeom>
          <a:solidFill>
            <a:srgbClr val="A59F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" name="bg object 144"/>
          <p:cNvSpPr/>
          <p:nvPr/>
        </p:nvSpPr>
        <p:spPr>
          <a:xfrm>
            <a:off x="2311520" y="4192767"/>
            <a:ext cx="4445" cy="13970"/>
          </a:xfrm>
          <a:custGeom>
            <a:avLst/>
            <a:gdLst/>
            <a:ahLst/>
            <a:cxnLst/>
            <a:rect l="l" t="t" r="r" b="b"/>
            <a:pathLst>
              <a:path w="4444" h="13970">
                <a:moveTo>
                  <a:pt x="39" y="0"/>
                </a:moveTo>
                <a:lnTo>
                  <a:pt x="0" y="8274"/>
                </a:lnTo>
                <a:lnTo>
                  <a:pt x="39" y="13822"/>
                </a:lnTo>
                <a:lnTo>
                  <a:pt x="3995" y="13719"/>
                </a:lnTo>
                <a:lnTo>
                  <a:pt x="3979" y="55"/>
                </a:lnTo>
                <a:lnTo>
                  <a:pt x="39" y="0"/>
                </a:lnTo>
                <a:close/>
              </a:path>
            </a:pathLst>
          </a:custGeom>
          <a:solidFill>
            <a:srgbClr val="AFA8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" name="bg object 145"/>
          <p:cNvSpPr/>
          <p:nvPr/>
        </p:nvSpPr>
        <p:spPr>
          <a:xfrm>
            <a:off x="2017899" y="3972590"/>
            <a:ext cx="4445" cy="13970"/>
          </a:xfrm>
          <a:custGeom>
            <a:avLst/>
            <a:gdLst/>
            <a:ahLst/>
            <a:cxnLst/>
            <a:rect l="l" t="t" r="r" b="b"/>
            <a:pathLst>
              <a:path w="4444" h="13970">
                <a:moveTo>
                  <a:pt x="3987" y="0"/>
                </a:moveTo>
                <a:lnTo>
                  <a:pt x="0" y="47"/>
                </a:lnTo>
                <a:lnTo>
                  <a:pt x="55" y="13853"/>
                </a:lnTo>
                <a:lnTo>
                  <a:pt x="4003" y="13751"/>
                </a:lnTo>
                <a:lnTo>
                  <a:pt x="4058" y="9669"/>
                </a:lnTo>
                <a:close/>
              </a:path>
            </a:pathLst>
          </a:custGeom>
          <a:solidFill>
            <a:srgbClr val="C6BF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6" name="bg object 146"/>
          <p:cNvSpPr/>
          <p:nvPr/>
        </p:nvSpPr>
        <p:spPr>
          <a:xfrm>
            <a:off x="2293056" y="3969208"/>
            <a:ext cx="10160" cy="9525"/>
          </a:xfrm>
          <a:custGeom>
            <a:avLst/>
            <a:gdLst/>
            <a:ahLst/>
            <a:cxnLst/>
            <a:rect l="l" t="t" r="r" b="b"/>
            <a:pathLst>
              <a:path w="10160" h="9525">
                <a:moveTo>
                  <a:pt x="1631" y="0"/>
                </a:moveTo>
                <a:lnTo>
                  <a:pt x="0" y="1970"/>
                </a:lnTo>
                <a:lnTo>
                  <a:pt x="732" y="7123"/>
                </a:lnTo>
                <a:lnTo>
                  <a:pt x="630" y="8022"/>
                </a:lnTo>
                <a:lnTo>
                  <a:pt x="630" y="8904"/>
                </a:lnTo>
                <a:lnTo>
                  <a:pt x="4743" y="8912"/>
                </a:lnTo>
                <a:lnTo>
                  <a:pt x="4200" y="4507"/>
                </a:lnTo>
                <a:lnTo>
                  <a:pt x="7092" y="4586"/>
                </a:lnTo>
                <a:lnTo>
                  <a:pt x="10086" y="4799"/>
                </a:lnTo>
                <a:lnTo>
                  <a:pt x="10047" y="677"/>
                </a:lnTo>
                <a:lnTo>
                  <a:pt x="8723" y="669"/>
                </a:lnTo>
                <a:lnTo>
                  <a:pt x="7375" y="803"/>
                </a:lnTo>
                <a:lnTo>
                  <a:pt x="1631" y="0"/>
                </a:lnTo>
                <a:close/>
              </a:path>
            </a:pathLst>
          </a:custGeom>
          <a:solidFill>
            <a:srgbClr val="9991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" name="bg object 147"/>
          <p:cNvSpPr/>
          <p:nvPr/>
        </p:nvSpPr>
        <p:spPr>
          <a:xfrm>
            <a:off x="2311577" y="4214773"/>
            <a:ext cx="4445" cy="13970"/>
          </a:xfrm>
          <a:custGeom>
            <a:avLst/>
            <a:gdLst/>
            <a:ahLst/>
            <a:cxnLst/>
            <a:rect l="l" t="t" r="r" b="b"/>
            <a:pathLst>
              <a:path w="4444" h="13970">
                <a:moveTo>
                  <a:pt x="3987" y="0"/>
                </a:moveTo>
                <a:lnTo>
                  <a:pt x="0" y="55"/>
                </a:lnTo>
                <a:lnTo>
                  <a:pt x="78" y="13829"/>
                </a:lnTo>
                <a:lnTo>
                  <a:pt x="4034" y="13774"/>
                </a:lnTo>
                <a:lnTo>
                  <a:pt x="3987" y="0"/>
                </a:lnTo>
                <a:close/>
              </a:path>
            </a:pathLst>
          </a:custGeom>
          <a:solidFill>
            <a:srgbClr val="D7D2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8" name="bg object 148"/>
          <p:cNvSpPr/>
          <p:nvPr/>
        </p:nvSpPr>
        <p:spPr>
          <a:xfrm>
            <a:off x="2027290" y="4262936"/>
            <a:ext cx="7620" cy="10160"/>
          </a:xfrm>
          <a:custGeom>
            <a:avLst/>
            <a:gdLst/>
            <a:ahLst/>
            <a:cxnLst/>
            <a:rect l="l" t="t" r="r" b="b"/>
            <a:pathLst>
              <a:path w="7619" h="10160">
                <a:moveTo>
                  <a:pt x="2899" y="0"/>
                </a:moveTo>
                <a:lnTo>
                  <a:pt x="0" y="1457"/>
                </a:lnTo>
                <a:lnTo>
                  <a:pt x="212" y="6816"/>
                </a:lnTo>
                <a:lnTo>
                  <a:pt x="2742" y="8321"/>
                </a:lnTo>
                <a:lnTo>
                  <a:pt x="6958" y="9645"/>
                </a:lnTo>
                <a:lnTo>
                  <a:pt x="7029" y="47"/>
                </a:lnTo>
                <a:lnTo>
                  <a:pt x="2899" y="0"/>
                </a:lnTo>
                <a:close/>
              </a:path>
            </a:pathLst>
          </a:custGeom>
          <a:solidFill>
            <a:srgbClr val="9E9A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9" name="bg object 149"/>
          <p:cNvSpPr/>
          <p:nvPr/>
        </p:nvSpPr>
        <p:spPr>
          <a:xfrm>
            <a:off x="2197624" y="4430856"/>
            <a:ext cx="8890" cy="11430"/>
          </a:xfrm>
          <a:custGeom>
            <a:avLst/>
            <a:gdLst/>
            <a:ahLst/>
            <a:cxnLst/>
            <a:rect l="l" t="t" r="r" b="b"/>
            <a:pathLst>
              <a:path w="8889" h="11429">
                <a:moveTo>
                  <a:pt x="6840" y="0"/>
                </a:moveTo>
                <a:lnTo>
                  <a:pt x="2734" y="47"/>
                </a:lnTo>
                <a:lnTo>
                  <a:pt x="3853" y="3814"/>
                </a:lnTo>
                <a:lnTo>
                  <a:pt x="1245" y="6517"/>
                </a:lnTo>
                <a:lnTo>
                  <a:pt x="0" y="9606"/>
                </a:lnTo>
                <a:lnTo>
                  <a:pt x="1379" y="10803"/>
                </a:lnTo>
                <a:lnTo>
                  <a:pt x="8069" y="8171"/>
                </a:lnTo>
                <a:lnTo>
                  <a:pt x="8187" y="7754"/>
                </a:lnTo>
                <a:lnTo>
                  <a:pt x="8282" y="7328"/>
                </a:lnTo>
                <a:lnTo>
                  <a:pt x="8337" y="6895"/>
                </a:lnTo>
                <a:lnTo>
                  <a:pt x="6840" y="0"/>
                </a:lnTo>
                <a:close/>
              </a:path>
            </a:pathLst>
          </a:custGeom>
          <a:solidFill>
            <a:srgbClr val="5146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0" name="bg object 150"/>
          <p:cNvSpPr/>
          <p:nvPr/>
        </p:nvSpPr>
        <p:spPr>
          <a:xfrm>
            <a:off x="2027240" y="3906611"/>
            <a:ext cx="5715" cy="12700"/>
          </a:xfrm>
          <a:custGeom>
            <a:avLst/>
            <a:gdLst/>
            <a:ahLst/>
            <a:cxnLst/>
            <a:rect l="l" t="t" r="r" b="b"/>
            <a:pathLst>
              <a:path w="5714" h="12700">
                <a:moveTo>
                  <a:pt x="5673" y="0"/>
                </a:moveTo>
                <a:lnTo>
                  <a:pt x="1812" y="0"/>
                </a:lnTo>
                <a:lnTo>
                  <a:pt x="1331" y="4042"/>
                </a:lnTo>
                <a:lnTo>
                  <a:pt x="1324" y="8211"/>
                </a:lnTo>
                <a:lnTo>
                  <a:pt x="0" y="12379"/>
                </a:lnTo>
                <a:lnTo>
                  <a:pt x="5657" y="12379"/>
                </a:lnTo>
                <a:lnTo>
                  <a:pt x="5673" y="0"/>
                </a:lnTo>
                <a:close/>
              </a:path>
            </a:pathLst>
          </a:custGeom>
          <a:solidFill>
            <a:srgbClr val="7569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1" name="bg object 151"/>
          <p:cNvSpPr/>
          <p:nvPr/>
        </p:nvSpPr>
        <p:spPr>
          <a:xfrm>
            <a:off x="2204085" y="3566636"/>
            <a:ext cx="6350" cy="13335"/>
          </a:xfrm>
          <a:custGeom>
            <a:avLst/>
            <a:gdLst/>
            <a:ahLst/>
            <a:cxnLst/>
            <a:rect l="l" t="t" r="r" b="b"/>
            <a:pathLst>
              <a:path w="6350" h="13335">
                <a:moveTo>
                  <a:pt x="4365" y="0"/>
                </a:moveTo>
                <a:lnTo>
                  <a:pt x="394" y="23"/>
                </a:lnTo>
                <a:lnTo>
                  <a:pt x="386" y="8274"/>
                </a:lnTo>
                <a:lnTo>
                  <a:pt x="0" y="11410"/>
                </a:lnTo>
                <a:lnTo>
                  <a:pt x="1363" y="12797"/>
                </a:lnTo>
                <a:lnTo>
                  <a:pt x="4499" y="12411"/>
                </a:lnTo>
                <a:lnTo>
                  <a:pt x="5996" y="2710"/>
                </a:lnTo>
                <a:lnTo>
                  <a:pt x="5918" y="2277"/>
                </a:lnTo>
                <a:lnTo>
                  <a:pt x="5847" y="1394"/>
                </a:lnTo>
                <a:lnTo>
                  <a:pt x="4365" y="0"/>
                </a:lnTo>
                <a:close/>
              </a:path>
            </a:pathLst>
          </a:custGeom>
          <a:solidFill>
            <a:srgbClr val="8E81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2" name="bg object 152"/>
          <p:cNvSpPr/>
          <p:nvPr/>
        </p:nvSpPr>
        <p:spPr>
          <a:xfrm>
            <a:off x="2024706" y="3932720"/>
            <a:ext cx="6985" cy="11430"/>
          </a:xfrm>
          <a:custGeom>
            <a:avLst/>
            <a:gdLst/>
            <a:ahLst/>
            <a:cxnLst/>
            <a:rect l="l" t="t" r="r" b="b"/>
            <a:pathLst>
              <a:path w="6985" h="11429">
                <a:moveTo>
                  <a:pt x="6816" y="0"/>
                </a:moveTo>
                <a:lnTo>
                  <a:pt x="173" y="0"/>
                </a:lnTo>
                <a:lnTo>
                  <a:pt x="0" y="449"/>
                </a:lnTo>
                <a:lnTo>
                  <a:pt x="0" y="898"/>
                </a:lnTo>
                <a:lnTo>
                  <a:pt x="189" y="1339"/>
                </a:lnTo>
                <a:lnTo>
                  <a:pt x="1032" y="2978"/>
                </a:lnTo>
                <a:lnTo>
                  <a:pt x="2001" y="4570"/>
                </a:lnTo>
                <a:lnTo>
                  <a:pt x="3301" y="7801"/>
                </a:lnTo>
                <a:lnTo>
                  <a:pt x="3609" y="9448"/>
                </a:lnTo>
                <a:lnTo>
                  <a:pt x="4050" y="11040"/>
                </a:lnTo>
                <a:lnTo>
                  <a:pt x="6816" y="9598"/>
                </a:lnTo>
                <a:lnTo>
                  <a:pt x="6816" y="0"/>
                </a:lnTo>
                <a:close/>
              </a:path>
            </a:pathLst>
          </a:custGeom>
          <a:solidFill>
            <a:srgbClr val="7D7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3" name="bg object 153"/>
          <p:cNvSpPr/>
          <p:nvPr/>
        </p:nvSpPr>
        <p:spPr>
          <a:xfrm>
            <a:off x="2011737" y="4007794"/>
            <a:ext cx="6350" cy="10795"/>
          </a:xfrm>
          <a:custGeom>
            <a:avLst/>
            <a:gdLst/>
            <a:ahLst/>
            <a:cxnLst/>
            <a:rect l="l" t="t" r="r" b="b"/>
            <a:pathLst>
              <a:path w="6350" h="10795">
                <a:moveTo>
                  <a:pt x="1907" y="0"/>
                </a:moveTo>
                <a:lnTo>
                  <a:pt x="0" y="1442"/>
                </a:lnTo>
                <a:lnTo>
                  <a:pt x="709" y="6666"/>
                </a:lnTo>
                <a:lnTo>
                  <a:pt x="598" y="7777"/>
                </a:lnTo>
                <a:lnTo>
                  <a:pt x="598" y="8865"/>
                </a:lnTo>
                <a:lnTo>
                  <a:pt x="5855" y="10205"/>
                </a:lnTo>
                <a:lnTo>
                  <a:pt x="6304" y="4775"/>
                </a:lnTo>
                <a:lnTo>
                  <a:pt x="6296" y="535"/>
                </a:lnTo>
                <a:lnTo>
                  <a:pt x="5815" y="646"/>
                </a:lnTo>
                <a:lnTo>
                  <a:pt x="1907" y="0"/>
                </a:lnTo>
                <a:close/>
              </a:path>
            </a:pathLst>
          </a:custGeom>
          <a:solidFill>
            <a:srgbClr val="F1F1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4" name="bg object 154"/>
          <p:cNvSpPr/>
          <p:nvPr/>
        </p:nvSpPr>
        <p:spPr>
          <a:xfrm>
            <a:off x="2297805" y="4250551"/>
            <a:ext cx="12700" cy="4445"/>
          </a:xfrm>
          <a:custGeom>
            <a:avLst/>
            <a:gdLst/>
            <a:ahLst/>
            <a:cxnLst/>
            <a:rect l="l" t="t" r="r" b="b"/>
            <a:pathLst>
              <a:path w="12700" h="4445">
                <a:moveTo>
                  <a:pt x="12135" y="0"/>
                </a:moveTo>
                <a:lnTo>
                  <a:pt x="31" y="15"/>
                </a:lnTo>
                <a:lnTo>
                  <a:pt x="0" y="4160"/>
                </a:lnTo>
                <a:lnTo>
                  <a:pt x="8250" y="4176"/>
                </a:lnTo>
                <a:lnTo>
                  <a:pt x="12182" y="4082"/>
                </a:lnTo>
                <a:lnTo>
                  <a:pt x="12135" y="0"/>
                </a:lnTo>
                <a:close/>
              </a:path>
            </a:pathLst>
          </a:custGeom>
          <a:solidFill>
            <a:srgbClr val="A49A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5" name="bg object 155"/>
          <p:cNvSpPr/>
          <p:nvPr/>
        </p:nvSpPr>
        <p:spPr>
          <a:xfrm>
            <a:off x="2204470" y="4430861"/>
            <a:ext cx="11430" cy="6985"/>
          </a:xfrm>
          <a:custGeom>
            <a:avLst/>
            <a:gdLst/>
            <a:ahLst/>
            <a:cxnLst/>
            <a:rect l="l" t="t" r="r" b="b"/>
            <a:pathLst>
              <a:path w="11430" h="6985">
                <a:moveTo>
                  <a:pt x="0" y="0"/>
                </a:moveTo>
                <a:lnTo>
                  <a:pt x="1489" y="6887"/>
                </a:lnTo>
                <a:lnTo>
                  <a:pt x="9684" y="5705"/>
                </a:lnTo>
                <a:lnTo>
                  <a:pt x="11134" y="2813"/>
                </a:lnTo>
                <a:lnTo>
                  <a:pt x="9598" y="1363"/>
                </a:lnTo>
                <a:lnTo>
                  <a:pt x="0" y="0"/>
                </a:lnTo>
                <a:close/>
              </a:path>
            </a:pathLst>
          </a:custGeom>
          <a:solidFill>
            <a:srgbClr val="7067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6" name="bg object 156"/>
          <p:cNvSpPr/>
          <p:nvPr/>
        </p:nvSpPr>
        <p:spPr>
          <a:xfrm>
            <a:off x="2032681" y="3874891"/>
            <a:ext cx="6350" cy="10160"/>
          </a:xfrm>
          <a:custGeom>
            <a:avLst/>
            <a:gdLst/>
            <a:ahLst/>
            <a:cxnLst/>
            <a:rect l="l" t="t" r="r" b="b"/>
            <a:pathLst>
              <a:path w="6350" h="10160">
                <a:moveTo>
                  <a:pt x="5736" y="0"/>
                </a:moveTo>
                <a:lnTo>
                  <a:pt x="417" y="47"/>
                </a:lnTo>
                <a:lnTo>
                  <a:pt x="0" y="4066"/>
                </a:lnTo>
                <a:lnTo>
                  <a:pt x="47" y="9700"/>
                </a:lnTo>
                <a:lnTo>
                  <a:pt x="449" y="9566"/>
                </a:lnTo>
                <a:lnTo>
                  <a:pt x="4302" y="9645"/>
                </a:lnTo>
                <a:lnTo>
                  <a:pt x="5736" y="0"/>
                </a:lnTo>
                <a:close/>
              </a:path>
            </a:pathLst>
          </a:custGeom>
          <a:solidFill>
            <a:srgbClr val="7F77B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7" name="bg object 157"/>
          <p:cNvSpPr/>
          <p:nvPr/>
        </p:nvSpPr>
        <p:spPr>
          <a:xfrm>
            <a:off x="2152191" y="4452850"/>
            <a:ext cx="14604" cy="5715"/>
          </a:xfrm>
          <a:custGeom>
            <a:avLst/>
            <a:gdLst/>
            <a:ahLst/>
            <a:cxnLst/>
            <a:rect l="l" t="t" r="r" b="b"/>
            <a:pathLst>
              <a:path w="14605" h="5714">
                <a:moveTo>
                  <a:pt x="6997" y="0"/>
                </a:moveTo>
                <a:lnTo>
                  <a:pt x="0" y="1473"/>
                </a:lnTo>
                <a:lnTo>
                  <a:pt x="4460" y="5303"/>
                </a:lnTo>
                <a:lnTo>
                  <a:pt x="10953" y="5311"/>
                </a:lnTo>
                <a:lnTo>
                  <a:pt x="14011" y="1489"/>
                </a:lnTo>
                <a:lnTo>
                  <a:pt x="12482" y="31"/>
                </a:lnTo>
                <a:lnTo>
                  <a:pt x="6997" y="0"/>
                </a:lnTo>
                <a:close/>
              </a:path>
            </a:pathLst>
          </a:custGeom>
          <a:solidFill>
            <a:srgbClr val="948D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8" name="bg object 158"/>
          <p:cNvSpPr/>
          <p:nvPr/>
        </p:nvSpPr>
        <p:spPr>
          <a:xfrm>
            <a:off x="2196252" y="3541809"/>
            <a:ext cx="8890" cy="6985"/>
          </a:xfrm>
          <a:custGeom>
            <a:avLst/>
            <a:gdLst/>
            <a:ahLst/>
            <a:cxnLst/>
            <a:rect l="l" t="t" r="r" b="b"/>
            <a:pathLst>
              <a:path w="8889" h="6985">
                <a:moveTo>
                  <a:pt x="5579" y="0"/>
                </a:moveTo>
                <a:lnTo>
                  <a:pt x="0" y="1465"/>
                </a:lnTo>
                <a:lnTo>
                  <a:pt x="7" y="6974"/>
                </a:lnTo>
                <a:lnTo>
                  <a:pt x="8093" y="6989"/>
                </a:lnTo>
                <a:lnTo>
                  <a:pt x="8353" y="4263"/>
                </a:lnTo>
                <a:lnTo>
                  <a:pt x="8770" y="1481"/>
                </a:lnTo>
                <a:lnTo>
                  <a:pt x="5579" y="0"/>
                </a:lnTo>
                <a:close/>
              </a:path>
            </a:pathLst>
          </a:custGeom>
          <a:solidFill>
            <a:srgbClr val="B3A7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9" name="bg object 159"/>
          <p:cNvSpPr/>
          <p:nvPr/>
        </p:nvSpPr>
        <p:spPr>
          <a:xfrm>
            <a:off x="2134432" y="3445559"/>
            <a:ext cx="8255" cy="12700"/>
          </a:xfrm>
          <a:custGeom>
            <a:avLst/>
            <a:gdLst/>
            <a:ahLst/>
            <a:cxnLst/>
            <a:rect l="l" t="t" r="r" b="b"/>
            <a:pathLst>
              <a:path w="8255" h="12700">
                <a:moveTo>
                  <a:pt x="2939" y="0"/>
                </a:moveTo>
                <a:lnTo>
                  <a:pt x="1308" y="8219"/>
                </a:lnTo>
                <a:lnTo>
                  <a:pt x="0" y="12372"/>
                </a:lnTo>
                <a:lnTo>
                  <a:pt x="5516" y="12395"/>
                </a:lnTo>
                <a:lnTo>
                  <a:pt x="4680" y="8258"/>
                </a:lnTo>
                <a:lnTo>
                  <a:pt x="7706" y="3317"/>
                </a:lnTo>
                <a:lnTo>
                  <a:pt x="2939" y="0"/>
                </a:lnTo>
                <a:close/>
              </a:path>
            </a:pathLst>
          </a:custGeom>
          <a:solidFill>
            <a:srgbClr val="BBB4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0" name="bg object 160"/>
          <p:cNvSpPr/>
          <p:nvPr/>
        </p:nvSpPr>
        <p:spPr>
          <a:xfrm>
            <a:off x="2303311" y="4261534"/>
            <a:ext cx="7620" cy="11430"/>
          </a:xfrm>
          <a:custGeom>
            <a:avLst/>
            <a:gdLst/>
            <a:ahLst/>
            <a:cxnLst/>
            <a:rect l="l" t="t" r="r" b="b"/>
            <a:pathLst>
              <a:path w="7619" h="11429">
                <a:moveTo>
                  <a:pt x="5421" y="0"/>
                </a:moveTo>
                <a:lnTo>
                  <a:pt x="4996" y="47"/>
                </a:lnTo>
                <a:lnTo>
                  <a:pt x="4137" y="78"/>
                </a:lnTo>
                <a:lnTo>
                  <a:pt x="0" y="5524"/>
                </a:lnTo>
                <a:lnTo>
                  <a:pt x="2892" y="11127"/>
                </a:lnTo>
                <a:lnTo>
                  <a:pt x="5106" y="11134"/>
                </a:lnTo>
                <a:lnTo>
                  <a:pt x="7171" y="10835"/>
                </a:lnTo>
                <a:lnTo>
                  <a:pt x="6469" y="5232"/>
                </a:lnTo>
                <a:lnTo>
                  <a:pt x="5894" y="2624"/>
                </a:lnTo>
                <a:lnTo>
                  <a:pt x="5421" y="0"/>
                </a:lnTo>
                <a:close/>
              </a:path>
            </a:pathLst>
          </a:custGeom>
          <a:solidFill>
            <a:srgbClr val="E6E4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1" name="bg object 161"/>
          <p:cNvSpPr/>
          <p:nvPr/>
        </p:nvSpPr>
        <p:spPr>
          <a:xfrm>
            <a:off x="2148461" y="3390013"/>
            <a:ext cx="11430" cy="6350"/>
          </a:xfrm>
          <a:custGeom>
            <a:avLst/>
            <a:gdLst/>
            <a:ahLst/>
            <a:cxnLst/>
            <a:rect l="l" t="t" r="r" b="b"/>
            <a:pathLst>
              <a:path w="11430" h="6350">
                <a:moveTo>
                  <a:pt x="11324" y="0"/>
                </a:moveTo>
                <a:lnTo>
                  <a:pt x="5933" y="1379"/>
                </a:lnTo>
                <a:lnTo>
                  <a:pt x="0" y="386"/>
                </a:lnTo>
                <a:lnTo>
                  <a:pt x="1560" y="4097"/>
                </a:lnTo>
                <a:lnTo>
                  <a:pt x="1126" y="6020"/>
                </a:lnTo>
                <a:lnTo>
                  <a:pt x="10709" y="6020"/>
                </a:lnTo>
                <a:lnTo>
                  <a:pt x="11324" y="0"/>
                </a:lnTo>
                <a:close/>
              </a:path>
            </a:pathLst>
          </a:custGeom>
          <a:solidFill>
            <a:srgbClr val="F2EF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2" name="bg object 162"/>
          <p:cNvSpPr/>
          <p:nvPr/>
        </p:nvSpPr>
        <p:spPr>
          <a:xfrm>
            <a:off x="2017854" y="3964312"/>
            <a:ext cx="6985" cy="8890"/>
          </a:xfrm>
          <a:custGeom>
            <a:avLst/>
            <a:gdLst/>
            <a:ahLst/>
            <a:cxnLst/>
            <a:rect l="l" t="t" r="r" b="b"/>
            <a:pathLst>
              <a:path w="6985" h="8889">
                <a:moveTo>
                  <a:pt x="5279" y="0"/>
                </a:moveTo>
                <a:lnTo>
                  <a:pt x="0" y="70"/>
                </a:lnTo>
                <a:lnTo>
                  <a:pt x="39" y="8321"/>
                </a:lnTo>
                <a:lnTo>
                  <a:pt x="4034" y="8274"/>
                </a:lnTo>
                <a:lnTo>
                  <a:pt x="6745" y="1513"/>
                </a:lnTo>
                <a:lnTo>
                  <a:pt x="5279" y="0"/>
                </a:lnTo>
                <a:close/>
              </a:path>
            </a:pathLst>
          </a:custGeom>
          <a:solidFill>
            <a:srgbClr val="D6CF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3" name="bg object 163"/>
          <p:cNvSpPr/>
          <p:nvPr/>
        </p:nvSpPr>
        <p:spPr>
          <a:xfrm>
            <a:off x="2019091" y="4213416"/>
            <a:ext cx="6985" cy="10160"/>
          </a:xfrm>
          <a:custGeom>
            <a:avLst/>
            <a:gdLst/>
            <a:ahLst/>
            <a:cxnLst/>
            <a:rect l="l" t="t" r="r" b="b"/>
            <a:pathLst>
              <a:path w="6985" h="10160">
                <a:moveTo>
                  <a:pt x="6981" y="0"/>
                </a:moveTo>
                <a:lnTo>
                  <a:pt x="0" y="1418"/>
                </a:lnTo>
                <a:lnTo>
                  <a:pt x="70" y="1843"/>
                </a:lnTo>
                <a:lnTo>
                  <a:pt x="260" y="2695"/>
                </a:lnTo>
                <a:lnTo>
                  <a:pt x="3364" y="4231"/>
                </a:lnTo>
                <a:lnTo>
                  <a:pt x="2899" y="7021"/>
                </a:lnTo>
                <a:lnTo>
                  <a:pt x="2718" y="9716"/>
                </a:lnTo>
                <a:lnTo>
                  <a:pt x="2868" y="9629"/>
                </a:lnTo>
                <a:lnTo>
                  <a:pt x="6958" y="9645"/>
                </a:lnTo>
                <a:lnTo>
                  <a:pt x="6981" y="0"/>
                </a:lnTo>
                <a:close/>
              </a:path>
            </a:pathLst>
          </a:custGeom>
          <a:solidFill>
            <a:srgbClr val="9791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4" name="bg object 164"/>
          <p:cNvSpPr/>
          <p:nvPr/>
        </p:nvSpPr>
        <p:spPr>
          <a:xfrm>
            <a:off x="2216774" y="3600965"/>
            <a:ext cx="6350" cy="10160"/>
          </a:xfrm>
          <a:custGeom>
            <a:avLst/>
            <a:gdLst/>
            <a:ahLst/>
            <a:cxnLst/>
            <a:rect l="l" t="t" r="r" b="b"/>
            <a:pathLst>
              <a:path w="6350" h="10160">
                <a:moveTo>
                  <a:pt x="1457" y="0"/>
                </a:moveTo>
                <a:lnTo>
                  <a:pt x="0" y="5571"/>
                </a:lnTo>
                <a:lnTo>
                  <a:pt x="70" y="9708"/>
                </a:lnTo>
                <a:lnTo>
                  <a:pt x="4184" y="9740"/>
                </a:lnTo>
                <a:lnTo>
                  <a:pt x="5650" y="8227"/>
                </a:lnTo>
                <a:lnTo>
                  <a:pt x="5902" y="4641"/>
                </a:lnTo>
                <a:lnTo>
                  <a:pt x="5019" y="1631"/>
                </a:lnTo>
                <a:lnTo>
                  <a:pt x="1457" y="0"/>
                </a:lnTo>
                <a:close/>
              </a:path>
            </a:pathLst>
          </a:custGeom>
          <a:solidFill>
            <a:srgbClr val="8278B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5" name="bg object 165"/>
          <p:cNvSpPr/>
          <p:nvPr/>
        </p:nvSpPr>
        <p:spPr>
          <a:xfrm>
            <a:off x="2277897" y="3850081"/>
            <a:ext cx="5080" cy="13335"/>
          </a:xfrm>
          <a:custGeom>
            <a:avLst/>
            <a:gdLst/>
            <a:ahLst/>
            <a:cxnLst/>
            <a:rect l="l" t="t" r="r" b="b"/>
            <a:pathLst>
              <a:path w="5080" h="13335">
                <a:moveTo>
                  <a:pt x="1828" y="0"/>
                </a:moveTo>
                <a:lnTo>
                  <a:pt x="669" y="102"/>
                </a:lnTo>
                <a:lnTo>
                  <a:pt x="717" y="9677"/>
                </a:lnTo>
                <a:lnTo>
                  <a:pt x="0" y="12970"/>
                </a:lnTo>
                <a:lnTo>
                  <a:pt x="4617" y="12419"/>
                </a:lnTo>
                <a:lnTo>
                  <a:pt x="5011" y="6926"/>
                </a:lnTo>
                <a:lnTo>
                  <a:pt x="1828" y="0"/>
                </a:lnTo>
                <a:close/>
              </a:path>
            </a:pathLst>
          </a:custGeom>
          <a:solidFill>
            <a:srgbClr val="8D86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6" name="bg object 166"/>
          <p:cNvSpPr/>
          <p:nvPr/>
        </p:nvSpPr>
        <p:spPr>
          <a:xfrm>
            <a:off x="2036909" y="3843277"/>
            <a:ext cx="7620" cy="11430"/>
          </a:xfrm>
          <a:custGeom>
            <a:avLst/>
            <a:gdLst/>
            <a:ahLst/>
            <a:cxnLst/>
            <a:rect l="l" t="t" r="r" b="b"/>
            <a:pathLst>
              <a:path w="7619" h="11429">
                <a:moveTo>
                  <a:pt x="1662" y="0"/>
                </a:moveTo>
                <a:lnTo>
                  <a:pt x="0" y="6800"/>
                </a:lnTo>
                <a:lnTo>
                  <a:pt x="2844" y="11032"/>
                </a:lnTo>
                <a:lnTo>
                  <a:pt x="7289" y="8825"/>
                </a:lnTo>
                <a:lnTo>
                  <a:pt x="5051" y="4680"/>
                </a:lnTo>
                <a:lnTo>
                  <a:pt x="5642" y="1355"/>
                </a:lnTo>
                <a:lnTo>
                  <a:pt x="1662" y="0"/>
                </a:lnTo>
                <a:close/>
              </a:path>
            </a:pathLst>
          </a:custGeom>
          <a:solidFill>
            <a:srgbClr val="A395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7" name="bg object 167"/>
          <p:cNvSpPr/>
          <p:nvPr/>
        </p:nvSpPr>
        <p:spPr>
          <a:xfrm>
            <a:off x="2225067" y="3627075"/>
            <a:ext cx="6350" cy="11430"/>
          </a:xfrm>
          <a:custGeom>
            <a:avLst/>
            <a:gdLst/>
            <a:ahLst/>
            <a:cxnLst/>
            <a:rect l="l" t="t" r="r" b="b"/>
            <a:pathLst>
              <a:path w="6350" h="11429">
                <a:moveTo>
                  <a:pt x="1426" y="0"/>
                </a:moveTo>
                <a:lnTo>
                  <a:pt x="0" y="11103"/>
                </a:lnTo>
                <a:lnTo>
                  <a:pt x="5271" y="11087"/>
                </a:lnTo>
                <a:lnTo>
                  <a:pt x="3522" y="7557"/>
                </a:lnTo>
                <a:lnTo>
                  <a:pt x="5933" y="2568"/>
                </a:lnTo>
                <a:lnTo>
                  <a:pt x="1426" y="0"/>
                </a:lnTo>
                <a:close/>
              </a:path>
            </a:pathLst>
          </a:custGeom>
          <a:solidFill>
            <a:srgbClr val="7767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8" name="bg object 168"/>
          <p:cNvSpPr/>
          <p:nvPr/>
        </p:nvSpPr>
        <p:spPr>
          <a:xfrm>
            <a:off x="2270345" y="3826717"/>
            <a:ext cx="5715" cy="8890"/>
          </a:xfrm>
          <a:custGeom>
            <a:avLst/>
            <a:gdLst/>
            <a:ahLst/>
            <a:cxnLst/>
            <a:rect l="l" t="t" r="r" b="b"/>
            <a:pathLst>
              <a:path w="5714" h="8889">
                <a:moveTo>
                  <a:pt x="4011" y="0"/>
                </a:moveTo>
                <a:lnTo>
                  <a:pt x="23" y="7"/>
                </a:lnTo>
                <a:lnTo>
                  <a:pt x="0" y="8282"/>
                </a:lnTo>
                <a:lnTo>
                  <a:pt x="4160" y="8290"/>
                </a:lnTo>
                <a:lnTo>
                  <a:pt x="5524" y="6816"/>
                </a:lnTo>
                <a:lnTo>
                  <a:pt x="5500" y="1402"/>
                </a:lnTo>
                <a:lnTo>
                  <a:pt x="4011" y="0"/>
                </a:lnTo>
                <a:close/>
              </a:path>
            </a:pathLst>
          </a:custGeom>
          <a:solidFill>
            <a:srgbClr val="8E88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9" name="bg object 169"/>
          <p:cNvSpPr/>
          <p:nvPr/>
        </p:nvSpPr>
        <p:spPr>
          <a:xfrm>
            <a:off x="2023359" y="3918844"/>
            <a:ext cx="4445" cy="11430"/>
          </a:xfrm>
          <a:custGeom>
            <a:avLst/>
            <a:gdLst/>
            <a:ahLst/>
            <a:cxnLst/>
            <a:rect l="l" t="t" r="r" b="b"/>
            <a:pathLst>
              <a:path w="4444" h="11429">
                <a:moveTo>
                  <a:pt x="4302" y="0"/>
                </a:moveTo>
                <a:lnTo>
                  <a:pt x="3884" y="149"/>
                </a:lnTo>
                <a:lnTo>
                  <a:pt x="0" y="126"/>
                </a:lnTo>
                <a:lnTo>
                  <a:pt x="1316" y="11103"/>
                </a:lnTo>
                <a:lnTo>
                  <a:pt x="4231" y="5579"/>
                </a:lnTo>
                <a:lnTo>
                  <a:pt x="4302" y="0"/>
                </a:lnTo>
                <a:close/>
              </a:path>
            </a:pathLst>
          </a:custGeom>
          <a:solidFill>
            <a:srgbClr val="D3CD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0" name="bg object 170"/>
          <p:cNvSpPr/>
          <p:nvPr/>
        </p:nvSpPr>
        <p:spPr>
          <a:xfrm>
            <a:off x="2038464" y="3825426"/>
            <a:ext cx="5715" cy="11430"/>
          </a:xfrm>
          <a:custGeom>
            <a:avLst/>
            <a:gdLst/>
            <a:ahLst/>
            <a:cxnLst/>
            <a:rect l="l" t="t" r="r" b="b"/>
            <a:pathLst>
              <a:path w="5714" h="11429">
                <a:moveTo>
                  <a:pt x="0" y="0"/>
                </a:moveTo>
                <a:lnTo>
                  <a:pt x="1268" y="10945"/>
                </a:lnTo>
                <a:lnTo>
                  <a:pt x="1717" y="10945"/>
                </a:lnTo>
                <a:lnTo>
                  <a:pt x="2616" y="10882"/>
                </a:lnTo>
                <a:lnTo>
                  <a:pt x="3987" y="9558"/>
                </a:lnTo>
                <a:lnTo>
                  <a:pt x="4215" y="5398"/>
                </a:lnTo>
                <a:lnTo>
                  <a:pt x="5232" y="1268"/>
                </a:lnTo>
                <a:lnTo>
                  <a:pt x="0" y="0"/>
                </a:lnTo>
                <a:close/>
              </a:path>
            </a:pathLst>
          </a:custGeom>
          <a:solidFill>
            <a:srgbClr val="CFC7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1" name="bg object 171"/>
          <p:cNvSpPr/>
          <p:nvPr/>
        </p:nvSpPr>
        <p:spPr>
          <a:xfrm>
            <a:off x="2033530" y="3850080"/>
            <a:ext cx="6350" cy="11430"/>
          </a:xfrm>
          <a:custGeom>
            <a:avLst/>
            <a:gdLst/>
            <a:ahLst/>
            <a:cxnLst/>
            <a:rect l="l" t="t" r="r" b="b"/>
            <a:pathLst>
              <a:path w="6350" h="11429">
                <a:moveTo>
                  <a:pt x="3380" y="0"/>
                </a:moveTo>
                <a:lnTo>
                  <a:pt x="0" y="3120"/>
                </a:lnTo>
                <a:lnTo>
                  <a:pt x="772" y="7194"/>
                </a:lnTo>
                <a:lnTo>
                  <a:pt x="843" y="11103"/>
                </a:lnTo>
                <a:lnTo>
                  <a:pt x="4854" y="11032"/>
                </a:lnTo>
                <a:lnTo>
                  <a:pt x="6217" y="4223"/>
                </a:lnTo>
                <a:lnTo>
                  <a:pt x="3380" y="0"/>
                </a:lnTo>
                <a:close/>
              </a:path>
            </a:pathLst>
          </a:custGeom>
          <a:solidFill>
            <a:srgbClr val="D3CB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2" name="bg object 172"/>
          <p:cNvSpPr/>
          <p:nvPr/>
        </p:nvSpPr>
        <p:spPr>
          <a:xfrm>
            <a:off x="2286812" y="3906534"/>
            <a:ext cx="5715" cy="10160"/>
          </a:xfrm>
          <a:custGeom>
            <a:avLst/>
            <a:gdLst/>
            <a:ahLst/>
            <a:cxnLst/>
            <a:rect l="l" t="t" r="r" b="b"/>
            <a:pathLst>
              <a:path w="5714" h="10160">
                <a:moveTo>
                  <a:pt x="31" y="0"/>
                </a:moveTo>
                <a:lnTo>
                  <a:pt x="0" y="4152"/>
                </a:lnTo>
                <a:lnTo>
                  <a:pt x="23" y="9645"/>
                </a:lnTo>
                <a:lnTo>
                  <a:pt x="5295" y="9621"/>
                </a:lnTo>
                <a:lnTo>
                  <a:pt x="5461" y="6903"/>
                </a:lnTo>
                <a:lnTo>
                  <a:pt x="4263" y="94"/>
                </a:lnTo>
                <a:lnTo>
                  <a:pt x="31" y="0"/>
                </a:lnTo>
                <a:close/>
              </a:path>
            </a:pathLst>
          </a:custGeom>
          <a:solidFill>
            <a:srgbClr val="8278B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3" name="bg object 173"/>
          <p:cNvSpPr/>
          <p:nvPr/>
        </p:nvSpPr>
        <p:spPr>
          <a:xfrm>
            <a:off x="2270264" y="3817041"/>
            <a:ext cx="6350" cy="10160"/>
          </a:xfrm>
          <a:custGeom>
            <a:avLst/>
            <a:gdLst/>
            <a:ahLst/>
            <a:cxnLst/>
            <a:rect l="l" t="t" r="r" b="b"/>
            <a:pathLst>
              <a:path w="6350" h="10160">
                <a:moveTo>
                  <a:pt x="1820" y="0"/>
                </a:moveTo>
                <a:lnTo>
                  <a:pt x="0" y="252"/>
                </a:lnTo>
                <a:lnTo>
                  <a:pt x="165" y="5311"/>
                </a:lnTo>
                <a:lnTo>
                  <a:pt x="110" y="7502"/>
                </a:lnTo>
                <a:lnTo>
                  <a:pt x="102" y="9684"/>
                </a:lnTo>
                <a:lnTo>
                  <a:pt x="4089" y="9677"/>
                </a:lnTo>
                <a:lnTo>
                  <a:pt x="5744" y="2758"/>
                </a:lnTo>
                <a:lnTo>
                  <a:pt x="3971" y="110"/>
                </a:lnTo>
                <a:lnTo>
                  <a:pt x="1820" y="0"/>
                </a:lnTo>
                <a:close/>
              </a:path>
            </a:pathLst>
          </a:custGeom>
          <a:solidFill>
            <a:srgbClr val="837A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4" name="bg object 174"/>
          <p:cNvSpPr/>
          <p:nvPr/>
        </p:nvSpPr>
        <p:spPr>
          <a:xfrm>
            <a:off x="2311489" y="4184516"/>
            <a:ext cx="5715" cy="8890"/>
          </a:xfrm>
          <a:custGeom>
            <a:avLst/>
            <a:gdLst/>
            <a:ahLst/>
            <a:cxnLst/>
            <a:rect l="l" t="t" r="r" b="b"/>
            <a:pathLst>
              <a:path w="5714" h="8889">
                <a:moveTo>
                  <a:pt x="5390" y="0"/>
                </a:moveTo>
                <a:lnTo>
                  <a:pt x="39" y="15"/>
                </a:lnTo>
                <a:lnTo>
                  <a:pt x="0" y="4168"/>
                </a:lnTo>
                <a:lnTo>
                  <a:pt x="70" y="8250"/>
                </a:lnTo>
                <a:lnTo>
                  <a:pt x="4011" y="8305"/>
                </a:lnTo>
                <a:lnTo>
                  <a:pt x="5390" y="0"/>
                </a:lnTo>
                <a:close/>
              </a:path>
            </a:pathLst>
          </a:custGeom>
          <a:solidFill>
            <a:srgbClr val="BBB6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5" name="bg object 175"/>
          <p:cNvSpPr/>
          <p:nvPr/>
        </p:nvSpPr>
        <p:spPr>
          <a:xfrm>
            <a:off x="2233236" y="3664240"/>
            <a:ext cx="5715" cy="10160"/>
          </a:xfrm>
          <a:custGeom>
            <a:avLst/>
            <a:gdLst/>
            <a:ahLst/>
            <a:cxnLst/>
            <a:rect l="l" t="t" r="r" b="b"/>
            <a:pathLst>
              <a:path w="5714" h="10160">
                <a:moveTo>
                  <a:pt x="4389" y="0"/>
                </a:moveTo>
                <a:lnTo>
                  <a:pt x="4058" y="165"/>
                </a:lnTo>
                <a:lnTo>
                  <a:pt x="1922" y="47"/>
                </a:lnTo>
                <a:lnTo>
                  <a:pt x="0" y="165"/>
                </a:lnTo>
                <a:lnTo>
                  <a:pt x="126" y="5327"/>
                </a:lnTo>
                <a:lnTo>
                  <a:pt x="70" y="7541"/>
                </a:lnTo>
                <a:lnTo>
                  <a:pt x="55" y="9747"/>
                </a:lnTo>
                <a:lnTo>
                  <a:pt x="5650" y="8313"/>
                </a:lnTo>
                <a:lnTo>
                  <a:pt x="5579" y="7872"/>
                </a:lnTo>
                <a:lnTo>
                  <a:pt x="5539" y="7439"/>
                </a:lnTo>
                <a:lnTo>
                  <a:pt x="5524" y="6997"/>
                </a:lnTo>
                <a:lnTo>
                  <a:pt x="4389" y="0"/>
                </a:lnTo>
                <a:close/>
              </a:path>
            </a:pathLst>
          </a:custGeom>
          <a:solidFill>
            <a:srgbClr val="A093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6" name="bg object 176"/>
          <p:cNvSpPr/>
          <p:nvPr/>
        </p:nvSpPr>
        <p:spPr>
          <a:xfrm>
            <a:off x="2187985" y="3501891"/>
            <a:ext cx="4445" cy="11430"/>
          </a:xfrm>
          <a:custGeom>
            <a:avLst/>
            <a:gdLst/>
            <a:ahLst/>
            <a:cxnLst/>
            <a:rect l="l" t="t" r="r" b="b"/>
            <a:pathLst>
              <a:path w="4444" h="11429">
                <a:moveTo>
                  <a:pt x="1434" y="0"/>
                </a:moveTo>
                <a:lnTo>
                  <a:pt x="0" y="1473"/>
                </a:lnTo>
                <a:lnTo>
                  <a:pt x="0" y="11079"/>
                </a:lnTo>
                <a:lnTo>
                  <a:pt x="4018" y="11079"/>
                </a:lnTo>
                <a:lnTo>
                  <a:pt x="4326" y="5468"/>
                </a:lnTo>
                <a:lnTo>
                  <a:pt x="1434" y="0"/>
                </a:lnTo>
                <a:close/>
              </a:path>
            </a:pathLst>
          </a:custGeom>
          <a:solidFill>
            <a:srgbClr val="9890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7" name="bg object 177"/>
          <p:cNvSpPr/>
          <p:nvPr/>
        </p:nvSpPr>
        <p:spPr>
          <a:xfrm>
            <a:off x="2204478" y="3555545"/>
            <a:ext cx="4445" cy="11430"/>
          </a:xfrm>
          <a:custGeom>
            <a:avLst/>
            <a:gdLst/>
            <a:ahLst/>
            <a:cxnLst/>
            <a:rect l="l" t="t" r="r" b="b"/>
            <a:pathLst>
              <a:path w="4444" h="11429">
                <a:moveTo>
                  <a:pt x="1426" y="0"/>
                </a:moveTo>
                <a:lnTo>
                  <a:pt x="0" y="11111"/>
                </a:lnTo>
                <a:lnTo>
                  <a:pt x="3971" y="11095"/>
                </a:lnTo>
                <a:lnTo>
                  <a:pt x="4326" y="5547"/>
                </a:lnTo>
                <a:lnTo>
                  <a:pt x="1426" y="0"/>
                </a:lnTo>
                <a:close/>
              </a:path>
            </a:pathLst>
          </a:custGeom>
          <a:solidFill>
            <a:srgbClr val="8277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8" name="bg object 178"/>
          <p:cNvSpPr/>
          <p:nvPr/>
        </p:nvSpPr>
        <p:spPr>
          <a:xfrm>
            <a:off x="2087599" y="3620402"/>
            <a:ext cx="6985" cy="11430"/>
          </a:xfrm>
          <a:custGeom>
            <a:avLst/>
            <a:gdLst/>
            <a:ahLst/>
            <a:cxnLst/>
            <a:rect l="l" t="t" r="r" b="b"/>
            <a:pathLst>
              <a:path w="6985" h="11429">
                <a:moveTo>
                  <a:pt x="1796" y="0"/>
                </a:moveTo>
                <a:lnTo>
                  <a:pt x="378" y="1371"/>
                </a:lnTo>
                <a:lnTo>
                  <a:pt x="0" y="5358"/>
                </a:lnTo>
                <a:lnTo>
                  <a:pt x="63" y="10977"/>
                </a:lnTo>
                <a:lnTo>
                  <a:pt x="441" y="10827"/>
                </a:lnTo>
                <a:lnTo>
                  <a:pt x="4326" y="10922"/>
                </a:lnTo>
                <a:lnTo>
                  <a:pt x="3483" y="7289"/>
                </a:lnTo>
                <a:lnTo>
                  <a:pt x="6414" y="2765"/>
                </a:lnTo>
                <a:lnTo>
                  <a:pt x="1796" y="0"/>
                </a:lnTo>
                <a:close/>
              </a:path>
            </a:pathLst>
          </a:custGeom>
          <a:solidFill>
            <a:srgbClr val="6051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9" name="bg object 179"/>
          <p:cNvSpPr/>
          <p:nvPr/>
        </p:nvSpPr>
        <p:spPr>
          <a:xfrm>
            <a:off x="2120709" y="4433514"/>
            <a:ext cx="9525" cy="7620"/>
          </a:xfrm>
          <a:custGeom>
            <a:avLst/>
            <a:gdLst/>
            <a:ahLst/>
            <a:cxnLst/>
            <a:rect l="l" t="t" r="r" b="b"/>
            <a:pathLst>
              <a:path w="9525" h="7620">
                <a:moveTo>
                  <a:pt x="0" y="0"/>
                </a:moveTo>
                <a:lnTo>
                  <a:pt x="39" y="228"/>
                </a:lnTo>
                <a:lnTo>
                  <a:pt x="47" y="5602"/>
                </a:lnTo>
                <a:lnTo>
                  <a:pt x="5327" y="7029"/>
                </a:lnTo>
                <a:lnTo>
                  <a:pt x="9377" y="6816"/>
                </a:lnTo>
                <a:lnTo>
                  <a:pt x="7974" y="3680"/>
                </a:lnTo>
                <a:lnTo>
                  <a:pt x="8282" y="1465"/>
                </a:lnTo>
                <a:lnTo>
                  <a:pt x="0" y="0"/>
                </a:lnTo>
                <a:close/>
              </a:path>
            </a:pathLst>
          </a:custGeom>
          <a:solidFill>
            <a:srgbClr val="9D96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0" name="bg object 180"/>
          <p:cNvSpPr/>
          <p:nvPr/>
        </p:nvSpPr>
        <p:spPr>
          <a:xfrm>
            <a:off x="2013631" y="4195510"/>
            <a:ext cx="4445" cy="10160"/>
          </a:xfrm>
          <a:custGeom>
            <a:avLst/>
            <a:gdLst/>
            <a:ahLst/>
            <a:cxnLst/>
            <a:rect l="l" t="t" r="r" b="b"/>
            <a:pathLst>
              <a:path w="4444" h="10160">
                <a:moveTo>
                  <a:pt x="94" y="0"/>
                </a:moveTo>
                <a:lnTo>
                  <a:pt x="94" y="2214"/>
                </a:lnTo>
                <a:lnTo>
                  <a:pt x="141" y="4436"/>
                </a:lnTo>
                <a:lnTo>
                  <a:pt x="0" y="9621"/>
                </a:lnTo>
                <a:lnTo>
                  <a:pt x="1970" y="9708"/>
                </a:lnTo>
                <a:lnTo>
                  <a:pt x="4089" y="9629"/>
                </a:lnTo>
                <a:lnTo>
                  <a:pt x="4318" y="9747"/>
                </a:lnTo>
                <a:lnTo>
                  <a:pt x="4152" y="55"/>
                </a:lnTo>
                <a:lnTo>
                  <a:pt x="94" y="0"/>
                </a:lnTo>
                <a:close/>
              </a:path>
            </a:pathLst>
          </a:custGeom>
          <a:solidFill>
            <a:srgbClr val="EBEA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1" name="bg object 181"/>
          <p:cNvSpPr/>
          <p:nvPr/>
        </p:nvSpPr>
        <p:spPr>
          <a:xfrm>
            <a:off x="2261731" y="3775694"/>
            <a:ext cx="6350" cy="10160"/>
          </a:xfrm>
          <a:custGeom>
            <a:avLst/>
            <a:gdLst/>
            <a:ahLst/>
            <a:cxnLst/>
            <a:rect l="l" t="t" r="r" b="b"/>
            <a:pathLst>
              <a:path w="6350" h="10160">
                <a:moveTo>
                  <a:pt x="1820" y="0"/>
                </a:moveTo>
                <a:lnTo>
                  <a:pt x="1347" y="2111"/>
                </a:lnTo>
                <a:lnTo>
                  <a:pt x="717" y="4200"/>
                </a:lnTo>
                <a:lnTo>
                  <a:pt x="0" y="9550"/>
                </a:lnTo>
                <a:lnTo>
                  <a:pt x="2198" y="9874"/>
                </a:lnTo>
                <a:lnTo>
                  <a:pt x="4617" y="9818"/>
                </a:lnTo>
                <a:lnTo>
                  <a:pt x="6052" y="8274"/>
                </a:lnTo>
                <a:lnTo>
                  <a:pt x="1820" y="0"/>
                </a:lnTo>
                <a:close/>
              </a:path>
            </a:pathLst>
          </a:custGeom>
          <a:solidFill>
            <a:srgbClr val="6156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2" name="bg object 182"/>
          <p:cNvSpPr/>
          <p:nvPr/>
        </p:nvSpPr>
        <p:spPr>
          <a:xfrm>
            <a:off x="2149588" y="3396034"/>
            <a:ext cx="10160" cy="4445"/>
          </a:xfrm>
          <a:custGeom>
            <a:avLst/>
            <a:gdLst/>
            <a:ahLst/>
            <a:cxnLst/>
            <a:rect l="l" t="t" r="r" b="b"/>
            <a:pathLst>
              <a:path w="10160" h="4445">
                <a:moveTo>
                  <a:pt x="9582" y="0"/>
                </a:moveTo>
                <a:lnTo>
                  <a:pt x="0" y="0"/>
                </a:lnTo>
                <a:lnTo>
                  <a:pt x="94" y="4176"/>
                </a:lnTo>
                <a:lnTo>
                  <a:pt x="9527" y="4152"/>
                </a:lnTo>
                <a:lnTo>
                  <a:pt x="9582" y="0"/>
                </a:lnTo>
                <a:close/>
              </a:path>
            </a:pathLst>
          </a:custGeom>
          <a:solidFill>
            <a:srgbClr val="D9D3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3" name="bg object 183"/>
          <p:cNvSpPr/>
          <p:nvPr/>
        </p:nvSpPr>
        <p:spPr>
          <a:xfrm>
            <a:off x="2314111" y="4085391"/>
            <a:ext cx="4445" cy="10160"/>
          </a:xfrm>
          <a:custGeom>
            <a:avLst/>
            <a:gdLst/>
            <a:ahLst/>
            <a:cxnLst/>
            <a:rect l="l" t="t" r="r" b="b"/>
            <a:pathLst>
              <a:path w="4444" h="10160">
                <a:moveTo>
                  <a:pt x="2442" y="0"/>
                </a:moveTo>
                <a:lnTo>
                  <a:pt x="307" y="102"/>
                </a:lnTo>
                <a:lnTo>
                  <a:pt x="0" y="0"/>
                </a:lnTo>
                <a:lnTo>
                  <a:pt x="267" y="9661"/>
                </a:lnTo>
                <a:lnTo>
                  <a:pt x="4271" y="9700"/>
                </a:lnTo>
                <a:lnTo>
                  <a:pt x="4271" y="7494"/>
                </a:lnTo>
                <a:lnTo>
                  <a:pt x="4215" y="5287"/>
                </a:lnTo>
                <a:lnTo>
                  <a:pt x="4357" y="157"/>
                </a:lnTo>
                <a:lnTo>
                  <a:pt x="2442" y="0"/>
                </a:lnTo>
                <a:close/>
              </a:path>
            </a:pathLst>
          </a:custGeom>
          <a:solidFill>
            <a:srgbClr val="F3F1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4" name="bg object 184"/>
          <p:cNvSpPr/>
          <p:nvPr/>
        </p:nvSpPr>
        <p:spPr>
          <a:xfrm>
            <a:off x="2116392" y="3512861"/>
            <a:ext cx="4445" cy="11430"/>
          </a:xfrm>
          <a:custGeom>
            <a:avLst/>
            <a:gdLst/>
            <a:ahLst/>
            <a:cxnLst/>
            <a:rect l="l" t="t" r="r" b="b"/>
            <a:pathLst>
              <a:path w="4444" h="11429">
                <a:moveTo>
                  <a:pt x="2899" y="0"/>
                </a:moveTo>
                <a:lnTo>
                  <a:pt x="2474" y="86"/>
                </a:lnTo>
                <a:lnTo>
                  <a:pt x="2048" y="133"/>
                </a:lnTo>
                <a:lnTo>
                  <a:pt x="1615" y="126"/>
                </a:lnTo>
                <a:lnTo>
                  <a:pt x="15" y="6911"/>
                </a:lnTo>
                <a:lnTo>
                  <a:pt x="0" y="11166"/>
                </a:lnTo>
                <a:lnTo>
                  <a:pt x="480" y="11087"/>
                </a:lnTo>
                <a:lnTo>
                  <a:pt x="4286" y="11111"/>
                </a:lnTo>
                <a:lnTo>
                  <a:pt x="4444" y="7021"/>
                </a:lnTo>
                <a:lnTo>
                  <a:pt x="4405" y="2915"/>
                </a:lnTo>
                <a:lnTo>
                  <a:pt x="2899" y="0"/>
                </a:lnTo>
                <a:close/>
              </a:path>
            </a:pathLst>
          </a:custGeom>
          <a:solidFill>
            <a:srgbClr val="796C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5" name="bg object 185"/>
          <p:cNvSpPr/>
          <p:nvPr/>
        </p:nvSpPr>
        <p:spPr>
          <a:xfrm>
            <a:off x="2157436" y="3413878"/>
            <a:ext cx="6350" cy="8890"/>
          </a:xfrm>
          <a:custGeom>
            <a:avLst/>
            <a:gdLst/>
            <a:ahLst/>
            <a:cxnLst/>
            <a:rect l="l" t="t" r="r" b="b"/>
            <a:pathLst>
              <a:path w="6350" h="8889">
                <a:moveTo>
                  <a:pt x="409" y="0"/>
                </a:moveTo>
                <a:lnTo>
                  <a:pt x="338" y="4129"/>
                </a:lnTo>
                <a:lnTo>
                  <a:pt x="0" y="7218"/>
                </a:lnTo>
                <a:lnTo>
                  <a:pt x="1300" y="8684"/>
                </a:lnTo>
                <a:lnTo>
                  <a:pt x="4460" y="8313"/>
                </a:lnTo>
                <a:lnTo>
                  <a:pt x="5736" y="4192"/>
                </a:lnTo>
                <a:lnTo>
                  <a:pt x="5744" y="86"/>
                </a:lnTo>
                <a:close/>
              </a:path>
            </a:pathLst>
          </a:custGeom>
          <a:solidFill>
            <a:srgbClr val="BCB4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6" name="bg object 186"/>
          <p:cNvSpPr/>
          <p:nvPr/>
        </p:nvSpPr>
        <p:spPr>
          <a:xfrm>
            <a:off x="2161504" y="3435541"/>
            <a:ext cx="10795" cy="5080"/>
          </a:xfrm>
          <a:custGeom>
            <a:avLst/>
            <a:gdLst/>
            <a:ahLst/>
            <a:cxnLst/>
            <a:rect l="l" t="t" r="r" b="b"/>
            <a:pathLst>
              <a:path w="10794" h="5079">
                <a:moveTo>
                  <a:pt x="1457" y="0"/>
                </a:moveTo>
                <a:lnTo>
                  <a:pt x="0" y="1316"/>
                </a:lnTo>
                <a:lnTo>
                  <a:pt x="433" y="4523"/>
                </a:lnTo>
                <a:lnTo>
                  <a:pt x="9787" y="4483"/>
                </a:lnTo>
                <a:lnTo>
                  <a:pt x="10260" y="4539"/>
                </a:lnTo>
                <a:lnTo>
                  <a:pt x="9937" y="488"/>
                </a:lnTo>
                <a:lnTo>
                  <a:pt x="4586" y="362"/>
                </a:lnTo>
                <a:lnTo>
                  <a:pt x="1457" y="0"/>
                </a:lnTo>
                <a:close/>
              </a:path>
            </a:pathLst>
          </a:custGeom>
          <a:solidFill>
            <a:srgbClr val="B0A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7" name="bg object 187"/>
          <p:cNvSpPr/>
          <p:nvPr/>
        </p:nvSpPr>
        <p:spPr>
          <a:xfrm>
            <a:off x="2164663" y="4444624"/>
            <a:ext cx="4445" cy="10160"/>
          </a:xfrm>
          <a:custGeom>
            <a:avLst/>
            <a:gdLst/>
            <a:ahLst/>
            <a:cxnLst/>
            <a:rect l="l" t="t" r="r" b="b"/>
            <a:pathLst>
              <a:path w="4444" h="10160">
                <a:moveTo>
                  <a:pt x="4121" y="0"/>
                </a:moveTo>
                <a:lnTo>
                  <a:pt x="0" y="0"/>
                </a:lnTo>
                <a:lnTo>
                  <a:pt x="7" y="8258"/>
                </a:lnTo>
                <a:lnTo>
                  <a:pt x="1536" y="9716"/>
                </a:lnTo>
                <a:lnTo>
                  <a:pt x="4152" y="9409"/>
                </a:lnTo>
                <a:lnTo>
                  <a:pt x="4121" y="0"/>
                </a:lnTo>
                <a:close/>
              </a:path>
            </a:pathLst>
          </a:custGeom>
          <a:solidFill>
            <a:srgbClr val="8780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8" name="bg object 188"/>
          <p:cNvSpPr/>
          <p:nvPr/>
        </p:nvSpPr>
        <p:spPr>
          <a:xfrm>
            <a:off x="2244571" y="3708260"/>
            <a:ext cx="5715" cy="11430"/>
          </a:xfrm>
          <a:custGeom>
            <a:avLst/>
            <a:gdLst/>
            <a:ahLst/>
            <a:cxnLst/>
            <a:rect l="l" t="t" r="r" b="b"/>
            <a:pathLst>
              <a:path w="5714" h="11429">
                <a:moveTo>
                  <a:pt x="2513" y="0"/>
                </a:moveTo>
                <a:lnTo>
                  <a:pt x="0" y="6855"/>
                </a:lnTo>
                <a:lnTo>
                  <a:pt x="228" y="7848"/>
                </a:lnTo>
                <a:lnTo>
                  <a:pt x="5027" y="11119"/>
                </a:lnTo>
                <a:lnTo>
                  <a:pt x="5390" y="5547"/>
                </a:lnTo>
                <a:lnTo>
                  <a:pt x="5043" y="1583"/>
                </a:lnTo>
                <a:lnTo>
                  <a:pt x="2513" y="0"/>
                </a:lnTo>
                <a:close/>
              </a:path>
            </a:pathLst>
          </a:custGeom>
          <a:solidFill>
            <a:srgbClr val="7062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9" name="bg object 189"/>
          <p:cNvSpPr/>
          <p:nvPr/>
        </p:nvSpPr>
        <p:spPr>
          <a:xfrm>
            <a:off x="2286846" y="3898305"/>
            <a:ext cx="5715" cy="8890"/>
          </a:xfrm>
          <a:custGeom>
            <a:avLst/>
            <a:gdLst/>
            <a:ahLst/>
            <a:cxnLst/>
            <a:rect l="l" t="t" r="r" b="b"/>
            <a:pathLst>
              <a:path w="5714" h="8889">
                <a:moveTo>
                  <a:pt x="15" y="0"/>
                </a:moveTo>
                <a:lnTo>
                  <a:pt x="0" y="8234"/>
                </a:lnTo>
                <a:lnTo>
                  <a:pt x="4231" y="8321"/>
                </a:lnTo>
                <a:lnTo>
                  <a:pt x="5665" y="6808"/>
                </a:lnTo>
                <a:lnTo>
                  <a:pt x="3861" y="39"/>
                </a:lnTo>
                <a:lnTo>
                  <a:pt x="15" y="0"/>
                </a:lnTo>
                <a:close/>
              </a:path>
            </a:pathLst>
          </a:custGeom>
          <a:solidFill>
            <a:srgbClr val="7069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0" name="bg object 190"/>
          <p:cNvSpPr/>
          <p:nvPr/>
        </p:nvSpPr>
        <p:spPr>
          <a:xfrm>
            <a:off x="2286569" y="4321942"/>
            <a:ext cx="5080" cy="10160"/>
          </a:xfrm>
          <a:custGeom>
            <a:avLst/>
            <a:gdLst/>
            <a:ahLst/>
            <a:cxnLst/>
            <a:rect l="l" t="t" r="r" b="b"/>
            <a:pathLst>
              <a:path w="5080" h="10160">
                <a:moveTo>
                  <a:pt x="1796" y="0"/>
                </a:moveTo>
                <a:lnTo>
                  <a:pt x="0" y="638"/>
                </a:lnTo>
                <a:lnTo>
                  <a:pt x="362" y="5334"/>
                </a:lnTo>
                <a:lnTo>
                  <a:pt x="260" y="6903"/>
                </a:lnTo>
                <a:lnTo>
                  <a:pt x="252" y="8455"/>
                </a:lnTo>
                <a:lnTo>
                  <a:pt x="1662" y="9850"/>
                </a:lnTo>
                <a:lnTo>
                  <a:pt x="2072" y="9850"/>
                </a:lnTo>
                <a:lnTo>
                  <a:pt x="2876" y="9755"/>
                </a:lnTo>
                <a:lnTo>
                  <a:pt x="4255" y="8400"/>
                </a:lnTo>
                <a:lnTo>
                  <a:pt x="4460" y="4405"/>
                </a:lnTo>
                <a:lnTo>
                  <a:pt x="4381" y="204"/>
                </a:lnTo>
                <a:lnTo>
                  <a:pt x="1796" y="0"/>
                </a:lnTo>
                <a:close/>
              </a:path>
            </a:pathLst>
          </a:custGeom>
          <a:solidFill>
            <a:srgbClr val="A59E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1" name="bg object 191"/>
          <p:cNvSpPr/>
          <p:nvPr/>
        </p:nvSpPr>
        <p:spPr>
          <a:xfrm>
            <a:off x="2296073" y="4299745"/>
            <a:ext cx="6350" cy="10160"/>
          </a:xfrm>
          <a:custGeom>
            <a:avLst/>
            <a:gdLst/>
            <a:ahLst/>
            <a:cxnLst/>
            <a:rect l="l" t="t" r="r" b="b"/>
            <a:pathLst>
              <a:path w="6350" h="10160">
                <a:moveTo>
                  <a:pt x="1245" y="0"/>
                </a:moveTo>
                <a:lnTo>
                  <a:pt x="0" y="1497"/>
                </a:lnTo>
                <a:lnTo>
                  <a:pt x="330" y="4531"/>
                </a:lnTo>
                <a:lnTo>
                  <a:pt x="1749" y="10015"/>
                </a:lnTo>
                <a:lnTo>
                  <a:pt x="6225" y="7777"/>
                </a:lnTo>
                <a:lnTo>
                  <a:pt x="3940" y="3680"/>
                </a:lnTo>
                <a:lnTo>
                  <a:pt x="4381" y="338"/>
                </a:lnTo>
                <a:lnTo>
                  <a:pt x="1245" y="0"/>
                </a:lnTo>
                <a:close/>
              </a:path>
            </a:pathLst>
          </a:custGeom>
          <a:solidFill>
            <a:srgbClr val="C9C4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2" name="bg object 192"/>
          <p:cNvSpPr/>
          <p:nvPr/>
        </p:nvSpPr>
        <p:spPr>
          <a:xfrm>
            <a:off x="2028901" y="3888633"/>
            <a:ext cx="4445" cy="10160"/>
          </a:xfrm>
          <a:custGeom>
            <a:avLst/>
            <a:gdLst/>
            <a:ahLst/>
            <a:cxnLst/>
            <a:rect l="l" t="t" r="r" b="b"/>
            <a:pathLst>
              <a:path w="4444" h="10160">
                <a:moveTo>
                  <a:pt x="3900" y="0"/>
                </a:moveTo>
                <a:lnTo>
                  <a:pt x="0" y="63"/>
                </a:lnTo>
                <a:lnTo>
                  <a:pt x="1260" y="9669"/>
                </a:lnTo>
                <a:lnTo>
                  <a:pt x="1710" y="9677"/>
                </a:lnTo>
                <a:lnTo>
                  <a:pt x="2608" y="9629"/>
                </a:lnTo>
                <a:lnTo>
                  <a:pt x="3940" y="8250"/>
                </a:lnTo>
                <a:lnTo>
                  <a:pt x="3900" y="0"/>
                </a:lnTo>
                <a:close/>
              </a:path>
            </a:pathLst>
          </a:custGeom>
          <a:solidFill>
            <a:srgbClr val="C1BB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3" name="bg object 193"/>
          <p:cNvSpPr/>
          <p:nvPr/>
        </p:nvSpPr>
        <p:spPr>
          <a:xfrm>
            <a:off x="2021960" y="4243651"/>
            <a:ext cx="4445" cy="10160"/>
          </a:xfrm>
          <a:custGeom>
            <a:avLst/>
            <a:gdLst/>
            <a:ahLst/>
            <a:cxnLst/>
            <a:rect l="l" t="t" r="r" b="b"/>
            <a:pathLst>
              <a:path w="4444" h="10160">
                <a:moveTo>
                  <a:pt x="1434" y="0"/>
                </a:moveTo>
                <a:lnTo>
                  <a:pt x="0" y="9653"/>
                </a:lnTo>
                <a:lnTo>
                  <a:pt x="3995" y="9724"/>
                </a:lnTo>
                <a:lnTo>
                  <a:pt x="4215" y="5610"/>
                </a:lnTo>
                <a:lnTo>
                  <a:pt x="1434" y="0"/>
                </a:lnTo>
                <a:close/>
              </a:path>
            </a:pathLst>
          </a:custGeom>
          <a:solidFill>
            <a:srgbClr val="DEDA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4" name="bg object 194"/>
          <p:cNvSpPr/>
          <p:nvPr/>
        </p:nvSpPr>
        <p:spPr>
          <a:xfrm>
            <a:off x="2310151" y="4057824"/>
            <a:ext cx="5715" cy="10160"/>
          </a:xfrm>
          <a:custGeom>
            <a:avLst/>
            <a:gdLst/>
            <a:ahLst/>
            <a:cxnLst/>
            <a:rect l="l" t="t" r="r" b="b"/>
            <a:pathLst>
              <a:path w="5714" h="10160">
                <a:moveTo>
                  <a:pt x="1505" y="0"/>
                </a:moveTo>
                <a:lnTo>
                  <a:pt x="0" y="9740"/>
                </a:lnTo>
                <a:lnTo>
                  <a:pt x="3971" y="9779"/>
                </a:lnTo>
                <a:lnTo>
                  <a:pt x="3782" y="6359"/>
                </a:lnTo>
                <a:lnTo>
                  <a:pt x="5610" y="2427"/>
                </a:lnTo>
                <a:lnTo>
                  <a:pt x="1505" y="0"/>
                </a:lnTo>
                <a:close/>
              </a:path>
            </a:pathLst>
          </a:custGeom>
          <a:solidFill>
            <a:srgbClr val="BDB7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5" name="bg object 195"/>
          <p:cNvSpPr/>
          <p:nvPr/>
        </p:nvSpPr>
        <p:spPr>
          <a:xfrm>
            <a:off x="2149682" y="3400192"/>
            <a:ext cx="9525" cy="4445"/>
          </a:xfrm>
          <a:custGeom>
            <a:avLst/>
            <a:gdLst/>
            <a:ahLst/>
            <a:cxnLst/>
            <a:rect l="l" t="t" r="r" b="b"/>
            <a:pathLst>
              <a:path w="9525" h="4445">
                <a:moveTo>
                  <a:pt x="9432" y="0"/>
                </a:moveTo>
                <a:lnTo>
                  <a:pt x="0" y="15"/>
                </a:lnTo>
                <a:lnTo>
                  <a:pt x="39" y="4129"/>
                </a:lnTo>
                <a:lnTo>
                  <a:pt x="8045" y="4121"/>
                </a:lnTo>
                <a:lnTo>
                  <a:pt x="9432" y="0"/>
                </a:lnTo>
                <a:close/>
              </a:path>
            </a:pathLst>
          </a:custGeom>
          <a:solidFill>
            <a:srgbClr val="C1B9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6" name="bg object 196"/>
          <p:cNvSpPr/>
          <p:nvPr/>
        </p:nvSpPr>
        <p:spPr>
          <a:xfrm>
            <a:off x="2312997" y="4095055"/>
            <a:ext cx="5715" cy="8890"/>
          </a:xfrm>
          <a:custGeom>
            <a:avLst/>
            <a:gdLst/>
            <a:ahLst/>
            <a:cxnLst/>
            <a:rect l="l" t="t" r="r" b="b"/>
            <a:pathLst>
              <a:path w="5714" h="8889">
                <a:moveTo>
                  <a:pt x="1379" y="0"/>
                </a:moveTo>
                <a:lnTo>
                  <a:pt x="1189" y="4184"/>
                </a:lnTo>
                <a:lnTo>
                  <a:pt x="0" y="8258"/>
                </a:lnTo>
                <a:lnTo>
                  <a:pt x="5358" y="8305"/>
                </a:lnTo>
                <a:lnTo>
                  <a:pt x="5382" y="39"/>
                </a:lnTo>
                <a:lnTo>
                  <a:pt x="1379" y="0"/>
                </a:lnTo>
                <a:close/>
              </a:path>
            </a:pathLst>
          </a:custGeom>
          <a:solidFill>
            <a:srgbClr val="E6E3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7" name="bg object 197"/>
          <p:cNvSpPr/>
          <p:nvPr/>
        </p:nvSpPr>
        <p:spPr>
          <a:xfrm>
            <a:off x="2301633" y="4267058"/>
            <a:ext cx="5080" cy="10160"/>
          </a:xfrm>
          <a:custGeom>
            <a:avLst/>
            <a:gdLst/>
            <a:ahLst/>
            <a:cxnLst/>
            <a:rect l="l" t="t" r="r" b="b"/>
            <a:pathLst>
              <a:path w="5080" h="10160">
                <a:moveTo>
                  <a:pt x="1678" y="0"/>
                </a:moveTo>
                <a:lnTo>
                  <a:pt x="1221" y="2174"/>
                </a:lnTo>
                <a:lnTo>
                  <a:pt x="598" y="4326"/>
                </a:lnTo>
                <a:lnTo>
                  <a:pt x="0" y="9472"/>
                </a:lnTo>
                <a:lnTo>
                  <a:pt x="2009" y="9787"/>
                </a:lnTo>
                <a:lnTo>
                  <a:pt x="4279" y="9629"/>
                </a:lnTo>
                <a:lnTo>
                  <a:pt x="4570" y="5602"/>
                </a:lnTo>
                <a:lnTo>
                  <a:pt x="1678" y="0"/>
                </a:lnTo>
                <a:close/>
              </a:path>
            </a:pathLst>
          </a:custGeom>
          <a:solidFill>
            <a:srgbClr val="A19A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8" name="bg object 198"/>
          <p:cNvSpPr/>
          <p:nvPr/>
        </p:nvSpPr>
        <p:spPr>
          <a:xfrm>
            <a:off x="2086585" y="3605057"/>
            <a:ext cx="6985" cy="10160"/>
          </a:xfrm>
          <a:custGeom>
            <a:avLst/>
            <a:gdLst/>
            <a:ahLst/>
            <a:cxnLst/>
            <a:rect l="l" t="t" r="r" b="b"/>
            <a:pathLst>
              <a:path w="6985" h="10160">
                <a:moveTo>
                  <a:pt x="5201" y="0"/>
                </a:moveTo>
                <a:lnTo>
                  <a:pt x="701" y="2293"/>
                </a:lnTo>
                <a:lnTo>
                  <a:pt x="0" y="5587"/>
                </a:lnTo>
                <a:lnTo>
                  <a:pt x="2639" y="9763"/>
                </a:lnTo>
                <a:lnTo>
                  <a:pt x="6666" y="8093"/>
                </a:lnTo>
                <a:lnTo>
                  <a:pt x="4885" y="4428"/>
                </a:lnTo>
                <a:lnTo>
                  <a:pt x="5453" y="1568"/>
                </a:lnTo>
                <a:lnTo>
                  <a:pt x="5201" y="0"/>
                </a:lnTo>
                <a:close/>
              </a:path>
            </a:pathLst>
          </a:custGeom>
          <a:solidFill>
            <a:srgbClr val="C3BD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9" name="bg object 199"/>
          <p:cNvSpPr/>
          <p:nvPr/>
        </p:nvSpPr>
        <p:spPr>
          <a:xfrm>
            <a:off x="2115397" y="3503186"/>
            <a:ext cx="5715" cy="10160"/>
          </a:xfrm>
          <a:custGeom>
            <a:avLst/>
            <a:gdLst/>
            <a:ahLst/>
            <a:cxnLst/>
            <a:rect l="l" t="t" r="r" b="b"/>
            <a:pathLst>
              <a:path w="5714" h="10160">
                <a:moveTo>
                  <a:pt x="5240" y="0"/>
                </a:moveTo>
                <a:lnTo>
                  <a:pt x="717" y="2285"/>
                </a:lnTo>
                <a:lnTo>
                  <a:pt x="0" y="5595"/>
                </a:lnTo>
                <a:lnTo>
                  <a:pt x="2616" y="9803"/>
                </a:lnTo>
                <a:lnTo>
                  <a:pt x="3041" y="9803"/>
                </a:lnTo>
                <a:lnTo>
                  <a:pt x="3475" y="9763"/>
                </a:lnTo>
                <a:lnTo>
                  <a:pt x="3892" y="9677"/>
                </a:lnTo>
                <a:lnTo>
                  <a:pt x="5429" y="1639"/>
                </a:lnTo>
                <a:lnTo>
                  <a:pt x="5240" y="0"/>
                </a:lnTo>
                <a:close/>
              </a:path>
            </a:pathLst>
          </a:custGeom>
          <a:solidFill>
            <a:srgbClr val="BBB1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0" name="bg object 200"/>
          <p:cNvSpPr/>
          <p:nvPr/>
        </p:nvSpPr>
        <p:spPr>
          <a:xfrm>
            <a:off x="2311561" y="4206491"/>
            <a:ext cx="4445" cy="8890"/>
          </a:xfrm>
          <a:custGeom>
            <a:avLst/>
            <a:gdLst/>
            <a:ahLst/>
            <a:cxnLst/>
            <a:rect l="l" t="t" r="r" b="b"/>
            <a:pathLst>
              <a:path w="4444" h="8889">
                <a:moveTo>
                  <a:pt x="3955" y="0"/>
                </a:moveTo>
                <a:lnTo>
                  <a:pt x="0" y="102"/>
                </a:lnTo>
                <a:lnTo>
                  <a:pt x="15" y="8337"/>
                </a:lnTo>
                <a:lnTo>
                  <a:pt x="4003" y="8282"/>
                </a:lnTo>
                <a:lnTo>
                  <a:pt x="3955" y="0"/>
                </a:lnTo>
                <a:close/>
              </a:path>
            </a:pathLst>
          </a:custGeom>
          <a:solidFill>
            <a:srgbClr val="C7C2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1" name="bg object 201"/>
          <p:cNvSpPr/>
          <p:nvPr/>
        </p:nvSpPr>
        <p:spPr>
          <a:xfrm>
            <a:off x="2017523" y="4223030"/>
            <a:ext cx="4445" cy="8890"/>
          </a:xfrm>
          <a:custGeom>
            <a:avLst/>
            <a:gdLst/>
            <a:ahLst/>
            <a:cxnLst/>
            <a:rect l="l" t="t" r="r" b="b"/>
            <a:pathLst>
              <a:path w="4444" h="8889">
                <a:moveTo>
                  <a:pt x="346" y="0"/>
                </a:moveTo>
                <a:lnTo>
                  <a:pt x="330" y="1544"/>
                </a:lnTo>
                <a:lnTo>
                  <a:pt x="417" y="3089"/>
                </a:lnTo>
                <a:lnTo>
                  <a:pt x="0" y="7643"/>
                </a:lnTo>
                <a:lnTo>
                  <a:pt x="1654" y="8487"/>
                </a:lnTo>
                <a:lnTo>
                  <a:pt x="4255" y="8376"/>
                </a:lnTo>
                <a:lnTo>
                  <a:pt x="4436" y="15"/>
                </a:lnTo>
                <a:lnTo>
                  <a:pt x="4286" y="102"/>
                </a:lnTo>
                <a:lnTo>
                  <a:pt x="346" y="0"/>
                </a:lnTo>
                <a:close/>
              </a:path>
            </a:pathLst>
          </a:custGeom>
          <a:solidFill>
            <a:srgbClr val="DDD8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2" name="bg object 202"/>
          <p:cNvSpPr/>
          <p:nvPr/>
        </p:nvSpPr>
        <p:spPr>
          <a:xfrm>
            <a:off x="2311314" y="4228548"/>
            <a:ext cx="4445" cy="8890"/>
          </a:xfrm>
          <a:custGeom>
            <a:avLst/>
            <a:gdLst/>
            <a:ahLst/>
            <a:cxnLst/>
            <a:rect l="l" t="t" r="r" b="b"/>
            <a:pathLst>
              <a:path w="4444" h="8889">
                <a:moveTo>
                  <a:pt x="4302" y="0"/>
                </a:moveTo>
                <a:lnTo>
                  <a:pt x="338" y="55"/>
                </a:lnTo>
                <a:lnTo>
                  <a:pt x="86" y="4176"/>
                </a:lnTo>
                <a:lnTo>
                  <a:pt x="0" y="8345"/>
                </a:lnTo>
                <a:lnTo>
                  <a:pt x="386" y="8227"/>
                </a:lnTo>
                <a:lnTo>
                  <a:pt x="4310" y="8258"/>
                </a:lnTo>
                <a:lnTo>
                  <a:pt x="4302" y="0"/>
                </a:lnTo>
                <a:close/>
              </a:path>
            </a:pathLst>
          </a:custGeom>
          <a:solidFill>
            <a:srgbClr val="E5E2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3" name="bg object 203"/>
          <p:cNvSpPr/>
          <p:nvPr/>
        </p:nvSpPr>
        <p:spPr>
          <a:xfrm>
            <a:off x="2012414" y="4039970"/>
            <a:ext cx="4445" cy="8890"/>
          </a:xfrm>
          <a:custGeom>
            <a:avLst/>
            <a:gdLst/>
            <a:ahLst/>
            <a:cxnLst/>
            <a:rect l="l" t="t" r="r" b="b"/>
            <a:pathLst>
              <a:path w="4444" h="8889">
                <a:moveTo>
                  <a:pt x="4192" y="0"/>
                </a:moveTo>
                <a:lnTo>
                  <a:pt x="3908" y="110"/>
                </a:lnTo>
                <a:lnTo>
                  <a:pt x="0" y="86"/>
                </a:lnTo>
                <a:lnTo>
                  <a:pt x="15" y="8353"/>
                </a:lnTo>
                <a:lnTo>
                  <a:pt x="3940" y="8282"/>
                </a:lnTo>
                <a:lnTo>
                  <a:pt x="4113" y="8376"/>
                </a:lnTo>
                <a:lnTo>
                  <a:pt x="4192" y="0"/>
                </a:lnTo>
                <a:close/>
              </a:path>
            </a:pathLst>
          </a:custGeom>
          <a:solidFill>
            <a:srgbClr val="CBC6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4" name="bg object 204"/>
          <p:cNvSpPr/>
          <p:nvPr/>
        </p:nvSpPr>
        <p:spPr>
          <a:xfrm>
            <a:off x="2017547" y="4004264"/>
            <a:ext cx="8890" cy="4445"/>
          </a:xfrm>
          <a:custGeom>
            <a:avLst/>
            <a:gdLst/>
            <a:ahLst/>
            <a:cxnLst/>
            <a:rect l="l" t="t" r="r" b="b"/>
            <a:pathLst>
              <a:path w="8889" h="4445">
                <a:moveTo>
                  <a:pt x="8502" y="0"/>
                </a:moveTo>
                <a:lnTo>
                  <a:pt x="433" y="31"/>
                </a:lnTo>
                <a:lnTo>
                  <a:pt x="0" y="4176"/>
                </a:lnTo>
                <a:lnTo>
                  <a:pt x="488" y="4066"/>
                </a:lnTo>
                <a:lnTo>
                  <a:pt x="8479" y="4152"/>
                </a:lnTo>
                <a:lnTo>
                  <a:pt x="8502" y="0"/>
                </a:lnTo>
                <a:close/>
              </a:path>
            </a:pathLst>
          </a:custGeom>
          <a:solidFill>
            <a:srgbClr val="908E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5" name="bg object 205"/>
          <p:cNvSpPr/>
          <p:nvPr/>
        </p:nvSpPr>
        <p:spPr>
          <a:xfrm>
            <a:off x="2306126" y="4019357"/>
            <a:ext cx="4445" cy="8890"/>
          </a:xfrm>
          <a:custGeom>
            <a:avLst/>
            <a:gdLst/>
            <a:ahLst/>
            <a:cxnLst/>
            <a:rect l="l" t="t" r="r" b="b"/>
            <a:pathLst>
              <a:path w="4444" h="8889">
                <a:moveTo>
                  <a:pt x="39" y="0"/>
                </a:moveTo>
                <a:lnTo>
                  <a:pt x="0" y="8258"/>
                </a:lnTo>
                <a:lnTo>
                  <a:pt x="3900" y="8337"/>
                </a:lnTo>
                <a:lnTo>
                  <a:pt x="3916" y="94"/>
                </a:lnTo>
                <a:lnTo>
                  <a:pt x="39" y="0"/>
                </a:lnTo>
                <a:close/>
              </a:path>
            </a:pathLst>
          </a:custGeom>
          <a:solidFill>
            <a:srgbClr val="BDB7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6" name="bg object 206"/>
          <p:cNvSpPr/>
          <p:nvPr/>
        </p:nvSpPr>
        <p:spPr>
          <a:xfrm>
            <a:off x="2310108" y="4041220"/>
            <a:ext cx="4445" cy="8890"/>
          </a:xfrm>
          <a:custGeom>
            <a:avLst/>
            <a:gdLst/>
            <a:ahLst/>
            <a:cxnLst/>
            <a:rect l="l" t="t" r="r" b="b"/>
            <a:pathLst>
              <a:path w="4444" h="8889">
                <a:moveTo>
                  <a:pt x="2781" y="0"/>
                </a:moveTo>
                <a:lnTo>
                  <a:pt x="181" y="149"/>
                </a:lnTo>
                <a:lnTo>
                  <a:pt x="0" y="8479"/>
                </a:lnTo>
                <a:lnTo>
                  <a:pt x="189" y="8376"/>
                </a:lnTo>
                <a:lnTo>
                  <a:pt x="4145" y="8471"/>
                </a:lnTo>
                <a:lnTo>
                  <a:pt x="4145" y="6926"/>
                </a:lnTo>
                <a:lnTo>
                  <a:pt x="4050" y="5382"/>
                </a:lnTo>
                <a:lnTo>
                  <a:pt x="4444" y="811"/>
                </a:lnTo>
                <a:lnTo>
                  <a:pt x="2781" y="0"/>
                </a:lnTo>
                <a:close/>
              </a:path>
            </a:pathLst>
          </a:custGeom>
          <a:solidFill>
            <a:srgbClr val="EBE8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7" name="bg object 207"/>
          <p:cNvSpPr/>
          <p:nvPr/>
        </p:nvSpPr>
        <p:spPr>
          <a:xfrm>
            <a:off x="2066676" y="3684898"/>
            <a:ext cx="6350" cy="10160"/>
          </a:xfrm>
          <a:custGeom>
            <a:avLst/>
            <a:gdLst/>
            <a:ahLst/>
            <a:cxnLst/>
            <a:rect l="l" t="t" r="r" b="b"/>
            <a:pathLst>
              <a:path w="6350" h="10160">
                <a:moveTo>
                  <a:pt x="3467" y="0"/>
                </a:moveTo>
                <a:lnTo>
                  <a:pt x="3104" y="3238"/>
                </a:lnTo>
                <a:lnTo>
                  <a:pt x="0" y="6414"/>
                </a:lnTo>
                <a:lnTo>
                  <a:pt x="3223" y="9740"/>
                </a:lnTo>
                <a:lnTo>
                  <a:pt x="5973" y="8345"/>
                </a:lnTo>
                <a:lnTo>
                  <a:pt x="6162" y="4192"/>
                </a:lnTo>
                <a:lnTo>
                  <a:pt x="3467" y="0"/>
                </a:lnTo>
                <a:close/>
              </a:path>
            </a:pathLst>
          </a:custGeom>
          <a:solidFill>
            <a:srgbClr val="BEB5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8" name="bg object 208"/>
          <p:cNvSpPr/>
          <p:nvPr/>
        </p:nvSpPr>
        <p:spPr>
          <a:xfrm>
            <a:off x="2076544" y="3644976"/>
            <a:ext cx="7620" cy="10160"/>
          </a:xfrm>
          <a:custGeom>
            <a:avLst/>
            <a:gdLst/>
            <a:ahLst/>
            <a:cxnLst/>
            <a:rect l="l" t="t" r="r" b="b"/>
            <a:pathLst>
              <a:path w="7619" h="10160">
                <a:moveTo>
                  <a:pt x="4215" y="0"/>
                </a:moveTo>
                <a:lnTo>
                  <a:pt x="2009" y="3026"/>
                </a:lnTo>
                <a:lnTo>
                  <a:pt x="0" y="6075"/>
                </a:lnTo>
                <a:lnTo>
                  <a:pt x="3002" y="9747"/>
                </a:lnTo>
                <a:lnTo>
                  <a:pt x="7620" y="7029"/>
                </a:lnTo>
                <a:lnTo>
                  <a:pt x="5981" y="3522"/>
                </a:lnTo>
                <a:lnTo>
                  <a:pt x="4215" y="0"/>
                </a:lnTo>
                <a:close/>
              </a:path>
            </a:pathLst>
          </a:custGeom>
          <a:solidFill>
            <a:srgbClr val="AFA7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9" name="bg object 209"/>
          <p:cNvSpPr/>
          <p:nvPr/>
        </p:nvSpPr>
        <p:spPr>
          <a:xfrm>
            <a:off x="2072755" y="3665699"/>
            <a:ext cx="5715" cy="6985"/>
          </a:xfrm>
          <a:custGeom>
            <a:avLst/>
            <a:gdLst/>
            <a:ahLst/>
            <a:cxnLst/>
            <a:rect l="l" t="t" r="r" b="b"/>
            <a:pathLst>
              <a:path w="5714" h="6985">
                <a:moveTo>
                  <a:pt x="5240" y="0"/>
                </a:moveTo>
                <a:lnTo>
                  <a:pt x="0" y="70"/>
                </a:lnTo>
                <a:lnTo>
                  <a:pt x="1426" y="6950"/>
                </a:lnTo>
                <a:lnTo>
                  <a:pt x="1820" y="6942"/>
                </a:lnTo>
                <a:lnTo>
                  <a:pt x="2206" y="6895"/>
                </a:lnTo>
                <a:lnTo>
                  <a:pt x="2584" y="6792"/>
                </a:lnTo>
                <a:lnTo>
                  <a:pt x="5240" y="0"/>
                </a:lnTo>
                <a:close/>
              </a:path>
            </a:pathLst>
          </a:custGeom>
          <a:solidFill>
            <a:srgbClr val="D4CD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0" name="bg object 210"/>
          <p:cNvSpPr/>
          <p:nvPr/>
        </p:nvSpPr>
        <p:spPr>
          <a:xfrm>
            <a:off x="2284851" y="4331698"/>
            <a:ext cx="8255" cy="10160"/>
          </a:xfrm>
          <a:custGeom>
            <a:avLst/>
            <a:gdLst/>
            <a:ahLst/>
            <a:cxnLst/>
            <a:rect l="l" t="t" r="r" b="b"/>
            <a:pathLst>
              <a:path w="8255" h="10160">
                <a:moveTo>
                  <a:pt x="4594" y="0"/>
                </a:moveTo>
                <a:lnTo>
                  <a:pt x="3790" y="94"/>
                </a:lnTo>
                <a:lnTo>
                  <a:pt x="3380" y="94"/>
                </a:lnTo>
                <a:lnTo>
                  <a:pt x="3175" y="3301"/>
                </a:lnTo>
                <a:lnTo>
                  <a:pt x="0" y="6509"/>
                </a:lnTo>
                <a:lnTo>
                  <a:pt x="3380" y="9716"/>
                </a:lnTo>
                <a:lnTo>
                  <a:pt x="7848" y="6989"/>
                </a:lnTo>
                <a:lnTo>
                  <a:pt x="6249" y="3498"/>
                </a:lnTo>
                <a:lnTo>
                  <a:pt x="4594" y="0"/>
                </a:lnTo>
                <a:close/>
              </a:path>
            </a:pathLst>
          </a:custGeom>
          <a:solidFill>
            <a:srgbClr val="D1CF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1" name="bg object 211"/>
          <p:cNvSpPr/>
          <p:nvPr/>
        </p:nvSpPr>
        <p:spPr>
          <a:xfrm>
            <a:off x="2041993" y="3800522"/>
            <a:ext cx="6985" cy="10160"/>
          </a:xfrm>
          <a:custGeom>
            <a:avLst/>
            <a:gdLst/>
            <a:ahLst/>
            <a:cxnLst/>
            <a:rect l="l" t="t" r="r" b="b"/>
            <a:pathLst>
              <a:path w="6985" h="10160">
                <a:moveTo>
                  <a:pt x="3475" y="0"/>
                </a:moveTo>
                <a:lnTo>
                  <a:pt x="3033" y="3230"/>
                </a:lnTo>
                <a:lnTo>
                  <a:pt x="0" y="6390"/>
                </a:lnTo>
                <a:lnTo>
                  <a:pt x="3199" y="9724"/>
                </a:lnTo>
                <a:lnTo>
                  <a:pt x="6674" y="8463"/>
                </a:lnTo>
                <a:lnTo>
                  <a:pt x="5886" y="5421"/>
                </a:lnTo>
                <a:lnTo>
                  <a:pt x="6091" y="2797"/>
                </a:lnTo>
                <a:lnTo>
                  <a:pt x="3475" y="0"/>
                </a:lnTo>
                <a:close/>
              </a:path>
            </a:pathLst>
          </a:custGeom>
          <a:solidFill>
            <a:srgbClr val="AEA5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2" name="bg object 212"/>
          <p:cNvSpPr/>
          <p:nvPr/>
        </p:nvSpPr>
        <p:spPr>
          <a:xfrm>
            <a:off x="2138477" y="3423505"/>
            <a:ext cx="6350" cy="10160"/>
          </a:xfrm>
          <a:custGeom>
            <a:avLst/>
            <a:gdLst/>
            <a:ahLst/>
            <a:cxnLst/>
            <a:rect l="l" t="t" r="r" b="b"/>
            <a:pathLst>
              <a:path w="6350" h="10160">
                <a:moveTo>
                  <a:pt x="4152" y="0"/>
                </a:moveTo>
                <a:lnTo>
                  <a:pt x="1654" y="2955"/>
                </a:lnTo>
                <a:lnTo>
                  <a:pt x="0" y="6020"/>
                </a:lnTo>
                <a:lnTo>
                  <a:pt x="2915" y="9677"/>
                </a:lnTo>
                <a:lnTo>
                  <a:pt x="3790" y="9661"/>
                </a:lnTo>
                <a:lnTo>
                  <a:pt x="4223" y="9606"/>
                </a:lnTo>
                <a:lnTo>
                  <a:pt x="6154" y="6390"/>
                </a:lnTo>
                <a:lnTo>
                  <a:pt x="6170" y="3191"/>
                </a:lnTo>
                <a:lnTo>
                  <a:pt x="4152" y="0"/>
                </a:lnTo>
                <a:close/>
              </a:path>
            </a:pathLst>
          </a:custGeom>
          <a:solidFill>
            <a:srgbClr val="E0DA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3" name="bg object 213"/>
          <p:cNvSpPr/>
          <p:nvPr/>
        </p:nvSpPr>
        <p:spPr>
          <a:xfrm>
            <a:off x="2245855" y="3695937"/>
            <a:ext cx="5080" cy="6985"/>
          </a:xfrm>
          <a:custGeom>
            <a:avLst/>
            <a:gdLst/>
            <a:ahLst/>
            <a:cxnLst/>
            <a:rect l="l" t="t" r="r" b="b"/>
            <a:pathLst>
              <a:path w="5080" h="6985">
                <a:moveTo>
                  <a:pt x="0" y="0"/>
                </a:moveTo>
                <a:lnTo>
                  <a:pt x="362" y="2324"/>
                </a:lnTo>
                <a:lnTo>
                  <a:pt x="709" y="4641"/>
                </a:lnTo>
                <a:lnTo>
                  <a:pt x="1071" y="6958"/>
                </a:lnTo>
                <a:lnTo>
                  <a:pt x="4988" y="6753"/>
                </a:lnTo>
                <a:lnTo>
                  <a:pt x="3798" y="3230"/>
                </a:lnTo>
                <a:lnTo>
                  <a:pt x="4822" y="1150"/>
                </a:lnTo>
                <a:lnTo>
                  <a:pt x="0" y="0"/>
                </a:lnTo>
                <a:close/>
              </a:path>
            </a:pathLst>
          </a:custGeom>
          <a:solidFill>
            <a:srgbClr val="DFDC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4" name="bg object 214"/>
          <p:cNvSpPr/>
          <p:nvPr/>
        </p:nvSpPr>
        <p:spPr>
          <a:xfrm>
            <a:off x="2120769" y="3488166"/>
            <a:ext cx="6350" cy="6985"/>
          </a:xfrm>
          <a:custGeom>
            <a:avLst/>
            <a:gdLst/>
            <a:ahLst/>
            <a:cxnLst/>
            <a:rect l="l" t="t" r="r" b="b"/>
            <a:pathLst>
              <a:path w="6350" h="6985">
                <a:moveTo>
                  <a:pt x="5342" y="0"/>
                </a:moveTo>
                <a:lnTo>
                  <a:pt x="0" y="70"/>
                </a:lnTo>
                <a:lnTo>
                  <a:pt x="1379" y="6934"/>
                </a:lnTo>
                <a:lnTo>
                  <a:pt x="4168" y="5468"/>
                </a:lnTo>
                <a:lnTo>
                  <a:pt x="6028" y="3467"/>
                </a:lnTo>
                <a:lnTo>
                  <a:pt x="5342" y="0"/>
                </a:lnTo>
                <a:close/>
              </a:path>
            </a:pathLst>
          </a:custGeom>
          <a:solidFill>
            <a:srgbClr val="DEDB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5" name="bg object 215"/>
          <p:cNvSpPr/>
          <p:nvPr/>
        </p:nvSpPr>
        <p:spPr>
          <a:xfrm>
            <a:off x="2270170" y="3801902"/>
            <a:ext cx="5715" cy="8890"/>
          </a:xfrm>
          <a:custGeom>
            <a:avLst/>
            <a:gdLst/>
            <a:ahLst/>
            <a:cxnLst/>
            <a:rect l="l" t="t" r="r" b="b"/>
            <a:pathLst>
              <a:path w="5714" h="8889">
                <a:moveTo>
                  <a:pt x="1757" y="0"/>
                </a:moveTo>
                <a:lnTo>
                  <a:pt x="1268" y="496"/>
                </a:lnTo>
                <a:lnTo>
                  <a:pt x="795" y="1000"/>
                </a:lnTo>
                <a:lnTo>
                  <a:pt x="307" y="1497"/>
                </a:lnTo>
                <a:lnTo>
                  <a:pt x="0" y="6911"/>
                </a:lnTo>
                <a:lnTo>
                  <a:pt x="1505" y="8321"/>
                </a:lnTo>
                <a:lnTo>
                  <a:pt x="5334" y="6028"/>
                </a:lnTo>
                <a:lnTo>
                  <a:pt x="5390" y="4129"/>
                </a:lnTo>
                <a:lnTo>
                  <a:pt x="1757" y="0"/>
                </a:lnTo>
                <a:close/>
              </a:path>
            </a:pathLst>
          </a:custGeom>
          <a:solidFill>
            <a:srgbClr val="C8C0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6" name="bg object 216"/>
          <p:cNvSpPr/>
          <p:nvPr/>
        </p:nvSpPr>
        <p:spPr>
          <a:xfrm>
            <a:off x="2017829" y="3958814"/>
            <a:ext cx="5715" cy="5715"/>
          </a:xfrm>
          <a:custGeom>
            <a:avLst/>
            <a:gdLst/>
            <a:ahLst/>
            <a:cxnLst/>
            <a:rect l="l" t="t" r="r" b="b"/>
            <a:pathLst>
              <a:path w="5714" h="5714">
                <a:moveTo>
                  <a:pt x="5303" y="0"/>
                </a:moveTo>
                <a:lnTo>
                  <a:pt x="0" y="47"/>
                </a:lnTo>
                <a:lnTo>
                  <a:pt x="31" y="5563"/>
                </a:lnTo>
                <a:lnTo>
                  <a:pt x="5303" y="5500"/>
                </a:lnTo>
                <a:lnTo>
                  <a:pt x="5303" y="0"/>
                </a:lnTo>
                <a:close/>
              </a:path>
            </a:pathLst>
          </a:custGeom>
          <a:solidFill>
            <a:srgbClr val="E3E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7" name="bg object 217"/>
          <p:cNvSpPr/>
          <p:nvPr/>
        </p:nvSpPr>
        <p:spPr>
          <a:xfrm>
            <a:off x="2215388" y="3591326"/>
            <a:ext cx="6985" cy="8890"/>
          </a:xfrm>
          <a:custGeom>
            <a:avLst/>
            <a:gdLst/>
            <a:ahLst/>
            <a:cxnLst/>
            <a:rect l="l" t="t" r="r" b="b"/>
            <a:pathLst>
              <a:path w="6985" h="8889">
                <a:moveTo>
                  <a:pt x="2923" y="0"/>
                </a:moveTo>
                <a:lnTo>
                  <a:pt x="1615" y="2781"/>
                </a:lnTo>
                <a:lnTo>
                  <a:pt x="0" y="5555"/>
                </a:lnTo>
                <a:lnTo>
                  <a:pt x="2860" y="8368"/>
                </a:lnTo>
                <a:lnTo>
                  <a:pt x="6603" y="5925"/>
                </a:lnTo>
                <a:lnTo>
                  <a:pt x="6619" y="4018"/>
                </a:lnTo>
                <a:lnTo>
                  <a:pt x="2923" y="0"/>
                </a:lnTo>
                <a:close/>
              </a:path>
            </a:pathLst>
          </a:custGeom>
          <a:solidFill>
            <a:srgbClr val="C4BD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8" name="bg object 218"/>
          <p:cNvSpPr/>
          <p:nvPr/>
        </p:nvSpPr>
        <p:spPr>
          <a:xfrm>
            <a:off x="2062451" y="4370349"/>
            <a:ext cx="6350" cy="6350"/>
          </a:xfrm>
          <a:custGeom>
            <a:avLst/>
            <a:gdLst/>
            <a:ahLst/>
            <a:cxnLst/>
            <a:rect l="l" t="t" r="r" b="b"/>
            <a:pathLst>
              <a:path w="6350" h="6350">
                <a:moveTo>
                  <a:pt x="6091" y="0"/>
                </a:moveTo>
                <a:lnTo>
                  <a:pt x="4247" y="15"/>
                </a:lnTo>
                <a:lnTo>
                  <a:pt x="567" y="70"/>
                </a:lnTo>
                <a:lnTo>
                  <a:pt x="0" y="4263"/>
                </a:lnTo>
                <a:lnTo>
                  <a:pt x="1765" y="6146"/>
                </a:lnTo>
                <a:lnTo>
                  <a:pt x="6004" y="5610"/>
                </a:lnTo>
                <a:lnTo>
                  <a:pt x="6091" y="0"/>
                </a:lnTo>
                <a:close/>
              </a:path>
            </a:pathLst>
          </a:custGeom>
          <a:solidFill>
            <a:srgbClr val="C6C0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9" name="bg object 219"/>
          <p:cNvSpPr/>
          <p:nvPr/>
        </p:nvSpPr>
        <p:spPr>
          <a:xfrm>
            <a:off x="2266097" y="3783969"/>
            <a:ext cx="5715" cy="8890"/>
          </a:xfrm>
          <a:custGeom>
            <a:avLst/>
            <a:gdLst/>
            <a:ahLst/>
            <a:cxnLst/>
            <a:rect l="l" t="t" r="r" b="b"/>
            <a:pathLst>
              <a:path w="5714" h="8889">
                <a:moveTo>
                  <a:pt x="1686" y="0"/>
                </a:moveTo>
                <a:lnTo>
                  <a:pt x="252" y="1544"/>
                </a:lnTo>
                <a:lnTo>
                  <a:pt x="0" y="6989"/>
                </a:lnTo>
                <a:lnTo>
                  <a:pt x="1536" y="8368"/>
                </a:lnTo>
                <a:lnTo>
                  <a:pt x="5287" y="6075"/>
                </a:lnTo>
                <a:lnTo>
                  <a:pt x="5327" y="4105"/>
                </a:lnTo>
                <a:lnTo>
                  <a:pt x="1686" y="0"/>
                </a:lnTo>
                <a:close/>
              </a:path>
            </a:pathLst>
          </a:custGeom>
          <a:solidFill>
            <a:srgbClr val="AEA5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0" name="bg object 220"/>
          <p:cNvSpPr/>
          <p:nvPr/>
        </p:nvSpPr>
        <p:spPr>
          <a:xfrm>
            <a:off x="2157913" y="3403584"/>
            <a:ext cx="6350" cy="6350"/>
          </a:xfrm>
          <a:custGeom>
            <a:avLst/>
            <a:gdLst/>
            <a:ahLst/>
            <a:cxnLst/>
            <a:rect l="l" t="t" r="r" b="b"/>
            <a:pathLst>
              <a:path w="6350" h="6350">
                <a:moveTo>
                  <a:pt x="4381" y="0"/>
                </a:moveTo>
                <a:lnTo>
                  <a:pt x="0" y="630"/>
                </a:lnTo>
                <a:lnTo>
                  <a:pt x="55" y="6201"/>
                </a:lnTo>
                <a:lnTo>
                  <a:pt x="5350" y="6225"/>
                </a:lnTo>
                <a:lnTo>
                  <a:pt x="6067" y="1954"/>
                </a:lnTo>
                <a:lnTo>
                  <a:pt x="4381" y="0"/>
                </a:lnTo>
                <a:close/>
              </a:path>
            </a:pathLst>
          </a:custGeom>
          <a:solidFill>
            <a:srgbClr val="EBE8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1" name="bg object 221"/>
          <p:cNvSpPr/>
          <p:nvPr/>
        </p:nvSpPr>
        <p:spPr>
          <a:xfrm>
            <a:off x="2274354" y="3819799"/>
            <a:ext cx="5715" cy="8890"/>
          </a:xfrm>
          <a:custGeom>
            <a:avLst/>
            <a:gdLst/>
            <a:ahLst/>
            <a:cxnLst/>
            <a:rect l="l" t="t" r="r" b="b"/>
            <a:pathLst>
              <a:path w="5714" h="8889">
                <a:moveTo>
                  <a:pt x="1654" y="0"/>
                </a:moveTo>
                <a:lnTo>
                  <a:pt x="0" y="6918"/>
                </a:lnTo>
                <a:lnTo>
                  <a:pt x="1489" y="8313"/>
                </a:lnTo>
                <a:lnTo>
                  <a:pt x="5271" y="5949"/>
                </a:lnTo>
                <a:lnTo>
                  <a:pt x="5311" y="4066"/>
                </a:lnTo>
                <a:lnTo>
                  <a:pt x="1654" y="0"/>
                </a:lnTo>
                <a:close/>
              </a:path>
            </a:pathLst>
          </a:custGeom>
          <a:solidFill>
            <a:srgbClr val="CBC7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2" name="bg object 222"/>
          <p:cNvSpPr/>
          <p:nvPr/>
        </p:nvSpPr>
        <p:spPr>
          <a:xfrm>
            <a:off x="2249598" y="3713808"/>
            <a:ext cx="5715" cy="6985"/>
          </a:xfrm>
          <a:custGeom>
            <a:avLst/>
            <a:gdLst/>
            <a:ahLst/>
            <a:cxnLst/>
            <a:rect l="l" t="t" r="r" b="b"/>
            <a:pathLst>
              <a:path w="5714" h="6985">
                <a:moveTo>
                  <a:pt x="362" y="0"/>
                </a:moveTo>
                <a:lnTo>
                  <a:pt x="0" y="5571"/>
                </a:lnTo>
                <a:lnTo>
                  <a:pt x="1528" y="6966"/>
                </a:lnTo>
                <a:lnTo>
                  <a:pt x="2435" y="6201"/>
                </a:lnTo>
                <a:lnTo>
                  <a:pt x="3632" y="5602"/>
                </a:lnTo>
                <a:lnTo>
                  <a:pt x="4917" y="3278"/>
                </a:lnTo>
                <a:lnTo>
                  <a:pt x="5161" y="1662"/>
                </a:lnTo>
                <a:lnTo>
                  <a:pt x="5618" y="157"/>
                </a:lnTo>
                <a:lnTo>
                  <a:pt x="362" y="0"/>
                </a:lnTo>
                <a:close/>
              </a:path>
            </a:pathLst>
          </a:custGeom>
          <a:solidFill>
            <a:srgbClr val="C7C1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3" name="bg object 223"/>
          <p:cNvSpPr/>
          <p:nvPr/>
        </p:nvSpPr>
        <p:spPr>
          <a:xfrm>
            <a:off x="2291078" y="3905114"/>
            <a:ext cx="5080" cy="8890"/>
          </a:xfrm>
          <a:custGeom>
            <a:avLst/>
            <a:gdLst/>
            <a:ahLst/>
            <a:cxnLst/>
            <a:rect l="l" t="t" r="r" b="b"/>
            <a:pathLst>
              <a:path w="5080" h="8889">
                <a:moveTo>
                  <a:pt x="1434" y="0"/>
                </a:moveTo>
                <a:lnTo>
                  <a:pt x="0" y="1513"/>
                </a:lnTo>
                <a:lnTo>
                  <a:pt x="1197" y="8321"/>
                </a:lnTo>
                <a:lnTo>
                  <a:pt x="5011" y="6004"/>
                </a:lnTo>
                <a:lnTo>
                  <a:pt x="5067" y="4121"/>
                </a:lnTo>
                <a:lnTo>
                  <a:pt x="1434" y="0"/>
                </a:lnTo>
                <a:close/>
              </a:path>
            </a:pathLst>
          </a:custGeom>
          <a:solidFill>
            <a:srgbClr val="C8C3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4" name="bg object 224"/>
          <p:cNvSpPr/>
          <p:nvPr/>
        </p:nvSpPr>
        <p:spPr>
          <a:xfrm>
            <a:off x="2114524" y="4433740"/>
            <a:ext cx="6350" cy="6350"/>
          </a:xfrm>
          <a:custGeom>
            <a:avLst/>
            <a:gdLst/>
            <a:ahLst/>
            <a:cxnLst/>
            <a:rect l="l" t="t" r="r" b="b"/>
            <a:pathLst>
              <a:path w="6350" h="6350">
                <a:moveTo>
                  <a:pt x="6225" y="0"/>
                </a:moveTo>
                <a:lnTo>
                  <a:pt x="654" y="118"/>
                </a:lnTo>
                <a:lnTo>
                  <a:pt x="0" y="4554"/>
                </a:lnTo>
                <a:lnTo>
                  <a:pt x="2104" y="6036"/>
                </a:lnTo>
                <a:lnTo>
                  <a:pt x="6225" y="5374"/>
                </a:lnTo>
                <a:lnTo>
                  <a:pt x="6225" y="0"/>
                </a:lnTo>
                <a:close/>
              </a:path>
            </a:pathLst>
          </a:custGeom>
          <a:solidFill>
            <a:srgbClr val="DCD8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5" name="bg object 225"/>
          <p:cNvSpPr/>
          <p:nvPr/>
        </p:nvSpPr>
        <p:spPr>
          <a:xfrm>
            <a:off x="2137187" y="4447057"/>
            <a:ext cx="6985" cy="6985"/>
          </a:xfrm>
          <a:custGeom>
            <a:avLst/>
            <a:gdLst/>
            <a:ahLst/>
            <a:cxnLst/>
            <a:rect l="l" t="t" r="r" b="b"/>
            <a:pathLst>
              <a:path w="6985" h="6985">
                <a:moveTo>
                  <a:pt x="0" y="0"/>
                </a:moveTo>
                <a:lnTo>
                  <a:pt x="598" y="6603"/>
                </a:lnTo>
                <a:lnTo>
                  <a:pt x="1111" y="6887"/>
                </a:lnTo>
                <a:lnTo>
                  <a:pt x="6918" y="4381"/>
                </a:lnTo>
                <a:lnTo>
                  <a:pt x="0" y="0"/>
                </a:lnTo>
                <a:close/>
              </a:path>
            </a:pathLst>
          </a:custGeom>
          <a:solidFill>
            <a:srgbClr val="D4CF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6" name="bg object 226"/>
          <p:cNvSpPr/>
          <p:nvPr/>
        </p:nvSpPr>
        <p:spPr>
          <a:xfrm>
            <a:off x="2082362" y="3625758"/>
            <a:ext cx="5715" cy="5715"/>
          </a:xfrm>
          <a:custGeom>
            <a:avLst/>
            <a:gdLst/>
            <a:ahLst/>
            <a:cxnLst/>
            <a:rect l="l" t="t" r="r" b="b"/>
            <a:pathLst>
              <a:path w="5714" h="5714">
                <a:moveTo>
                  <a:pt x="5240" y="0"/>
                </a:moveTo>
                <a:lnTo>
                  <a:pt x="0" y="126"/>
                </a:lnTo>
                <a:lnTo>
                  <a:pt x="94" y="5650"/>
                </a:lnTo>
                <a:lnTo>
                  <a:pt x="5295" y="5618"/>
                </a:lnTo>
                <a:lnTo>
                  <a:pt x="5240" y="0"/>
                </a:lnTo>
                <a:close/>
              </a:path>
            </a:pathLst>
          </a:custGeom>
          <a:solidFill>
            <a:srgbClr val="CCC4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7" name="bg object 227"/>
          <p:cNvSpPr/>
          <p:nvPr/>
        </p:nvSpPr>
        <p:spPr>
          <a:xfrm>
            <a:off x="2161898" y="3422186"/>
            <a:ext cx="5715" cy="5715"/>
          </a:xfrm>
          <a:custGeom>
            <a:avLst/>
            <a:gdLst/>
            <a:ahLst/>
            <a:cxnLst/>
            <a:rect l="l" t="t" r="r" b="b"/>
            <a:pathLst>
              <a:path w="5714" h="5714">
                <a:moveTo>
                  <a:pt x="5421" y="5500"/>
                </a:moveTo>
                <a:lnTo>
                  <a:pt x="39" y="5476"/>
                </a:lnTo>
                <a:lnTo>
                  <a:pt x="0" y="0"/>
                </a:lnTo>
                <a:lnTo>
                  <a:pt x="5382" y="39"/>
                </a:lnTo>
                <a:lnTo>
                  <a:pt x="5421" y="5500"/>
                </a:lnTo>
                <a:close/>
              </a:path>
            </a:pathLst>
          </a:custGeom>
          <a:solidFill>
            <a:srgbClr val="C0B6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8" name="bg object 228"/>
          <p:cNvSpPr/>
          <p:nvPr/>
        </p:nvSpPr>
        <p:spPr>
          <a:xfrm>
            <a:off x="2190753" y="4440462"/>
            <a:ext cx="8255" cy="4445"/>
          </a:xfrm>
          <a:custGeom>
            <a:avLst/>
            <a:gdLst/>
            <a:ahLst/>
            <a:cxnLst/>
            <a:rect l="l" t="t" r="r" b="b"/>
            <a:pathLst>
              <a:path w="8255" h="4445">
                <a:moveTo>
                  <a:pt x="6871" y="0"/>
                </a:moveTo>
                <a:lnTo>
                  <a:pt x="0" y="0"/>
                </a:lnTo>
                <a:lnTo>
                  <a:pt x="15" y="3979"/>
                </a:lnTo>
                <a:lnTo>
                  <a:pt x="5374" y="3995"/>
                </a:lnTo>
                <a:lnTo>
                  <a:pt x="8250" y="1197"/>
                </a:lnTo>
                <a:lnTo>
                  <a:pt x="6871" y="0"/>
                </a:lnTo>
                <a:close/>
              </a:path>
            </a:pathLst>
          </a:custGeom>
          <a:solidFill>
            <a:srgbClr val="7165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9" name="bg object 229"/>
          <p:cNvSpPr/>
          <p:nvPr/>
        </p:nvSpPr>
        <p:spPr>
          <a:xfrm>
            <a:off x="2310300" y="4049600"/>
            <a:ext cx="6350" cy="6985"/>
          </a:xfrm>
          <a:custGeom>
            <a:avLst/>
            <a:gdLst/>
            <a:ahLst/>
            <a:cxnLst/>
            <a:rect l="l" t="t" r="r" b="b"/>
            <a:pathLst>
              <a:path w="6350" h="6985">
                <a:moveTo>
                  <a:pt x="0" y="0"/>
                </a:moveTo>
                <a:lnTo>
                  <a:pt x="1221" y="6958"/>
                </a:lnTo>
                <a:lnTo>
                  <a:pt x="5957" y="6201"/>
                </a:lnTo>
                <a:lnTo>
                  <a:pt x="3223" y="2450"/>
                </a:lnTo>
                <a:lnTo>
                  <a:pt x="3955" y="86"/>
                </a:lnTo>
                <a:lnTo>
                  <a:pt x="0" y="0"/>
                </a:lnTo>
                <a:close/>
              </a:path>
            </a:pathLst>
          </a:custGeom>
          <a:solidFill>
            <a:srgbClr val="DAD4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0" name="bg object 230"/>
          <p:cNvSpPr/>
          <p:nvPr/>
        </p:nvSpPr>
        <p:spPr>
          <a:xfrm>
            <a:off x="2294866" y="3924395"/>
            <a:ext cx="5080" cy="6985"/>
          </a:xfrm>
          <a:custGeom>
            <a:avLst/>
            <a:gdLst/>
            <a:ahLst/>
            <a:cxnLst/>
            <a:rect l="l" t="t" r="r" b="b"/>
            <a:pathLst>
              <a:path w="5080" h="6985">
                <a:moveTo>
                  <a:pt x="386" y="0"/>
                </a:moveTo>
                <a:lnTo>
                  <a:pt x="0" y="5579"/>
                </a:lnTo>
                <a:lnTo>
                  <a:pt x="1457" y="6950"/>
                </a:lnTo>
                <a:lnTo>
                  <a:pt x="4546" y="6903"/>
                </a:lnTo>
                <a:lnTo>
                  <a:pt x="4791" y="4554"/>
                </a:lnTo>
                <a:lnTo>
                  <a:pt x="3687" y="1481"/>
                </a:lnTo>
                <a:lnTo>
                  <a:pt x="1678" y="874"/>
                </a:lnTo>
                <a:lnTo>
                  <a:pt x="386" y="0"/>
                </a:lnTo>
                <a:close/>
              </a:path>
            </a:pathLst>
          </a:custGeom>
          <a:solidFill>
            <a:srgbClr val="E9E6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1" name="bg object 231"/>
          <p:cNvSpPr/>
          <p:nvPr/>
        </p:nvSpPr>
        <p:spPr>
          <a:xfrm>
            <a:off x="2205692" y="4436566"/>
            <a:ext cx="8890" cy="5080"/>
          </a:xfrm>
          <a:custGeom>
            <a:avLst/>
            <a:gdLst/>
            <a:ahLst/>
            <a:cxnLst/>
            <a:rect l="l" t="t" r="r" b="b"/>
            <a:pathLst>
              <a:path w="8889" h="5079">
                <a:moveTo>
                  <a:pt x="8463" y="0"/>
                </a:moveTo>
                <a:lnTo>
                  <a:pt x="267" y="1182"/>
                </a:lnTo>
                <a:lnTo>
                  <a:pt x="212" y="1615"/>
                </a:lnTo>
                <a:lnTo>
                  <a:pt x="126" y="2041"/>
                </a:lnTo>
                <a:lnTo>
                  <a:pt x="0" y="2458"/>
                </a:lnTo>
                <a:lnTo>
                  <a:pt x="1284" y="2860"/>
                </a:lnTo>
                <a:lnTo>
                  <a:pt x="2561" y="3301"/>
                </a:lnTo>
                <a:lnTo>
                  <a:pt x="7013" y="4507"/>
                </a:lnTo>
                <a:lnTo>
                  <a:pt x="8668" y="3427"/>
                </a:lnTo>
                <a:lnTo>
                  <a:pt x="8463" y="0"/>
                </a:lnTo>
                <a:close/>
              </a:path>
            </a:pathLst>
          </a:custGeom>
          <a:solidFill>
            <a:srgbClr val="DCD9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2" name="bg object 232"/>
          <p:cNvSpPr/>
          <p:nvPr/>
        </p:nvSpPr>
        <p:spPr>
          <a:xfrm>
            <a:off x="2233046" y="3646407"/>
            <a:ext cx="5080" cy="6985"/>
          </a:xfrm>
          <a:custGeom>
            <a:avLst/>
            <a:gdLst/>
            <a:ahLst/>
            <a:cxnLst/>
            <a:rect l="l" t="t" r="r" b="b"/>
            <a:pathLst>
              <a:path w="5080" h="6985">
                <a:moveTo>
                  <a:pt x="0" y="0"/>
                </a:moveTo>
                <a:lnTo>
                  <a:pt x="23" y="5524"/>
                </a:lnTo>
                <a:lnTo>
                  <a:pt x="1473" y="6974"/>
                </a:lnTo>
                <a:lnTo>
                  <a:pt x="4507" y="6934"/>
                </a:lnTo>
                <a:lnTo>
                  <a:pt x="4854" y="4665"/>
                </a:lnTo>
                <a:lnTo>
                  <a:pt x="3774" y="1576"/>
                </a:lnTo>
                <a:lnTo>
                  <a:pt x="1788" y="969"/>
                </a:lnTo>
                <a:lnTo>
                  <a:pt x="512" y="118"/>
                </a:lnTo>
                <a:lnTo>
                  <a:pt x="0" y="0"/>
                </a:lnTo>
                <a:close/>
              </a:path>
            </a:pathLst>
          </a:custGeom>
          <a:solidFill>
            <a:srgbClr val="EEEB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3" name="bg object 233"/>
          <p:cNvSpPr/>
          <p:nvPr/>
        </p:nvSpPr>
        <p:spPr>
          <a:xfrm>
            <a:off x="2212892" y="3574829"/>
            <a:ext cx="4445" cy="6985"/>
          </a:xfrm>
          <a:custGeom>
            <a:avLst/>
            <a:gdLst/>
            <a:ahLst/>
            <a:cxnLst/>
            <a:rect l="l" t="t" r="r" b="b"/>
            <a:pathLst>
              <a:path w="4444" h="6985">
                <a:moveTo>
                  <a:pt x="0" y="0"/>
                </a:moveTo>
                <a:lnTo>
                  <a:pt x="1111" y="6966"/>
                </a:lnTo>
                <a:lnTo>
                  <a:pt x="4239" y="6934"/>
                </a:lnTo>
                <a:lnTo>
                  <a:pt x="4397" y="4531"/>
                </a:lnTo>
                <a:lnTo>
                  <a:pt x="3309" y="1489"/>
                </a:lnTo>
                <a:lnTo>
                  <a:pt x="130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E1DB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4" name="bg object 234"/>
          <p:cNvSpPr/>
          <p:nvPr/>
        </p:nvSpPr>
        <p:spPr>
          <a:xfrm>
            <a:off x="2192007" y="3507364"/>
            <a:ext cx="5080" cy="7620"/>
          </a:xfrm>
          <a:custGeom>
            <a:avLst/>
            <a:gdLst/>
            <a:ahLst/>
            <a:cxnLst/>
            <a:rect l="l" t="t" r="r" b="b"/>
            <a:pathLst>
              <a:path w="5080" h="7620">
                <a:moveTo>
                  <a:pt x="307" y="0"/>
                </a:moveTo>
                <a:lnTo>
                  <a:pt x="197" y="1867"/>
                </a:lnTo>
                <a:lnTo>
                  <a:pt x="0" y="5602"/>
                </a:lnTo>
                <a:lnTo>
                  <a:pt x="1473" y="6997"/>
                </a:lnTo>
                <a:lnTo>
                  <a:pt x="4633" y="6942"/>
                </a:lnTo>
                <a:lnTo>
                  <a:pt x="4673" y="4491"/>
                </a:lnTo>
                <a:lnTo>
                  <a:pt x="3609" y="1497"/>
                </a:lnTo>
                <a:lnTo>
                  <a:pt x="1599" y="874"/>
                </a:lnTo>
                <a:lnTo>
                  <a:pt x="307" y="0"/>
                </a:lnTo>
                <a:close/>
              </a:path>
            </a:pathLst>
          </a:custGeom>
          <a:solidFill>
            <a:srgbClr val="D6D1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5" name="bg object 235"/>
          <p:cNvSpPr/>
          <p:nvPr/>
        </p:nvSpPr>
        <p:spPr>
          <a:xfrm>
            <a:off x="2029051" y="3898263"/>
            <a:ext cx="4445" cy="8890"/>
          </a:xfrm>
          <a:custGeom>
            <a:avLst/>
            <a:gdLst/>
            <a:ahLst/>
            <a:cxnLst/>
            <a:rect l="l" t="t" r="r" b="b"/>
            <a:pathLst>
              <a:path w="4444" h="8889">
                <a:moveTo>
                  <a:pt x="2458" y="0"/>
                </a:moveTo>
                <a:lnTo>
                  <a:pt x="1560" y="47"/>
                </a:lnTo>
                <a:lnTo>
                  <a:pt x="1111" y="39"/>
                </a:lnTo>
                <a:lnTo>
                  <a:pt x="0" y="8345"/>
                </a:lnTo>
                <a:lnTo>
                  <a:pt x="3861" y="8305"/>
                </a:lnTo>
                <a:lnTo>
                  <a:pt x="2458" y="0"/>
                </a:lnTo>
                <a:close/>
              </a:path>
            </a:pathLst>
          </a:custGeom>
          <a:solidFill>
            <a:srgbClr val="897E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6" name="bg object 236"/>
          <p:cNvSpPr/>
          <p:nvPr/>
        </p:nvSpPr>
        <p:spPr>
          <a:xfrm>
            <a:off x="2226324" y="4422714"/>
            <a:ext cx="6350" cy="6350"/>
          </a:xfrm>
          <a:custGeom>
            <a:avLst/>
            <a:gdLst/>
            <a:ahLst/>
            <a:cxnLst/>
            <a:rect l="l" t="t" r="r" b="b"/>
            <a:pathLst>
              <a:path w="6350" h="6350">
                <a:moveTo>
                  <a:pt x="1599" y="0"/>
                </a:moveTo>
                <a:lnTo>
                  <a:pt x="0" y="5232"/>
                </a:lnTo>
                <a:lnTo>
                  <a:pt x="228" y="5579"/>
                </a:lnTo>
                <a:lnTo>
                  <a:pt x="4294" y="5965"/>
                </a:lnTo>
                <a:lnTo>
                  <a:pt x="6312" y="4310"/>
                </a:lnTo>
                <a:lnTo>
                  <a:pt x="5689" y="39"/>
                </a:lnTo>
                <a:lnTo>
                  <a:pt x="1599" y="0"/>
                </a:lnTo>
                <a:close/>
              </a:path>
            </a:pathLst>
          </a:custGeom>
          <a:solidFill>
            <a:srgbClr val="DBD8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7" name="bg object 237"/>
          <p:cNvSpPr/>
          <p:nvPr/>
        </p:nvSpPr>
        <p:spPr>
          <a:xfrm>
            <a:off x="2254033" y="3731694"/>
            <a:ext cx="6350" cy="6985"/>
          </a:xfrm>
          <a:custGeom>
            <a:avLst/>
            <a:gdLst/>
            <a:ahLst/>
            <a:cxnLst/>
            <a:rect l="l" t="t" r="r" b="b"/>
            <a:pathLst>
              <a:path w="6350" h="6985">
                <a:moveTo>
                  <a:pt x="0" y="0"/>
                </a:moveTo>
                <a:lnTo>
                  <a:pt x="1229" y="6974"/>
                </a:lnTo>
                <a:lnTo>
                  <a:pt x="6059" y="6241"/>
                </a:lnTo>
                <a:lnTo>
                  <a:pt x="3160" y="2435"/>
                </a:lnTo>
                <a:lnTo>
                  <a:pt x="3948" y="102"/>
                </a:lnTo>
                <a:lnTo>
                  <a:pt x="0" y="0"/>
                </a:lnTo>
                <a:close/>
              </a:path>
            </a:pathLst>
          </a:custGeom>
          <a:solidFill>
            <a:srgbClr val="BBB4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8" name="bg object 238"/>
          <p:cNvSpPr/>
          <p:nvPr/>
        </p:nvSpPr>
        <p:spPr>
          <a:xfrm>
            <a:off x="2106776" y="3543322"/>
            <a:ext cx="5715" cy="8255"/>
          </a:xfrm>
          <a:custGeom>
            <a:avLst/>
            <a:gdLst/>
            <a:ahLst/>
            <a:cxnLst/>
            <a:rect l="l" t="t" r="r" b="b"/>
            <a:pathLst>
              <a:path w="5714" h="8254">
                <a:moveTo>
                  <a:pt x="1812" y="0"/>
                </a:moveTo>
                <a:lnTo>
                  <a:pt x="0" y="8234"/>
                </a:lnTo>
                <a:lnTo>
                  <a:pt x="535" y="8148"/>
                </a:lnTo>
                <a:lnTo>
                  <a:pt x="4357" y="8211"/>
                </a:lnTo>
                <a:lnTo>
                  <a:pt x="4042" y="5311"/>
                </a:lnTo>
                <a:lnTo>
                  <a:pt x="5587" y="1828"/>
                </a:lnTo>
                <a:lnTo>
                  <a:pt x="1812" y="0"/>
                </a:lnTo>
                <a:close/>
              </a:path>
            </a:pathLst>
          </a:custGeom>
          <a:solidFill>
            <a:srgbClr val="9B94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9" name="bg object 239"/>
          <p:cNvSpPr/>
          <p:nvPr/>
        </p:nvSpPr>
        <p:spPr>
          <a:xfrm>
            <a:off x="2266829" y="4374050"/>
            <a:ext cx="6350" cy="6985"/>
          </a:xfrm>
          <a:custGeom>
            <a:avLst/>
            <a:gdLst/>
            <a:ahLst/>
            <a:cxnLst/>
            <a:rect l="l" t="t" r="r" b="b"/>
            <a:pathLst>
              <a:path w="6350" h="6985">
                <a:moveTo>
                  <a:pt x="0" y="0"/>
                </a:moveTo>
                <a:lnTo>
                  <a:pt x="906" y="4633"/>
                </a:lnTo>
                <a:lnTo>
                  <a:pt x="6107" y="6477"/>
                </a:lnTo>
                <a:lnTo>
                  <a:pt x="6138" y="236"/>
                </a:lnTo>
                <a:lnTo>
                  <a:pt x="3270" y="346"/>
                </a:lnTo>
                <a:lnTo>
                  <a:pt x="0" y="0"/>
                </a:lnTo>
                <a:close/>
              </a:path>
            </a:pathLst>
          </a:custGeom>
          <a:solidFill>
            <a:srgbClr val="D6D3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0" name="bg object 240"/>
          <p:cNvSpPr/>
          <p:nvPr/>
        </p:nvSpPr>
        <p:spPr>
          <a:xfrm>
            <a:off x="2171296" y="3440027"/>
            <a:ext cx="5080" cy="6985"/>
          </a:xfrm>
          <a:custGeom>
            <a:avLst/>
            <a:gdLst/>
            <a:ahLst/>
            <a:cxnLst/>
            <a:rect l="l" t="t" r="r" b="b"/>
            <a:pathLst>
              <a:path w="5080" h="6985">
                <a:moveTo>
                  <a:pt x="0" y="0"/>
                </a:moveTo>
                <a:lnTo>
                  <a:pt x="102" y="5508"/>
                </a:lnTo>
                <a:lnTo>
                  <a:pt x="1544" y="6911"/>
                </a:lnTo>
                <a:lnTo>
                  <a:pt x="4617" y="6855"/>
                </a:lnTo>
                <a:lnTo>
                  <a:pt x="4822" y="4499"/>
                </a:lnTo>
                <a:lnTo>
                  <a:pt x="3751" y="1481"/>
                </a:lnTo>
                <a:lnTo>
                  <a:pt x="1757" y="898"/>
                </a:lnTo>
                <a:lnTo>
                  <a:pt x="472" y="47"/>
                </a:lnTo>
                <a:lnTo>
                  <a:pt x="0" y="0"/>
                </a:lnTo>
                <a:close/>
              </a:path>
            </a:pathLst>
          </a:custGeom>
          <a:solidFill>
            <a:srgbClr val="EAE9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1" name="bg object 241"/>
          <p:cNvSpPr/>
          <p:nvPr/>
        </p:nvSpPr>
        <p:spPr>
          <a:xfrm>
            <a:off x="2048170" y="3774343"/>
            <a:ext cx="5715" cy="7620"/>
          </a:xfrm>
          <a:custGeom>
            <a:avLst/>
            <a:gdLst/>
            <a:ahLst/>
            <a:cxnLst/>
            <a:rect l="l" t="t" r="r" b="b"/>
            <a:pathLst>
              <a:path w="5714" h="7620">
                <a:moveTo>
                  <a:pt x="2758" y="0"/>
                </a:moveTo>
                <a:lnTo>
                  <a:pt x="0" y="7045"/>
                </a:lnTo>
                <a:lnTo>
                  <a:pt x="5248" y="6926"/>
                </a:lnTo>
                <a:lnTo>
                  <a:pt x="5453" y="2836"/>
                </a:lnTo>
                <a:lnTo>
                  <a:pt x="2758" y="0"/>
                </a:lnTo>
                <a:close/>
              </a:path>
            </a:pathLst>
          </a:custGeom>
          <a:solidFill>
            <a:srgbClr val="BEB5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2" name="bg object 242"/>
          <p:cNvSpPr/>
          <p:nvPr/>
        </p:nvSpPr>
        <p:spPr>
          <a:xfrm>
            <a:off x="2262020" y="3767462"/>
            <a:ext cx="6350" cy="6985"/>
          </a:xfrm>
          <a:custGeom>
            <a:avLst/>
            <a:gdLst/>
            <a:ahLst/>
            <a:cxnLst/>
            <a:rect l="l" t="t" r="r" b="b"/>
            <a:pathLst>
              <a:path w="6350" h="6985">
                <a:moveTo>
                  <a:pt x="252" y="0"/>
                </a:moveTo>
                <a:lnTo>
                  <a:pt x="0" y="5634"/>
                </a:lnTo>
                <a:lnTo>
                  <a:pt x="1505" y="6989"/>
                </a:lnTo>
                <a:lnTo>
                  <a:pt x="6264" y="6225"/>
                </a:lnTo>
                <a:lnTo>
                  <a:pt x="3483" y="2561"/>
                </a:lnTo>
                <a:lnTo>
                  <a:pt x="4105" y="197"/>
                </a:lnTo>
                <a:lnTo>
                  <a:pt x="252" y="0"/>
                </a:lnTo>
                <a:close/>
              </a:path>
            </a:pathLst>
          </a:custGeom>
          <a:solidFill>
            <a:srgbClr val="AEA5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3" name="bg object 243"/>
          <p:cNvSpPr/>
          <p:nvPr/>
        </p:nvSpPr>
        <p:spPr>
          <a:xfrm>
            <a:off x="2031824" y="4300139"/>
            <a:ext cx="6985" cy="8890"/>
          </a:xfrm>
          <a:custGeom>
            <a:avLst/>
            <a:gdLst/>
            <a:ahLst/>
            <a:cxnLst/>
            <a:rect l="l" t="t" r="r" b="b"/>
            <a:pathLst>
              <a:path w="6985" h="8889">
                <a:moveTo>
                  <a:pt x="6690" y="0"/>
                </a:moveTo>
                <a:lnTo>
                  <a:pt x="3798" y="63"/>
                </a:lnTo>
                <a:lnTo>
                  <a:pt x="3656" y="3112"/>
                </a:lnTo>
                <a:lnTo>
                  <a:pt x="0" y="7249"/>
                </a:lnTo>
                <a:lnTo>
                  <a:pt x="6343" y="8282"/>
                </a:lnTo>
                <a:lnTo>
                  <a:pt x="6690" y="0"/>
                </a:lnTo>
                <a:close/>
              </a:path>
            </a:pathLst>
          </a:custGeom>
          <a:solidFill>
            <a:srgbClr val="E8E5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4" name="bg object 244"/>
          <p:cNvSpPr/>
          <p:nvPr/>
        </p:nvSpPr>
        <p:spPr>
          <a:xfrm>
            <a:off x="2112404" y="4429501"/>
            <a:ext cx="8890" cy="4445"/>
          </a:xfrm>
          <a:custGeom>
            <a:avLst/>
            <a:gdLst/>
            <a:ahLst/>
            <a:cxnLst/>
            <a:rect l="l" t="t" r="r" b="b"/>
            <a:pathLst>
              <a:path w="8889" h="4445">
                <a:moveTo>
                  <a:pt x="8329" y="0"/>
                </a:moveTo>
                <a:lnTo>
                  <a:pt x="0" y="1394"/>
                </a:lnTo>
                <a:lnTo>
                  <a:pt x="2773" y="4357"/>
                </a:lnTo>
                <a:lnTo>
                  <a:pt x="8345" y="4239"/>
                </a:lnTo>
                <a:lnTo>
                  <a:pt x="8305" y="4011"/>
                </a:lnTo>
                <a:lnTo>
                  <a:pt x="8329" y="0"/>
                </a:lnTo>
                <a:close/>
              </a:path>
            </a:pathLst>
          </a:custGeom>
          <a:solidFill>
            <a:srgbClr val="7B76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5" name="bg object 245"/>
          <p:cNvSpPr/>
          <p:nvPr/>
        </p:nvSpPr>
        <p:spPr>
          <a:xfrm>
            <a:off x="2037731" y="3820989"/>
            <a:ext cx="6350" cy="5715"/>
          </a:xfrm>
          <a:custGeom>
            <a:avLst/>
            <a:gdLst/>
            <a:ahLst/>
            <a:cxnLst/>
            <a:rect l="l" t="t" r="r" b="b"/>
            <a:pathLst>
              <a:path w="6350" h="5714">
                <a:moveTo>
                  <a:pt x="0" y="0"/>
                </a:moveTo>
                <a:lnTo>
                  <a:pt x="732" y="4436"/>
                </a:lnTo>
                <a:lnTo>
                  <a:pt x="5965" y="5705"/>
                </a:lnTo>
                <a:lnTo>
                  <a:pt x="5925" y="181"/>
                </a:lnTo>
                <a:lnTo>
                  <a:pt x="2986" y="126"/>
                </a:lnTo>
                <a:lnTo>
                  <a:pt x="0" y="0"/>
                </a:lnTo>
                <a:close/>
              </a:path>
            </a:pathLst>
          </a:custGeom>
          <a:solidFill>
            <a:srgbClr val="E3DF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6" name="bg object 246"/>
          <p:cNvSpPr/>
          <p:nvPr/>
        </p:nvSpPr>
        <p:spPr>
          <a:xfrm>
            <a:off x="2042356" y="4320813"/>
            <a:ext cx="6350" cy="6985"/>
          </a:xfrm>
          <a:custGeom>
            <a:avLst/>
            <a:gdLst/>
            <a:ahLst/>
            <a:cxnLst/>
            <a:rect l="l" t="t" r="r" b="b"/>
            <a:pathLst>
              <a:path w="6350" h="6985">
                <a:moveTo>
                  <a:pt x="4271" y="0"/>
                </a:moveTo>
                <a:lnTo>
                  <a:pt x="0" y="55"/>
                </a:lnTo>
                <a:lnTo>
                  <a:pt x="1418" y="6855"/>
                </a:lnTo>
                <a:lnTo>
                  <a:pt x="6233" y="6193"/>
                </a:lnTo>
                <a:lnTo>
                  <a:pt x="3522" y="2371"/>
                </a:lnTo>
                <a:lnTo>
                  <a:pt x="4271" y="0"/>
                </a:lnTo>
                <a:close/>
              </a:path>
            </a:pathLst>
          </a:custGeom>
          <a:solidFill>
            <a:srgbClr val="786D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7" name="bg object 247"/>
          <p:cNvSpPr/>
          <p:nvPr/>
        </p:nvSpPr>
        <p:spPr>
          <a:xfrm>
            <a:off x="2257972" y="3749599"/>
            <a:ext cx="6350" cy="6985"/>
          </a:xfrm>
          <a:custGeom>
            <a:avLst/>
            <a:gdLst/>
            <a:ahLst/>
            <a:cxnLst/>
            <a:rect l="l" t="t" r="r" b="b"/>
            <a:pathLst>
              <a:path w="6350" h="6985">
                <a:moveTo>
                  <a:pt x="118" y="0"/>
                </a:moveTo>
                <a:lnTo>
                  <a:pt x="0" y="5571"/>
                </a:lnTo>
                <a:lnTo>
                  <a:pt x="1481" y="6989"/>
                </a:lnTo>
                <a:lnTo>
                  <a:pt x="6154" y="6146"/>
                </a:lnTo>
                <a:lnTo>
                  <a:pt x="3420" y="2513"/>
                </a:lnTo>
                <a:lnTo>
                  <a:pt x="4050" y="149"/>
                </a:lnTo>
                <a:lnTo>
                  <a:pt x="118" y="0"/>
                </a:lnTo>
                <a:close/>
              </a:path>
            </a:pathLst>
          </a:custGeom>
          <a:solidFill>
            <a:srgbClr val="BCB6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8" name="bg object 248"/>
          <p:cNvSpPr/>
          <p:nvPr/>
        </p:nvSpPr>
        <p:spPr>
          <a:xfrm>
            <a:off x="2053342" y="3760688"/>
            <a:ext cx="5080" cy="9525"/>
          </a:xfrm>
          <a:custGeom>
            <a:avLst/>
            <a:gdLst/>
            <a:ahLst/>
            <a:cxnLst/>
            <a:rect l="l" t="t" r="r" b="b"/>
            <a:pathLst>
              <a:path w="5080" h="9525">
                <a:moveTo>
                  <a:pt x="1733" y="0"/>
                </a:moveTo>
                <a:lnTo>
                  <a:pt x="0" y="8171"/>
                </a:lnTo>
                <a:lnTo>
                  <a:pt x="4673" y="8952"/>
                </a:lnTo>
                <a:lnTo>
                  <a:pt x="4365" y="5760"/>
                </a:lnTo>
                <a:lnTo>
                  <a:pt x="4294" y="2758"/>
                </a:lnTo>
                <a:lnTo>
                  <a:pt x="1733" y="0"/>
                </a:lnTo>
                <a:close/>
              </a:path>
            </a:pathLst>
          </a:custGeom>
          <a:solidFill>
            <a:srgbClr val="887B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9" name="bg object 249"/>
          <p:cNvSpPr/>
          <p:nvPr/>
        </p:nvSpPr>
        <p:spPr>
          <a:xfrm>
            <a:off x="2091287" y="3585678"/>
            <a:ext cx="6350" cy="5715"/>
          </a:xfrm>
          <a:custGeom>
            <a:avLst/>
            <a:gdLst/>
            <a:ahLst/>
            <a:cxnLst/>
            <a:rect l="l" t="t" r="r" b="b"/>
            <a:pathLst>
              <a:path w="6350" h="5714">
                <a:moveTo>
                  <a:pt x="0" y="0"/>
                </a:moveTo>
                <a:lnTo>
                  <a:pt x="685" y="4428"/>
                </a:lnTo>
                <a:lnTo>
                  <a:pt x="5981" y="5673"/>
                </a:lnTo>
                <a:lnTo>
                  <a:pt x="5925" y="189"/>
                </a:lnTo>
                <a:lnTo>
                  <a:pt x="2994" y="133"/>
                </a:lnTo>
                <a:lnTo>
                  <a:pt x="0" y="0"/>
                </a:lnTo>
                <a:close/>
              </a:path>
            </a:pathLst>
          </a:custGeom>
          <a:solidFill>
            <a:srgbClr val="EAE6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0" name="bg object 250"/>
          <p:cNvSpPr/>
          <p:nvPr/>
        </p:nvSpPr>
        <p:spPr>
          <a:xfrm>
            <a:off x="2063146" y="3705686"/>
            <a:ext cx="5080" cy="6985"/>
          </a:xfrm>
          <a:custGeom>
            <a:avLst/>
            <a:gdLst/>
            <a:ahLst/>
            <a:cxnLst/>
            <a:rect l="l" t="t" r="r" b="b"/>
            <a:pathLst>
              <a:path w="5080" h="6985">
                <a:moveTo>
                  <a:pt x="0" y="0"/>
                </a:moveTo>
                <a:lnTo>
                  <a:pt x="1379" y="6847"/>
                </a:lnTo>
                <a:lnTo>
                  <a:pt x="4736" y="5579"/>
                </a:lnTo>
                <a:lnTo>
                  <a:pt x="3908" y="2568"/>
                </a:lnTo>
                <a:lnTo>
                  <a:pt x="4208" y="31"/>
                </a:lnTo>
                <a:lnTo>
                  <a:pt x="0" y="0"/>
                </a:lnTo>
                <a:close/>
              </a:path>
            </a:pathLst>
          </a:custGeom>
          <a:solidFill>
            <a:srgbClr val="D4CA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1" name="bg object 251"/>
          <p:cNvSpPr/>
          <p:nvPr/>
        </p:nvSpPr>
        <p:spPr>
          <a:xfrm>
            <a:off x="2306163" y="4013855"/>
            <a:ext cx="5715" cy="5715"/>
          </a:xfrm>
          <a:custGeom>
            <a:avLst/>
            <a:gdLst/>
            <a:ahLst/>
            <a:cxnLst/>
            <a:rect l="l" t="t" r="r" b="b"/>
            <a:pathLst>
              <a:path w="5714" h="5714">
                <a:moveTo>
                  <a:pt x="39" y="0"/>
                </a:moveTo>
                <a:lnTo>
                  <a:pt x="0" y="5500"/>
                </a:lnTo>
                <a:lnTo>
                  <a:pt x="3877" y="5595"/>
                </a:lnTo>
                <a:lnTo>
                  <a:pt x="5327" y="55"/>
                </a:lnTo>
                <a:lnTo>
                  <a:pt x="39" y="0"/>
                </a:lnTo>
                <a:close/>
              </a:path>
            </a:pathLst>
          </a:custGeom>
          <a:solidFill>
            <a:srgbClr val="D2CD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2" name="bg object 252"/>
          <p:cNvSpPr/>
          <p:nvPr/>
        </p:nvSpPr>
        <p:spPr>
          <a:xfrm>
            <a:off x="2096367" y="3567987"/>
            <a:ext cx="6350" cy="6985"/>
          </a:xfrm>
          <a:custGeom>
            <a:avLst/>
            <a:gdLst/>
            <a:ahLst/>
            <a:cxnLst/>
            <a:rect l="l" t="t" r="r" b="b"/>
            <a:pathLst>
              <a:path w="6350" h="6985">
                <a:moveTo>
                  <a:pt x="5003" y="0"/>
                </a:moveTo>
                <a:lnTo>
                  <a:pt x="260" y="1158"/>
                </a:lnTo>
                <a:lnTo>
                  <a:pt x="0" y="1891"/>
                </a:lnTo>
                <a:lnTo>
                  <a:pt x="2513" y="6950"/>
                </a:lnTo>
                <a:lnTo>
                  <a:pt x="5776" y="5508"/>
                </a:lnTo>
                <a:lnTo>
                  <a:pt x="5264" y="2710"/>
                </a:lnTo>
                <a:lnTo>
                  <a:pt x="5003" y="0"/>
                </a:lnTo>
                <a:close/>
              </a:path>
            </a:pathLst>
          </a:custGeom>
          <a:solidFill>
            <a:srgbClr val="EEE9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3" name="bg object 253"/>
          <p:cNvSpPr/>
          <p:nvPr/>
        </p:nvSpPr>
        <p:spPr>
          <a:xfrm>
            <a:off x="2278812" y="3839071"/>
            <a:ext cx="5715" cy="6985"/>
          </a:xfrm>
          <a:custGeom>
            <a:avLst/>
            <a:gdLst/>
            <a:ahLst/>
            <a:cxnLst/>
            <a:rect l="l" t="t" r="r" b="b"/>
            <a:pathLst>
              <a:path w="5714" h="6985">
                <a:moveTo>
                  <a:pt x="0" y="0"/>
                </a:moveTo>
                <a:lnTo>
                  <a:pt x="1024" y="6942"/>
                </a:lnTo>
                <a:lnTo>
                  <a:pt x="5106" y="6753"/>
                </a:lnTo>
                <a:lnTo>
                  <a:pt x="3546" y="3617"/>
                </a:lnTo>
                <a:lnTo>
                  <a:pt x="3869" y="1457"/>
                </a:lnTo>
                <a:lnTo>
                  <a:pt x="0" y="0"/>
                </a:lnTo>
                <a:close/>
              </a:path>
            </a:pathLst>
          </a:custGeom>
          <a:solidFill>
            <a:srgbClr val="DAD6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4" name="bg object 254"/>
          <p:cNvSpPr/>
          <p:nvPr/>
        </p:nvSpPr>
        <p:spPr>
          <a:xfrm>
            <a:off x="2306025" y="4254634"/>
            <a:ext cx="4445" cy="6985"/>
          </a:xfrm>
          <a:custGeom>
            <a:avLst/>
            <a:gdLst/>
            <a:ahLst/>
            <a:cxnLst/>
            <a:rect l="l" t="t" r="r" b="b"/>
            <a:pathLst>
              <a:path w="4444" h="6985">
                <a:moveTo>
                  <a:pt x="3963" y="0"/>
                </a:moveTo>
                <a:lnTo>
                  <a:pt x="31" y="94"/>
                </a:lnTo>
                <a:lnTo>
                  <a:pt x="0" y="5579"/>
                </a:lnTo>
                <a:lnTo>
                  <a:pt x="1418" y="6974"/>
                </a:lnTo>
                <a:lnTo>
                  <a:pt x="1851" y="6974"/>
                </a:lnTo>
                <a:lnTo>
                  <a:pt x="2285" y="6950"/>
                </a:lnTo>
                <a:lnTo>
                  <a:pt x="2710" y="6903"/>
                </a:lnTo>
                <a:lnTo>
                  <a:pt x="3963" y="0"/>
                </a:lnTo>
                <a:close/>
              </a:path>
            </a:pathLst>
          </a:custGeom>
          <a:solidFill>
            <a:srgbClr val="C5BC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5" name="bg object 255"/>
          <p:cNvSpPr/>
          <p:nvPr/>
        </p:nvSpPr>
        <p:spPr>
          <a:xfrm>
            <a:off x="2144424" y="3408357"/>
            <a:ext cx="5080" cy="6985"/>
          </a:xfrm>
          <a:custGeom>
            <a:avLst/>
            <a:gdLst/>
            <a:ahLst/>
            <a:cxnLst/>
            <a:rect l="l" t="t" r="r" b="b"/>
            <a:pathLst>
              <a:path w="5080" h="6985">
                <a:moveTo>
                  <a:pt x="4988" y="0"/>
                </a:moveTo>
                <a:lnTo>
                  <a:pt x="252" y="1150"/>
                </a:lnTo>
                <a:lnTo>
                  <a:pt x="0" y="1843"/>
                </a:lnTo>
                <a:lnTo>
                  <a:pt x="2458" y="6942"/>
                </a:lnTo>
                <a:lnTo>
                  <a:pt x="2892" y="6934"/>
                </a:lnTo>
                <a:lnTo>
                  <a:pt x="3317" y="6911"/>
                </a:lnTo>
                <a:lnTo>
                  <a:pt x="3743" y="6871"/>
                </a:lnTo>
                <a:lnTo>
                  <a:pt x="4988" y="0"/>
                </a:lnTo>
                <a:close/>
              </a:path>
            </a:pathLst>
          </a:custGeom>
          <a:solidFill>
            <a:srgbClr val="ECE9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6" name="bg object 256"/>
          <p:cNvSpPr/>
          <p:nvPr/>
        </p:nvSpPr>
        <p:spPr>
          <a:xfrm>
            <a:off x="2263416" y="4378535"/>
            <a:ext cx="5080" cy="6985"/>
          </a:xfrm>
          <a:custGeom>
            <a:avLst/>
            <a:gdLst/>
            <a:ahLst/>
            <a:cxnLst/>
            <a:rect l="l" t="t" r="r" b="b"/>
            <a:pathLst>
              <a:path w="5080" h="6985">
                <a:moveTo>
                  <a:pt x="4145" y="0"/>
                </a:moveTo>
                <a:lnTo>
                  <a:pt x="149" y="70"/>
                </a:lnTo>
                <a:lnTo>
                  <a:pt x="0" y="5516"/>
                </a:lnTo>
                <a:lnTo>
                  <a:pt x="1489" y="6918"/>
                </a:lnTo>
                <a:lnTo>
                  <a:pt x="4885" y="5579"/>
                </a:lnTo>
                <a:lnTo>
                  <a:pt x="4145" y="2647"/>
                </a:lnTo>
                <a:lnTo>
                  <a:pt x="4145" y="0"/>
                </a:lnTo>
                <a:close/>
              </a:path>
            </a:pathLst>
          </a:custGeom>
          <a:solidFill>
            <a:srgbClr val="A59F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7" name="bg object 257"/>
          <p:cNvSpPr/>
          <p:nvPr/>
        </p:nvSpPr>
        <p:spPr>
          <a:xfrm>
            <a:off x="2176940" y="4448771"/>
            <a:ext cx="7620" cy="6350"/>
          </a:xfrm>
          <a:custGeom>
            <a:avLst/>
            <a:gdLst/>
            <a:ahLst/>
            <a:cxnLst/>
            <a:rect l="l" t="t" r="r" b="b"/>
            <a:pathLst>
              <a:path w="7619" h="6350">
                <a:moveTo>
                  <a:pt x="126" y="0"/>
                </a:moveTo>
                <a:lnTo>
                  <a:pt x="0" y="3900"/>
                </a:lnTo>
                <a:lnTo>
                  <a:pt x="2498" y="3498"/>
                </a:lnTo>
                <a:lnTo>
                  <a:pt x="5981" y="6020"/>
                </a:lnTo>
                <a:lnTo>
                  <a:pt x="7108" y="1513"/>
                </a:lnTo>
                <a:lnTo>
                  <a:pt x="126" y="0"/>
                </a:lnTo>
                <a:close/>
              </a:path>
            </a:pathLst>
          </a:custGeom>
          <a:solidFill>
            <a:srgbClr val="A297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8" name="bg object 258"/>
          <p:cNvSpPr/>
          <p:nvPr/>
        </p:nvSpPr>
        <p:spPr>
          <a:xfrm>
            <a:off x="2241653" y="3678078"/>
            <a:ext cx="6350" cy="5715"/>
          </a:xfrm>
          <a:custGeom>
            <a:avLst/>
            <a:gdLst/>
            <a:ahLst/>
            <a:cxnLst/>
            <a:rect l="l" t="t" r="r" b="b"/>
            <a:pathLst>
              <a:path w="6350" h="5714">
                <a:moveTo>
                  <a:pt x="47" y="0"/>
                </a:moveTo>
                <a:lnTo>
                  <a:pt x="0" y="4121"/>
                </a:lnTo>
                <a:lnTo>
                  <a:pt x="3955" y="5595"/>
                </a:lnTo>
                <a:lnTo>
                  <a:pt x="6052" y="362"/>
                </a:lnTo>
                <a:lnTo>
                  <a:pt x="47" y="0"/>
                </a:lnTo>
                <a:close/>
              </a:path>
            </a:pathLst>
          </a:custGeom>
          <a:solidFill>
            <a:srgbClr val="EFEC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9" name="bg object 259"/>
          <p:cNvSpPr/>
          <p:nvPr/>
        </p:nvSpPr>
        <p:spPr>
          <a:xfrm>
            <a:off x="2312970" y="4103313"/>
            <a:ext cx="5715" cy="5715"/>
          </a:xfrm>
          <a:custGeom>
            <a:avLst/>
            <a:gdLst/>
            <a:ahLst/>
            <a:cxnLst/>
            <a:rect l="l" t="t" r="r" b="b"/>
            <a:pathLst>
              <a:path w="5714" h="5714">
                <a:moveTo>
                  <a:pt x="23" y="0"/>
                </a:moveTo>
                <a:lnTo>
                  <a:pt x="0" y="4137"/>
                </a:lnTo>
                <a:lnTo>
                  <a:pt x="5350" y="5539"/>
                </a:lnTo>
                <a:lnTo>
                  <a:pt x="5390" y="47"/>
                </a:lnTo>
                <a:lnTo>
                  <a:pt x="23" y="0"/>
                </a:lnTo>
                <a:close/>
              </a:path>
            </a:pathLst>
          </a:custGeom>
          <a:solidFill>
            <a:srgbClr val="D7D3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0" name="bg object 260"/>
          <p:cNvSpPr/>
          <p:nvPr/>
        </p:nvSpPr>
        <p:spPr>
          <a:xfrm>
            <a:off x="2048169" y="3781385"/>
            <a:ext cx="5715" cy="5715"/>
          </a:xfrm>
          <a:custGeom>
            <a:avLst/>
            <a:gdLst/>
            <a:ahLst/>
            <a:cxnLst/>
            <a:rect l="l" t="t" r="r" b="b"/>
            <a:pathLst>
              <a:path w="5714" h="5714">
                <a:moveTo>
                  <a:pt x="5247" y="0"/>
                </a:moveTo>
                <a:lnTo>
                  <a:pt x="0" y="0"/>
                </a:lnTo>
                <a:lnTo>
                  <a:pt x="63" y="4160"/>
                </a:lnTo>
                <a:lnTo>
                  <a:pt x="5224" y="5342"/>
                </a:lnTo>
                <a:lnTo>
                  <a:pt x="5247" y="0"/>
                </a:lnTo>
                <a:close/>
              </a:path>
            </a:pathLst>
          </a:custGeom>
          <a:solidFill>
            <a:srgbClr val="A79A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1" name="bg object 261"/>
          <p:cNvSpPr/>
          <p:nvPr/>
        </p:nvSpPr>
        <p:spPr>
          <a:xfrm>
            <a:off x="2052445" y="3745498"/>
            <a:ext cx="6350" cy="6985"/>
          </a:xfrm>
          <a:custGeom>
            <a:avLst/>
            <a:gdLst/>
            <a:ahLst/>
            <a:cxnLst/>
            <a:rect l="l" t="t" r="r" b="b"/>
            <a:pathLst>
              <a:path w="6350" h="6985">
                <a:moveTo>
                  <a:pt x="4972" y="0"/>
                </a:moveTo>
                <a:lnTo>
                  <a:pt x="267" y="1189"/>
                </a:lnTo>
                <a:lnTo>
                  <a:pt x="0" y="1930"/>
                </a:lnTo>
                <a:lnTo>
                  <a:pt x="2521" y="6958"/>
                </a:lnTo>
                <a:lnTo>
                  <a:pt x="5792" y="5508"/>
                </a:lnTo>
                <a:lnTo>
                  <a:pt x="5264" y="2710"/>
                </a:lnTo>
                <a:lnTo>
                  <a:pt x="4972" y="0"/>
                </a:lnTo>
                <a:close/>
              </a:path>
            </a:pathLst>
          </a:custGeom>
          <a:solidFill>
            <a:srgbClr val="E9E6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2" name="bg object 262"/>
          <p:cNvSpPr/>
          <p:nvPr/>
        </p:nvSpPr>
        <p:spPr>
          <a:xfrm>
            <a:off x="2101578" y="3550192"/>
            <a:ext cx="6350" cy="5715"/>
          </a:xfrm>
          <a:custGeom>
            <a:avLst/>
            <a:gdLst/>
            <a:ahLst/>
            <a:cxnLst/>
            <a:rect l="l" t="t" r="r" b="b"/>
            <a:pathLst>
              <a:path w="6350" h="5714">
                <a:moveTo>
                  <a:pt x="86" y="0"/>
                </a:moveTo>
                <a:lnTo>
                  <a:pt x="0" y="5500"/>
                </a:lnTo>
                <a:lnTo>
                  <a:pt x="5290" y="5500"/>
                </a:lnTo>
                <a:lnTo>
                  <a:pt x="5728" y="1363"/>
                </a:lnTo>
                <a:lnTo>
                  <a:pt x="5201" y="1363"/>
                </a:lnTo>
                <a:lnTo>
                  <a:pt x="86" y="0"/>
                </a:lnTo>
                <a:close/>
              </a:path>
            </a:pathLst>
          </a:custGeom>
          <a:solidFill>
            <a:srgbClr val="EAE6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3" name="bg object 263"/>
          <p:cNvSpPr/>
          <p:nvPr/>
        </p:nvSpPr>
        <p:spPr>
          <a:xfrm>
            <a:off x="2098269" y="4419144"/>
            <a:ext cx="6350" cy="6985"/>
          </a:xfrm>
          <a:custGeom>
            <a:avLst/>
            <a:gdLst/>
            <a:ahLst/>
            <a:cxnLst/>
            <a:rect l="l" t="t" r="r" b="b"/>
            <a:pathLst>
              <a:path w="6350" h="6985">
                <a:moveTo>
                  <a:pt x="3916" y="0"/>
                </a:moveTo>
                <a:lnTo>
                  <a:pt x="575" y="630"/>
                </a:lnTo>
                <a:lnTo>
                  <a:pt x="0" y="6690"/>
                </a:lnTo>
                <a:lnTo>
                  <a:pt x="6107" y="4775"/>
                </a:lnTo>
                <a:lnTo>
                  <a:pt x="5003" y="2395"/>
                </a:lnTo>
                <a:lnTo>
                  <a:pt x="3916" y="0"/>
                </a:lnTo>
                <a:close/>
              </a:path>
            </a:pathLst>
          </a:custGeom>
          <a:solidFill>
            <a:srgbClr val="F0F0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4" name="bg object 264"/>
          <p:cNvSpPr/>
          <p:nvPr/>
        </p:nvSpPr>
        <p:spPr>
          <a:xfrm>
            <a:off x="2237623" y="3664241"/>
            <a:ext cx="5715" cy="7620"/>
          </a:xfrm>
          <a:custGeom>
            <a:avLst/>
            <a:gdLst/>
            <a:ahLst/>
            <a:cxnLst/>
            <a:rect l="l" t="t" r="r" b="b"/>
            <a:pathLst>
              <a:path w="5714" h="7620">
                <a:moveTo>
                  <a:pt x="0" y="0"/>
                </a:moveTo>
                <a:lnTo>
                  <a:pt x="1134" y="6997"/>
                </a:lnTo>
                <a:lnTo>
                  <a:pt x="5311" y="4239"/>
                </a:lnTo>
                <a:lnTo>
                  <a:pt x="5059" y="2695"/>
                </a:lnTo>
                <a:lnTo>
                  <a:pt x="0" y="0"/>
                </a:lnTo>
                <a:close/>
              </a:path>
            </a:pathLst>
          </a:custGeom>
          <a:solidFill>
            <a:srgbClr val="DCD4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5" name="bg object 265"/>
          <p:cNvSpPr/>
          <p:nvPr/>
        </p:nvSpPr>
        <p:spPr>
          <a:xfrm>
            <a:off x="2091973" y="3590110"/>
            <a:ext cx="5715" cy="5715"/>
          </a:xfrm>
          <a:custGeom>
            <a:avLst/>
            <a:gdLst/>
            <a:ahLst/>
            <a:cxnLst/>
            <a:rect l="l" t="t" r="r" b="b"/>
            <a:pathLst>
              <a:path w="5714" h="5714">
                <a:moveTo>
                  <a:pt x="0" y="0"/>
                </a:moveTo>
                <a:lnTo>
                  <a:pt x="78" y="5508"/>
                </a:lnTo>
                <a:lnTo>
                  <a:pt x="5382" y="5390"/>
                </a:lnTo>
                <a:lnTo>
                  <a:pt x="5295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CEC8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6" name="bg object 266"/>
          <p:cNvSpPr/>
          <p:nvPr/>
        </p:nvSpPr>
        <p:spPr>
          <a:xfrm>
            <a:off x="2012336" y="4016659"/>
            <a:ext cx="5715" cy="5715"/>
          </a:xfrm>
          <a:custGeom>
            <a:avLst/>
            <a:gdLst/>
            <a:ahLst/>
            <a:cxnLst/>
            <a:rect l="l" t="t" r="r" b="b"/>
            <a:pathLst>
              <a:path w="5714" h="5714">
                <a:moveTo>
                  <a:pt x="0" y="0"/>
                </a:moveTo>
                <a:lnTo>
                  <a:pt x="47" y="5524"/>
                </a:lnTo>
                <a:lnTo>
                  <a:pt x="4247" y="5555"/>
                </a:lnTo>
                <a:lnTo>
                  <a:pt x="5256" y="1339"/>
                </a:lnTo>
                <a:lnTo>
                  <a:pt x="0" y="0"/>
                </a:lnTo>
                <a:close/>
              </a:path>
            </a:pathLst>
          </a:custGeom>
          <a:solidFill>
            <a:srgbClr val="E5E3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7" name="bg object 267"/>
          <p:cNvSpPr/>
          <p:nvPr/>
        </p:nvSpPr>
        <p:spPr>
          <a:xfrm>
            <a:off x="2017871" y="4216112"/>
            <a:ext cx="5080" cy="7620"/>
          </a:xfrm>
          <a:custGeom>
            <a:avLst/>
            <a:gdLst/>
            <a:ahLst/>
            <a:cxnLst/>
            <a:rect l="l" t="t" r="r" b="b"/>
            <a:pathLst>
              <a:path w="5080" h="7620">
                <a:moveTo>
                  <a:pt x="1481" y="0"/>
                </a:moveTo>
                <a:lnTo>
                  <a:pt x="0" y="6918"/>
                </a:lnTo>
                <a:lnTo>
                  <a:pt x="3940" y="7021"/>
                </a:lnTo>
                <a:lnTo>
                  <a:pt x="4121" y="4326"/>
                </a:lnTo>
                <a:lnTo>
                  <a:pt x="4586" y="1536"/>
                </a:lnTo>
                <a:lnTo>
                  <a:pt x="1481" y="0"/>
                </a:lnTo>
                <a:close/>
              </a:path>
            </a:pathLst>
          </a:custGeom>
          <a:solidFill>
            <a:srgbClr val="C8C2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8" name="bg object 268"/>
          <p:cNvSpPr/>
          <p:nvPr/>
        </p:nvSpPr>
        <p:spPr>
          <a:xfrm>
            <a:off x="2220942" y="3609194"/>
            <a:ext cx="5080" cy="7620"/>
          </a:xfrm>
          <a:custGeom>
            <a:avLst/>
            <a:gdLst/>
            <a:ahLst/>
            <a:cxnLst/>
            <a:rect l="l" t="t" r="r" b="b"/>
            <a:pathLst>
              <a:path w="5080" h="7620">
                <a:moveTo>
                  <a:pt x="1481" y="0"/>
                </a:moveTo>
                <a:lnTo>
                  <a:pt x="15" y="1513"/>
                </a:lnTo>
                <a:lnTo>
                  <a:pt x="0" y="7005"/>
                </a:lnTo>
                <a:lnTo>
                  <a:pt x="3924" y="7076"/>
                </a:lnTo>
                <a:lnTo>
                  <a:pt x="4255" y="4326"/>
                </a:lnTo>
                <a:lnTo>
                  <a:pt x="4649" y="1544"/>
                </a:lnTo>
                <a:lnTo>
                  <a:pt x="1481" y="0"/>
                </a:lnTo>
                <a:close/>
              </a:path>
            </a:pathLst>
          </a:custGeom>
          <a:solidFill>
            <a:srgbClr val="A395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9" name="bg object 269"/>
          <p:cNvSpPr/>
          <p:nvPr/>
        </p:nvSpPr>
        <p:spPr>
          <a:xfrm>
            <a:off x="2053896" y="4355042"/>
            <a:ext cx="5715" cy="7620"/>
          </a:xfrm>
          <a:custGeom>
            <a:avLst/>
            <a:gdLst/>
            <a:ahLst/>
            <a:cxnLst/>
            <a:rect l="l" t="t" r="r" b="b"/>
            <a:pathLst>
              <a:path w="5714" h="7620">
                <a:moveTo>
                  <a:pt x="2474" y="0"/>
                </a:moveTo>
                <a:lnTo>
                  <a:pt x="0" y="5642"/>
                </a:lnTo>
                <a:lnTo>
                  <a:pt x="133" y="6028"/>
                </a:lnTo>
                <a:lnTo>
                  <a:pt x="4933" y="7068"/>
                </a:lnTo>
                <a:lnTo>
                  <a:pt x="5256" y="4310"/>
                </a:lnTo>
                <a:lnTo>
                  <a:pt x="5595" y="1552"/>
                </a:lnTo>
                <a:lnTo>
                  <a:pt x="2474" y="0"/>
                </a:lnTo>
                <a:close/>
              </a:path>
            </a:pathLst>
          </a:custGeom>
          <a:solidFill>
            <a:srgbClr val="E0DF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0" name="bg object 270"/>
          <p:cNvSpPr/>
          <p:nvPr/>
        </p:nvSpPr>
        <p:spPr>
          <a:xfrm>
            <a:off x="2025100" y="4269755"/>
            <a:ext cx="5080" cy="7620"/>
          </a:xfrm>
          <a:custGeom>
            <a:avLst/>
            <a:gdLst/>
            <a:ahLst/>
            <a:cxnLst/>
            <a:rect l="l" t="t" r="r" b="b"/>
            <a:pathLst>
              <a:path w="5080" h="7620">
                <a:moveTo>
                  <a:pt x="2403" y="0"/>
                </a:moveTo>
                <a:lnTo>
                  <a:pt x="0" y="5650"/>
                </a:lnTo>
                <a:lnTo>
                  <a:pt x="118" y="5996"/>
                </a:lnTo>
                <a:lnTo>
                  <a:pt x="4885" y="7021"/>
                </a:lnTo>
                <a:lnTo>
                  <a:pt x="4933" y="1505"/>
                </a:lnTo>
                <a:lnTo>
                  <a:pt x="2403" y="0"/>
                </a:lnTo>
                <a:close/>
              </a:path>
            </a:pathLst>
          </a:custGeom>
          <a:solidFill>
            <a:srgbClr val="EBE8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1" name="bg object 271"/>
          <p:cNvSpPr/>
          <p:nvPr/>
        </p:nvSpPr>
        <p:spPr>
          <a:xfrm>
            <a:off x="2033064" y="3861117"/>
            <a:ext cx="5715" cy="5715"/>
          </a:xfrm>
          <a:custGeom>
            <a:avLst/>
            <a:gdLst/>
            <a:ahLst/>
            <a:cxnLst/>
            <a:rect l="l" t="t" r="r" b="b"/>
            <a:pathLst>
              <a:path w="5714" h="5714">
                <a:moveTo>
                  <a:pt x="5319" y="0"/>
                </a:moveTo>
                <a:lnTo>
                  <a:pt x="1308" y="63"/>
                </a:lnTo>
                <a:lnTo>
                  <a:pt x="0" y="5579"/>
                </a:lnTo>
                <a:lnTo>
                  <a:pt x="5327" y="5531"/>
                </a:lnTo>
                <a:lnTo>
                  <a:pt x="5319" y="0"/>
                </a:lnTo>
                <a:close/>
              </a:path>
            </a:pathLst>
          </a:custGeom>
          <a:solidFill>
            <a:srgbClr val="C0B7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2" name="bg object 272"/>
          <p:cNvSpPr/>
          <p:nvPr/>
        </p:nvSpPr>
        <p:spPr>
          <a:xfrm>
            <a:off x="2129509" y="3453779"/>
            <a:ext cx="6350" cy="5715"/>
          </a:xfrm>
          <a:custGeom>
            <a:avLst/>
            <a:gdLst/>
            <a:ahLst/>
            <a:cxnLst/>
            <a:rect l="l" t="t" r="r" b="b"/>
            <a:pathLst>
              <a:path w="6350" h="5714">
                <a:moveTo>
                  <a:pt x="6233" y="0"/>
                </a:moveTo>
                <a:lnTo>
                  <a:pt x="78" y="433"/>
                </a:lnTo>
                <a:lnTo>
                  <a:pt x="2253" y="5547"/>
                </a:lnTo>
                <a:lnTo>
                  <a:pt x="4925" y="4152"/>
                </a:lnTo>
                <a:lnTo>
                  <a:pt x="6233" y="0"/>
                </a:lnTo>
                <a:close/>
              </a:path>
            </a:pathLst>
          </a:custGeom>
          <a:solidFill>
            <a:srgbClr val="F0ED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3" name="bg object 273"/>
          <p:cNvSpPr/>
          <p:nvPr/>
        </p:nvSpPr>
        <p:spPr>
          <a:xfrm>
            <a:off x="2208450" y="3561093"/>
            <a:ext cx="5715" cy="6985"/>
          </a:xfrm>
          <a:custGeom>
            <a:avLst/>
            <a:gdLst/>
            <a:ahLst/>
            <a:cxnLst/>
            <a:rect l="l" t="t" r="r" b="b"/>
            <a:pathLst>
              <a:path w="5714" h="6985">
                <a:moveTo>
                  <a:pt x="354" y="0"/>
                </a:moveTo>
                <a:lnTo>
                  <a:pt x="0" y="5547"/>
                </a:lnTo>
                <a:lnTo>
                  <a:pt x="1481" y="6942"/>
                </a:lnTo>
                <a:lnTo>
                  <a:pt x="5587" y="4326"/>
                </a:lnTo>
                <a:lnTo>
                  <a:pt x="5437" y="3388"/>
                </a:lnTo>
                <a:lnTo>
                  <a:pt x="354" y="0"/>
                </a:lnTo>
                <a:close/>
              </a:path>
            </a:pathLst>
          </a:custGeom>
          <a:solidFill>
            <a:srgbClr val="D5CF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4" name="bg object 274"/>
          <p:cNvSpPr/>
          <p:nvPr/>
        </p:nvSpPr>
        <p:spPr>
          <a:xfrm>
            <a:off x="2045676" y="4337146"/>
            <a:ext cx="5715" cy="7620"/>
          </a:xfrm>
          <a:custGeom>
            <a:avLst/>
            <a:gdLst/>
            <a:ahLst/>
            <a:cxnLst/>
            <a:rect l="l" t="t" r="r" b="b"/>
            <a:pathLst>
              <a:path w="5714" h="7620">
                <a:moveTo>
                  <a:pt x="2435" y="0"/>
                </a:moveTo>
                <a:lnTo>
                  <a:pt x="0" y="5681"/>
                </a:lnTo>
                <a:lnTo>
                  <a:pt x="110" y="6012"/>
                </a:lnTo>
                <a:lnTo>
                  <a:pt x="4870" y="7060"/>
                </a:lnTo>
                <a:lnTo>
                  <a:pt x="5232" y="4302"/>
                </a:lnTo>
                <a:lnTo>
                  <a:pt x="5579" y="1544"/>
                </a:lnTo>
                <a:lnTo>
                  <a:pt x="2435" y="0"/>
                </a:lnTo>
                <a:close/>
              </a:path>
            </a:pathLst>
          </a:custGeom>
          <a:solidFill>
            <a:srgbClr val="EAE8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5" name="bg object 275"/>
          <p:cNvSpPr/>
          <p:nvPr/>
        </p:nvSpPr>
        <p:spPr>
          <a:xfrm>
            <a:off x="2282514" y="3857009"/>
            <a:ext cx="5715" cy="6985"/>
          </a:xfrm>
          <a:custGeom>
            <a:avLst/>
            <a:gdLst/>
            <a:ahLst/>
            <a:cxnLst/>
            <a:rect l="l" t="t" r="r" b="b"/>
            <a:pathLst>
              <a:path w="5714" h="6985">
                <a:moveTo>
                  <a:pt x="394" y="0"/>
                </a:moveTo>
                <a:lnTo>
                  <a:pt x="0" y="5492"/>
                </a:lnTo>
                <a:lnTo>
                  <a:pt x="1457" y="6903"/>
                </a:lnTo>
                <a:lnTo>
                  <a:pt x="5658" y="4310"/>
                </a:lnTo>
                <a:lnTo>
                  <a:pt x="5516" y="3364"/>
                </a:lnTo>
                <a:lnTo>
                  <a:pt x="394" y="0"/>
                </a:lnTo>
                <a:close/>
              </a:path>
            </a:pathLst>
          </a:custGeom>
          <a:solidFill>
            <a:srgbClr val="E8E6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6" name="bg object 276"/>
          <p:cNvSpPr/>
          <p:nvPr/>
        </p:nvSpPr>
        <p:spPr>
          <a:xfrm>
            <a:off x="2126702" y="3471225"/>
            <a:ext cx="3810" cy="6350"/>
          </a:xfrm>
          <a:custGeom>
            <a:avLst/>
            <a:gdLst/>
            <a:ahLst/>
            <a:cxnLst/>
            <a:rect l="l" t="t" r="r" b="b"/>
            <a:pathLst>
              <a:path w="3810" h="6350">
                <a:moveTo>
                  <a:pt x="0" y="0"/>
                </a:moveTo>
                <a:lnTo>
                  <a:pt x="937" y="5989"/>
                </a:lnTo>
                <a:lnTo>
                  <a:pt x="3561" y="401"/>
                </a:lnTo>
                <a:lnTo>
                  <a:pt x="0" y="0"/>
                </a:lnTo>
                <a:close/>
              </a:path>
            </a:pathLst>
          </a:custGeom>
          <a:solidFill>
            <a:srgbClr val="E8E5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7" name="bg object 277"/>
          <p:cNvSpPr/>
          <p:nvPr/>
        </p:nvSpPr>
        <p:spPr>
          <a:xfrm>
            <a:off x="2310370" y="4236776"/>
            <a:ext cx="6350" cy="6350"/>
          </a:xfrm>
          <a:custGeom>
            <a:avLst/>
            <a:gdLst/>
            <a:ahLst/>
            <a:cxnLst/>
            <a:rect l="l" t="t" r="r" b="b"/>
            <a:pathLst>
              <a:path w="6350" h="6350">
                <a:moveTo>
                  <a:pt x="1331" y="0"/>
                </a:moveTo>
                <a:lnTo>
                  <a:pt x="0" y="5587"/>
                </a:lnTo>
                <a:lnTo>
                  <a:pt x="4420" y="6272"/>
                </a:lnTo>
                <a:lnTo>
                  <a:pt x="5894" y="4160"/>
                </a:lnTo>
                <a:lnTo>
                  <a:pt x="5256" y="31"/>
                </a:lnTo>
                <a:lnTo>
                  <a:pt x="1331" y="0"/>
                </a:lnTo>
                <a:close/>
              </a:path>
            </a:pathLst>
          </a:custGeom>
          <a:solidFill>
            <a:srgbClr val="F2F0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8" name="bg object 278"/>
          <p:cNvSpPr/>
          <p:nvPr/>
        </p:nvSpPr>
        <p:spPr>
          <a:xfrm>
            <a:off x="2187877" y="4444445"/>
            <a:ext cx="8255" cy="6350"/>
          </a:xfrm>
          <a:custGeom>
            <a:avLst/>
            <a:gdLst/>
            <a:ahLst/>
            <a:cxnLst/>
            <a:rect l="l" t="t" r="r" b="b"/>
            <a:pathLst>
              <a:path w="8255" h="6350">
                <a:moveTo>
                  <a:pt x="2892" y="0"/>
                </a:moveTo>
                <a:lnTo>
                  <a:pt x="236" y="1591"/>
                </a:lnTo>
                <a:lnTo>
                  <a:pt x="197" y="2001"/>
                </a:lnTo>
                <a:lnTo>
                  <a:pt x="110" y="2411"/>
                </a:lnTo>
                <a:lnTo>
                  <a:pt x="0" y="2805"/>
                </a:lnTo>
                <a:lnTo>
                  <a:pt x="3412" y="3853"/>
                </a:lnTo>
                <a:lnTo>
                  <a:pt x="7123" y="5792"/>
                </a:lnTo>
                <a:lnTo>
                  <a:pt x="8250" y="15"/>
                </a:lnTo>
                <a:lnTo>
                  <a:pt x="2892" y="0"/>
                </a:lnTo>
                <a:close/>
              </a:path>
            </a:pathLst>
          </a:custGeom>
          <a:solidFill>
            <a:srgbClr val="C7C2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9" name="bg object 279"/>
          <p:cNvSpPr/>
          <p:nvPr/>
        </p:nvSpPr>
        <p:spPr>
          <a:xfrm>
            <a:off x="2298202" y="3958738"/>
            <a:ext cx="5715" cy="7620"/>
          </a:xfrm>
          <a:custGeom>
            <a:avLst/>
            <a:gdLst/>
            <a:ahLst/>
            <a:cxnLst/>
            <a:rect l="l" t="t" r="r" b="b"/>
            <a:pathLst>
              <a:path w="5714" h="7620">
                <a:moveTo>
                  <a:pt x="2474" y="0"/>
                </a:moveTo>
                <a:lnTo>
                  <a:pt x="0" y="5618"/>
                </a:lnTo>
                <a:lnTo>
                  <a:pt x="133" y="6012"/>
                </a:lnTo>
                <a:lnTo>
                  <a:pt x="4925" y="7060"/>
                </a:lnTo>
                <a:lnTo>
                  <a:pt x="5216" y="4318"/>
                </a:lnTo>
                <a:lnTo>
                  <a:pt x="5571" y="1560"/>
                </a:lnTo>
                <a:lnTo>
                  <a:pt x="2474" y="0"/>
                </a:lnTo>
                <a:close/>
              </a:path>
            </a:pathLst>
          </a:custGeom>
          <a:solidFill>
            <a:srgbClr val="C3B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0" name="bg object 280"/>
          <p:cNvSpPr/>
          <p:nvPr/>
        </p:nvSpPr>
        <p:spPr>
          <a:xfrm>
            <a:off x="2241653" y="3682200"/>
            <a:ext cx="5715" cy="6985"/>
          </a:xfrm>
          <a:custGeom>
            <a:avLst/>
            <a:gdLst/>
            <a:ahLst/>
            <a:cxnLst/>
            <a:rect l="l" t="t" r="r" b="b"/>
            <a:pathLst>
              <a:path w="5714" h="6985">
                <a:moveTo>
                  <a:pt x="0" y="0"/>
                </a:moveTo>
                <a:lnTo>
                  <a:pt x="1268" y="6926"/>
                </a:lnTo>
                <a:lnTo>
                  <a:pt x="5271" y="6650"/>
                </a:lnTo>
                <a:lnTo>
                  <a:pt x="3617" y="3569"/>
                </a:lnTo>
                <a:lnTo>
                  <a:pt x="3955" y="1473"/>
                </a:lnTo>
                <a:lnTo>
                  <a:pt x="0" y="0"/>
                </a:lnTo>
                <a:close/>
              </a:path>
            </a:pathLst>
          </a:custGeom>
          <a:solidFill>
            <a:srgbClr val="CFC8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1" name="bg object 281"/>
          <p:cNvSpPr/>
          <p:nvPr/>
        </p:nvSpPr>
        <p:spPr>
          <a:xfrm>
            <a:off x="2179790" y="3470278"/>
            <a:ext cx="5080" cy="6985"/>
          </a:xfrm>
          <a:custGeom>
            <a:avLst/>
            <a:gdLst/>
            <a:ahLst/>
            <a:cxnLst/>
            <a:rect l="l" t="t" r="r" b="b"/>
            <a:pathLst>
              <a:path w="5080" h="6985">
                <a:moveTo>
                  <a:pt x="1418" y="0"/>
                </a:moveTo>
                <a:lnTo>
                  <a:pt x="0" y="5547"/>
                </a:lnTo>
                <a:lnTo>
                  <a:pt x="3979" y="6981"/>
                </a:lnTo>
                <a:lnTo>
                  <a:pt x="4152" y="4271"/>
                </a:lnTo>
                <a:lnTo>
                  <a:pt x="4657" y="1442"/>
                </a:lnTo>
                <a:lnTo>
                  <a:pt x="1418" y="0"/>
                </a:lnTo>
                <a:close/>
              </a:path>
            </a:pathLst>
          </a:custGeom>
          <a:solidFill>
            <a:srgbClr val="D3C9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2" name="bg object 282"/>
          <p:cNvSpPr/>
          <p:nvPr/>
        </p:nvSpPr>
        <p:spPr>
          <a:xfrm>
            <a:off x="2062469" y="3701257"/>
            <a:ext cx="6350" cy="5080"/>
          </a:xfrm>
          <a:custGeom>
            <a:avLst/>
            <a:gdLst/>
            <a:ahLst/>
            <a:cxnLst/>
            <a:rect l="l" t="t" r="r" b="b"/>
            <a:pathLst>
              <a:path w="6350" h="5079">
                <a:moveTo>
                  <a:pt x="0" y="0"/>
                </a:moveTo>
                <a:lnTo>
                  <a:pt x="677" y="4428"/>
                </a:lnTo>
                <a:lnTo>
                  <a:pt x="4885" y="4460"/>
                </a:lnTo>
                <a:lnTo>
                  <a:pt x="5910" y="204"/>
                </a:lnTo>
                <a:lnTo>
                  <a:pt x="2986" y="141"/>
                </a:lnTo>
                <a:lnTo>
                  <a:pt x="0" y="0"/>
                </a:lnTo>
                <a:close/>
              </a:path>
            </a:pathLst>
          </a:custGeom>
          <a:solidFill>
            <a:srgbClr val="EBE8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3" name="bg object 283"/>
          <p:cNvSpPr/>
          <p:nvPr/>
        </p:nvSpPr>
        <p:spPr>
          <a:xfrm>
            <a:off x="2276824" y="4356020"/>
            <a:ext cx="5715" cy="6985"/>
          </a:xfrm>
          <a:custGeom>
            <a:avLst/>
            <a:gdLst/>
            <a:ahLst/>
            <a:cxnLst/>
            <a:rect l="l" t="t" r="r" b="b"/>
            <a:pathLst>
              <a:path w="5714" h="6985">
                <a:moveTo>
                  <a:pt x="0" y="0"/>
                </a:moveTo>
                <a:lnTo>
                  <a:pt x="338" y="3104"/>
                </a:lnTo>
                <a:lnTo>
                  <a:pt x="291" y="5925"/>
                </a:lnTo>
                <a:lnTo>
                  <a:pt x="5169" y="6706"/>
                </a:lnTo>
                <a:lnTo>
                  <a:pt x="4609" y="3435"/>
                </a:lnTo>
                <a:lnTo>
                  <a:pt x="4381" y="409"/>
                </a:lnTo>
                <a:lnTo>
                  <a:pt x="0" y="0"/>
                </a:lnTo>
                <a:close/>
              </a:path>
            </a:pathLst>
          </a:custGeom>
          <a:solidFill>
            <a:srgbClr val="D0CB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4" name="bg object 284"/>
          <p:cNvSpPr/>
          <p:nvPr/>
        </p:nvSpPr>
        <p:spPr>
          <a:xfrm>
            <a:off x="2249611" y="3709162"/>
            <a:ext cx="6350" cy="5080"/>
          </a:xfrm>
          <a:custGeom>
            <a:avLst/>
            <a:gdLst/>
            <a:ahLst/>
            <a:cxnLst/>
            <a:rect l="l" t="t" r="r" b="b"/>
            <a:pathLst>
              <a:path w="6350" h="5079">
                <a:moveTo>
                  <a:pt x="6249" y="0"/>
                </a:moveTo>
                <a:lnTo>
                  <a:pt x="2986" y="527"/>
                </a:lnTo>
                <a:lnTo>
                  <a:pt x="0" y="677"/>
                </a:lnTo>
                <a:lnTo>
                  <a:pt x="346" y="4649"/>
                </a:lnTo>
                <a:lnTo>
                  <a:pt x="5602" y="4806"/>
                </a:lnTo>
                <a:lnTo>
                  <a:pt x="6249" y="0"/>
                </a:lnTo>
                <a:close/>
              </a:path>
            </a:pathLst>
          </a:custGeom>
          <a:solidFill>
            <a:srgbClr val="F0ED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5" name="bg object 285"/>
          <p:cNvSpPr/>
          <p:nvPr/>
        </p:nvSpPr>
        <p:spPr>
          <a:xfrm>
            <a:off x="2157653" y="3409758"/>
            <a:ext cx="10795" cy="12700"/>
          </a:xfrm>
          <a:custGeom>
            <a:avLst/>
            <a:gdLst/>
            <a:ahLst/>
            <a:cxnLst/>
            <a:rect l="l" t="t" r="r" b="b"/>
            <a:pathLst>
              <a:path w="10794" h="12700">
                <a:moveTo>
                  <a:pt x="5600" y="50"/>
                </a:moveTo>
                <a:lnTo>
                  <a:pt x="304" y="38"/>
                </a:lnTo>
                <a:lnTo>
                  <a:pt x="0" y="0"/>
                </a:lnTo>
                <a:lnTo>
                  <a:pt x="190" y="4127"/>
                </a:lnTo>
                <a:lnTo>
                  <a:pt x="5524" y="4216"/>
                </a:lnTo>
                <a:lnTo>
                  <a:pt x="5600" y="50"/>
                </a:lnTo>
                <a:close/>
              </a:path>
              <a:path w="10794" h="12700">
                <a:moveTo>
                  <a:pt x="10223" y="9118"/>
                </a:moveTo>
                <a:lnTo>
                  <a:pt x="8674" y="7924"/>
                </a:lnTo>
                <a:lnTo>
                  <a:pt x="5524" y="8318"/>
                </a:lnTo>
                <a:lnTo>
                  <a:pt x="4267" y="12395"/>
                </a:lnTo>
                <a:lnTo>
                  <a:pt x="9626" y="12471"/>
                </a:lnTo>
                <a:lnTo>
                  <a:pt x="10223" y="9118"/>
                </a:lnTo>
                <a:close/>
              </a:path>
            </a:pathLst>
          </a:custGeom>
          <a:solidFill>
            <a:srgbClr val="D4CD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6" name="bg object 286"/>
          <p:cNvSpPr/>
          <p:nvPr/>
        </p:nvSpPr>
        <p:spPr>
          <a:xfrm>
            <a:off x="2286807" y="3887178"/>
            <a:ext cx="5080" cy="7620"/>
          </a:xfrm>
          <a:custGeom>
            <a:avLst/>
            <a:gdLst/>
            <a:ahLst/>
            <a:cxnLst/>
            <a:rect l="l" t="t" r="r" b="b"/>
            <a:pathLst>
              <a:path w="5080" h="7620">
                <a:moveTo>
                  <a:pt x="1520" y="0"/>
                </a:moveTo>
                <a:lnTo>
                  <a:pt x="0" y="5618"/>
                </a:lnTo>
                <a:lnTo>
                  <a:pt x="3916" y="7076"/>
                </a:lnTo>
                <a:lnTo>
                  <a:pt x="4294" y="4318"/>
                </a:lnTo>
                <a:lnTo>
                  <a:pt x="4641" y="1576"/>
                </a:lnTo>
                <a:lnTo>
                  <a:pt x="1520" y="0"/>
                </a:lnTo>
                <a:close/>
              </a:path>
            </a:pathLst>
          </a:custGeom>
          <a:solidFill>
            <a:srgbClr val="AEA6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7" name="bg object 287"/>
          <p:cNvSpPr/>
          <p:nvPr/>
        </p:nvSpPr>
        <p:spPr>
          <a:xfrm>
            <a:off x="2066496" y="4379381"/>
            <a:ext cx="7620" cy="5080"/>
          </a:xfrm>
          <a:custGeom>
            <a:avLst/>
            <a:gdLst/>
            <a:ahLst/>
            <a:cxnLst/>
            <a:rect l="l" t="t" r="r" b="b"/>
            <a:pathLst>
              <a:path w="7619" h="5079">
                <a:moveTo>
                  <a:pt x="7052" y="0"/>
                </a:moveTo>
                <a:lnTo>
                  <a:pt x="3624" y="598"/>
                </a:lnTo>
                <a:lnTo>
                  <a:pt x="819" y="449"/>
                </a:lnTo>
                <a:lnTo>
                  <a:pt x="0" y="5043"/>
                </a:lnTo>
                <a:lnTo>
                  <a:pt x="3183" y="4736"/>
                </a:lnTo>
                <a:lnTo>
                  <a:pt x="6083" y="4775"/>
                </a:lnTo>
                <a:lnTo>
                  <a:pt x="7052" y="0"/>
                </a:lnTo>
                <a:close/>
              </a:path>
            </a:pathLst>
          </a:custGeom>
          <a:solidFill>
            <a:srgbClr val="DAD4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8" name="bg object 288"/>
          <p:cNvSpPr/>
          <p:nvPr/>
        </p:nvSpPr>
        <p:spPr>
          <a:xfrm>
            <a:off x="2300549" y="4286333"/>
            <a:ext cx="5715" cy="4445"/>
          </a:xfrm>
          <a:custGeom>
            <a:avLst/>
            <a:gdLst/>
            <a:ahLst/>
            <a:cxnLst/>
            <a:rect l="l" t="t" r="r" b="b"/>
            <a:pathLst>
              <a:path w="5714" h="4445">
                <a:moveTo>
                  <a:pt x="5421" y="0"/>
                </a:moveTo>
                <a:lnTo>
                  <a:pt x="31" y="55"/>
                </a:lnTo>
                <a:lnTo>
                  <a:pt x="55" y="2805"/>
                </a:lnTo>
                <a:lnTo>
                  <a:pt x="94" y="4200"/>
                </a:lnTo>
                <a:lnTo>
                  <a:pt x="5461" y="4137"/>
                </a:lnTo>
                <a:lnTo>
                  <a:pt x="5421" y="0"/>
                </a:lnTo>
                <a:close/>
              </a:path>
            </a:pathLst>
          </a:custGeom>
          <a:solidFill>
            <a:srgbClr val="DAD6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9" name="bg object 289"/>
          <p:cNvSpPr/>
          <p:nvPr/>
        </p:nvSpPr>
        <p:spPr>
          <a:xfrm>
            <a:off x="2305782" y="4009697"/>
            <a:ext cx="6350" cy="4445"/>
          </a:xfrm>
          <a:custGeom>
            <a:avLst/>
            <a:gdLst/>
            <a:ahLst/>
            <a:cxnLst/>
            <a:rect l="l" t="t" r="r" b="b"/>
            <a:pathLst>
              <a:path w="6350" h="4445">
                <a:moveTo>
                  <a:pt x="0" y="0"/>
                </a:moveTo>
                <a:lnTo>
                  <a:pt x="425" y="4160"/>
                </a:lnTo>
                <a:lnTo>
                  <a:pt x="5705" y="4215"/>
                </a:lnTo>
                <a:lnTo>
                  <a:pt x="5728" y="86"/>
                </a:lnTo>
                <a:lnTo>
                  <a:pt x="472" y="126"/>
                </a:lnTo>
                <a:lnTo>
                  <a:pt x="0" y="0"/>
                </a:lnTo>
                <a:close/>
              </a:path>
            </a:pathLst>
          </a:custGeom>
          <a:solidFill>
            <a:srgbClr val="E0DE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0" name="bg object 290"/>
          <p:cNvSpPr/>
          <p:nvPr/>
        </p:nvSpPr>
        <p:spPr>
          <a:xfrm>
            <a:off x="2009161" y="4155624"/>
            <a:ext cx="6350" cy="5080"/>
          </a:xfrm>
          <a:custGeom>
            <a:avLst/>
            <a:gdLst/>
            <a:ahLst/>
            <a:cxnLst/>
            <a:rect l="l" t="t" r="r" b="b"/>
            <a:pathLst>
              <a:path w="6350" h="5079">
                <a:moveTo>
                  <a:pt x="433" y="0"/>
                </a:moveTo>
                <a:lnTo>
                  <a:pt x="0" y="3230"/>
                </a:lnTo>
                <a:lnTo>
                  <a:pt x="1473" y="4523"/>
                </a:lnTo>
                <a:lnTo>
                  <a:pt x="4609" y="4145"/>
                </a:lnTo>
                <a:lnTo>
                  <a:pt x="4996" y="2773"/>
                </a:lnTo>
                <a:lnTo>
                  <a:pt x="5792" y="39"/>
                </a:lnTo>
                <a:lnTo>
                  <a:pt x="433" y="0"/>
                </a:lnTo>
                <a:close/>
              </a:path>
            </a:pathLst>
          </a:custGeom>
          <a:solidFill>
            <a:srgbClr val="F3F2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1" name="bg object 291"/>
          <p:cNvSpPr/>
          <p:nvPr/>
        </p:nvSpPr>
        <p:spPr>
          <a:xfrm>
            <a:off x="2253333" y="4391884"/>
            <a:ext cx="6350" cy="4445"/>
          </a:xfrm>
          <a:custGeom>
            <a:avLst/>
            <a:gdLst/>
            <a:ahLst/>
            <a:cxnLst/>
            <a:rect l="l" t="t" r="r" b="b"/>
            <a:pathLst>
              <a:path w="6350" h="4445">
                <a:moveTo>
                  <a:pt x="0" y="0"/>
                </a:moveTo>
                <a:lnTo>
                  <a:pt x="464" y="4373"/>
                </a:lnTo>
                <a:lnTo>
                  <a:pt x="5957" y="4420"/>
                </a:lnTo>
                <a:lnTo>
                  <a:pt x="5839" y="362"/>
                </a:lnTo>
                <a:lnTo>
                  <a:pt x="3096" y="425"/>
                </a:lnTo>
                <a:lnTo>
                  <a:pt x="0" y="0"/>
                </a:lnTo>
                <a:close/>
              </a:path>
            </a:pathLst>
          </a:custGeom>
          <a:solidFill>
            <a:srgbClr val="9F98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2" name="bg object 292"/>
          <p:cNvSpPr/>
          <p:nvPr/>
        </p:nvSpPr>
        <p:spPr>
          <a:xfrm>
            <a:off x="2299926" y="4281858"/>
            <a:ext cx="6350" cy="5080"/>
          </a:xfrm>
          <a:custGeom>
            <a:avLst/>
            <a:gdLst/>
            <a:ahLst/>
            <a:cxnLst/>
            <a:rect l="l" t="t" r="r" b="b"/>
            <a:pathLst>
              <a:path w="6350" h="5079">
                <a:moveTo>
                  <a:pt x="0" y="0"/>
                </a:moveTo>
                <a:lnTo>
                  <a:pt x="654" y="4531"/>
                </a:lnTo>
                <a:lnTo>
                  <a:pt x="6044" y="4476"/>
                </a:lnTo>
                <a:lnTo>
                  <a:pt x="6004" y="338"/>
                </a:lnTo>
                <a:lnTo>
                  <a:pt x="3104" y="299"/>
                </a:lnTo>
                <a:lnTo>
                  <a:pt x="0" y="0"/>
                </a:lnTo>
                <a:close/>
              </a:path>
            </a:pathLst>
          </a:custGeom>
          <a:solidFill>
            <a:srgbClr val="CAC4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3" name="bg object 293"/>
          <p:cNvSpPr/>
          <p:nvPr/>
        </p:nvSpPr>
        <p:spPr>
          <a:xfrm>
            <a:off x="2101578" y="3555575"/>
            <a:ext cx="5715" cy="4445"/>
          </a:xfrm>
          <a:custGeom>
            <a:avLst/>
            <a:gdLst/>
            <a:ahLst/>
            <a:cxnLst/>
            <a:rect l="l" t="t" r="r" b="b"/>
            <a:pathLst>
              <a:path w="5714" h="4445">
                <a:moveTo>
                  <a:pt x="5303" y="0"/>
                </a:moveTo>
                <a:lnTo>
                  <a:pt x="0" y="118"/>
                </a:lnTo>
                <a:lnTo>
                  <a:pt x="86" y="4255"/>
                </a:lnTo>
                <a:lnTo>
                  <a:pt x="5342" y="4137"/>
                </a:lnTo>
                <a:lnTo>
                  <a:pt x="5303" y="0"/>
                </a:lnTo>
                <a:close/>
              </a:path>
            </a:pathLst>
          </a:custGeom>
          <a:solidFill>
            <a:srgbClr val="CCC4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4" name="bg object 294"/>
          <p:cNvSpPr/>
          <p:nvPr/>
        </p:nvSpPr>
        <p:spPr>
          <a:xfrm>
            <a:off x="2022706" y="3910453"/>
            <a:ext cx="6350" cy="4445"/>
          </a:xfrm>
          <a:custGeom>
            <a:avLst/>
            <a:gdLst/>
            <a:ahLst/>
            <a:cxnLst/>
            <a:rect l="l" t="t" r="r" b="b"/>
            <a:pathLst>
              <a:path w="6350" h="4445">
                <a:moveTo>
                  <a:pt x="0" y="0"/>
                </a:moveTo>
                <a:lnTo>
                  <a:pt x="614" y="4381"/>
                </a:lnTo>
                <a:lnTo>
                  <a:pt x="5870" y="4318"/>
                </a:lnTo>
                <a:lnTo>
                  <a:pt x="5862" y="204"/>
                </a:lnTo>
                <a:lnTo>
                  <a:pt x="2923" y="94"/>
                </a:lnTo>
                <a:lnTo>
                  <a:pt x="0" y="0"/>
                </a:lnTo>
                <a:close/>
              </a:path>
            </a:pathLst>
          </a:custGeom>
          <a:solidFill>
            <a:srgbClr val="F2F0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5" name="bg object 295"/>
          <p:cNvSpPr/>
          <p:nvPr/>
        </p:nvSpPr>
        <p:spPr>
          <a:xfrm>
            <a:off x="2084671" y="4401975"/>
            <a:ext cx="5080" cy="6350"/>
          </a:xfrm>
          <a:custGeom>
            <a:avLst/>
            <a:gdLst/>
            <a:ahLst/>
            <a:cxnLst/>
            <a:rect l="l" t="t" r="r" b="b"/>
            <a:pathLst>
              <a:path w="5080" h="6350">
                <a:moveTo>
                  <a:pt x="4507" y="0"/>
                </a:moveTo>
                <a:lnTo>
                  <a:pt x="228" y="94"/>
                </a:lnTo>
                <a:lnTo>
                  <a:pt x="362" y="2899"/>
                </a:lnTo>
                <a:lnTo>
                  <a:pt x="0" y="6083"/>
                </a:lnTo>
                <a:lnTo>
                  <a:pt x="4412" y="5658"/>
                </a:lnTo>
                <a:lnTo>
                  <a:pt x="4507" y="0"/>
                </a:lnTo>
                <a:close/>
              </a:path>
            </a:pathLst>
          </a:custGeom>
          <a:solidFill>
            <a:srgbClr val="ADA6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6" name="bg object 296"/>
          <p:cNvSpPr/>
          <p:nvPr/>
        </p:nvSpPr>
        <p:spPr>
          <a:xfrm>
            <a:off x="2033095" y="3870799"/>
            <a:ext cx="5715" cy="4445"/>
          </a:xfrm>
          <a:custGeom>
            <a:avLst/>
            <a:gdLst/>
            <a:ahLst/>
            <a:cxnLst/>
            <a:rect l="l" t="t" r="r" b="b"/>
            <a:pathLst>
              <a:path w="5714" h="4445">
                <a:moveTo>
                  <a:pt x="5271" y="0"/>
                </a:moveTo>
                <a:lnTo>
                  <a:pt x="1765" y="23"/>
                </a:lnTo>
                <a:lnTo>
                  <a:pt x="0" y="23"/>
                </a:lnTo>
                <a:lnTo>
                  <a:pt x="0" y="4145"/>
                </a:lnTo>
                <a:lnTo>
                  <a:pt x="5271" y="4129"/>
                </a:lnTo>
                <a:lnTo>
                  <a:pt x="5271" y="0"/>
                </a:lnTo>
                <a:close/>
              </a:path>
            </a:pathLst>
          </a:custGeom>
          <a:solidFill>
            <a:srgbClr val="938B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7" name="bg object 297"/>
          <p:cNvSpPr/>
          <p:nvPr/>
        </p:nvSpPr>
        <p:spPr>
          <a:xfrm>
            <a:off x="2021298" y="4253302"/>
            <a:ext cx="5080" cy="6350"/>
          </a:xfrm>
          <a:custGeom>
            <a:avLst/>
            <a:gdLst/>
            <a:ahLst/>
            <a:cxnLst/>
            <a:rect l="l" t="t" r="r" b="b"/>
            <a:pathLst>
              <a:path w="5080" h="6350">
                <a:moveTo>
                  <a:pt x="661" y="0"/>
                </a:moveTo>
                <a:lnTo>
                  <a:pt x="598" y="2821"/>
                </a:lnTo>
                <a:lnTo>
                  <a:pt x="0" y="6012"/>
                </a:lnTo>
                <a:lnTo>
                  <a:pt x="4562" y="5571"/>
                </a:lnTo>
                <a:lnTo>
                  <a:pt x="4657" y="78"/>
                </a:lnTo>
                <a:lnTo>
                  <a:pt x="661" y="0"/>
                </a:lnTo>
                <a:close/>
              </a:path>
            </a:pathLst>
          </a:custGeom>
          <a:solidFill>
            <a:srgbClr val="F4F3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8" name="bg object 298"/>
          <p:cNvSpPr/>
          <p:nvPr/>
        </p:nvSpPr>
        <p:spPr>
          <a:xfrm>
            <a:off x="2253727" y="3727744"/>
            <a:ext cx="6350" cy="4445"/>
          </a:xfrm>
          <a:custGeom>
            <a:avLst/>
            <a:gdLst/>
            <a:ahLst/>
            <a:cxnLst/>
            <a:rect l="l" t="t" r="r" b="b"/>
            <a:pathLst>
              <a:path w="6350" h="4445">
                <a:moveTo>
                  <a:pt x="5996" y="0"/>
                </a:moveTo>
                <a:lnTo>
                  <a:pt x="0" y="7"/>
                </a:lnTo>
                <a:lnTo>
                  <a:pt x="307" y="3948"/>
                </a:lnTo>
                <a:lnTo>
                  <a:pt x="4255" y="4050"/>
                </a:lnTo>
                <a:lnTo>
                  <a:pt x="6067" y="63"/>
                </a:lnTo>
                <a:close/>
              </a:path>
            </a:pathLst>
          </a:custGeom>
          <a:solidFill>
            <a:srgbClr val="E3E1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9" name="bg object 299"/>
          <p:cNvSpPr/>
          <p:nvPr/>
        </p:nvSpPr>
        <p:spPr>
          <a:xfrm>
            <a:off x="2081723" y="3621077"/>
            <a:ext cx="6350" cy="5080"/>
          </a:xfrm>
          <a:custGeom>
            <a:avLst/>
            <a:gdLst/>
            <a:ahLst/>
            <a:cxnLst/>
            <a:rect l="l" t="t" r="r" b="b"/>
            <a:pathLst>
              <a:path w="6350" h="5079">
                <a:moveTo>
                  <a:pt x="0" y="0"/>
                </a:moveTo>
                <a:lnTo>
                  <a:pt x="638" y="4806"/>
                </a:lnTo>
                <a:lnTo>
                  <a:pt x="5878" y="4680"/>
                </a:lnTo>
                <a:lnTo>
                  <a:pt x="6256" y="693"/>
                </a:lnTo>
                <a:lnTo>
                  <a:pt x="3270" y="551"/>
                </a:lnTo>
                <a:lnTo>
                  <a:pt x="0" y="0"/>
                </a:lnTo>
                <a:close/>
              </a:path>
            </a:pathLst>
          </a:custGeom>
          <a:solidFill>
            <a:srgbClr val="EEED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0" name="bg object 300"/>
          <p:cNvSpPr/>
          <p:nvPr/>
        </p:nvSpPr>
        <p:spPr>
          <a:xfrm>
            <a:off x="2017257" y="3954498"/>
            <a:ext cx="6350" cy="4445"/>
          </a:xfrm>
          <a:custGeom>
            <a:avLst/>
            <a:gdLst/>
            <a:ahLst/>
            <a:cxnLst/>
            <a:rect l="l" t="t" r="r" b="b"/>
            <a:pathLst>
              <a:path w="6350" h="4445">
                <a:moveTo>
                  <a:pt x="2773" y="0"/>
                </a:moveTo>
                <a:lnTo>
                  <a:pt x="0" y="31"/>
                </a:lnTo>
                <a:lnTo>
                  <a:pt x="575" y="4365"/>
                </a:lnTo>
                <a:lnTo>
                  <a:pt x="5878" y="4318"/>
                </a:lnTo>
                <a:lnTo>
                  <a:pt x="6304" y="157"/>
                </a:lnTo>
                <a:lnTo>
                  <a:pt x="5799" y="275"/>
                </a:lnTo>
                <a:lnTo>
                  <a:pt x="2773" y="0"/>
                </a:lnTo>
                <a:close/>
              </a:path>
            </a:pathLst>
          </a:custGeom>
          <a:solidFill>
            <a:srgbClr val="F0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1" name="bg object 301"/>
          <p:cNvSpPr/>
          <p:nvPr/>
        </p:nvSpPr>
        <p:spPr>
          <a:xfrm>
            <a:off x="2306238" y="4005372"/>
            <a:ext cx="6350" cy="5080"/>
          </a:xfrm>
          <a:custGeom>
            <a:avLst/>
            <a:gdLst/>
            <a:ahLst/>
            <a:cxnLst/>
            <a:rect l="l" t="t" r="r" b="b"/>
            <a:pathLst>
              <a:path w="6350" h="5079">
                <a:moveTo>
                  <a:pt x="5894" y="0"/>
                </a:moveTo>
                <a:lnTo>
                  <a:pt x="2923" y="141"/>
                </a:lnTo>
                <a:lnTo>
                  <a:pt x="0" y="228"/>
                </a:lnTo>
                <a:lnTo>
                  <a:pt x="15" y="4452"/>
                </a:lnTo>
                <a:lnTo>
                  <a:pt x="5271" y="4412"/>
                </a:lnTo>
                <a:lnTo>
                  <a:pt x="5894" y="0"/>
                </a:lnTo>
                <a:close/>
              </a:path>
            </a:pathLst>
          </a:custGeom>
          <a:solidFill>
            <a:srgbClr val="EF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2" name="bg object 302"/>
          <p:cNvSpPr/>
          <p:nvPr/>
        </p:nvSpPr>
        <p:spPr>
          <a:xfrm>
            <a:off x="2059047" y="3727730"/>
            <a:ext cx="4445" cy="6985"/>
          </a:xfrm>
          <a:custGeom>
            <a:avLst/>
            <a:gdLst/>
            <a:ahLst/>
            <a:cxnLst/>
            <a:rect l="l" t="t" r="r" b="b"/>
            <a:pathLst>
              <a:path w="4444" h="6985">
                <a:moveTo>
                  <a:pt x="0" y="0"/>
                </a:moveTo>
                <a:lnTo>
                  <a:pt x="1268" y="6816"/>
                </a:lnTo>
                <a:lnTo>
                  <a:pt x="4026" y="5429"/>
                </a:lnTo>
                <a:lnTo>
                  <a:pt x="3900" y="1237"/>
                </a:lnTo>
                <a:lnTo>
                  <a:pt x="0" y="0"/>
                </a:lnTo>
                <a:close/>
              </a:path>
            </a:pathLst>
          </a:custGeom>
          <a:solidFill>
            <a:srgbClr val="CBC3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3" name="bg object 303"/>
          <p:cNvSpPr/>
          <p:nvPr/>
        </p:nvSpPr>
        <p:spPr>
          <a:xfrm>
            <a:off x="2240028" y="4410278"/>
            <a:ext cx="6350" cy="5080"/>
          </a:xfrm>
          <a:custGeom>
            <a:avLst/>
            <a:gdLst/>
            <a:ahLst/>
            <a:cxnLst/>
            <a:rect l="l" t="t" r="r" b="b"/>
            <a:pathLst>
              <a:path w="6350" h="5079">
                <a:moveTo>
                  <a:pt x="141" y="0"/>
                </a:moveTo>
                <a:lnTo>
                  <a:pt x="0" y="3940"/>
                </a:lnTo>
                <a:lnTo>
                  <a:pt x="2899" y="4152"/>
                </a:lnTo>
                <a:lnTo>
                  <a:pt x="6052" y="4759"/>
                </a:lnTo>
                <a:lnTo>
                  <a:pt x="5728" y="126"/>
                </a:lnTo>
                <a:lnTo>
                  <a:pt x="141" y="0"/>
                </a:lnTo>
                <a:close/>
              </a:path>
            </a:pathLst>
          </a:custGeom>
          <a:solidFill>
            <a:srgbClr val="C9C5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4" name="bg object 304"/>
          <p:cNvSpPr/>
          <p:nvPr/>
        </p:nvSpPr>
        <p:spPr>
          <a:xfrm>
            <a:off x="2093155" y="4411624"/>
            <a:ext cx="6350" cy="4445"/>
          </a:xfrm>
          <a:custGeom>
            <a:avLst/>
            <a:gdLst/>
            <a:ahLst/>
            <a:cxnLst/>
            <a:rect l="l" t="t" r="r" b="b"/>
            <a:pathLst>
              <a:path w="6350" h="4445">
                <a:moveTo>
                  <a:pt x="5602" y="0"/>
                </a:moveTo>
                <a:lnTo>
                  <a:pt x="0" y="55"/>
                </a:lnTo>
                <a:lnTo>
                  <a:pt x="189" y="4011"/>
                </a:lnTo>
                <a:lnTo>
                  <a:pt x="5453" y="4176"/>
                </a:lnTo>
                <a:lnTo>
                  <a:pt x="5878" y="4058"/>
                </a:lnTo>
                <a:lnTo>
                  <a:pt x="5602" y="0"/>
                </a:lnTo>
                <a:close/>
              </a:path>
            </a:pathLst>
          </a:custGeom>
          <a:solidFill>
            <a:srgbClr val="ADA9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5" name="bg object 305"/>
          <p:cNvSpPr/>
          <p:nvPr/>
        </p:nvSpPr>
        <p:spPr>
          <a:xfrm>
            <a:off x="2092689" y="4415632"/>
            <a:ext cx="6350" cy="5080"/>
          </a:xfrm>
          <a:custGeom>
            <a:avLst/>
            <a:gdLst/>
            <a:ahLst/>
            <a:cxnLst/>
            <a:rect l="l" t="t" r="r" b="b"/>
            <a:pathLst>
              <a:path w="6350" h="5079">
                <a:moveTo>
                  <a:pt x="654" y="0"/>
                </a:moveTo>
                <a:lnTo>
                  <a:pt x="0" y="4712"/>
                </a:lnTo>
                <a:lnTo>
                  <a:pt x="3167" y="4326"/>
                </a:lnTo>
                <a:lnTo>
                  <a:pt x="6170" y="4176"/>
                </a:lnTo>
                <a:lnTo>
                  <a:pt x="6091" y="2836"/>
                </a:lnTo>
                <a:lnTo>
                  <a:pt x="5996" y="1497"/>
                </a:lnTo>
                <a:lnTo>
                  <a:pt x="5918" y="165"/>
                </a:lnTo>
                <a:lnTo>
                  <a:pt x="654" y="0"/>
                </a:lnTo>
                <a:close/>
              </a:path>
            </a:pathLst>
          </a:custGeom>
          <a:solidFill>
            <a:srgbClr val="F4F3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6" name="bg object 306"/>
          <p:cNvSpPr/>
          <p:nvPr/>
        </p:nvSpPr>
        <p:spPr>
          <a:xfrm>
            <a:off x="2033059" y="3866655"/>
            <a:ext cx="5715" cy="4445"/>
          </a:xfrm>
          <a:custGeom>
            <a:avLst/>
            <a:gdLst/>
            <a:ahLst/>
            <a:cxnLst/>
            <a:rect l="l" t="t" r="r" b="b"/>
            <a:pathLst>
              <a:path w="5714" h="4445">
                <a:moveTo>
                  <a:pt x="5334" y="0"/>
                </a:moveTo>
                <a:lnTo>
                  <a:pt x="3554" y="7"/>
                </a:lnTo>
                <a:lnTo>
                  <a:pt x="1780" y="31"/>
                </a:lnTo>
                <a:lnTo>
                  <a:pt x="0" y="39"/>
                </a:lnTo>
                <a:lnTo>
                  <a:pt x="39" y="4168"/>
                </a:lnTo>
                <a:lnTo>
                  <a:pt x="5311" y="4145"/>
                </a:lnTo>
                <a:lnTo>
                  <a:pt x="5334" y="0"/>
                </a:lnTo>
                <a:close/>
              </a:path>
            </a:pathLst>
          </a:custGeom>
          <a:solidFill>
            <a:srgbClr val="ABA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7" name="bg object 307"/>
          <p:cNvSpPr/>
          <p:nvPr/>
        </p:nvSpPr>
        <p:spPr>
          <a:xfrm>
            <a:off x="2303215" y="3977669"/>
            <a:ext cx="5080" cy="6350"/>
          </a:xfrm>
          <a:custGeom>
            <a:avLst/>
            <a:gdLst/>
            <a:ahLst/>
            <a:cxnLst/>
            <a:rect l="l" t="t" r="r" b="b"/>
            <a:pathLst>
              <a:path w="5080" h="6350">
                <a:moveTo>
                  <a:pt x="4862" y="0"/>
                </a:moveTo>
                <a:lnTo>
                  <a:pt x="315" y="362"/>
                </a:lnTo>
                <a:lnTo>
                  <a:pt x="0" y="5941"/>
                </a:lnTo>
                <a:lnTo>
                  <a:pt x="4137" y="5989"/>
                </a:lnTo>
                <a:lnTo>
                  <a:pt x="4239" y="3167"/>
                </a:lnTo>
                <a:lnTo>
                  <a:pt x="4862" y="0"/>
                </a:lnTo>
                <a:close/>
              </a:path>
            </a:pathLst>
          </a:custGeom>
          <a:solidFill>
            <a:srgbClr val="E0DC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8" name="bg object 308"/>
          <p:cNvSpPr/>
          <p:nvPr/>
        </p:nvSpPr>
        <p:spPr>
          <a:xfrm>
            <a:off x="2301282" y="3991825"/>
            <a:ext cx="6350" cy="4445"/>
          </a:xfrm>
          <a:custGeom>
            <a:avLst/>
            <a:gdLst/>
            <a:ahLst/>
            <a:cxnLst/>
            <a:rect l="l" t="t" r="r" b="b"/>
            <a:pathLst>
              <a:path w="6350" h="4445">
                <a:moveTo>
                  <a:pt x="701" y="0"/>
                </a:moveTo>
                <a:lnTo>
                  <a:pt x="0" y="4412"/>
                </a:lnTo>
                <a:lnTo>
                  <a:pt x="2970" y="4302"/>
                </a:lnTo>
                <a:lnTo>
                  <a:pt x="5902" y="4239"/>
                </a:lnTo>
                <a:lnTo>
                  <a:pt x="5989" y="102"/>
                </a:lnTo>
                <a:lnTo>
                  <a:pt x="701" y="0"/>
                </a:lnTo>
                <a:close/>
              </a:path>
            </a:pathLst>
          </a:custGeom>
          <a:solidFill>
            <a:srgbClr val="A49B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9" name="bg object 309"/>
          <p:cNvSpPr/>
          <p:nvPr/>
        </p:nvSpPr>
        <p:spPr>
          <a:xfrm>
            <a:off x="2290946" y="4322083"/>
            <a:ext cx="5715" cy="4445"/>
          </a:xfrm>
          <a:custGeom>
            <a:avLst/>
            <a:gdLst/>
            <a:ahLst/>
            <a:cxnLst/>
            <a:rect l="l" t="t" r="r" b="b"/>
            <a:pathLst>
              <a:path w="5714" h="4445">
                <a:moveTo>
                  <a:pt x="5366" y="0"/>
                </a:moveTo>
                <a:lnTo>
                  <a:pt x="0" y="63"/>
                </a:lnTo>
                <a:lnTo>
                  <a:pt x="86" y="4263"/>
                </a:lnTo>
                <a:lnTo>
                  <a:pt x="5445" y="4137"/>
                </a:lnTo>
                <a:lnTo>
                  <a:pt x="5366" y="0"/>
                </a:lnTo>
                <a:close/>
              </a:path>
            </a:pathLst>
          </a:custGeom>
          <a:solidFill>
            <a:srgbClr val="CEC9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0" name="bg object 310"/>
          <p:cNvSpPr/>
          <p:nvPr/>
        </p:nvSpPr>
        <p:spPr>
          <a:xfrm>
            <a:off x="2217921" y="4426053"/>
            <a:ext cx="5080" cy="6350"/>
          </a:xfrm>
          <a:custGeom>
            <a:avLst/>
            <a:gdLst/>
            <a:ahLst/>
            <a:cxnLst/>
            <a:rect l="l" t="t" r="r" b="b"/>
            <a:pathLst>
              <a:path w="5080" h="6350">
                <a:moveTo>
                  <a:pt x="0" y="0"/>
                </a:moveTo>
                <a:lnTo>
                  <a:pt x="181" y="3049"/>
                </a:lnTo>
                <a:lnTo>
                  <a:pt x="236" y="5996"/>
                </a:lnTo>
                <a:lnTo>
                  <a:pt x="4263" y="6107"/>
                </a:lnTo>
                <a:lnTo>
                  <a:pt x="4491" y="764"/>
                </a:lnTo>
                <a:lnTo>
                  <a:pt x="0" y="0"/>
                </a:lnTo>
                <a:close/>
              </a:path>
            </a:pathLst>
          </a:custGeom>
          <a:solidFill>
            <a:srgbClr val="8E87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1" name="bg object 311"/>
          <p:cNvSpPr/>
          <p:nvPr/>
        </p:nvSpPr>
        <p:spPr>
          <a:xfrm>
            <a:off x="2072112" y="3661394"/>
            <a:ext cx="6350" cy="4445"/>
          </a:xfrm>
          <a:custGeom>
            <a:avLst/>
            <a:gdLst/>
            <a:ahLst/>
            <a:cxnLst/>
            <a:rect l="l" t="t" r="r" b="b"/>
            <a:pathLst>
              <a:path w="6350" h="4445">
                <a:moveTo>
                  <a:pt x="2805" y="0"/>
                </a:moveTo>
                <a:lnTo>
                  <a:pt x="0" y="7"/>
                </a:lnTo>
                <a:lnTo>
                  <a:pt x="638" y="4381"/>
                </a:lnTo>
                <a:lnTo>
                  <a:pt x="5878" y="4302"/>
                </a:lnTo>
                <a:lnTo>
                  <a:pt x="6351" y="149"/>
                </a:lnTo>
                <a:lnTo>
                  <a:pt x="5823" y="267"/>
                </a:lnTo>
                <a:lnTo>
                  <a:pt x="2805" y="0"/>
                </a:lnTo>
                <a:close/>
              </a:path>
            </a:pathLst>
          </a:custGeom>
          <a:solidFill>
            <a:srgbClr val="EBE8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2" name="bg object 312"/>
          <p:cNvSpPr/>
          <p:nvPr/>
        </p:nvSpPr>
        <p:spPr>
          <a:xfrm>
            <a:off x="2301984" y="3987706"/>
            <a:ext cx="5715" cy="4445"/>
          </a:xfrm>
          <a:custGeom>
            <a:avLst/>
            <a:gdLst/>
            <a:ahLst/>
            <a:cxnLst/>
            <a:rect l="l" t="t" r="r" b="b"/>
            <a:pathLst>
              <a:path w="5714" h="4445">
                <a:moveTo>
                  <a:pt x="39" y="0"/>
                </a:moveTo>
                <a:lnTo>
                  <a:pt x="0" y="4121"/>
                </a:lnTo>
                <a:lnTo>
                  <a:pt x="5287" y="4223"/>
                </a:lnTo>
                <a:lnTo>
                  <a:pt x="5319" y="78"/>
                </a:lnTo>
                <a:lnTo>
                  <a:pt x="39" y="0"/>
                </a:lnTo>
                <a:close/>
              </a:path>
            </a:pathLst>
          </a:custGeom>
          <a:solidFill>
            <a:srgbClr val="BDB4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3" name="bg object 313"/>
          <p:cNvSpPr/>
          <p:nvPr/>
        </p:nvSpPr>
        <p:spPr>
          <a:xfrm>
            <a:off x="2110434" y="3519567"/>
            <a:ext cx="6350" cy="5080"/>
          </a:xfrm>
          <a:custGeom>
            <a:avLst/>
            <a:gdLst/>
            <a:ahLst/>
            <a:cxnLst/>
            <a:rect l="l" t="t" r="r" b="b"/>
            <a:pathLst>
              <a:path w="6350" h="5079">
                <a:moveTo>
                  <a:pt x="0" y="0"/>
                </a:moveTo>
                <a:lnTo>
                  <a:pt x="795" y="4483"/>
                </a:lnTo>
                <a:lnTo>
                  <a:pt x="5957" y="4460"/>
                </a:lnTo>
                <a:lnTo>
                  <a:pt x="5973" y="204"/>
                </a:lnTo>
                <a:lnTo>
                  <a:pt x="3073" y="204"/>
                </a:lnTo>
                <a:lnTo>
                  <a:pt x="0" y="0"/>
                </a:lnTo>
                <a:close/>
              </a:path>
            </a:pathLst>
          </a:custGeom>
          <a:solidFill>
            <a:srgbClr val="D7D5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4" name="bg object 314"/>
          <p:cNvSpPr/>
          <p:nvPr/>
        </p:nvSpPr>
        <p:spPr>
          <a:xfrm>
            <a:off x="2302024" y="3983608"/>
            <a:ext cx="5715" cy="4445"/>
          </a:xfrm>
          <a:custGeom>
            <a:avLst/>
            <a:gdLst/>
            <a:ahLst/>
            <a:cxnLst/>
            <a:rect l="l" t="t" r="r" b="b"/>
            <a:pathLst>
              <a:path w="5714" h="4445">
                <a:moveTo>
                  <a:pt x="1189" y="0"/>
                </a:moveTo>
                <a:lnTo>
                  <a:pt x="0" y="4097"/>
                </a:lnTo>
                <a:lnTo>
                  <a:pt x="5279" y="4176"/>
                </a:lnTo>
                <a:lnTo>
                  <a:pt x="5327" y="47"/>
                </a:lnTo>
                <a:lnTo>
                  <a:pt x="1189" y="0"/>
                </a:lnTo>
                <a:close/>
              </a:path>
            </a:pathLst>
          </a:custGeom>
          <a:solidFill>
            <a:srgbClr val="CDC8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5" name="bg object 315"/>
          <p:cNvSpPr/>
          <p:nvPr/>
        </p:nvSpPr>
        <p:spPr>
          <a:xfrm>
            <a:off x="2281484" y="4348155"/>
            <a:ext cx="6350" cy="5080"/>
          </a:xfrm>
          <a:custGeom>
            <a:avLst/>
            <a:gdLst/>
            <a:ahLst/>
            <a:cxnLst/>
            <a:rect l="l" t="t" r="r" b="b"/>
            <a:pathLst>
              <a:path w="6350" h="5079">
                <a:moveTo>
                  <a:pt x="1189" y="0"/>
                </a:moveTo>
                <a:lnTo>
                  <a:pt x="0" y="4342"/>
                </a:lnTo>
                <a:lnTo>
                  <a:pt x="2907" y="4318"/>
                </a:lnTo>
                <a:lnTo>
                  <a:pt x="6099" y="4633"/>
                </a:lnTo>
                <a:lnTo>
                  <a:pt x="5224" y="15"/>
                </a:lnTo>
                <a:lnTo>
                  <a:pt x="1189" y="0"/>
                </a:lnTo>
                <a:close/>
              </a:path>
            </a:pathLst>
          </a:custGeom>
          <a:solidFill>
            <a:srgbClr val="DAD8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6" name="bg object 316"/>
          <p:cNvSpPr/>
          <p:nvPr/>
        </p:nvSpPr>
        <p:spPr>
          <a:xfrm>
            <a:off x="2120155" y="3483800"/>
            <a:ext cx="6350" cy="4445"/>
          </a:xfrm>
          <a:custGeom>
            <a:avLst/>
            <a:gdLst/>
            <a:ahLst/>
            <a:cxnLst/>
            <a:rect l="l" t="t" r="r" b="b"/>
            <a:pathLst>
              <a:path w="6350" h="4445">
                <a:moveTo>
                  <a:pt x="0" y="0"/>
                </a:moveTo>
                <a:lnTo>
                  <a:pt x="614" y="4436"/>
                </a:lnTo>
                <a:lnTo>
                  <a:pt x="5957" y="4365"/>
                </a:lnTo>
                <a:lnTo>
                  <a:pt x="5918" y="267"/>
                </a:lnTo>
                <a:lnTo>
                  <a:pt x="2978" y="157"/>
                </a:lnTo>
                <a:lnTo>
                  <a:pt x="0" y="0"/>
                </a:lnTo>
                <a:close/>
              </a:path>
            </a:pathLst>
          </a:custGeom>
          <a:solidFill>
            <a:srgbClr val="F4F4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7" name="bg object 317"/>
          <p:cNvSpPr/>
          <p:nvPr/>
        </p:nvSpPr>
        <p:spPr>
          <a:xfrm>
            <a:off x="2058582" y="3723183"/>
            <a:ext cx="4445" cy="6350"/>
          </a:xfrm>
          <a:custGeom>
            <a:avLst/>
            <a:gdLst/>
            <a:ahLst/>
            <a:cxnLst/>
            <a:rect l="l" t="t" r="r" b="b"/>
            <a:pathLst>
              <a:path w="4444" h="6350">
                <a:moveTo>
                  <a:pt x="1150" y="0"/>
                </a:moveTo>
                <a:lnTo>
                  <a:pt x="0" y="1528"/>
                </a:lnTo>
                <a:lnTo>
                  <a:pt x="464" y="4546"/>
                </a:lnTo>
                <a:lnTo>
                  <a:pt x="4365" y="5784"/>
                </a:lnTo>
                <a:lnTo>
                  <a:pt x="4310" y="283"/>
                </a:lnTo>
                <a:lnTo>
                  <a:pt x="1150" y="0"/>
                </a:lnTo>
                <a:close/>
              </a:path>
            </a:pathLst>
          </a:custGeom>
          <a:solidFill>
            <a:srgbClr val="E6E2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8" name="bg object 318"/>
          <p:cNvSpPr/>
          <p:nvPr/>
        </p:nvSpPr>
        <p:spPr>
          <a:xfrm>
            <a:off x="2030185" y="4283517"/>
            <a:ext cx="4445" cy="7620"/>
          </a:xfrm>
          <a:custGeom>
            <a:avLst/>
            <a:gdLst/>
            <a:ahLst/>
            <a:cxnLst/>
            <a:rect l="l" t="t" r="r" b="b"/>
            <a:pathLst>
              <a:path w="4444" h="7620">
                <a:moveTo>
                  <a:pt x="1489" y="0"/>
                </a:moveTo>
                <a:lnTo>
                  <a:pt x="0" y="5571"/>
                </a:lnTo>
                <a:lnTo>
                  <a:pt x="3987" y="7013"/>
                </a:lnTo>
                <a:lnTo>
                  <a:pt x="4066" y="1489"/>
                </a:lnTo>
                <a:lnTo>
                  <a:pt x="1489" y="0"/>
                </a:lnTo>
                <a:close/>
              </a:path>
            </a:pathLst>
          </a:custGeom>
          <a:solidFill>
            <a:srgbClr val="DBD6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9" name="bg object 319"/>
          <p:cNvSpPr/>
          <p:nvPr/>
        </p:nvSpPr>
        <p:spPr>
          <a:xfrm>
            <a:off x="2029589" y="4289087"/>
            <a:ext cx="5080" cy="6350"/>
          </a:xfrm>
          <a:custGeom>
            <a:avLst/>
            <a:gdLst/>
            <a:ahLst/>
            <a:cxnLst/>
            <a:rect l="l" t="t" r="r" b="b"/>
            <a:pathLst>
              <a:path w="5080" h="6350">
                <a:moveTo>
                  <a:pt x="598" y="0"/>
                </a:moveTo>
                <a:lnTo>
                  <a:pt x="520" y="2852"/>
                </a:lnTo>
                <a:lnTo>
                  <a:pt x="0" y="6028"/>
                </a:lnTo>
                <a:lnTo>
                  <a:pt x="4562" y="5563"/>
                </a:lnTo>
                <a:lnTo>
                  <a:pt x="4586" y="1442"/>
                </a:lnTo>
                <a:lnTo>
                  <a:pt x="598" y="0"/>
                </a:lnTo>
                <a:close/>
              </a:path>
            </a:pathLst>
          </a:custGeom>
          <a:solidFill>
            <a:srgbClr val="F3F1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0" name="bg object 320"/>
          <p:cNvSpPr/>
          <p:nvPr/>
        </p:nvSpPr>
        <p:spPr>
          <a:xfrm>
            <a:off x="2028394" y="3878674"/>
            <a:ext cx="4445" cy="6350"/>
          </a:xfrm>
          <a:custGeom>
            <a:avLst/>
            <a:gdLst/>
            <a:ahLst/>
            <a:cxnLst/>
            <a:rect l="l" t="t" r="r" b="b"/>
            <a:pathLst>
              <a:path w="4444" h="6350">
                <a:moveTo>
                  <a:pt x="1142" y="0"/>
                </a:moveTo>
                <a:lnTo>
                  <a:pt x="0" y="1536"/>
                </a:lnTo>
                <a:lnTo>
                  <a:pt x="449" y="4531"/>
                </a:lnTo>
                <a:lnTo>
                  <a:pt x="1749" y="4988"/>
                </a:lnTo>
                <a:lnTo>
                  <a:pt x="4334" y="5918"/>
                </a:lnTo>
                <a:lnTo>
                  <a:pt x="4286" y="283"/>
                </a:lnTo>
                <a:lnTo>
                  <a:pt x="1142" y="0"/>
                </a:lnTo>
                <a:close/>
              </a:path>
            </a:pathLst>
          </a:custGeom>
          <a:solidFill>
            <a:srgbClr val="E0DE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1" name="bg object 321"/>
          <p:cNvSpPr/>
          <p:nvPr/>
        </p:nvSpPr>
        <p:spPr>
          <a:xfrm>
            <a:off x="2082454" y="3631227"/>
            <a:ext cx="5715" cy="4445"/>
          </a:xfrm>
          <a:custGeom>
            <a:avLst/>
            <a:gdLst/>
            <a:ahLst/>
            <a:cxnLst/>
            <a:rect l="l" t="t" r="r" b="b"/>
            <a:pathLst>
              <a:path w="5714" h="4445">
                <a:moveTo>
                  <a:pt x="5587" y="0"/>
                </a:moveTo>
                <a:lnTo>
                  <a:pt x="5208" y="149"/>
                </a:lnTo>
                <a:lnTo>
                  <a:pt x="0" y="181"/>
                </a:lnTo>
                <a:lnTo>
                  <a:pt x="86" y="4294"/>
                </a:lnTo>
                <a:lnTo>
                  <a:pt x="3995" y="4231"/>
                </a:lnTo>
                <a:lnTo>
                  <a:pt x="5587" y="0"/>
                </a:lnTo>
                <a:close/>
              </a:path>
            </a:pathLst>
          </a:custGeom>
          <a:solidFill>
            <a:srgbClr val="AAA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2" name="bg object 322"/>
          <p:cNvSpPr/>
          <p:nvPr/>
        </p:nvSpPr>
        <p:spPr>
          <a:xfrm>
            <a:off x="2282701" y="3869285"/>
            <a:ext cx="5080" cy="7620"/>
          </a:xfrm>
          <a:custGeom>
            <a:avLst/>
            <a:gdLst/>
            <a:ahLst/>
            <a:cxnLst/>
            <a:rect l="l" t="t" r="r" b="b"/>
            <a:pathLst>
              <a:path w="5080" h="7620">
                <a:moveTo>
                  <a:pt x="1442" y="0"/>
                </a:moveTo>
                <a:lnTo>
                  <a:pt x="0" y="1497"/>
                </a:lnTo>
                <a:lnTo>
                  <a:pt x="7" y="5626"/>
                </a:lnTo>
                <a:lnTo>
                  <a:pt x="3924" y="7021"/>
                </a:lnTo>
                <a:lnTo>
                  <a:pt x="4271" y="4263"/>
                </a:lnTo>
                <a:lnTo>
                  <a:pt x="4641" y="1497"/>
                </a:lnTo>
                <a:lnTo>
                  <a:pt x="1442" y="0"/>
                </a:lnTo>
                <a:close/>
              </a:path>
            </a:pathLst>
          </a:custGeom>
          <a:solidFill>
            <a:srgbClr val="9F94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3" name="bg object 323"/>
          <p:cNvSpPr/>
          <p:nvPr/>
        </p:nvSpPr>
        <p:spPr>
          <a:xfrm>
            <a:off x="2258091" y="3744411"/>
            <a:ext cx="7620" cy="5715"/>
          </a:xfrm>
          <a:custGeom>
            <a:avLst/>
            <a:gdLst/>
            <a:ahLst/>
            <a:cxnLst/>
            <a:rect l="l" t="t" r="r" b="b"/>
            <a:pathLst>
              <a:path w="7619" h="5714">
                <a:moveTo>
                  <a:pt x="7021" y="0"/>
                </a:moveTo>
                <a:lnTo>
                  <a:pt x="2513" y="1457"/>
                </a:lnTo>
                <a:lnTo>
                  <a:pt x="110" y="1040"/>
                </a:lnTo>
                <a:lnTo>
                  <a:pt x="0" y="5185"/>
                </a:lnTo>
                <a:lnTo>
                  <a:pt x="3932" y="5334"/>
                </a:lnTo>
                <a:lnTo>
                  <a:pt x="7021" y="0"/>
                </a:lnTo>
                <a:close/>
              </a:path>
            </a:pathLst>
          </a:custGeom>
          <a:solidFill>
            <a:srgbClr val="DFDB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4" name="bg object 324"/>
          <p:cNvSpPr/>
          <p:nvPr/>
        </p:nvSpPr>
        <p:spPr>
          <a:xfrm>
            <a:off x="2290828" y="4326221"/>
            <a:ext cx="5715" cy="4445"/>
          </a:xfrm>
          <a:custGeom>
            <a:avLst/>
            <a:gdLst/>
            <a:ahLst/>
            <a:cxnLst/>
            <a:rect l="l" t="t" r="r" b="b"/>
            <a:pathLst>
              <a:path w="5714" h="4445">
                <a:moveTo>
                  <a:pt x="5563" y="0"/>
                </a:moveTo>
                <a:lnTo>
                  <a:pt x="204" y="126"/>
                </a:lnTo>
                <a:lnTo>
                  <a:pt x="0" y="4121"/>
                </a:lnTo>
                <a:lnTo>
                  <a:pt x="3041" y="4357"/>
                </a:lnTo>
                <a:lnTo>
                  <a:pt x="5524" y="3837"/>
                </a:lnTo>
                <a:lnTo>
                  <a:pt x="5563" y="0"/>
                </a:lnTo>
                <a:close/>
              </a:path>
            </a:pathLst>
          </a:custGeom>
          <a:solidFill>
            <a:srgbClr val="EFEE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5" name="bg object 325"/>
          <p:cNvSpPr/>
          <p:nvPr/>
        </p:nvSpPr>
        <p:spPr>
          <a:xfrm>
            <a:off x="2300643" y="4290470"/>
            <a:ext cx="5715" cy="4445"/>
          </a:xfrm>
          <a:custGeom>
            <a:avLst/>
            <a:gdLst/>
            <a:ahLst/>
            <a:cxnLst/>
            <a:rect l="l" t="t" r="r" b="b"/>
            <a:pathLst>
              <a:path w="5714" h="4445">
                <a:moveTo>
                  <a:pt x="5366" y="0"/>
                </a:moveTo>
                <a:lnTo>
                  <a:pt x="0" y="63"/>
                </a:lnTo>
                <a:lnTo>
                  <a:pt x="55" y="4215"/>
                </a:lnTo>
                <a:lnTo>
                  <a:pt x="2970" y="4255"/>
                </a:lnTo>
                <a:lnTo>
                  <a:pt x="5366" y="3640"/>
                </a:lnTo>
                <a:lnTo>
                  <a:pt x="5366" y="0"/>
                </a:lnTo>
                <a:close/>
              </a:path>
            </a:pathLst>
          </a:custGeom>
          <a:solidFill>
            <a:srgbClr val="E9E7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6" name="bg object 326"/>
          <p:cNvSpPr/>
          <p:nvPr/>
        </p:nvSpPr>
        <p:spPr>
          <a:xfrm>
            <a:off x="2023320" y="3914769"/>
            <a:ext cx="5715" cy="4445"/>
          </a:xfrm>
          <a:custGeom>
            <a:avLst/>
            <a:gdLst/>
            <a:ahLst/>
            <a:cxnLst/>
            <a:rect l="l" t="t" r="r" b="b"/>
            <a:pathLst>
              <a:path w="5714" h="4445">
                <a:moveTo>
                  <a:pt x="5256" y="0"/>
                </a:moveTo>
                <a:lnTo>
                  <a:pt x="0" y="63"/>
                </a:lnTo>
                <a:lnTo>
                  <a:pt x="39" y="4200"/>
                </a:lnTo>
                <a:lnTo>
                  <a:pt x="1331" y="4200"/>
                </a:lnTo>
                <a:lnTo>
                  <a:pt x="3924" y="4223"/>
                </a:lnTo>
                <a:lnTo>
                  <a:pt x="5256" y="0"/>
                </a:lnTo>
                <a:close/>
              </a:path>
            </a:pathLst>
          </a:custGeom>
          <a:solidFill>
            <a:srgbClr val="E1DE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7" name="bg object 327"/>
          <p:cNvSpPr/>
          <p:nvPr/>
        </p:nvSpPr>
        <p:spPr>
          <a:xfrm>
            <a:off x="2092054" y="3595502"/>
            <a:ext cx="5715" cy="4445"/>
          </a:xfrm>
          <a:custGeom>
            <a:avLst/>
            <a:gdLst/>
            <a:ahLst/>
            <a:cxnLst/>
            <a:rect l="l" t="t" r="r" b="b"/>
            <a:pathLst>
              <a:path w="5714" h="4445">
                <a:moveTo>
                  <a:pt x="5303" y="0"/>
                </a:moveTo>
                <a:lnTo>
                  <a:pt x="0" y="118"/>
                </a:lnTo>
                <a:lnTo>
                  <a:pt x="47" y="4239"/>
                </a:lnTo>
                <a:lnTo>
                  <a:pt x="3987" y="4176"/>
                </a:lnTo>
                <a:lnTo>
                  <a:pt x="5303" y="0"/>
                </a:lnTo>
                <a:close/>
              </a:path>
            </a:pathLst>
          </a:custGeom>
          <a:solidFill>
            <a:srgbClr val="B0A8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8" name="bg object 328"/>
          <p:cNvSpPr/>
          <p:nvPr/>
        </p:nvSpPr>
        <p:spPr>
          <a:xfrm>
            <a:off x="2175680" y="3457901"/>
            <a:ext cx="4445" cy="5715"/>
          </a:xfrm>
          <a:custGeom>
            <a:avLst/>
            <a:gdLst/>
            <a:ahLst/>
            <a:cxnLst/>
            <a:rect l="l" t="t" r="r" b="b"/>
            <a:pathLst>
              <a:path w="4444" h="5714">
                <a:moveTo>
                  <a:pt x="15" y="0"/>
                </a:moveTo>
                <a:lnTo>
                  <a:pt x="0" y="5531"/>
                </a:lnTo>
                <a:lnTo>
                  <a:pt x="1347" y="5531"/>
                </a:lnTo>
                <a:lnTo>
                  <a:pt x="4018" y="5555"/>
                </a:lnTo>
                <a:lnTo>
                  <a:pt x="4026" y="1473"/>
                </a:lnTo>
                <a:lnTo>
                  <a:pt x="15" y="0"/>
                </a:lnTo>
                <a:close/>
              </a:path>
            </a:pathLst>
          </a:custGeom>
          <a:solidFill>
            <a:srgbClr val="C2B9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9" name="bg object 329"/>
          <p:cNvSpPr/>
          <p:nvPr/>
        </p:nvSpPr>
        <p:spPr>
          <a:xfrm>
            <a:off x="2111234" y="3523950"/>
            <a:ext cx="5715" cy="4445"/>
          </a:xfrm>
          <a:custGeom>
            <a:avLst/>
            <a:gdLst/>
            <a:ahLst/>
            <a:cxnLst/>
            <a:rect l="l" t="t" r="r" b="b"/>
            <a:pathLst>
              <a:path w="5714" h="4445">
                <a:moveTo>
                  <a:pt x="5634" y="0"/>
                </a:moveTo>
                <a:lnTo>
                  <a:pt x="5161" y="70"/>
                </a:lnTo>
                <a:lnTo>
                  <a:pt x="0" y="102"/>
                </a:lnTo>
                <a:lnTo>
                  <a:pt x="94" y="4263"/>
                </a:lnTo>
                <a:lnTo>
                  <a:pt x="3940" y="4105"/>
                </a:lnTo>
                <a:lnTo>
                  <a:pt x="5634" y="0"/>
                </a:lnTo>
                <a:close/>
              </a:path>
            </a:pathLst>
          </a:custGeom>
          <a:solidFill>
            <a:srgbClr val="BDB6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0" name="bg object 330"/>
          <p:cNvSpPr/>
          <p:nvPr/>
        </p:nvSpPr>
        <p:spPr>
          <a:xfrm>
            <a:off x="2101662" y="3559714"/>
            <a:ext cx="5715" cy="4445"/>
          </a:xfrm>
          <a:custGeom>
            <a:avLst/>
            <a:gdLst/>
            <a:ahLst/>
            <a:cxnLst/>
            <a:rect l="l" t="t" r="r" b="b"/>
            <a:pathLst>
              <a:path w="5714" h="4445">
                <a:moveTo>
                  <a:pt x="5256" y="0"/>
                </a:moveTo>
                <a:lnTo>
                  <a:pt x="0" y="118"/>
                </a:lnTo>
                <a:lnTo>
                  <a:pt x="39" y="2868"/>
                </a:lnTo>
                <a:lnTo>
                  <a:pt x="70" y="4247"/>
                </a:lnTo>
                <a:lnTo>
                  <a:pt x="3971" y="4184"/>
                </a:lnTo>
                <a:lnTo>
                  <a:pt x="5256" y="0"/>
                </a:lnTo>
                <a:close/>
              </a:path>
            </a:pathLst>
          </a:custGeom>
          <a:solidFill>
            <a:srgbClr val="B4A8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1" name="bg object 331"/>
          <p:cNvSpPr/>
          <p:nvPr/>
        </p:nvSpPr>
        <p:spPr>
          <a:xfrm>
            <a:off x="2175450" y="3453305"/>
            <a:ext cx="5080" cy="6350"/>
          </a:xfrm>
          <a:custGeom>
            <a:avLst/>
            <a:gdLst/>
            <a:ahLst/>
            <a:cxnLst/>
            <a:rect l="l" t="t" r="r" b="b"/>
            <a:pathLst>
              <a:path w="5080" h="6350">
                <a:moveTo>
                  <a:pt x="5011" y="0"/>
                </a:moveTo>
                <a:lnTo>
                  <a:pt x="362" y="520"/>
                </a:lnTo>
                <a:lnTo>
                  <a:pt x="0" y="488"/>
                </a:lnTo>
                <a:lnTo>
                  <a:pt x="189" y="4641"/>
                </a:lnTo>
                <a:lnTo>
                  <a:pt x="4255" y="6067"/>
                </a:lnTo>
                <a:lnTo>
                  <a:pt x="4357" y="3230"/>
                </a:lnTo>
                <a:lnTo>
                  <a:pt x="5011" y="0"/>
                </a:lnTo>
                <a:close/>
              </a:path>
            </a:pathLst>
          </a:custGeom>
          <a:solidFill>
            <a:srgbClr val="E3E1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2" name="bg object 332"/>
          <p:cNvSpPr/>
          <p:nvPr/>
        </p:nvSpPr>
        <p:spPr>
          <a:xfrm>
            <a:off x="2278426" y="3834333"/>
            <a:ext cx="5080" cy="6350"/>
          </a:xfrm>
          <a:custGeom>
            <a:avLst/>
            <a:gdLst/>
            <a:ahLst/>
            <a:cxnLst/>
            <a:rect l="l" t="t" r="r" b="b"/>
            <a:pathLst>
              <a:path w="5080" h="6350">
                <a:moveTo>
                  <a:pt x="4688" y="0"/>
                </a:moveTo>
                <a:lnTo>
                  <a:pt x="0" y="732"/>
                </a:lnTo>
                <a:lnTo>
                  <a:pt x="386" y="4736"/>
                </a:lnTo>
                <a:lnTo>
                  <a:pt x="4255" y="6193"/>
                </a:lnTo>
                <a:lnTo>
                  <a:pt x="4405" y="3152"/>
                </a:lnTo>
                <a:lnTo>
                  <a:pt x="4688" y="0"/>
                </a:lnTo>
                <a:close/>
              </a:path>
            </a:pathLst>
          </a:custGeom>
          <a:solidFill>
            <a:srgbClr val="F3F2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3" name="bg object 333"/>
          <p:cNvSpPr/>
          <p:nvPr/>
        </p:nvSpPr>
        <p:spPr>
          <a:xfrm>
            <a:off x="2166095" y="3431444"/>
            <a:ext cx="6350" cy="5080"/>
          </a:xfrm>
          <a:custGeom>
            <a:avLst/>
            <a:gdLst/>
            <a:ahLst/>
            <a:cxnLst/>
            <a:rect l="l" t="t" r="r" b="b"/>
            <a:pathLst>
              <a:path w="6350" h="5079">
                <a:moveTo>
                  <a:pt x="4633" y="0"/>
                </a:moveTo>
                <a:lnTo>
                  <a:pt x="1449" y="275"/>
                </a:lnTo>
                <a:lnTo>
                  <a:pt x="0" y="4460"/>
                </a:lnTo>
                <a:lnTo>
                  <a:pt x="5342" y="4586"/>
                </a:lnTo>
                <a:lnTo>
                  <a:pt x="5902" y="1465"/>
                </a:lnTo>
                <a:lnTo>
                  <a:pt x="4633" y="0"/>
                </a:lnTo>
                <a:close/>
              </a:path>
            </a:pathLst>
          </a:custGeom>
          <a:solidFill>
            <a:srgbClr val="DFDB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4" name="bg object 334"/>
          <p:cNvSpPr/>
          <p:nvPr/>
        </p:nvSpPr>
        <p:spPr>
          <a:xfrm>
            <a:off x="2222182" y="4426793"/>
            <a:ext cx="5080" cy="6350"/>
          </a:xfrm>
          <a:custGeom>
            <a:avLst/>
            <a:gdLst/>
            <a:ahLst/>
            <a:cxnLst/>
            <a:rect l="l" t="t" r="r" b="b"/>
            <a:pathLst>
              <a:path w="5080" h="6350">
                <a:moveTo>
                  <a:pt x="173" y="0"/>
                </a:moveTo>
                <a:lnTo>
                  <a:pt x="0" y="5366"/>
                </a:lnTo>
                <a:lnTo>
                  <a:pt x="3049" y="5894"/>
                </a:lnTo>
                <a:lnTo>
                  <a:pt x="4562" y="4665"/>
                </a:lnTo>
                <a:lnTo>
                  <a:pt x="4365" y="1505"/>
                </a:lnTo>
                <a:lnTo>
                  <a:pt x="4137" y="1150"/>
                </a:lnTo>
                <a:lnTo>
                  <a:pt x="173" y="0"/>
                </a:lnTo>
                <a:close/>
              </a:path>
            </a:pathLst>
          </a:custGeom>
          <a:solidFill>
            <a:srgbClr val="E7E5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5" name="bg object 335"/>
          <p:cNvSpPr/>
          <p:nvPr/>
        </p:nvSpPr>
        <p:spPr>
          <a:xfrm>
            <a:off x="2262269" y="3762965"/>
            <a:ext cx="5715" cy="5080"/>
          </a:xfrm>
          <a:custGeom>
            <a:avLst/>
            <a:gdLst/>
            <a:ahLst/>
            <a:cxnLst/>
            <a:rect l="l" t="t" r="r" b="b"/>
            <a:pathLst>
              <a:path w="5714" h="5079">
                <a:moveTo>
                  <a:pt x="3380" y="0"/>
                </a:moveTo>
                <a:lnTo>
                  <a:pt x="55" y="378"/>
                </a:lnTo>
                <a:lnTo>
                  <a:pt x="0" y="4499"/>
                </a:lnTo>
                <a:lnTo>
                  <a:pt x="3853" y="4696"/>
                </a:lnTo>
                <a:lnTo>
                  <a:pt x="5437" y="740"/>
                </a:lnTo>
                <a:lnTo>
                  <a:pt x="3380" y="0"/>
                </a:lnTo>
                <a:close/>
              </a:path>
            </a:pathLst>
          </a:custGeom>
          <a:solidFill>
            <a:srgbClr val="D6D2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6" name="bg object 336"/>
          <p:cNvSpPr/>
          <p:nvPr/>
        </p:nvSpPr>
        <p:spPr>
          <a:xfrm>
            <a:off x="2028847" y="3883205"/>
            <a:ext cx="4445" cy="5715"/>
          </a:xfrm>
          <a:custGeom>
            <a:avLst/>
            <a:gdLst/>
            <a:ahLst/>
            <a:cxnLst/>
            <a:rect l="l" t="t" r="r" b="b"/>
            <a:pathLst>
              <a:path w="4444" h="5714">
                <a:moveTo>
                  <a:pt x="0" y="0"/>
                </a:moveTo>
                <a:lnTo>
                  <a:pt x="55" y="5492"/>
                </a:lnTo>
                <a:lnTo>
                  <a:pt x="3955" y="5429"/>
                </a:lnTo>
                <a:lnTo>
                  <a:pt x="4279" y="1252"/>
                </a:lnTo>
                <a:lnTo>
                  <a:pt x="3884" y="1386"/>
                </a:lnTo>
                <a:lnTo>
                  <a:pt x="0" y="0"/>
                </a:lnTo>
                <a:close/>
              </a:path>
            </a:pathLst>
          </a:custGeom>
          <a:solidFill>
            <a:srgbClr val="D2CC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7" name="bg object 337"/>
          <p:cNvSpPr/>
          <p:nvPr/>
        </p:nvSpPr>
        <p:spPr>
          <a:xfrm>
            <a:off x="2278588" y="4013887"/>
            <a:ext cx="15875" cy="36195"/>
          </a:xfrm>
          <a:custGeom>
            <a:avLst/>
            <a:gdLst/>
            <a:ahLst/>
            <a:cxnLst/>
            <a:rect l="l" t="t" r="r" b="b"/>
            <a:pathLst>
              <a:path w="15875" h="36195">
                <a:moveTo>
                  <a:pt x="15075" y="23"/>
                </a:moveTo>
                <a:lnTo>
                  <a:pt x="5500" y="0"/>
                </a:lnTo>
                <a:lnTo>
                  <a:pt x="5870" y="3301"/>
                </a:lnTo>
                <a:lnTo>
                  <a:pt x="4160" y="7084"/>
                </a:lnTo>
                <a:lnTo>
                  <a:pt x="9866" y="9834"/>
                </a:lnTo>
                <a:lnTo>
                  <a:pt x="10291" y="15232"/>
                </a:lnTo>
                <a:lnTo>
                  <a:pt x="6666" y="18069"/>
                </a:lnTo>
                <a:lnTo>
                  <a:pt x="5752" y="22514"/>
                </a:lnTo>
                <a:lnTo>
                  <a:pt x="1394" y="22033"/>
                </a:lnTo>
                <a:lnTo>
                  <a:pt x="0" y="31655"/>
                </a:lnTo>
                <a:lnTo>
                  <a:pt x="2955" y="31544"/>
                </a:lnTo>
                <a:lnTo>
                  <a:pt x="6044" y="31237"/>
                </a:lnTo>
                <a:lnTo>
                  <a:pt x="5508" y="35800"/>
                </a:lnTo>
                <a:lnTo>
                  <a:pt x="9606" y="35784"/>
                </a:lnTo>
                <a:lnTo>
                  <a:pt x="9613" y="33546"/>
                </a:lnTo>
                <a:lnTo>
                  <a:pt x="9472" y="31284"/>
                </a:lnTo>
                <a:lnTo>
                  <a:pt x="9787" y="28172"/>
                </a:lnTo>
                <a:lnTo>
                  <a:pt x="10725" y="26611"/>
                </a:lnTo>
                <a:lnTo>
                  <a:pt x="15595" y="26950"/>
                </a:lnTo>
                <a:lnTo>
                  <a:pt x="12978" y="23577"/>
                </a:lnTo>
                <a:lnTo>
                  <a:pt x="13727" y="22025"/>
                </a:lnTo>
                <a:lnTo>
                  <a:pt x="15075" y="23"/>
                </a:lnTo>
                <a:close/>
              </a:path>
            </a:pathLst>
          </a:custGeom>
          <a:solidFill>
            <a:srgbClr val="B5B0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8" name="bg object 338"/>
          <p:cNvSpPr/>
          <p:nvPr/>
        </p:nvSpPr>
        <p:spPr>
          <a:xfrm>
            <a:off x="2282683" y="4049680"/>
            <a:ext cx="10160" cy="18415"/>
          </a:xfrm>
          <a:custGeom>
            <a:avLst/>
            <a:gdLst/>
            <a:ahLst/>
            <a:cxnLst/>
            <a:rect l="l" t="t" r="r" b="b"/>
            <a:pathLst>
              <a:path w="10160" h="18414">
                <a:moveTo>
                  <a:pt x="9637" y="0"/>
                </a:moveTo>
                <a:lnTo>
                  <a:pt x="1410" y="7"/>
                </a:lnTo>
                <a:lnTo>
                  <a:pt x="0" y="8242"/>
                </a:lnTo>
                <a:lnTo>
                  <a:pt x="23" y="17880"/>
                </a:lnTo>
                <a:lnTo>
                  <a:pt x="9606" y="17864"/>
                </a:lnTo>
                <a:lnTo>
                  <a:pt x="9637" y="0"/>
                </a:lnTo>
                <a:close/>
              </a:path>
            </a:pathLst>
          </a:custGeom>
          <a:solidFill>
            <a:srgbClr val="B1AD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9" name="bg object 339"/>
          <p:cNvSpPr/>
          <p:nvPr/>
        </p:nvSpPr>
        <p:spPr>
          <a:xfrm>
            <a:off x="2297763" y="4009697"/>
            <a:ext cx="8890" cy="22860"/>
          </a:xfrm>
          <a:custGeom>
            <a:avLst/>
            <a:gdLst/>
            <a:ahLst/>
            <a:cxnLst/>
            <a:rect l="l" t="t" r="r" b="b"/>
            <a:pathLst>
              <a:path w="8889" h="22860">
                <a:moveTo>
                  <a:pt x="8022" y="0"/>
                </a:moveTo>
                <a:lnTo>
                  <a:pt x="4152" y="70"/>
                </a:lnTo>
                <a:lnTo>
                  <a:pt x="0" y="4223"/>
                </a:lnTo>
                <a:lnTo>
                  <a:pt x="94" y="13798"/>
                </a:lnTo>
                <a:lnTo>
                  <a:pt x="3514" y="13428"/>
                </a:lnTo>
                <a:lnTo>
                  <a:pt x="4507" y="15248"/>
                </a:lnTo>
                <a:lnTo>
                  <a:pt x="3814" y="21410"/>
                </a:lnTo>
                <a:lnTo>
                  <a:pt x="5476" y="22348"/>
                </a:lnTo>
                <a:lnTo>
                  <a:pt x="8242" y="22064"/>
                </a:lnTo>
                <a:lnTo>
                  <a:pt x="8361" y="17919"/>
                </a:lnTo>
                <a:lnTo>
                  <a:pt x="8439" y="4160"/>
                </a:lnTo>
                <a:lnTo>
                  <a:pt x="8022" y="0"/>
                </a:lnTo>
                <a:close/>
              </a:path>
            </a:pathLst>
          </a:custGeom>
          <a:solidFill>
            <a:srgbClr val="857B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0" name="bg object 340"/>
          <p:cNvSpPr/>
          <p:nvPr/>
        </p:nvSpPr>
        <p:spPr>
          <a:xfrm>
            <a:off x="2292316" y="4013903"/>
            <a:ext cx="5715" cy="22225"/>
          </a:xfrm>
          <a:custGeom>
            <a:avLst/>
            <a:gdLst/>
            <a:ahLst/>
            <a:cxnLst/>
            <a:rect l="l" t="t" r="r" b="b"/>
            <a:pathLst>
              <a:path w="5714" h="22225">
                <a:moveTo>
                  <a:pt x="5445" y="15"/>
                </a:moveTo>
                <a:lnTo>
                  <a:pt x="1347" y="0"/>
                </a:lnTo>
                <a:lnTo>
                  <a:pt x="0" y="22009"/>
                </a:lnTo>
                <a:lnTo>
                  <a:pt x="5492" y="22009"/>
                </a:lnTo>
                <a:lnTo>
                  <a:pt x="5539" y="9590"/>
                </a:lnTo>
                <a:lnTo>
                  <a:pt x="5445" y="15"/>
                </a:lnTo>
                <a:close/>
              </a:path>
            </a:pathLst>
          </a:custGeom>
          <a:solidFill>
            <a:srgbClr val="A59A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1" name="bg object 341"/>
          <p:cNvSpPr/>
          <p:nvPr/>
        </p:nvSpPr>
        <p:spPr>
          <a:xfrm>
            <a:off x="2284859" y="4067548"/>
            <a:ext cx="12065" cy="13970"/>
          </a:xfrm>
          <a:custGeom>
            <a:avLst/>
            <a:gdLst/>
            <a:ahLst/>
            <a:cxnLst/>
            <a:rect l="l" t="t" r="r" b="b"/>
            <a:pathLst>
              <a:path w="12064" h="13970">
                <a:moveTo>
                  <a:pt x="7431" y="0"/>
                </a:moveTo>
                <a:lnTo>
                  <a:pt x="7257" y="1103"/>
                </a:lnTo>
                <a:lnTo>
                  <a:pt x="7226" y="3120"/>
                </a:lnTo>
                <a:lnTo>
                  <a:pt x="0" y="4357"/>
                </a:lnTo>
                <a:lnTo>
                  <a:pt x="2293" y="9661"/>
                </a:lnTo>
                <a:lnTo>
                  <a:pt x="1962" y="13774"/>
                </a:lnTo>
                <a:lnTo>
                  <a:pt x="7454" y="13774"/>
                </a:lnTo>
                <a:lnTo>
                  <a:pt x="7368" y="10851"/>
                </a:lnTo>
                <a:lnTo>
                  <a:pt x="6997" y="7714"/>
                </a:lnTo>
                <a:lnTo>
                  <a:pt x="11552" y="8258"/>
                </a:lnTo>
                <a:lnTo>
                  <a:pt x="11568" y="15"/>
                </a:lnTo>
                <a:lnTo>
                  <a:pt x="7431" y="0"/>
                </a:lnTo>
                <a:close/>
              </a:path>
            </a:pathLst>
          </a:custGeom>
          <a:solidFill>
            <a:srgbClr val="BEB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2" name="bg object 342"/>
          <p:cNvSpPr/>
          <p:nvPr/>
        </p:nvSpPr>
        <p:spPr>
          <a:xfrm>
            <a:off x="2292306" y="4049463"/>
            <a:ext cx="4445" cy="18415"/>
          </a:xfrm>
          <a:custGeom>
            <a:avLst/>
            <a:gdLst/>
            <a:ahLst/>
            <a:cxnLst/>
            <a:rect l="l" t="t" r="r" b="b"/>
            <a:pathLst>
              <a:path w="4444" h="18414">
                <a:moveTo>
                  <a:pt x="2687" y="0"/>
                </a:moveTo>
                <a:lnTo>
                  <a:pt x="15" y="220"/>
                </a:lnTo>
                <a:lnTo>
                  <a:pt x="0" y="18093"/>
                </a:lnTo>
                <a:lnTo>
                  <a:pt x="4121" y="18101"/>
                </a:lnTo>
                <a:lnTo>
                  <a:pt x="4121" y="13372"/>
                </a:lnTo>
                <a:lnTo>
                  <a:pt x="3995" y="8636"/>
                </a:lnTo>
                <a:lnTo>
                  <a:pt x="4271" y="764"/>
                </a:lnTo>
                <a:lnTo>
                  <a:pt x="2687" y="0"/>
                </a:lnTo>
                <a:close/>
              </a:path>
            </a:pathLst>
          </a:custGeom>
          <a:solidFill>
            <a:srgbClr val="B9B1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3" name="bg object 343"/>
          <p:cNvSpPr/>
          <p:nvPr/>
        </p:nvSpPr>
        <p:spPr>
          <a:xfrm>
            <a:off x="2297807" y="4023122"/>
            <a:ext cx="8255" cy="13335"/>
          </a:xfrm>
          <a:custGeom>
            <a:avLst/>
            <a:gdLst/>
            <a:ahLst/>
            <a:cxnLst/>
            <a:rect l="l" t="t" r="r" b="b"/>
            <a:pathLst>
              <a:path w="8255" h="13335">
                <a:moveTo>
                  <a:pt x="3475" y="0"/>
                </a:moveTo>
                <a:lnTo>
                  <a:pt x="55" y="378"/>
                </a:lnTo>
                <a:lnTo>
                  <a:pt x="0" y="12789"/>
                </a:lnTo>
                <a:lnTo>
                  <a:pt x="8227" y="12781"/>
                </a:lnTo>
                <a:lnTo>
                  <a:pt x="8195" y="8636"/>
                </a:lnTo>
                <a:lnTo>
                  <a:pt x="5429" y="8920"/>
                </a:lnTo>
                <a:lnTo>
                  <a:pt x="3774" y="7982"/>
                </a:lnTo>
                <a:lnTo>
                  <a:pt x="4460" y="1828"/>
                </a:lnTo>
                <a:lnTo>
                  <a:pt x="3475" y="0"/>
                </a:lnTo>
                <a:close/>
              </a:path>
            </a:pathLst>
          </a:custGeom>
          <a:solidFill>
            <a:srgbClr val="9588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4" name="bg object 344"/>
          <p:cNvSpPr/>
          <p:nvPr/>
        </p:nvSpPr>
        <p:spPr>
          <a:xfrm>
            <a:off x="2291855" y="4075263"/>
            <a:ext cx="8890" cy="10795"/>
          </a:xfrm>
          <a:custGeom>
            <a:avLst/>
            <a:gdLst/>
            <a:ahLst/>
            <a:cxnLst/>
            <a:rect l="l" t="t" r="r" b="b"/>
            <a:pathLst>
              <a:path w="8889" h="10795">
                <a:moveTo>
                  <a:pt x="0" y="0"/>
                </a:moveTo>
                <a:lnTo>
                  <a:pt x="370" y="3136"/>
                </a:lnTo>
                <a:lnTo>
                  <a:pt x="457" y="6059"/>
                </a:lnTo>
                <a:lnTo>
                  <a:pt x="457" y="10181"/>
                </a:lnTo>
                <a:lnTo>
                  <a:pt x="2009" y="10181"/>
                </a:lnTo>
                <a:lnTo>
                  <a:pt x="3569" y="10078"/>
                </a:lnTo>
                <a:lnTo>
                  <a:pt x="8250" y="10449"/>
                </a:lnTo>
                <a:lnTo>
                  <a:pt x="8888" y="8652"/>
                </a:lnTo>
                <a:lnTo>
                  <a:pt x="8691" y="6059"/>
                </a:lnTo>
                <a:lnTo>
                  <a:pt x="4121" y="6627"/>
                </a:lnTo>
                <a:lnTo>
                  <a:pt x="4507" y="3459"/>
                </a:lnTo>
                <a:lnTo>
                  <a:pt x="4562" y="543"/>
                </a:lnTo>
                <a:lnTo>
                  <a:pt x="0" y="0"/>
                </a:lnTo>
                <a:close/>
              </a:path>
            </a:pathLst>
          </a:custGeom>
          <a:solidFill>
            <a:srgbClr val="BAB2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5" name="bg object 345"/>
          <p:cNvSpPr/>
          <p:nvPr/>
        </p:nvSpPr>
        <p:spPr>
          <a:xfrm>
            <a:off x="2295892" y="4035904"/>
            <a:ext cx="10795" cy="5715"/>
          </a:xfrm>
          <a:custGeom>
            <a:avLst/>
            <a:gdLst/>
            <a:ahLst/>
            <a:cxnLst/>
            <a:rect l="l" t="t" r="r" b="b"/>
            <a:pathLst>
              <a:path w="10794" h="5714">
                <a:moveTo>
                  <a:pt x="10141" y="0"/>
                </a:moveTo>
                <a:lnTo>
                  <a:pt x="1914" y="7"/>
                </a:lnTo>
                <a:lnTo>
                  <a:pt x="535" y="7"/>
                </a:lnTo>
                <a:lnTo>
                  <a:pt x="0" y="3963"/>
                </a:lnTo>
                <a:lnTo>
                  <a:pt x="1245" y="5697"/>
                </a:lnTo>
                <a:lnTo>
                  <a:pt x="10205" y="5610"/>
                </a:lnTo>
                <a:lnTo>
                  <a:pt x="10362" y="3223"/>
                </a:lnTo>
                <a:lnTo>
                  <a:pt x="10141" y="0"/>
                </a:lnTo>
                <a:close/>
              </a:path>
            </a:pathLst>
          </a:custGeom>
          <a:solidFill>
            <a:srgbClr val="A294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6" name="bg object 346"/>
          <p:cNvSpPr/>
          <p:nvPr/>
        </p:nvSpPr>
        <p:spPr>
          <a:xfrm>
            <a:off x="2289570" y="4147378"/>
            <a:ext cx="19685" cy="23495"/>
          </a:xfrm>
          <a:custGeom>
            <a:avLst/>
            <a:gdLst/>
            <a:ahLst/>
            <a:cxnLst/>
            <a:rect l="l" t="t" r="r" b="b"/>
            <a:pathLst>
              <a:path w="19685" h="23495">
                <a:moveTo>
                  <a:pt x="9629" y="15"/>
                </a:moveTo>
                <a:lnTo>
                  <a:pt x="9613" y="921"/>
                </a:lnTo>
                <a:lnTo>
                  <a:pt x="9881" y="1985"/>
                </a:lnTo>
                <a:lnTo>
                  <a:pt x="8999" y="3703"/>
                </a:lnTo>
                <a:lnTo>
                  <a:pt x="7998" y="4444"/>
                </a:lnTo>
                <a:lnTo>
                  <a:pt x="7210" y="5287"/>
                </a:lnTo>
                <a:lnTo>
                  <a:pt x="6650" y="4436"/>
                </a:lnTo>
                <a:lnTo>
                  <a:pt x="5902" y="3656"/>
                </a:lnTo>
                <a:lnTo>
                  <a:pt x="5295" y="1899"/>
                </a:lnTo>
                <a:lnTo>
                  <a:pt x="5492" y="914"/>
                </a:lnTo>
                <a:lnTo>
                  <a:pt x="5476" y="7"/>
                </a:lnTo>
                <a:lnTo>
                  <a:pt x="1379" y="0"/>
                </a:lnTo>
                <a:lnTo>
                  <a:pt x="0" y="9637"/>
                </a:lnTo>
                <a:lnTo>
                  <a:pt x="7" y="21986"/>
                </a:lnTo>
                <a:lnTo>
                  <a:pt x="5484" y="23396"/>
                </a:lnTo>
                <a:lnTo>
                  <a:pt x="5405" y="20465"/>
                </a:lnTo>
                <a:lnTo>
                  <a:pt x="5035" y="17320"/>
                </a:lnTo>
                <a:lnTo>
                  <a:pt x="9606" y="17888"/>
                </a:lnTo>
                <a:lnTo>
                  <a:pt x="9606" y="16288"/>
                </a:lnTo>
                <a:lnTo>
                  <a:pt x="9306" y="14610"/>
                </a:lnTo>
                <a:lnTo>
                  <a:pt x="10039" y="11915"/>
                </a:lnTo>
                <a:lnTo>
                  <a:pt x="11205" y="10937"/>
                </a:lnTo>
                <a:lnTo>
                  <a:pt x="12009" y="9858"/>
                </a:lnTo>
                <a:lnTo>
                  <a:pt x="13735" y="13759"/>
                </a:lnTo>
                <a:lnTo>
                  <a:pt x="16879" y="14160"/>
                </a:lnTo>
                <a:lnTo>
                  <a:pt x="18235" y="12758"/>
                </a:lnTo>
                <a:lnTo>
                  <a:pt x="17848" y="9629"/>
                </a:lnTo>
                <a:lnTo>
                  <a:pt x="19196" y="1363"/>
                </a:lnTo>
                <a:lnTo>
                  <a:pt x="9629" y="15"/>
                </a:lnTo>
                <a:close/>
              </a:path>
            </a:pathLst>
          </a:custGeom>
          <a:solidFill>
            <a:srgbClr val="B1A9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7" name="bg object 347"/>
          <p:cNvSpPr/>
          <p:nvPr/>
        </p:nvSpPr>
        <p:spPr>
          <a:xfrm>
            <a:off x="2288712" y="4183142"/>
            <a:ext cx="19050" cy="23495"/>
          </a:xfrm>
          <a:custGeom>
            <a:avLst/>
            <a:gdLst/>
            <a:ahLst/>
            <a:cxnLst/>
            <a:rect l="l" t="t" r="r" b="b"/>
            <a:pathLst>
              <a:path w="19050" h="23495">
                <a:moveTo>
                  <a:pt x="14570" y="7"/>
                </a:moveTo>
                <a:lnTo>
                  <a:pt x="4988" y="0"/>
                </a:lnTo>
                <a:lnTo>
                  <a:pt x="4499" y="1323"/>
                </a:lnTo>
                <a:lnTo>
                  <a:pt x="4279" y="3569"/>
                </a:lnTo>
                <a:lnTo>
                  <a:pt x="0" y="4806"/>
                </a:lnTo>
                <a:lnTo>
                  <a:pt x="1071" y="7439"/>
                </a:lnTo>
                <a:lnTo>
                  <a:pt x="866" y="9653"/>
                </a:lnTo>
                <a:lnTo>
                  <a:pt x="2419" y="9653"/>
                </a:lnTo>
                <a:lnTo>
                  <a:pt x="3979" y="9747"/>
                </a:lnTo>
                <a:lnTo>
                  <a:pt x="8668" y="9377"/>
                </a:lnTo>
                <a:lnTo>
                  <a:pt x="9283" y="11205"/>
                </a:lnTo>
                <a:lnTo>
                  <a:pt x="9093" y="13782"/>
                </a:lnTo>
                <a:lnTo>
                  <a:pt x="12829" y="13309"/>
                </a:lnTo>
                <a:lnTo>
                  <a:pt x="15224" y="14239"/>
                </a:lnTo>
                <a:lnTo>
                  <a:pt x="14405" y="20252"/>
                </a:lnTo>
                <a:lnTo>
                  <a:pt x="14578" y="21844"/>
                </a:lnTo>
                <a:lnTo>
                  <a:pt x="14578" y="23396"/>
                </a:lnTo>
                <a:lnTo>
                  <a:pt x="18692" y="23412"/>
                </a:lnTo>
                <a:lnTo>
                  <a:pt x="18715" y="5531"/>
                </a:lnTo>
                <a:lnTo>
                  <a:pt x="14105" y="6099"/>
                </a:lnTo>
                <a:lnTo>
                  <a:pt x="14515" y="2915"/>
                </a:lnTo>
                <a:lnTo>
                  <a:pt x="14570" y="7"/>
                </a:lnTo>
                <a:close/>
              </a:path>
            </a:pathLst>
          </a:custGeom>
          <a:solidFill>
            <a:srgbClr val="A39A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8" name="bg object 348"/>
          <p:cNvSpPr/>
          <p:nvPr/>
        </p:nvSpPr>
        <p:spPr>
          <a:xfrm>
            <a:off x="2285455" y="4169362"/>
            <a:ext cx="10160" cy="23495"/>
          </a:xfrm>
          <a:custGeom>
            <a:avLst/>
            <a:gdLst/>
            <a:ahLst/>
            <a:cxnLst/>
            <a:rect l="l" t="t" r="r" b="b"/>
            <a:pathLst>
              <a:path w="10160" h="23495">
                <a:moveTo>
                  <a:pt x="4121" y="0"/>
                </a:moveTo>
                <a:lnTo>
                  <a:pt x="4113" y="2041"/>
                </a:lnTo>
                <a:lnTo>
                  <a:pt x="3987" y="4058"/>
                </a:lnTo>
                <a:lnTo>
                  <a:pt x="4365" y="9196"/>
                </a:lnTo>
                <a:lnTo>
                  <a:pt x="2600" y="9858"/>
                </a:lnTo>
                <a:lnTo>
                  <a:pt x="15" y="9677"/>
                </a:lnTo>
                <a:lnTo>
                  <a:pt x="0" y="23420"/>
                </a:lnTo>
                <a:lnTo>
                  <a:pt x="4129" y="23436"/>
                </a:lnTo>
                <a:lnTo>
                  <a:pt x="4334" y="21213"/>
                </a:lnTo>
                <a:lnTo>
                  <a:pt x="3254" y="18589"/>
                </a:lnTo>
                <a:lnTo>
                  <a:pt x="7533" y="17352"/>
                </a:lnTo>
                <a:lnTo>
                  <a:pt x="7754" y="15106"/>
                </a:lnTo>
                <a:lnTo>
                  <a:pt x="8242" y="13782"/>
                </a:lnTo>
                <a:lnTo>
                  <a:pt x="8258" y="5524"/>
                </a:lnTo>
                <a:lnTo>
                  <a:pt x="9598" y="1418"/>
                </a:lnTo>
                <a:lnTo>
                  <a:pt x="4121" y="0"/>
                </a:lnTo>
                <a:close/>
              </a:path>
            </a:pathLst>
          </a:custGeom>
          <a:solidFill>
            <a:srgbClr val="9E92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9" name="bg object 349"/>
          <p:cNvSpPr/>
          <p:nvPr/>
        </p:nvSpPr>
        <p:spPr>
          <a:xfrm>
            <a:off x="2299137" y="4170486"/>
            <a:ext cx="8255" cy="12700"/>
          </a:xfrm>
          <a:custGeom>
            <a:avLst/>
            <a:gdLst/>
            <a:ahLst/>
            <a:cxnLst/>
            <a:rect l="l" t="t" r="r" b="b"/>
            <a:pathLst>
              <a:path w="8255" h="12700">
                <a:moveTo>
                  <a:pt x="94" y="0"/>
                </a:moveTo>
                <a:lnTo>
                  <a:pt x="0" y="2230"/>
                </a:lnTo>
                <a:lnTo>
                  <a:pt x="31" y="4405"/>
                </a:lnTo>
                <a:lnTo>
                  <a:pt x="39" y="12671"/>
                </a:lnTo>
                <a:lnTo>
                  <a:pt x="4145" y="12663"/>
                </a:lnTo>
                <a:lnTo>
                  <a:pt x="3963" y="10386"/>
                </a:lnTo>
                <a:lnTo>
                  <a:pt x="4830" y="9196"/>
                </a:lnTo>
                <a:lnTo>
                  <a:pt x="8116" y="7210"/>
                </a:lnTo>
                <a:lnTo>
                  <a:pt x="8195" y="3782"/>
                </a:lnTo>
                <a:lnTo>
                  <a:pt x="7580" y="1000"/>
                </a:lnTo>
                <a:lnTo>
                  <a:pt x="4783" y="543"/>
                </a:lnTo>
                <a:lnTo>
                  <a:pt x="94" y="0"/>
                </a:lnTo>
                <a:close/>
              </a:path>
            </a:pathLst>
          </a:custGeom>
          <a:solidFill>
            <a:srgbClr val="A79F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0" name="bg object 350"/>
          <p:cNvSpPr/>
          <p:nvPr/>
        </p:nvSpPr>
        <p:spPr>
          <a:xfrm>
            <a:off x="2307421" y="4139102"/>
            <a:ext cx="5715" cy="18415"/>
          </a:xfrm>
          <a:custGeom>
            <a:avLst/>
            <a:gdLst/>
            <a:ahLst/>
            <a:cxnLst/>
            <a:rect l="l" t="t" r="r" b="b"/>
            <a:pathLst>
              <a:path w="5714" h="18414">
                <a:moveTo>
                  <a:pt x="5461" y="0"/>
                </a:moveTo>
                <a:lnTo>
                  <a:pt x="1363" y="15"/>
                </a:lnTo>
                <a:lnTo>
                  <a:pt x="1347" y="9637"/>
                </a:lnTo>
                <a:lnTo>
                  <a:pt x="0" y="17904"/>
                </a:lnTo>
                <a:lnTo>
                  <a:pt x="5468" y="17911"/>
                </a:lnTo>
                <a:lnTo>
                  <a:pt x="5461" y="0"/>
                </a:lnTo>
                <a:close/>
              </a:path>
            </a:pathLst>
          </a:custGeom>
          <a:solidFill>
            <a:srgbClr val="B8B6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1" name="bg object 351"/>
          <p:cNvSpPr/>
          <p:nvPr/>
        </p:nvSpPr>
        <p:spPr>
          <a:xfrm>
            <a:off x="2293698" y="4174890"/>
            <a:ext cx="5715" cy="8890"/>
          </a:xfrm>
          <a:custGeom>
            <a:avLst/>
            <a:gdLst/>
            <a:ahLst/>
            <a:cxnLst/>
            <a:rect l="l" t="t" r="r" b="b"/>
            <a:pathLst>
              <a:path w="5714" h="8889">
                <a:moveTo>
                  <a:pt x="5468" y="0"/>
                </a:moveTo>
                <a:lnTo>
                  <a:pt x="15" y="0"/>
                </a:lnTo>
                <a:lnTo>
                  <a:pt x="0" y="8250"/>
                </a:lnTo>
                <a:lnTo>
                  <a:pt x="5476" y="8266"/>
                </a:lnTo>
                <a:lnTo>
                  <a:pt x="5468" y="0"/>
                </a:lnTo>
                <a:close/>
              </a:path>
            </a:pathLst>
          </a:custGeom>
          <a:solidFill>
            <a:srgbClr val="AAA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2" name="bg object 352"/>
          <p:cNvSpPr/>
          <p:nvPr/>
        </p:nvSpPr>
        <p:spPr>
          <a:xfrm>
            <a:off x="2298877" y="4157236"/>
            <a:ext cx="5080" cy="8890"/>
          </a:xfrm>
          <a:custGeom>
            <a:avLst/>
            <a:gdLst/>
            <a:ahLst/>
            <a:cxnLst/>
            <a:rect l="l" t="t" r="r" b="b"/>
            <a:pathLst>
              <a:path w="5080" h="8889">
                <a:moveTo>
                  <a:pt x="2702" y="0"/>
                </a:moveTo>
                <a:lnTo>
                  <a:pt x="1899" y="1079"/>
                </a:lnTo>
                <a:lnTo>
                  <a:pt x="732" y="2056"/>
                </a:lnTo>
                <a:lnTo>
                  <a:pt x="0" y="4751"/>
                </a:lnTo>
                <a:lnTo>
                  <a:pt x="299" y="6430"/>
                </a:lnTo>
                <a:lnTo>
                  <a:pt x="299" y="8030"/>
                </a:lnTo>
                <a:lnTo>
                  <a:pt x="3443" y="8431"/>
                </a:lnTo>
                <a:lnTo>
                  <a:pt x="4806" y="7045"/>
                </a:lnTo>
                <a:lnTo>
                  <a:pt x="4428" y="3900"/>
                </a:lnTo>
                <a:lnTo>
                  <a:pt x="2702" y="0"/>
                </a:lnTo>
                <a:close/>
              </a:path>
            </a:pathLst>
          </a:custGeom>
          <a:solidFill>
            <a:srgbClr val="BEB6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3" name="bg object 353"/>
          <p:cNvSpPr/>
          <p:nvPr/>
        </p:nvSpPr>
        <p:spPr>
          <a:xfrm>
            <a:off x="2305943" y="4181657"/>
            <a:ext cx="5715" cy="7620"/>
          </a:xfrm>
          <a:custGeom>
            <a:avLst/>
            <a:gdLst/>
            <a:ahLst/>
            <a:cxnLst/>
            <a:rect l="l" t="t" r="r" b="b"/>
            <a:pathLst>
              <a:path w="5714" h="7620">
                <a:moveTo>
                  <a:pt x="0" y="0"/>
                </a:moveTo>
                <a:lnTo>
                  <a:pt x="1891" y="4673"/>
                </a:lnTo>
                <a:lnTo>
                  <a:pt x="1457" y="6989"/>
                </a:lnTo>
                <a:lnTo>
                  <a:pt x="5547" y="7029"/>
                </a:lnTo>
                <a:lnTo>
                  <a:pt x="5587" y="2876"/>
                </a:lnTo>
                <a:lnTo>
                  <a:pt x="0" y="0"/>
                </a:lnTo>
                <a:close/>
              </a:path>
            </a:pathLst>
          </a:custGeom>
          <a:solidFill>
            <a:srgbClr val="A59F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4" name="bg object 354"/>
          <p:cNvSpPr/>
          <p:nvPr/>
        </p:nvSpPr>
        <p:spPr>
          <a:xfrm>
            <a:off x="2275877" y="3942323"/>
            <a:ext cx="18415" cy="31750"/>
          </a:xfrm>
          <a:custGeom>
            <a:avLst/>
            <a:gdLst/>
            <a:ahLst/>
            <a:cxnLst/>
            <a:rect l="l" t="t" r="r" b="b"/>
            <a:pathLst>
              <a:path w="18414" h="31750">
                <a:moveTo>
                  <a:pt x="13688" y="15"/>
                </a:moveTo>
                <a:lnTo>
                  <a:pt x="5476" y="15"/>
                </a:lnTo>
                <a:lnTo>
                  <a:pt x="5468" y="4129"/>
                </a:lnTo>
                <a:lnTo>
                  <a:pt x="9621" y="3632"/>
                </a:lnTo>
                <a:lnTo>
                  <a:pt x="9550" y="6327"/>
                </a:lnTo>
                <a:lnTo>
                  <a:pt x="9716" y="12387"/>
                </a:lnTo>
                <a:lnTo>
                  <a:pt x="8904" y="14184"/>
                </a:lnTo>
                <a:lnTo>
                  <a:pt x="5468" y="13774"/>
                </a:lnTo>
                <a:lnTo>
                  <a:pt x="4917" y="17076"/>
                </a:lnTo>
                <a:lnTo>
                  <a:pt x="7462" y="21702"/>
                </a:lnTo>
                <a:lnTo>
                  <a:pt x="520" y="22797"/>
                </a:lnTo>
                <a:lnTo>
                  <a:pt x="0" y="27061"/>
                </a:lnTo>
                <a:lnTo>
                  <a:pt x="330" y="30213"/>
                </a:lnTo>
                <a:lnTo>
                  <a:pt x="2718" y="30875"/>
                </a:lnTo>
                <a:lnTo>
                  <a:pt x="4066" y="31655"/>
                </a:lnTo>
                <a:lnTo>
                  <a:pt x="3530" y="27092"/>
                </a:lnTo>
                <a:lnTo>
                  <a:pt x="6643" y="27431"/>
                </a:lnTo>
                <a:lnTo>
                  <a:pt x="9574" y="27525"/>
                </a:lnTo>
                <a:lnTo>
                  <a:pt x="9527" y="24358"/>
                </a:lnTo>
                <a:lnTo>
                  <a:pt x="9716" y="18944"/>
                </a:lnTo>
                <a:lnTo>
                  <a:pt x="13412" y="14917"/>
                </a:lnTo>
                <a:lnTo>
                  <a:pt x="17817" y="13766"/>
                </a:lnTo>
                <a:lnTo>
                  <a:pt x="17738" y="12892"/>
                </a:lnTo>
                <a:lnTo>
                  <a:pt x="17943" y="11434"/>
                </a:lnTo>
                <a:lnTo>
                  <a:pt x="12450" y="8731"/>
                </a:lnTo>
                <a:lnTo>
                  <a:pt x="13774" y="4145"/>
                </a:lnTo>
                <a:lnTo>
                  <a:pt x="13711" y="0"/>
                </a:lnTo>
                <a:close/>
              </a:path>
            </a:pathLst>
          </a:custGeom>
          <a:solidFill>
            <a:srgbClr val="9D94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5" name="bg object 355"/>
          <p:cNvSpPr/>
          <p:nvPr/>
        </p:nvSpPr>
        <p:spPr>
          <a:xfrm>
            <a:off x="2275844" y="3982250"/>
            <a:ext cx="13970" cy="23495"/>
          </a:xfrm>
          <a:custGeom>
            <a:avLst/>
            <a:gdLst/>
            <a:ahLst/>
            <a:cxnLst/>
            <a:rect l="l" t="t" r="r" b="b"/>
            <a:pathLst>
              <a:path w="13969" h="23495">
                <a:moveTo>
                  <a:pt x="9590" y="7"/>
                </a:moveTo>
                <a:lnTo>
                  <a:pt x="15" y="0"/>
                </a:lnTo>
                <a:lnTo>
                  <a:pt x="0" y="9621"/>
                </a:lnTo>
                <a:lnTo>
                  <a:pt x="1316" y="10181"/>
                </a:lnTo>
                <a:lnTo>
                  <a:pt x="3751" y="10709"/>
                </a:lnTo>
                <a:lnTo>
                  <a:pt x="3853" y="14791"/>
                </a:lnTo>
                <a:lnTo>
                  <a:pt x="4625" y="17612"/>
                </a:lnTo>
                <a:lnTo>
                  <a:pt x="8376" y="19669"/>
                </a:lnTo>
                <a:lnTo>
                  <a:pt x="8156" y="21127"/>
                </a:lnTo>
                <a:lnTo>
                  <a:pt x="8242" y="22009"/>
                </a:lnTo>
                <a:lnTo>
                  <a:pt x="12175" y="23388"/>
                </a:lnTo>
                <a:lnTo>
                  <a:pt x="13625" y="21387"/>
                </a:lnTo>
                <a:lnTo>
                  <a:pt x="13782" y="13719"/>
                </a:lnTo>
                <a:lnTo>
                  <a:pt x="13711" y="9606"/>
                </a:lnTo>
                <a:lnTo>
                  <a:pt x="13703" y="5508"/>
                </a:lnTo>
                <a:lnTo>
                  <a:pt x="8290" y="6714"/>
                </a:lnTo>
                <a:lnTo>
                  <a:pt x="9369" y="3033"/>
                </a:lnTo>
                <a:lnTo>
                  <a:pt x="9590" y="7"/>
                </a:lnTo>
                <a:close/>
              </a:path>
            </a:pathLst>
          </a:custGeom>
          <a:solidFill>
            <a:srgbClr val="BAB3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6" name="bg object 356"/>
          <p:cNvSpPr/>
          <p:nvPr/>
        </p:nvSpPr>
        <p:spPr>
          <a:xfrm>
            <a:off x="2284084" y="3987754"/>
            <a:ext cx="10160" cy="26670"/>
          </a:xfrm>
          <a:custGeom>
            <a:avLst/>
            <a:gdLst/>
            <a:ahLst/>
            <a:cxnLst/>
            <a:rect l="l" t="t" r="r" b="b"/>
            <a:pathLst>
              <a:path w="10160" h="26670">
                <a:moveTo>
                  <a:pt x="0" y="16509"/>
                </a:moveTo>
                <a:lnTo>
                  <a:pt x="0" y="26131"/>
                </a:lnTo>
                <a:lnTo>
                  <a:pt x="9613" y="26131"/>
                </a:lnTo>
                <a:lnTo>
                  <a:pt x="9611" y="17888"/>
                </a:lnTo>
                <a:lnTo>
                  <a:pt x="3940" y="17888"/>
                </a:lnTo>
                <a:lnTo>
                  <a:pt x="0" y="16509"/>
                </a:lnTo>
                <a:close/>
              </a:path>
              <a:path w="10160" h="26670">
                <a:moveTo>
                  <a:pt x="9606" y="0"/>
                </a:moveTo>
                <a:lnTo>
                  <a:pt x="5461" y="0"/>
                </a:lnTo>
                <a:lnTo>
                  <a:pt x="5382" y="15878"/>
                </a:lnTo>
                <a:lnTo>
                  <a:pt x="3940" y="17888"/>
                </a:lnTo>
                <a:lnTo>
                  <a:pt x="9611" y="17888"/>
                </a:lnTo>
                <a:lnTo>
                  <a:pt x="9606" y="0"/>
                </a:lnTo>
                <a:close/>
              </a:path>
            </a:pathLst>
          </a:custGeom>
          <a:solidFill>
            <a:srgbClr val="ABA5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7" name="bg object 357"/>
          <p:cNvSpPr/>
          <p:nvPr/>
        </p:nvSpPr>
        <p:spPr>
          <a:xfrm>
            <a:off x="2275859" y="3969413"/>
            <a:ext cx="10160" cy="13335"/>
          </a:xfrm>
          <a:custGeom>
            <a:avLst/>
            <a:gdLst/>
            <a:ahLst/>
            <a:cxnLst/>
            <a:rect l="l" t="t" r="r" b="b"/>
            <a:pathLst>
              <a:path w="10160" h="13335">
                <a:moveTo>
                  <a:pt x="3546" y="0"/>
                </a:moveTo>
                <a:lnTo>
                  <a:pt x="4089" y="4562"/>
                </a:lnTo>
                <a:lnTo>
                  <a:pt x="0" y="12837"/>
                </a:lnTo>
                <a:lnTo>
                  <a:pt x="9574" y="12844"/>
                </a:lnTo>
                <a:lnTo>
                  <a:pt x="9590" y="433"/>
                </a:lnTo>
                <a:lnTo>
                  <a:pt x="6658" y="346"/>
                </a:lnTo>
                <a:lnTo>
                  <a:pt x="3546" y="0"/>
                </a:lnTo>
                <a:close/>
              </a:path>
            </a:pathLst>
          </a:custGeom>
          <a:solidFill>
            <a:srgbClr val="B4A7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8" name="bg object 358"/>
          <p:cNvSpPr/>
          <p:nvPr/>
        </p:nvSpPr>
        <p:spPr>
          <a:xfrm>
            <a:off x="2293685" y="3978116"/>
            <a:ext cx="4445" cy="10160"/>
          </a:xfrm>
          <a:custGeom>
            <a:avLst/>
            <a:gdLst/>
            <a:ahLst/>
            <a:cxnLst/>
            <a:rect l="l" t="t" r="r" b="b"/>
            <a:pathLst>
              <a:path w="4444" h="10160">
                <a:moveTo>
                  <a:pt x="0" y="0"/>
                </a:moveTo>
                <a:lnTo>
                  <a:pt x="4113" y="7"/>
                </a:lnTo>
                <a:lnTo>
                  <a:pt x="4074" y="9606"/>
                </a:lnTo>
                <a:lnTo>
                  <a:pt x="0" y="9629"/>
                </a:lnTo>
                <a:lnTo>
                  <a:pt x="0" y="0"/>
                </a:lnTo>
                <a:close/>
              </a:path>
            </a:pathLst>
          </a:custGeom>
          <a:solidFill>
            <a:srgbClr val="ACA3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9" name="bg object 359"/>
          <p:cNvSpPr/>
          <p:nvPr/>
        </p:nvSpPr>
        <p:spPr>
          <a:xfrm>
            <a:off x="2026037" y="4177654"/>
            <a:ext cx="11430" cy="36195"/>
          </a:xfrm>
          <a:custGeom>
            <a:avLst/>
            <a:gdLst/>
            <a:ahLst/>
            <a:cxnLst/>
            <a:rect l="l" t="t" r="r" b="b"/>
            <a:pathLst>
              <a:path w="11430" h="36195">
                <a:moveTo>
                  <a:pt x="5500" y="0"/>
                </a:moveTo>
                <a:lnTo>
                  <a:pt x="1394" y="0"/>
                </a:lnTo>
                <a:lnTo>
                  <a:pt x="1347" y="17864"/>
                </a:lnTo>
                <a:lnTo>
                  <a:pt x="0" y="35784"/>
                </a:lnTo>
                <a:lnTo>
                  <a:pt x="9606" y="35784"/>
                </a:lnTo>
                <a:lnTo>
                  <a:pt x="9606" y="23908"/>
                </a:lnTo>
                <a:lnTo>
                  <a:pt x="5437" y="23908"/>
                </a:lnTo>
                <a:lnTo>
                  <a:pt x="5366" y="15145"/>
                </a:lnTo>
                <a:lnTo>
                  <a:pt x="6162" y="13341"/>
                </a:lnTo>
                <a:lnTo>
                  <a:pt x="9584" y="13341"/>
                </a:lnTo>
                <a:lnTo>
                  <a:pt x="9432" y="10275"/>
                </a:lnTo>
                <a:lnTo>
                  <a:pt x="10882" y="6264"/>
                </a:lnTo>
                <a:lnTo>
                  <a:pt x="5390" y="4105"/>
                </a:lnTo>
                <a:lnTo>
                  <a:pt x="5650" y="1513"/>
                </a:lnTo>
                <a:lnTo>
                  <a:pt x="5500" y="0"/>
                </a:lnTo>
                <a:close/>
              </a:path>
              <a:path w="11430" h="36195">
                <a:moveTo>
                  <a:pt x="9606" y="23388"/>
                </a:moveTo>
                <a:lnTo>
                  <a:pt x="5437" y="23908"/>
                </a:lnTo>
                <a:lnTo>
                  <a:pt x="9606" y="23908"/>
                </a:lnTo>
                <a:lnTo>
                  <a:pt x="9606" y="23388"/>
                </a:lnTo>
                <a:close/>
              </a:path>
              <a:path w="11430" h="36195">
                <a:moveTo>
                  <a:pt x="9584" y="13341"/>
                </a:moveTo>
                <a:lnTo>
                  <a:pt x="6162" y="13341"/>
                </a:lnTo>
                <a:lnTo>
                  <a:pt x="9606" y="13766"/>
                </a:lnTo>
                <a:lnTo>
                  <a:pt x="9584" y="13341"/>
                </a:lnTo>
                <a:close/>
              </a:path>
            </a:pathLst>
          </a:custGeom>
          <a:solidFill>
            <a:srgbClr val="BAB1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0" name="bg object 360"/>
          <p:cNvSpPr/>
          <p:nvPr/>
        </p:nvSpPr>
        <p:spPr>
          <a:xfrm>
            <a:off x="2022912" y="4147378"/>
            <a:ext cx="14604" cy="26670"/>
          </a:xfrm>
          <a:custGeom>
            <a:avLst/>
            <a:gdLst/>
            <a:ahLst/>
            <a:cxnLst/>
            <a:rect l="l" t="t" r="r" b="b"/>
            <a:pathLst>
              <a:path w="14605" h="26670">
                <a:moveTo>
                  <a:pt x="10000" y="0"/>
                </a:moveTo>
                <a:lnTo>
                  <a:pt x="4515" y="7"/>
                </a:lnTo>
                <a:lnTo>
                  <a:pt x="4885" y="3128"/>
                </a:lnTo>
                <a:lnTo>
                  <a:pt x="3561" y="4546"/>
                </a:lnTo>
                <a:lnTo>
                  <a:pt x="401" y="4113"/>
                </a:lnTo>
                <a:lnTo>
                  <a:pt x="583" y="6627"/>
                </a:lnTo>
                <a:lnTo>
                  <a:pt x="0" y="10669"/>
                </a:lnTo>
                <a:lnTo>
                  <a:pt x="6343" y="13963"/>
                </a:lnTo>
                <a:lnTo>
                  <a:pt x="3884" y="18361"/>
                </a:lnTo>
                <a:lnTo>
                  <a:pt x="4491" y="22033"/>
                </a:lnTo>
                <a:lnTo>
                  <a:pt x="4546" y="26131"/>
                </a:lnTo>
                <a:lnTo>
                  <a:pt x="7305" y="26399"/>
                </a:lnTo>
                <a:lnTo>
                  <a:pt x="9007" y="25453"/>
                </a:lnTo>
                <a:lnTo>
                  <a:pt x="8045" y="17848"/>
                </a:lnTo>
                <a:lnTo>
                  <a:pt x="10906" y="17675"/>
                </a:lnTo>
                <a:lnTo>
                  <a:pt x="14121" y="17888"/>
                </a:lnTo>
                <a:lnTo>
                  <a:pt x="14090" y="13743"/>
                </a:lnTo>
                <a:lnTo>
                  <a:pt x="9519" y="14294"/>
                </a:lnTo>
                <a:lnTo>
                  <a:pt x="8747" y="12017"/>
                </a:lnTo>
                <a:lnTo>
                  <a:pt x="10023" y="8227"/>
                </a:lnTo>
                <a:lnTo>
                  <a:pt x="10000" y="0"/>
                </a:lnTo>
                <a:close/>
              </a:path>
            </a:pathLst>
          </a:custGeom>
          <a:solidFill>
            <a:srgbClr val="9D93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1" name="bg object 361"/>
          <p:cNvSpPr/>
          <p:nvPr/>
        </p:nvSpPr>
        <p:spPr>
          <a:xfrm>
            <a:off x="2022000" y="4183159"/>
            <a:ext cx="5715" cy="12700"/>
          </a:xfrm>
          <a:custGeom>
            <a:avLst/>
            <a:gdLst/>
            <a:ahLst/>
            <a:cxnLst/>
            <a:rect l="l" t="t" r="r" b="b"/>
            <a:pathLst>
              <a:path w="5714" h="12700">
                <a:moveTo>
                  <a:pt x="1308" y="0"/>
                </a:moveTo>
                <a:lnTo>
                  <a:pt x="1260" y="8274"/>
                </a:lnTo>
                <a:lnTo>
                  <a:pt x="0" y="12356"/>
                </a:lnTo>
                <a:lnTo>
                  <a:pt x="5382" y="12364"/>
                </a:lnTo>
                <a:lnTo>
                  <a:pt x="5390" y="23"/>
                </a:lnTo>
                <a:lnTo>
                  <a:pt x="1308" y="0"/>
                </a:lnTo>
                <a:close/>
              </a:path>
            </a:pathLst>
          </a:custGeom>
          <a:solidFill>
            <a:srgbClr val="9F94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2" name="bg object 362"/>
          <p:cNvSpPr/>
          <p:nvPr/>
        </p:nvSpPr>
        <p:spPr>
          <a:xfrm>
            <a:off x="2017747" y="4181817"/>
            <a:ext cx="5715" cy="10160"/>
          </a:xfrm>
          <a:custGeom>
            <a:avLst/>
            <a:gdLst/>
            <a:ahLst/>
            <a:cxnLst/>
            <a:rect l="l" t="t" r="r" b="b"/>
            <a:pathLst>
              <a:path w="5714" h="10160">
                <a:moveTo>
                  <a:pt x="0" y="0"/>
                </a:moveTo>
                <a:lnTo>
                  <a:pt x="110" y="9574"/>
                </a:lnTo>
                <a:lnTo>
                  <a:pt x="5516" y="9613"/>
                </a:lnTo>
                <a:lnTo>
                  <a:pt x="5563" y="1339"/>
                </a:lnTo>
                <a:lnTo>
                  <a:pt x="0" y="0"/>
                </a:lnTo>
                <a:close/>
              </a:path>
            </a:pathLst>
          </a:custGeom>
          <a:solidFill>
            <a:srgbClr val="BAB2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3" name="bg object 363"/>
          <p:cNvSpPr/>
          <p:nvPr/>
        </p:nvSpPr>
        <p:spPr>
          <a:xfrm>
            <a:off x="2023227" y="4169411"/>
            <a:ext cx="4445" cy="8890"/>
          </a:xfrm>
          <a:custGeom>
            <a:avLst/>
            <a:gdLst/>
            <a:ahLst/>
            <a:cxnLst/>
            <a:rect l="l" t="t" r="r" b="b"/>
            <a:pathLst>
              <a:path w="4444" h="8889">
                <a:moveTo>
                  <a:pt x="4176" y="0"/>
                </a:moveTo>
                <a:lnTo>
                  <a:pt x="983" y="0"/>
                </a:lnTo>
                <a:lnTo>
                  <a:pt x="7" y="654"/>
                </a:lnTo>
                <a:lnTo>
                  <a:pt x="0" y="6879"/>
                </a:lnTo>
                <a:lnTo>
                  <a:pt x="764" y="8668"/>
                </a:lnTo>
                <a:lnTo>
                  <a:pt x="4192" y="8242"/>
                </a:lnTo>
                <a:lnTo>
                  <a:pt x="4176" y="0"/>
                </a:lnTo>
                <a:close/>
              </a:path>
            </a:pathLst>
          </a:custGeom>
          <a:solidFill>
            <a:srgbClr val="B9AE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4" name="bg object 364"/>
          <p:cNvSpPr/>
          <p:nvPr/>
        </p:nvSpPr>
        <p:spPr>
          <a:xfrm>
            <a:off x="2214073" y="4378555"/>
            <a:ext cx="10160" cy="22225"/>
          </a:xfrm>
          <a:custGeom>
            <a:avLst/>
            <a:gdLst/>
            <a:ahLst/>
            <a:cxnLst/>
            <a:rect l="l" t="t" r="r" b="b"/>
            <a:pathLst>
              <a:path w="10160" h="22225">
                <a:moveTo>
                  <a:pt x="9613" y="7"/>
                </a:moveTo>
                <a:lnTo>
                  <a:pt x="5508" y="0"/>
                </a:lnTo>
                <a:lnTo>
                  <a:pt x="5508" y="1119"/>
                </a:lnTo>
                <a:lnTo>
                  <a:pt x="5366" y="2245"/>
                </a:lnTo>
                <a:lnTo>
                  <a:pt x="6170" y="7825"/>
                </a:lnTo>
                <a:lnTo>
                  <a:pt x="3703" y="8715"/>
                </a:lnTo>
                <a:lnTo>
                  <a:pt x="7" y="8274"/>
                </a:lnTo>
                <a:lnTo>
                  <a:pt x="0" y="22017"/>
                </a:lnTo>
                <a:lnTo>
                  <a:pt x="4097" y="22057"/>
                </a:lnTo>
                <a:lnTo>
                  <a:pt x="3569" y="17525"/>
                </a:lnTo>
                <a:lnTo>
                  <a:pt x="6619" y="17770"/>
                </a:lnTo>
                <a:lnTo>
                  <a:pt x="9598" y="17911"/>
                </a:lnTo>
                <a:lnTo>
                  <a:pt x="9613" y="7"/>
                </a:lnTo>
                <a:close/>
              </a:path>
            </a:pathLst>
          </a:custGeom>
          <a:solidFill>
            <a:srgbClr val="7977B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5" name="bg object 365"/>
          <p:cNvSpPr/>
          <p:nvPr/>
        </p:nvSpPr>
        <p:spPr>
          <a:xfrm>
            <a:off x="2227782" y="4378565"/>
            <a:ext cx="8890" cy="13970"/>
          </a:xfrm>
          <a:custGeom>
            <a:avLst/>
            <a:gdLst/>
            <a:ahLst/>
            <a:cxnLst/>
            <a:rect l="l" t="t" r="r" b="b"/>
            <a:pathLst>
              <a:path w="8889" h="13970">
                <a:moveTo>
                  <a:pt x="4145" y="0"/>
                </a:moveTo>
                <a:lnTo>
                  <a:pt x="23" y="0"/>
                </a:lnTo>
                <a:lnTo>
                  <a:pt x="0" y="8282"/>
                </a:lnTo>
                <a:lnTo>
                  <a:pt x="70" y="13735"/>
                </a:lnTo>
                <a:lnTo>
                  <a:pt x="8250" y="13751"/>
                </a:lnTo>
                <a:lnTo>
                  <a:pt x="8297" y="9645"/>
                </a:lnTo>
                <a:lnTo>
                  <a:pt x="2844" y="8211"/>
                </a:lnTo>
                <a:lnTo>
                  <a:pt x="4286" y="3758"/>
                </a:lnTo>
                <a:lnTo>
                  <a:pt x="4129" y="15"/>
                </a:lnTo>
                <a:close/>
              </a:path>
            </a:pathLst>
          </a:custGeom>
          <a:solidFill>
            <a:srgbClr val="8F88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6" name="bg object 366"/>
          <p:cNvSpPr/>
          <p:nvPr/>
        </p:nvSpPr>
        <p:spPr>
          <a:xfrm>
            <a:off x="2209964" y="4400576"/>
            <a:ext cx="8255" cy="8890"/>
          </a:xfrm>
          <a:custGeom>
            <a:avLst/>
            <a:gdLst/>
            <a:ahLst/>
            <a:cxnLst/>
            <a:rect l="l" t="t" r="r" b="b"/>
            <a:pathLst>
              <a:path w="8255" h="8889">
                <a:moveTo>
                  <a:pt x="4113" y="0"/>
                </a:moveTo>
                <a:lnTo>
                  <a:pt x="0" y="7"/>
                </a:lnTo>
                <a:lnTo>
                  <a:pt x="1410" y="6926"/>
                </a:lnTo>
                <a:lnTo>
                  <a:pt x="4113" y="8274"/>
                </a:lnTo>
                <a:lnTo>
                  <a:pt x="8211" y="8274"/>
                </a:lnTo>
                <a:lnTo>
                  <a:pt x="8211" y="31"/>
                </a:lnTo>
                <a:lnTo>
                  <a:pt x="4113" y="0"/>
                </a:lnTo>
                <a:close/>
              </a:path>
            </a:pathLst>
          </a:custGeom>
          <a:solidFill>
            <a:srgbClr val="6C68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7" name="bg object 367"/>
          <p:cNvSpPr/>
          <p:nvPr/>
        </p:nvSpPr>
        <p:spPr>
          <a:xfrm>
            <a:off x="2223671" y="4386827"/>
            <a:ext cx="4445" cy="13970"/>
          </a:xfrm>
          <a:custGeom>
            <a:avLst/>
            <a:gdLst/>
            <a:ahLst/>
            <a:cxnLst/>
            <a:rect l="l" t="t" r="r" b="b"/>
            <a:pathLst>
              <a:path w="4444" h="13970">
                <a:moveTo>
                  <a:pt x="15" y="0"/>
                </a:moveTo>
                <a:lnTo>
                  <a:pt x="0" y="9637"/>
                </a:lnTo>
                <a:lnTo>
                  <a:pt x="1749" y="13538"/>
                </a:lnTo>
                <a:lnTo>
                  <a:pt x="2545" y="12450"/>
                </a:lnTo>
                <a:lnTo>
                  <a:pt x="3703" y="11465"/>
                </a:lnTo>
                <a:lnTo>
                  <a:pt x="4444" y="8755"/>
                </a:lnTo>
                <a:lnTo>
                  <a:pt x="4168" y="7076"/>
                </a:lnTo>
                <a:lnTo>
                  <a:pt x="4184" y="5476"/>
                </a:lnTo>
                <a:lnTo>
                  <a:pt x="4113" y="23"/>
                </a:lnTo>
                <a:lnTo>
                  <a:pt x="15" y="0"/>
                </a:lnTo>
                <a:close/>
              </a:path>
            </a:pathLst>
          </a:custGeom>
          <a:solidFill>
            <a:srgbClr val="7069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8" name="bg object 368"/>
          <p:cNvSpPr/>
          <p:nvPr/>
        </p:nvSpPr>
        <p:spPr>
          <a:xfrm>
            <a:off x="2227115" y="4404464"/>
            <a:ext cx="9525" cy="6350"/>
          </a:xfrm>
          <a:custGeom>
            <a:avLst/>
            <a:gdLst/>
            <a:ahLst/>
            <a:cxnLst/>
            <a:rect l="l" t="t" r="r" b="b"/>
            <a:pathLst>
              <a:path w="9525" h="6350">
                <a:moveTo>
                  <a:pt x="8999" y="0"/>
                </a:moveTo>
                <a:lnTo>
                  <a:pt x="0" y="299"/>
                </a:lnTo>
                <a:lnTo>
                  <a:pt x="756" y="3128"/>
                </a:lnTo>
                <a:lnTo>
                  <a:pt x="740" y="5799"/>
                </a:lnTo>
                <a:lnTo>
                  <a:pt x="8912" y="5768"/>
                </a:lnTo>
                <a:lnTo>
                  <a:pt x="9164" y="2521"/>
                </a:lnTo>
                <a:lnTo>
                  <a:pt x="8999" y="0"/>
                </a:lnTo>
                <a:close/>
              </a:path>
            </a:pathLst>
          </a:custGeom>
          <a:solidFill>
            <a:srgbClr val="928A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9" name="bg object 369"/>
          <p:cNvSpPr/>
          <p:nvPr/>
        </p:nvSpPr>
        <p:spPr>
          <a:xfrm>
            <a:off x="2214074" y="4408849"/>
            <a:ext cx="5715" cy="11430"/>
          </a:xfrm>
          <a:custGeom>
            <a:avLst/>
            <a:gdLst/>
            <a:ahLst/>
            <a:cxnLst/>
            <a:rect l="l" t="t" r="r" b="b"/>
            <a:pathLst>
              <a:path w="5714" h="11429">
                <a:moveTo>
                  <a:pt x="4097" y="0"/>
                </a:moveTo>
                <a:lnTo>
                  <a:pt x="0" y="0"/>
                </a:lnTo>
                <a:lnTo>
                  <a:pt x="1371" y="11000"/>
                </a:lnTo>
                <a:lnTo>
                  <a:pt x="5421" y="8234"/>
                </a:lnTo>
                <a:lnTo>
                  <a:pt x="4097" y="0"/>
                </a:lnTo>
                <a:close/>
              </a:path>
            </a:pathLst>
          </a:custGeom>
          <a:solidFill>
            <a:srgbClr val="635F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0" name="bg object 370"/>
          <p:cNvSpPr/>
          <p:nvPr/>
        </p:nvSpPr>
        <p:spPr>
          <a:xfrm>
            <a:off x="2222318" y="4418476"/>
            <a:ext cx="5715" cy="9525"/>
          </a:xfrm>
          <a:custGeom>
            <a:avLst/>
            <a:gdLst/>
            <a:ahLst/>
            <a:cxnLst/>
            <a:rect l="l" t="t" r="r" b="b"/>
            <a:pathLst>
              <a:path w="5714" h="9525">
                <a:moveTo>
                  <a:pt x="5429" y="0"/>
                </a:moveTo>
                <a:lnTo>
                  <a:pt x="0" y="0"/>
                </a:lnTo>
                <a:lnTo>
                  <a:pt x="39" y="8321"/>
                </a:lnTo>
                <a:lnTo>
                  <a:pt x="4003" y="9472"/>
                </a:lnTo>
                <a:lnTo>
                  <a:pt x="5602" y="4239"/>
                </a:lnTo>
                <a:lnTo>
                  <a:pt x="5429" y="0"/>
                </a:lnTo>
                <a:close/>
              </a:path>
            </a:pathLst>
          </a:custGeom>
          <a:solidFill>
            <a:srgbClr val="817B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1" name="bg object 371"/>
          <p:cNvSpPr/>
          <p:nvPr/>
        </p:nvSpPr>
        <p:spPr>
          <a:xfrm>
            <a:off x="2277623" y="4222513"/>
            <a:ext cx="20320" cy="36830"/>
          </a:xfrm>
          <a:custGeom>
            <a:avLst/>
            <a:gdLst/>
            <a:ahLst/>
            <a:cxnLst/>
            <a:rect l="l" t="t" r="r" b="b"/>
            <a:pathLst>
              <a:path w="20319" h="36829">
                <a:moveTo>
                  <a:pt x="7990" y="0"/>
                </a:moveTo>
                <a:lnTo>
                  <a:pt x="5784" y="1268"/>
                </a:lnTo>
                <a:lnTo>
                  <a:pt x="6895" y="8778"/>
                </a:lnTo>
                <a:lnTo>
                  <a:pt x="5799" y="10591"/>
                </a:lnTo>
                <a:lnTo>
                  <a:pt x="2371" y="10197"/>
                </a:lnTo>
                <a:lnTo>
                  <a:pt x="2332" y="14318"/>
                </a:lnTo>
                <a:lnTo>
                  <a:pt x="3388" y="17092"/>
                </a:lnTo>
                <a:lnTo>
                  <a:pt x="0" y="21158"/>
                </a:lnTo>
                <a:lnTo>
                  <a:pt x="10071" y="24365"/>
                </a:lnTo>
                <a:lnTo>
                  <a:pt x="10654" y="18763"/>
                </a:lnTo>
                <a:lnTo>
                  <a:pt x="10725" y="16469"/>
                </a:lnTo>
                <a:lnTo>
                  <a:pt x="13577" y="17179"/>
                </a:lnTo>
                <a:lnTo>
                  <a:pt x="16170" y="17155"/>
                </a:lnTo>
                <a:lnTo>
                  <a:pt x="14263" y="23428"/>
                </a:lnTo>
                <a:lnTo>
                  <a:pt x="14720" y="25831"/>
                </a:lnTo>
                <a:lnTo>
                  <a:pt x="14681" y="36328"/>
                </a:lnTo>
                <a:lnTo>
                  <a:pt x="20181" y="36328"/>
                </a:lnTo>
                <a:lnTo>
                  <a:pt x="20213" y="28053"/>
                </a:lnTo>
                <a:lnTo>
                  <a:pt x="20134" y="10189"/>
                </a:lnTo>
                <a:lnTo>
                  <a:pt x="17123" y="8487"/>
                </a:lnTo>
                <a:lnTo>
                  <a:pt x="13971" y="6974"/>
                </a:lnTo>
                <a:lnTo>
                  <a:pt x="10677" y="4523"/>
                </a:lnTo>
                <a:lnTo>
                  <a:pt x="11662" y="2056"/>
                </a:lnTo>
                <a:lnTo>
                  <a:pt x="11946" y="543"/>
                </a:lnTo>
                <a:lnTo>
                  <a:pt x="7990" y="0"/>
                </a:lnTo>
                <a:close/>
              </a:path>
            </a:pathLst>
          </a:custGeom>
          <a:solidFill>
            <a:srgbClr val="B6AD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2" name="bg object 372"/>
          <p:cNvSpPr/>
          <p:nvPr/>
        </p:nvSpPr>
        <p:spPr>
          <a:xfrm>
            <a:off x="2278583" y="4268465"/>
            <a:ext cx="10160" cy="22225"/>
          </a:xfrm>
          <a:custGeom>
            <a:avLst/>
            <a:gdLst/>
            <a:ahLst/>
            <a:cxnLst/>
            <a:rect l="l" t="t" r="r" b="b"/>
            <a:pathLst>
              <a:path w="10160" h="22225">
                <a:moveTo>
                  <a:pt x="9606" y="15"/>
                </a:moveTo>
                <a:lnTo>
                  <a:pt x="5508" y="0"/>
                </a:lnTo>
                <a:lnTo>
                  <a:pt x="5500" y="1119"/>
                </a:lnTo>
                <a:lnTo>
                  <a:pt x="5358" y="2245"/>
                </a:lnTo>
                <a:lnTo>
                  <a:pt x="6162" y="7817"/>
                </a:lnTo>
                <a:lnTo>
                  <a:pt x="3703" y="8715"/>
                </a:lnTo>
                <a:lnTo>
                  <a:pt x="7" y="8266"/>
                </a:lnTo>
                <a:lnTo>
                  <a:pt x="0" y="17911"/>
                </a:lnTo>
                <a:lnTo>
                  <a:pt x="1631" y="21804"/>
                </a:lnTo>
                <a:lnTo>
                  <a:pt x="2521" y="21040"/>
                </a:lnTo>
                <a:lnTo>
                  <a:pt x="3286" y="20015"/>
                </a:lnTo>
                <a:lnTo>
                  <a:pt x="5989" y="18818"/>
                </a:lnTo>
                <a:lnTo>
                  <a:pt x="7825" y="18447"/>
                </a:lnTo>
                <a:lnTo>
                  <a:pt x="9598" y="17911"/>
                </a:lnTo>
                <a:lnTo>
                  <a:pt x="9629" y="8258"/>
                </a:lnTo>
                <a:lnTo>
                  <a:pt x="9606" y="15"/>
                </a:lnTo>
                <a:close/>
              </a:path>
            </a:pathLst>
          </a:custGeom>
          <a:solidFill>
            <a:srgbClr val="A9A4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3" name="bg object 373"/>
          <p:cNvSpPr/>
          <p:nvPr/>
        </p:nvSpPr>
        <p:spPr>
          <a:xfrm>
            <a:off x="2283927" y="4254973"/>
            <a:ext cx="9525" cy="13970"/>
          </a:xfrm>
          <a:custGeom>
            <a:avLst/>
            <a:gdLst/>
            <a:ahLst/>
            <a:cxnLst/>
            <a:rect l="l" t="t" r="r" b="b"/>
            <a:pathLst>
              <a:path w="9525" h="13970">
                <a:moveTo>
                  <a:pt x="1749" y="0"/>
                </a:moveTo>
                <a:lnTo>
                  <a:pt x="1229" y="874"/>
                </a:lnTo>
                <a:lnTo>
                  <a:pt x="378" y="1702"/>
                </a:lnTo>
                <a:lnTo>
                  <a:pt x="0" y="4389"/>
                </a:lnTo>
                <a:lnTo>
                  <a:pt x="157" y="6209"/>
                </a:lnTo>
                <a:lnTo>
                  <a:pt x="141" y="8014"/>
                </a:lnTo>
                <a:lnTo>
                  <a:pt x="165" y="13491"/>
                </a:lnTo>
                <a:lnTo>
                  <a:pt x="4263" y="13506"/>
                </a:lnTo>
                <a:lnTo>
                  <a:pt x="4751" y="12190"/>
                </a:lnTo>
                <a:lnTo>
                  <a:pt x="4972" y="9937"/>
                </a:lnTo>
                <a:lnTo>
                  <a:pt x="9251" y="8723"/>
                </a:lnTo>
                <a:lnTo>
                  <a:pt x="8156" y="6075"/>
                </a:lnTo>
                <a:lnTo>
                  <a:pt x="8400" y="3869"/>
                </a:lnTo>
                <a:lnTo>
                  <a:pt x="6989" y="3112"/>
                </a:lnTo>
                <a:lnTo>
                  <a:pt x="5579" y="2395"/>
                </a:lnTo>
                <a:lnTo>
                  <a:pt x="3357" y="1119"/>
                </a:lnTo>
                <a:lnTo>
                  <a:pt x="2561" y="543"/>
                </a:lnTo>
                <a:lnTo>
                  <a:pt x="1749" y="0"/>
                </a:lnTo>
                <a:close/>
              </a:path>
            </a:pathLst>
          </a:custGeom>
          <a:solidFill>
            <a:srgbClr val="B1A8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4" name="bg object 374"/>
          <p:cNvSpPr/>
          <p:nvPr/>
        </p:nvSpPr>
        <p:spPr>
          <a:xfrm>
            <a:off x="2297804" y="4254714"/>
            <a:ext cx="8255" cy="5715"/>
          </a:xfrm>
          <a:custGeom>
            <a:avLst/>
            <a:gdLst/>
            <a:ahLst/>
            <a:cxnLst/>
            <a:rect l="l" t="t" r="r" b="b"/>
            <a:pathLst>
              <a:path w="8255" h="5714">
                <a:moveTo>
                  <a:pt x="0" y="0"/>
                </a:moveTo>
                <a:lnTo>
                  <a:pt x="0" y="4129"/>
                </a:lnTo>
                <a:lnTo>
                  <a:pt x="8219" y="5500"/>
                </a:lnTo>
                <a:lnTo>
                  <a:pt x="8250" y="15"/>
                </a:lnTo>
                <a:lnTo>
                  <a:pt x="0" y="0"/>
                </a:lnTo>
                <a:close/>
              </a:path>
            </a:pathLst>
          </a:custGeom>
          <a:solidFill>
            <a:srgbClr val="B0A8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5" name="bg object 375"/>
          <p:cNvSpPr/>
          <p:nvPr/>
        </p:nvSpPr>
        <p:spPr>
          <a:xfrm>
            <a:off x="2255773" y="3834099"/>
            <a:ext cx="20320" cy="54610"/>
          </a:xfrm>
          <a:custGeom>
            <a:avLst/>
            <a:gdLst/>
            <a:ahLst/>
            <a:cxnLst/>
            <a:rect l="l" t="t" r="r" b="b"/>
            <a:pathLst>
              <a:path w="20319" h="54610">
                <a:moveTo>
                  <a:pt x="9093" y="953"/>
                </a:moveTo>
                <a:lnTo>
                  <a:pt x="908" y="953"/>
                </a:lnTo>
                <a:lnTo>
                  <a:pt x="858" y="9156"/>
                </a:lnTo>
                <a:lnTo>
                  <a:pt x="2182" y="9732"/>
                </a:lnTo>
                <a:lnTo>
                  <a:pt x="4562" y="10189"/>
                </a:lnTo>
                <a:lnTo>
                  <a:pt x="5044" y="14105"/>
                </a:lnTo>
                <a:lnTo>
                  <a:pt x="5067" y="17762"/>
                </a:lnTo>
                <a:lnTo>
                  <a:pt x="4562" y="21875"/>
                </a:lnTo>
                <a:lnTo>
                  <a:pt x="2190" y="22332"/>
                </a:lnTo>
                <a:lnTo>
                  <a:pt x="874" y="22923"/>
                </a:lnTo>
                <a:lnTo>
                  <a:pt x="874" y="32561"/>
                </a:lnTo>
                <a:lnTo>
                  <a:pt x="13301" y="32561"/>
                </a:lnTo>
                <a:lnTo>
                  <a:pt x="13325" y="44941"/>
                </a:lnTo>
                <a:lnTo>
                  <a:pt x="9093" y="44941"/>
                </a:lnTo>
                <a:lnTo>
                  <a:pt x="9117" y="54555"/>
                </a:lnTo>
                <a:lnTo>
                  <a:pt x="13215" y="54555"/>
                </a:lnTo>
                <a:lnTo>
                  <a:pt x="13751" y="51860"/>
                </a:lnTo>
                <a:lnTo>
                  <a:pt x="14105" y="49110"/>
                </a:lnTo>
                <a:lnTo>
                  <a:pt x="15340" y="44941"/>
                </a:lnTo>
                <a:lnTo>
                  <a:pt x="16887" y="43373"/>
                </a:lnTo>
                <a:lnTo>
                  <a:pt x="17651" y="39511"/>
                </a:lnTo>
                <a:lnTo>
                  <a:pt x="16966" y="37108"/>
                </a:lnTo>
                <a:lnTo>
                  <a:pt x="18219" y="31615"/>
                </a:lnTo>
                <a:lnTo>
                  <a:pt x="20008" y="28337"/>
                </a:lnTo>
                <a:lnTo>
                  <a:pt x="13782" y="27722"/>
                </a:lnTo>
                <a:lnTo>
                  <a:pt x="13569" y="24610"/>
                </a:lnTo>
                <a:lnTo>
                  <a:pt x="13215" y="22923"/>
                </a:lnTo>
                <a:lnTo>
                  <a:pt x="14488" y="15153"/>
                </a:lnTo>
                <a:lnTo>
                  <a:pt x="10772" y="15153"/>
                </a:lnTo>
                <a:lnTo>
                  <a:pt x="8550" y="14105"/>
                </a:lnTo>
                <a:lnTo>
                  <a:pt x="9346" y="6753"/>
                </a:lnTo>
                <a:lnTo>
                  <a:pt x="9093" y="3806"/>
                </a:lnTo>
                <a:lnTo>
                  <a:pt x="9093" y="953"/>
                </a:lnTo>
                <a:close/>
              </a:path>
              <a:path w="20319" h="54610">
                <a:moveTo>
                  <a:pt x="14570" y="14649"/>
                </a:moveTo>
                <a:lnTo>
                  <a:pt x="10772" y="15153"/>
                </a:lnTo>
                <a:lnTo>
                  <a:pt x="14488" y="15153"/>
                </a:lnTo>
                <a:lnTo>
                  <a:pt x="14570" y="14649"/>
                </a:lnTo>
                <a:close/>
              </a:path>
              <a:path w="20319" h="54610">
                <a:moveTo>
                  <a:pt x="914" y="0"/>
                </a:moveTo>
                <a:lnTo>
                  <a:pt x="0" y="953"/>
                </a:lnTo>
                <a:lnTo>
                  <a:pt x="908" y="953"/>
                </a:lnTo>
                <a:lnTo>
                  <a:pt x="914" y="0"/>
                </a:lnTo>
                <a:close/>
              </a:path>
            </a:pathLst>
          </a:custGeom>
          <a:solidFill>
            <a:srgbClr val="A59D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6" name="bg object 376"/>
          <p:cNvSpPr/>
          <p:nvPr/>
        </p:nvSpPr>
        <p:spPr>
          <a:xfrm>
            <a:off x="2266573" y="3898293"/>
            <a:ext cx="15240" cy="44450"/>
          </a:xfrm>
          <a:custGeom>
            <a:avLst/>
            <a:gdLst/>
            <a:ahLst/>
            <a:cxnLst/>
            <a:rect l="l" t="t" r="r" b="b"/>
            <a:pathLst>
              <a:path w="15239" h="44450">
                <a:moveTo>
                  <a:pt x="10646" y="0"/>
                </a:moveTo>
                <a:lnTo>
                  <a:pt x="6524" y="7"/>
                </a:lnTo>
                <a:lnTo>
                  <a:pt x="6422" y="13262"/>
                </a:lnTo>
                <a:lnTo>
                  <a:pt x="6674" y="14720"/>
                </a:lnTo>
                <a:lnTo>
                  <a:pt x="0" y="18589"/>
                </a:lnTo>
                <a:lnTo>
                  <a:pt x="1119" y="24633"/>
                </a:lnTo>
                <a:lnTo>
                  <a:pt x="1016" y="30291"/>
                </a:lnTo>
                <a:lnTo>
                  <a:pt x="1048" y="34397"/>
                </a:lnTo>
                <a:lnTo>
                  <a:pt x="4105" y="34507"/>
                </a:lnTo>
                <a:lnTo>
                  <a:pt x="7825" y="33648"/>
                </a:lnTo>
                <a:lnTo>
                  <a:pt x="3743" y="44043"/>
                </a:lnTo>
                <a:lnTo>
                  <a:pt x="7234" y="44192"/>
                </a:lnTo>
                <a:lnTo>
                  <a:pt x="10630" y="44027"/>
                </a:lnTo>
                <a:lnTo>
                  <a:pt x="10709" y="13451"/>
                </a:lnTo>
                <a:lnTo>
                  <a:pt x="10591" y="8203"/>
                </a:lnTo>
                <a:lnTo>
                  <a:pt x="14744" y="8274"/>
                </a:lnTo>
                <a:lnTo>
                  <a:pt x="10646" y="0"/>
                </a:lnTo>
                <a:close/>
              </a:path>
            </a:pathLst>
          </a:custGeom>
          <a:solidFill>
            <a:srgbClr val="A198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7" name="bg object 377"/>
          <p:cNvSpPr/>
          <p:nvPr/>
        </p:nvSpPr>
        <p:spPr>
          <a:xfrm>
            <a:off x="2277217" y="3870747"/>
            <a:ext cx="5715" cy="18415"/>
          </a:xfrm>
          <a:custGeom>
            <a:avLst/>
            <a:gdLst/>
            <a:ahLst/>
            <a:cxnLst/>
            <a:rect l="l" t="t" r="r" b="b"/>
            <a:pathLst>
              <a:path w="5714" h="18414">
                <a:moveTo>
                  <a:pt x="3325" y="0"/>
                </a:moveTo>
                <a:lnTo>
                  <a:pt x="1489" y="78"/>
                </a:lnTo>
                <a:lnTo>
                  <a:pt x="1079" y="8053"/>
                </a:lnTo>
                <a:lnTo>
                  <a:pt x="464" y="12978"/>
                </a:lnTo>
                <a:lnTo>
                  <a:pt x="0" y="17911"/>
                </a:lnTo>
                <a:lnTo>
                  <a:pt x="5484" y="17911"/>
                </a:lnTo>
                <a:lnTo>
                  <a:pt x="5484" y="31"/>
                </a:lnTo>
                <a:lnTo>
                  <a:pt x="3325" y="0"/>
                </a:lnTo>
                <a:close/>
              </a:path>
            </a:pathLst>
          </a:custGeom>
          <a:solidFill>
            <a:srgbClr val="8D81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8" name="bg object 378"/>
          <p:cNvSpPr/>
          <p:nvPr/>
        </p:nvSpPr>
        <p:spPr>
          <a:xfrm>
            <a:off x="2268988" y="3848748"/>
            <a:ext cx="10160" cy="8890"/>
          </a:xfrm>
          <a:custGeom>
            <a:avLst/>
            <a:gdLst/>
            <a:ahLst/>
            <a:cxnLst/>
            <a:rect l="l" t="t" r="r" b="b"/>
            <a:pathLst>
              <a:path w="10160" h="8889">
                <a:moveTo>
                  <a:pt x="1355" y="0"/>
                </a:moveTo>
                <a:lnTo>
                  <a:pt x="0" y="8274"/>
                </a:lnTo>
                <a:lnTo>
                  <a:pt x="9590" y="8258"/>
                </a:lnTo>
                <a:lnTo>
                  <a:pt x="9574" y="1434"/>
                </a:lnTo>
                <a:lnTo>
                  <a:pt x="5437" y="15"/>
                </a:lnTo>
                <a:lnTo>
                  <a:pt x="1355" y="0"/>
                </a:lnTo>
                <a:close/>
              </a:path>
            </a:pathLst>
          </a:custGeom>
          <a:solidFill>
            <a:srgbClr val="9D94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9" name="bg object 379"/>
          <p:cNvSpPr/>
          <p:nvPr/>
        </p:nvSpPr>
        <p:spPr>
          <a:xfrm>
            <a:off x="2267692" y="3888482"/>
            <a:ext cx="5715" cy="10160"/>
          </a:xfrm>
          <a:custGeom>
            <a:avLst/>
            <a:gdLst/>
            <a:ahLst/>
            <a:cxnLst/>
            <a:rect l="l" t="t" r="r" b="b"/>
            <a:pathLst>
              <a:path w="5714" h="10160">
                <a:moveTo>
                  <a:pt x="3877" y="0"/>
                </a:moveTo>
                <a:lnTo>
                  <a:pt x="1292" y="173"/>
                </a:lnTo>
                <a:lnTo>
                  <a:pt x="1442" y="3932"/>
                </a:lnTo>
                <a:lnTo>
                  <a:pt x="0" y="8353"/>
                </a:lnTo>
                <a:lnTo>
                  <a:pt x="5405" y="9818"/>
                </a:lnTo>
                <a:lnTo>
                  <a:pt x="5421" y="7809"/>
                </a:lnTo>
                <a:lnTo>
                  <a:pt x="5287" y="5792"/>
                </a:lnTo>
                <a:lnTo>
                  <a:pt x="5650" y="654"/>
                </a:lnTo>
                <a:close/>
              </a:path>
            </a:pathLst>
          </a:custGeom>
          <a:solidFill>
            <a:srgbClr val="AC9E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0" name="bg object 380"/>
          <p:cNvSpPr/>
          <p:nvPr/>
        </p:nvSpPr>
        <p:spPr>
          <a:xfrm>
            <a:off x="2104990" y="3573064"/>
            <a:ext cx="19050" cy="22860"/>
          </a:xfrm>
          <a:custGeom>
            <a:avLst/>
            <a:gdLst/>
            <a:ahLst/>
            <a:cxnLst/>
            <a:rect l="l" t="t" r="r" b="b"/>
            <a:pathLst>
              <a:path w="19050" h="22860">
                <a:moveTo>
                  <a:pt x="2435" y="0"/>
                </a:moveTo>
                <a:lnTo>
                  <a:pt x="0" y="921"/>
                </a:lnTo>
                <a:lnTo>
                  <a:pt x="803" y="6493"/>
                </a:lnTo>
                <a:lnTo>
                  <a:pt x="654" y="7628"/>
                </a:lnTo>
                <a:lnTo>
                  <a:pt x="709" y="12868"/>
                </a:lnTo>
                <a:lnTo>
                  <a:pt x="4759" y="12837"/>
                </a:lnTo>
                <a:lnTo>
                  <a:pt x="5531" y="11489"/>
                </a:lnTo>
                <a:lnTo>
                  <a:pt x="6099" y="9204"/>
                </a:lnTo>
                <a:lnTo>
                  <a:pt x="9149" y="8534"/>
                </a:lnTo>
                <a:lnTo>
                  <a:pt x="11465" y="9054"/>
                </a:lnTo>
                <a:lnTo>
                  <a:pt x="13995" y="9684"/>
                </a:lnTo>
                <a:lnTo>
                  <a:pt x="14507" y="12096"/>
                </a:lnTo>
                <a:lnTo>
                  <a:pt x="13104" y="13357"/>
                </a:lnTo>
                <a:lnTo>
                  <a:pt x="11584" y="13688"/>
                </a:lnTo>
                <a:lnTo>
                  <a:pt x="10283" y="14239"/>
                </a:lnTo>
                <a:lnTo>
                  <a:pt x="10275" y="22482"/>
                </a:lnTo>
                <a:lnTo>
                  <a:pt x="18510" y="18361"/>
                </a:lnTo>
                <a:lnTo>
                  <a:pt x="18502" y="480"/>
                </a:lnTo>
                <a:lnTo>
                  <a:pt x="14389" y="464"/>
                </a:lnTo>
                <a:lnTo>
                  <a:pt x="14799" y="3900"/>
                </a:lnTo>
                <a:lnTo>
                  <a:pt x="13018" y="4673"/>
                </a:lnTo>
                <a:lnTo>
                  <a:pt x="6792" y="4665"/>
                </a:lnTo>
                <a:lnTo>
                  <a:pt x="5910" y="3230"/>
                </a:lnTo>
                <a:lnTo>
                  <a:pt x="6154" y="472"/>
                </a:lnTo>
                <a:lnTo>
                  <a:pt x="2435" y="0"/>
                </a:lnTo>
                <a:close/>
              </a:path>
            </a:pathLst>
          </a:custGeom>
          <a:solidFill>
            <a:srgbClr val="ADA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1" name="bg object 381"/>
          <p:cNvSpPr/>
          <p:nvPr/>
        </p:nvSpPr>
        <p:spPr>
          <a:xfrm>
            <a:off x="2118823" y="3551472"/>
            <a:ext cx="14604" cy="13970"/>
          </a:xfrm>
          <a:custGeom>
            <a:avLst/>
            <a:gdLst/>
            <a:ahLst/>
            <a:cxnLst/>
            <a:rect l="l" t="t" r="r" b="b"/>
            <a:pathLst>
              <a:path w="14605" h="13970">
                <a:moveTo>
                  <a:pt x="3743" y="0"/>
                </a:moveTo>
                <a:lnTo>
                  <a:pt x="2167" y="31"/>
                </a:lnTo>
                <a:lnTo>
                  <a:pt x="583" y="23"/>
                </a:lnTo>
                <a:lnTo>
                  <a:pt x="551" y="4168"/>
                </a:lnTo>
                <a:lnTo>
                  <a:pt x="0" y="8723"/>
                </a:lnTo>
                <a:lnTo>
                  <a:pt x="3128" y="8392"/>
                </a:lnTo>
                <a:lnTo>
                  <a:pt x="6052" y="8313"/>
                </a:lnTo>
                <a:lnTo>
                  <a:pt x="10701" y="7659"/>
                </a:lnTo>
                <a:lnTo>
                  <a:pt x="10220" y="10898"/>
                </a:lnTo>
                <a:lnTo>
                  <a:pt x="10173" y="13798"/>
                </a:lnTo>
                <a:lnTo>
                  <a:pt x="14271" y="13782"/>
                </a:lnTo>
                <a:lnTo>
                  <a:pt x="14279" y="8305"/>
                </a:lnTo>
                <a:lnTo>
                  <a:pt x="13136" y="3908"/>
                </a:lnTo>
                <a:lnTo>
                  <a:pt x="9109" y="189"/>
                </a:lnTo>
                <a:lnTo>
                  <a:pt x="3743" y="0"/>
                </a:lnTo>
                <a:close/>
              </a:path>
            </a:pathLst>
          </a:custGeom>
          <a:solidFill>
            <a:srgbClr val="8D7B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2" name="bg object 382"/>
          <p:cNvSpPr/>
          <p:nvPr/>
        </p:nvSpPr>
        <p:spPr>
          <a:xfrm>
            <a:off x="2119127" y="3563709"/>
            <a:ext cx="10160" cy="10160"/>
          </a:xfrm>
          <a:custGeom>
            <a:avLst/>
            <a:gdLst/>
            <a:ahLst/>
            <a:cxnLst/>
            <a:rect l="l" t="t" r="r" b="b"/>
            <a:pathLst>
              <a:path w="10160" h="10160">
                <a:moveTo>
                  <a:pt x="1773" y="0"/>
                </a:moveTo>
                <a:lnTo>
                  <a:pt x="0" y="661"/>
                </a:lnTo>
                <a:lnTo>
                  <a:pt x="370" y="5807"/>
                </a:lnTo>
                <a:lnTo>
                  <a:pt x="260" y="7817"/>
                </a:lnTo>
                <a:lnTo>
                  <a:pt x="252" y="9826"/>
                </a:lnTo>
                <a:lnTo>
                  <a:pt x="4365" y="9834"/>
                </a:lnTo>
                <a:lnTo>
                  <a:pt x="3806" y="5264"/>
                </a:lnTo>
                <a:lnTo>
                  <a:pt x="6918" y="5595"/>
                </a:lnTo>
                <a:lnTo>
                  <a:pt x="9858" y="5697"/>
                </a:lnTo>
                <a:lnTo>
                  <a:pt x="9866" y="1568"/>
                </a:lnTo>
                <a:lnTo>
                  <a:pt x="4365" y="189"/>
                </a:lnTo>
                <a:lnTo>
                  <a:pt x="1773" y="0"/>
                </a:lnTo>
                <a:close/>
              </a:path>
            </a:pathLst>
          </a:custGeom>
          <a:solidFill>
            <a:srgbClr val="B2A4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3" name="bg object 383"/>
          <p:cNvSpPr/>
          <p:nvPr/>
        </p:nvSpPr>
        <p:spPr>
          <a:xfrm>
            <a:off x="2115075" y="3541869"/>
            <a:ext cx="5715" cy="13970"/>
          </a:xfrm>
          <a:custGeom>
            <a:avLst/>
            <a:gdLst/>
            <a:ahLst/>
            <a:cxnLst/>
            <a:rect l="l" t="t" r="r" b="b"/>
            <a:pathLst>
              <a:path w="5714" h="13970">
                <a:moveTo>
                  <a:pt x="197" y="0"/>
                </a:moveTo>
                <a:lnTo>
                  <a:pt x="173" y="3388"/>
                </a:lnTo>
                <a:lnTo>
                  <a:pt x="315" y="6761"/>
                </a:lnTo>
                <a:lnTo>
                  <a:pt x="0" y="13262"/>
                </a:lnTo>
                <a:lnTo>
                  <a:pt x="1678" y="13963"/>
                </a:lnTo>
                <a:lnTo>
                  <a:pt x="4294" y="13774"/>
                </a:lnTo>
                <a:lnTo>
                  <a:pt x="4334" y="9629"/>
                </a:lnTo>
                <a:lnTo>
                  <a:pt x="5658" y="23"/>
                </a:lnTo>
                <a:lnTo>
                  <a:pt x="197" y="0"/>
                </a:lnTo>
                <a:close/>
              </a:path>
            </a:pathLst>
          </a:custGeom>
          <a:solidFill>
            <a:srgbClr val="998B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4" name="bg object 384"/>
          <p:cNvSpPr/>
          <p:nvPr/>
        </p:nvSpPr>
        <p:spPr>
          <a:xfrm>
            <a:off x="2105634" y="3551473"/>
            <a:ext cx="5715" cy="12700"/>
          </a:xfrm>
          <a:custGeom>
            <a:avLst/>
            <a:gdLst/>
            <a:ahLst/>
            <a:cxnLst/>
            <a:rect l="l" t="t" r="r" b="b"/>
            <a:pathLst>
              <a:path w="5714" h="12700">
                <a:moveTo>
                  <a:pt x="1678" y="0"/>
                </a:moveTo>
                <a:lnTo>
                  <a:pt x="1245" y="4105"/>
                </a:lnTo>
                <a:lnTo>
                  <a:pt x="1284" y="8242"/>
                </a:lnTo>
                <a:lnTo>
                  <a:pt x="0" y="12427"/>
                </a:lnTo>
                <a:lnTo>
                  <a:pt x="5508" y="12427"/>
                </a:lnTo>
                <a:lnTo>
                  <a:pt x="5492" y="63"/>
                </a:lnTo>
                <a:lnTo>
                  <a:pt x="1678" y="0"/>
                </a:lnTo>
                <a:close/>
              </a:path>
            </a:pathLst>
          </a:custGeom>
          <a:solidFill>
            <a:srgbClr val="877D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5" name="bg object 385"/>
          <p:cNvSpPr/>
          <p:nvPr/>
        </p:nvSpPr>
        <p:spPr>
          <a:xfrm>
            <a:off x="2123489" y="3559132"/>
            <a:ext cx="6350" cy="6350"/>
          </a:xfrm>
          <a:custGeom>
            <a:avLst/>
            <a:gdLst/>
            <a:ahLst/>
            <a:cxnLst/>
            <a:rect l="l" t="t" r="r" b="b"/>
            <a:pathLst>
              <a:path w="6350" h="6350">
                <a:moveTo>
                  <a:pt x="6036" y="0"/>
                </a:moveTo>
                <a:lnTo>
                  <a:pt x="1386" y="654"/>
                </a:lnTo>
                <a:lnTo>
                  <a:pt x="0" y="4767"/>
                </a:lnTo>
                <a:lnTo>
                  <a:pt x="5508" y="6138"/>
                </a:lnTo>
                <a:lnTo>
                  <a:pt x="5555" y="3238"/>
                </a:lnTo>
                <a:lnTo>
                  <a:pt x="6036" y="0"/>
                </a:lnTo>
                <a:close/>
              </a:path>
            </a:pathLst>
          </a:custGeom>
          <a:solidFill>
            <a:srgbClr val="A998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6" name="bg object 386"/>
          <p:cNvSpPr/>
          <p:nvPr/>
        </p:nvSpPr>
        <p:spPr>
          <a:xfrm>
            <a:off x="2251083" y="4348308"/>
            <a:ext cx="22225" cy="17780"/>
          </a:xfrm>
          <a:custGeom>
            <a:avLst/>
            <a:gdLst/>
            <a:ahLst/>
            <a:cxnLst/>
            <a:rect l="l" t="t" r="r" b="b"/>
            <a:pathLst>
              <a:path w="22225" h="17779">
                <a:moveTo>
                  <a:pt x="13735" y="0"/>
                </a:moveTo>
                <a:lnTo>
                  <a:pt x="4200" y="0"/>
                </a:lnTo>
                <a:lnTo>
                  <a:pt x="4562" y="3112"/>
                </a:lnTo>
                <a:lnTo>
                  <a:pt x="3175" y="4483"/>
                </a:lnTo>
                <a:lnTo>
                  <a:pt x="78" y="4145"/>
                </a:lnTo>
                <a:lnTo>
                  <a:pt x="78" y="10693"/>
                </a:lnTo>
                <a:lnTo>
                  <a:pt x="0" y="13160"/>
                </a:lnTo>
                <a:lnTo>
                  <a:pt x="260" y="16304"/>
                </a:lnTo>
                <a:lnTo>
                  <a:pt x="1229" y="17525"/>
                </a:lnTo>
                <a:lnTo>
                  <a:pt x="2466" y="17297"/>
                </a:lnTo>
                <a:lnTo>
                  <a:pt x="3892" y="16556"/>
                </a:lnTo>
                <a:lnTo>
                  <a:pt x="4082" y="13034"/>
                </a:lnTo>
                <a:lnTo>
                  <a:pt x="5595" y="12080"/>
                </a:lnTo>
                <a:lnTo>
                  <a:pt x="8282" y="12356"/>
                </a:lnTo>
                <a:lnTo>
                  <a:pt x="7896" y="9219"/>
                </a:lnTo>
                <a:lnTo>
                  <a:pt x="9267" y="7848"/>
                </a:lnTo>
                <a:lnTo>
                  <a:pt x="12395" y="8242"/>
                </a:lnTo>
                <a:lnTo>
                  <a:pt x="16808" y="7502"/>
                </a:lnTo>
                <a:lnTo>
                  <a:pt x="18566" y="9448"/>
                </a:lnTo>
                <a:lnTo>
                  <a:pt x="17943" y="13782"/>
                </a:lnTo>
                <a:lnTo>
                  <a:pt x="22017" y="13751"/>
                </a:lnTo>
                <a:lnTo>
                  <a:pt x="22017" y="4105"/>
                </a:lnTo>
                <a:lnTo>
                  <a:pt x="17517" y="4145"/>
                </a:lnTo>
                <a:lnTo>
                  <a:pt x="11442" y="4003"/>
                </a:lnTo>
                <a:lnTo>
                  <a:pt x="13041" y="1820"/>
                </a:lnTo>
                <a:lnTo>
                  <a:pt x="13735" y="0"/>
                </a:lnTo>
                <a:close/>
              </a:path>
            </a:pathLst>
          </a:custGeom>
          <a:solidFill>
            <a:srgbClr val="A29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7" name="bg object 387"/>
          <p:cNvSpPr/>
          <p:nvPr/>
        </p:nvSpPr>
        <p:spPr>
          <a:xfrm>
            <a:off x="2245674" y="4356564"/>
            <a:ext cx="15240" cy="15875"/>
          </a:xfrm>
          <a:custGeom>
            <a:avLst/>
            <a:gdLst/>
            <a:ahLst/>
            <a:cxnLst/>
            <a:rect l="l" t="t" r="r" b="b"/>
            <a:pathLst>
              <a:path w="15239" h="15875">
                <a:moveTo>
                  <a:pt x="14969" y="13592"/>
                </a:moveTo>
                <a:lnTo>
                  <a:pt x="13594" y="13592"/>
                </a:lnTo>
                <a:lnTo>
                  <a:pt x="13577" y="15256"/>
                </a:lnTo>
                <a:lnTo>
                  <a:pt x="14969" y="13592"/>
                </a:lnTo>
                <a:close/>
              </a:path>
              <a:path w="15239" h="15875">
                <a:moveTo>
                  <a:pt x="5452" y="0"/>
                </a:moveTo>
                <a:lnTo>
                  <a:pt x="0" y="0"/>
                </a:lnTo>
                <a:lnTo>
                  <a:pt x="15" y="13751"/>
                </a:lnTo>
                <a:lnTo>
                  <a:pt x="3594" y="13751"/>
                </a:lnTo>
                <a:lnTo>
                  <a:pt x="13594" y="13592"/>
                </a:lnTo>
                <a:lnTo>
                  <a:pt x="13636" y="9275"/>
                </a:lnTo>
                <a:lnTo>
                  <a:pt x="6643" y="9275"/>
                </a:lnTo>
                <a:lnTo>
                  <a:pt x="5673" y="8045"/>
                </a:lnTo>
                <a:lnTo>
                  <a:pt x="5413" y="4909"/>
                </a:lnTo>
                <a:lnTo>
                  <a:pt x="5452" y="0"/>
                </a:lnTo>
                <a:close/>
              </a:path>
              <a:path w="15239" h="15875">
                <a:moveTo>
                  <a:pt x="11008" y="3821"/>
                </a:moveTo>
                <a:lnTo>
                  <a:pt x="9297" y="4909"/>
                </a:lnTo>
                <a:lnTo>
                  <a:pt x="9489" y="4909"/>
                </a:lnTo>
                <a:lnTo>
                  <a:pt x="9357" y="7360"/>
                </a:lnTo>
                <a:lnTo>
                  <a:pt x="9306" y="8305"/>
                </a:lnTo>
                <a:lnTo>
                  <a:pt x="7872" y="9038"/>
                </a:lnTo>
                <a:lnTo>
                  <a:pt x="6643" y="9275"/>
                </a:lnTo>
                <a:lnTo>
                  <a:pt x="13636" y="9275"/>
                </a:lnTo>
                <a:lnTo>
                  <a:pt x="13688" y="4097"/>
                </a:lnTo>
                <a:lnTo>
                  <a:pt x="11008" y="3821"/>
                </a:lnTo>
                <a:close/>
              </a:path>
            </a:pathLst>
          </a:custGeom>
          <a:solidFill>
            <a:srgbClr val="948D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8" name="bg object 388"/>
          <p:cNvSpPr/>
          <p:nvPr/>
        </p:nvSpPr>
        <p:spPr>
          <a:xfrm>
            <a:off x="2261736" y="4355815"/>
            <a:ext cx="8255" cy="14604"/>
          </a:xfrm>
          <a:custGeom>
            <a:avLst/>
            <a:gdLst/>
            <a:ahLst/>
            <a:cxnLst/>
            <a:rect l="l" t="t" r="r" b="b"/>
            <a:pathLst>
              <a:path w="8255" h="14604">
                <a:moveTo>
                  <a:pt x="6154" y="0"/>
                </a:moveTo>
                <a:lnTo>
                  <a:pt x="1741" y="732"/>
                </a:lnTo>
                <a:lnTo>
                  <a:pt x="1741" y="2529"/>
                </a:lnTo>
                <a:lnTo>
                  <a:pt x="1473" y="4373"/>
                </a:lnTo>
                <a:lnTo>
                  <a:pt x="2356" y="8857"/>
                </a:lnTo>
                <a:lnTo>
                  <a:pt x="0" y="12395"/>
                </a:lnTo>
                <a:lnTo>
                  <a:pt x="3884" y="14287"/>
                </a:lnTo>
                <a:lnTo>
                  <a:pt x="7289" y="6272"/>
                </a:lnTo>
                <a:lnTo>
                  <a:pt x="7919" y="1938"/>
                </a:lnTo>
                <a:lnTo>
                  <a:pt x="6154" y="0"/>
                </a:lnTo>
                <a:close/>
              </a:path>
            </a:pathLst>
          </a:custGeom>
          <a:solidFill>
            <a:srgbClr val="B1AA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9" name="bg object 389"/>
          <p:cNvSpPr/>
          <p:nvPr/>
        </p:nvSpPr>
        <p:spPr>
          <a:xfrm>
            <a:off x="2245649" y="4378556"/>
            <a:ext cx="10160" cy="5715"/>
          </a:xfrm>
          <a:custGeom>
            <a:avLst/>
            <a:gdLst/>
            <a:ahLst/>
            <a:cxnLst/>
            <a:rect l="l" t="t" r="r" b="b"/>
            <a:pathLst>
              <a:path w="10160" h="5714">
                <a:moveTo>
                  <a:pt x="9629" y="7"/>
                </a:moveTo>
                <a:lnTo>
                  <a:pt x="23" y="0"/>
                </a:lnTo>
                <a:lnTo>
                  <a:pt x="0" y="4137"/>
                </a:lnTo>
                <a:lnTo>
                  <a:pt x="9590" y="5492"/>
                </a:lnTo>
                <a:lnTo>
                  <a:pt x="9629" y="7"/>
                </a:lnTo>
                <a:close/>
              </a:path>
            </a:pathLst>
          </a:custGeom>
          <a:solidFill>
            <a:srgbClr val="9491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0" name="bg object 390"/>
          <p:cNvSpPr/>
          <p:nvPr/>
        </p:nvSpPr>
        <p:spPr>
          <a:xfrm>
            <a:off x="2258784" y="4374571"/>
            <a:ext cx="5080" cy="10160"/>
          </a:xfrm>
          <a:custGeom>
            <a:avLst/>
            <a:gdLst/>
            <a:ahLst/>
            <a:cxnLst/>
            <a:rect l="l" t="t" r="r" b="b"/>
            <a:pathLst>
              <a:path w="5080" h="10160">
                <a:moveTo>
                  <a:pt x="2679" y="0"/>
                </a:moveTo>
                <a:lnTo>
                  <a:pt x="575" y="3979"/>
                </a:lnTo>
                <a:lnTo>
                  <a:pt x="567" y="6816"/>
                </a:lnTo>
                <a:lnTo>
                  <a:pt x="0" y="10071"/>
                </a:lnTo>
                <a:lnTo>
                  <a:pt x="4625" y="9480"/>
                </a:lnTo>
                <a:lnTo>
                  <a:pt x="4783" y="4034"/>
                </a:lnTo>
                <a:lnTo>
                  <a:pt x="2679" y="0"/>
                </a:lnTo>
                <a:close/>
              </a:path>
            </a:pathLst>
          </a:custGeom>
          <a:solidFill>
            <a:srgbClr val="766E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1" name="bg object 391"/>
          <p:cNvSpPr/>
          <p:nvPr/>
        </p:nvSpPr>
        <p:spPr>
          <a:xfrm>
            <a:off x="2245672" y="4370313"/>
            <a:ext cx="4445" cy="8255"/>
          </a:xfrm>
          <a:custGeom>
            <a:avLst/>
            <a:gdLst/>
            <a:ahLst/>
            <a:cxnLst/>
            <a:rect l="l" t="t" r="r" b="b"/>
            <a:pathLst>
              <a:path w="4444" h="8254">
                <a:moveTo>
                  <a:pt x="4089" y="0"/>
                </a:moveTo>
                <a:lnTo>
                  <a:pt x="15" y="0"/>
                </a:lnTo>
                <a:lnTo>
                  <a:pt x="0" y="8242"/>
                </a:lnTo>
                <a:lnTo>
                  <a:pt x="4097" y="8250"/>
                </a:lnTo>
                <a:lnTo>
                  <a:pt x="4089" y="0"/>
                </a:lnTo>
                <a:close/>
              </a:path>
            </a:pathLst>
          </a:custGeom>
          <a:solidFill>
            <a:srgbClr val="9E9A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2" name="bg object 392"/>
          <p:cNvSpPr/>
          <p:nvPr/>
        </p:nvSpPr>
        <p:spPr>
          <a:xfrm>
            <a:off x="2076787" y="4322150"/>
            <a:ext cx="19685" cy="31750"/>
          </a:xfrm>
          <a:custGeom>
            <a:avLst/>
            <a:gdLst/>
            <a:ahLst/>
            <a:cxnLst/>
            <a:rect l="l" t="t" r="r" b="b"/>
            <a:pathLst>
              <a:path w="19685" h="31750">
                <a:moveTo>
                  <a:pt x="13762" y="25477"/>
                </a:moveTo>
                <a:lnTo>
                  <a:pt x="9251" y="25477"/>
                </a:lnTo>
                <a:lnTo>
                  <a:pt x="10071" y="27967"/>
                </a:lnTo>
                <a:lnTo>
                  <a:pt x="9653" y="31639"/>
                </a:lnTo>
                <a:lnTo>
                  <a:pt x="13766" y="31639"/>
                </a:lnTo>
                <a:lnTo>
                  <a:pt x="13762" y="25477"/>
                </a:lnTo>
                <a:close/>
              </a:path>
              <a:path w="19685" h="31750">
                <a:moveTo>
                  <a:pt x="5631" y="22009"/>
                </a:moveTo>
                <a:lnTo>
                  <a:pt x="55" y="22009"/>
                </a:lnTo>
                <a:lnTo>
                  <a:pt x="0" y="26162"/>
                </a:lnTo>
                <a:lnTo>
                  <a:pt x="1851" y="26162"/>
                </a:lnTo>
                <a:lnTo>
                  <a:pt x="3230" y="26328"/>
                </a:lnTo>
                <a:lnTo>
                  <a:pt x="9251" y="25477"/>
                </a:lnTo>
                <a:lnTo>
                  <a:pt x="13762" y="25477"/>
                </a:lnTo>
                <a:lnTo>
                  <a:pt x="13759" y="22206"/>
                </a:lnTo>
                <a:lnTo>
                  <a:pt x="8108" y="22206"/>
                </a:lnTo>
                <a:lnTo>
                  <a:pt x="5631" y="22009"/>
                </a:lnTo>
                <a:close/>
              </a:path>
              <a:path w="19685" h="31750">
                <a:moveTo>
                  <a:pt x="9957" y="13774"/>
                </a:moveTo>
                <a:lnTo>
                  <a:pt x="9653" y="13774"/>
                </a:lnTo>
                <a:lnTo>
                  <a:pt x="9669" y="18424"/>
                </a:lnTo>
                <a:lnTo>
                  <a:pt x="9921" y="21568"/>
                </a:lnTo>
                <a:lnTo>
                  <a:pt x="8108" y="22206"/>
                </a:lnTo>
                <a:lnTo>
                  <a:pt x="13759" y="22206"/>
                </a:lnTo>
                <a:lnTo>
                  <a:pt x="13759" y="21568"/>
                </a:lnTo>
                <a:lnTo>
                  <a:pt x="13503" y="18424"/>
                </a:lnTo>
                <a:lnTo>
                  <a:pt x="13352" y="18424"/>
                </a:lnTo>
                <a:lnTo>
                  <a:pt x="15272" y="17699"/>
                </a:lnTo>
                <a:lnTo>
                  <a:pt x="17907" y="17699"/>
                </a:lnTo>
                <a:lnTo>
                  <a:pt x="19227" y="13956"/>
                </a:lnTo>
                <a:lnTo>
                  <a:pt x="12285" y="13956"/>
                </a:lnTo>
                <a:lnTo>
                  <a:pt x="9957" y="13774"/>
                </a:lnTo>
                <a:close/>
              </a:path>
              <a:path w="19685" h="31750">
                <a:moveTo>
                  <a:pt x="17907" y="17699"/>
                </a:moveTo>
                <a:lnTo>
                  <a:pt x="15272" y="17699"/>
                </a:lnTo>
                <a:lnTo>
                  <a:pt x="17848" y="17864"/>
                </a:lnTo>
                <a:lnTo>
                  <a:pt x="17907" y="17699"/>
                </a:lnTo>
                <a:close/>
              </a:path>
              <a:path w="19685" h="31750">
                <a:moveTo>
                  <a:pt x="19259" y="0"/>
                </a:moveTo>
                <a:lnTo>
                  <a:pt x="13759" y="0"/>
                </a:lnTo>
                <a:lnTo>
                  <a:pt x="13632" y="6737"/>
                </a:lnTo>
                <a:lnTo>
                  <a:pt x="13963" y="13254"/>
                </a:lnTo>
                <a:lnTo>
                  <a:pt x="12285" y="13956"/>
                </a:lnTo>
                <a:lnTo>
                  <a:pt x="19227" y="13956"/>
                </a:lnTo>
                <a:lnTo>
                  <a:pt x="19259" y="0"/>
                </a:lnTo>
                <a:close/>
              </a:path>
            </a:pathLst>
          </a:custGeom>
          <a:solidFill>
            <a:srgbClr val="6A62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3" name="bg object 393"/>
          <p:cNvSpPr/>
          <p:nvPr/>
        </p:nvSpPr>
        <p:spPr>
          <a:xfrm>
            <a:off x="2076786" y="4362028"/>
            <a:ext cx="10160" cy="10160"/>
          </a:xfrm>
          <a:custGeom>
            <a:avLst/>
            <a:gdLst/>
            <a:ahLst/>
            <a:cxnLst/>
            <a:rect l="l" t="t" r="r" b="b"/>
            <a:pathLst>
              <a:path w="10160" h="10160">
                <a:moveTo>
                  <a:pt x="0" y="0"/>
                </a:moveTo>
                <a:lnTo>
                  <a:pt x="39" y="4152"/>
                </a:lnTo>
                <a:lnTo>
                  <a:pt x="39" y="8282"/>
                </a:lnTo>
                <a:lnTo>
                  <a:pt x="1355" y="8715"/>
                </a:lnTo>
                <a:lnTo>
                  <a:pt x="2592" y="9440"/>
                </a:lnTo>
                <a:lnTo>
                  <a:pt x="8723" y="10141"/>
                </a:lnTo>
                <a:lnTo>
                  <a:pt x="9141" y="9684"/>
                </a:lnTo>
                <a:lnTo>
                  <a:pt x="9661" y="4145"/>
                </a:lnTo>
                <a:lnTo>
                  <a:pt x="9613" y="63"/>
                </a:lnTo>
                <a:lnTo>
                  <a:pt x="4160" y="23"/>
                </a:lnTo>
                <a:lnTo>
                  <a:pt x="133" y="47"/>
                </a:lnTo>
                <a:close/>
              </a:path>
            </a:pathLst>
          </a:custGeom>
          <a:solidFill>
            <a:srgbClr val="6257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4" name="bg object 394"/>
          <p:cNvSpPr/>
          <p:nvPr/>
        </p:nvSpPr>
        <p:spPr>
          <a:xfrm>
            <a:off x="2060350" y="4330384"/>
            <a:ext cx="10160" cy="10160"/>
          </a:xfrm>
          <a:custGeom>
            <a:avLst/>
            <a:gdLst/>
            <a:ahLst/>
            <a:cxnLst/>
            <a:rect l="l" t="t" r="r" b="b"/>
            <a:pathLst>
              <a:path w="10160" h="10160">
                <a:moveTo>
                  <a:pt x="39" y="0"/>
                </a:moveTo>
                <a:lnTo>
                  <a:pt x="0" y="4168"/>
                </a:lnTo>
                <a:lnTo>
                  <a:pt x="23" y="9637"/>
                </a:lnTo>
                <a:lnTo>
                  <a:pt x="4121" y="9637"/>
                </a:lnTo>
                <a:lnTo>
                  <a:pt x="4026" y="6698"/>
                </a:lnTo>
                <a:lnTo>
                  <a:pt x="3695" y="3569"/>
                </a:lnTo>
                <a:lnTo>
                  <a:pt x="8242" y="4145"/>
                </a:lnTo>
                <a:lnTo>
                  <a:pt x="9621" y="1394"/>
                </a:lnTo>
                <a:lnTo>
                  <a:pt x="8250" y="23"/>
                </a:lnTo>
                <a:lnTo>
                  <a:pt x="39" y="0"/>
                </a:lnTo>
                <a:close/>
              </a:path>
            </a:pathLst>
          </a:custGeom>
          <a:solidFill>
            <a:srgbClr val="6D5E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5" name="bg object 395"/>
          <p:cNvSpPr/>
          <p:nvPr/>
        </p:nvSpPr>
        <p:spPr>
          <a:xfrm>
            <a:off x="2072626" y="4348291"/>
            <a:ext cx="4445" cy="13970"/>
          </a:xfrm>
          <a:custGeom>
            <a:avLst/>
            <a:gdLst/>
            <a:ahLst/>
            <a:cxnLst/>
            <a:rect l="l" t="t" r="r" b="b"/>
            <a:pathLst>
              <a:path w="4444" h="13970">
                <a:moveTo>
                  <a:pt x="4271" y="0"/>
                </a:moveTo>
                <a:lnTo>
                  <a:pt x="2844" y="598"/>
                </a:lnTo>
                <a:lnTo>
                  <a:pt x="488" y="1055"/>
                </a:lnTo>
                <a:lnTo>
                  <a:pt x="0" y="5145"/>
                </a:lnTo>
                <a:lnTo>
                  <a:pt x="0" y="8613"/>
                </a:lnTo>
                <a:lnTo>
                  <a:pt x="488" y="12703"/>
                </a:lnTo>
                <a:lnTo>
                  <a:pt x="2844" y="13152"/>
                </a:lnTo>
                <a:lnTo>
                  <a:pt x="4160" y="13735"/>
                </a:lnTo>
                <a:lnTo>
                  <a:pt x="4294" y="13782"/>
                </a:lnTo>
                <a:lnTo>
                  <a:pt x="4271" y="0"/>
                </a:lnTo>
                <a:close/>
              </a:path>
            </a:pathLst>
          </a:custGeom>
          <a:solidFill>
            <a:srgbClr val="8478B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6" name="bg object 396"/>
          <p:cNvSpPr/>
          <p:nvPr/>
        </p:nvSpPr>
        <p:spPr>
          <a:xfrm>
            <a:off x="2064042" y="4333963"/>
            <a:ext cx="14604" cy="10795"/>
          </a:xfrm>
          <a:custGeom>
            <a:avLst/>
            <a:gdLst/>
            <a:ahLst/>
            <a:cxnLst/>
            <a:rect l="l" t="t" r="r" b="b"/>
            <a:pathLst>
              <a:path w="14605" h="10795">
                <a:moveTo>
                  <a:pt x="14147" y="6070"/>
                </a:moveTo>
                <a:lnTo>
                  <a:pt x="4559" y="6070"/>
                </a:lnTo>
                <a:lnTo>
                  <a:pt x="4546" y="571"/>
                </a:lnTo>
                <a:lnTo>
                  <a:pt x="0" y="0"/>
                </a:lnTo>
                <a:lnTo>
                  <a:pt x="330" y="3124"/>
                </a:lnTo>
                <a:lnTo>
                  <a:pt x="419" y="6057"/>
                </a:lnTo>
                <a:lnTo>
                  <a:pt x="4546" y="6083"/>
                </a:lnTo>
                <a:lnTo>
                  <a:pt x="4356" y="8674"/>
                </a:lnTo>
                <a:lnTo>
                  <a:pt x="4991" y="10477"/>
                </a:lnTo>
                <a:lnTo>
                  <a:pt x="9677" y="10109"/>
                </a:lnTo>
                <a:lnTo>
                  <a:pt x="11239" y="10210"/>
                </a:lnTo>
                <a:lnTo>
                  <a:pt x="12788" y="10210"/>
                </a:lnTo>
                <a:lnTo>
                  <a:pt x="14147" y="6070"/>
                </a:lnTo>
                <a:close/>
              </a:path>
            </a:pathLst>
          </a:custGeom>
          <a:solidFill>
            <a:srgbClr val="7264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7" name="bg object 397"/>
          <p:cNvSpPr/>
          <p:nvPr/>
        </p:nvSpPr>
        <p:spPr>
          <a:xfrm>
            <a:off x="2264874" y="4284984"/>
            <a:ext cx="23495" cy="24130"/>
          </a:xfrm>
          <a:custGeom>
            <a:avLst/>
            <a:gdLst/>
            <a:ahLst/>
            <a:cxnLst/>
            <a:rect l="l" t="t" r="r" b="b"/>
            <a:pathLst>
              <a:path w="23494" h="24129">
                <a:moveTo>
                  <a:pt x="9550" y="4602"/>
                </a:moveTo>
                <a:lnTo>
                  <a:pt x="9621" y="23404"/>
                </a:lnTo>
                <a:lnTo>
                  <a:pt x="13065" y="23814"/>
                </a:lnTo>
                <a:lnTo>
                  <a:pt x="14019" y="21986"/>
                </a:lnTo>
                <a:lnTo>
                  <a:pt x="13459" y="15933"/>
                </a:lnTo>
                <a:lnTo>
                  <a:pt x="13642" y="13782"/>
                </a:lnTo>
                <a:lnTo>
                  <a:pt x="13688" y="13246"/>
                </a:lnTo>
                <a:lnTo>
                  <a:pt x="17785" y="13246"/>
                </a:lnTo>
                <a:lnTo>
                  <a:pt x="17305" y="9645"/>
                </a:lnTo>
                <a:lnTo>
                  <a:pt x="17242" y="9172"/>
                </a:lnTo>
                <a:lnTo>
                  <a:pt x="23339" y="9172"/>
                </a:lnTo>
                <a:lnTo>
                  <a:pt x="23322" y="5579"/>
                </a:lnTo>
                <a:lnTo>
                  <a:pt x="10433" y="5579"/>
                </a:lnTo>
                <a:lnTo>
                  <a:pt x="9550" y="4602"/>
                </a:lnTo>
                <a:close/>
              </a:path>
              <a:path w="23494" h="24129">
                <a:moveTo>
                  <a:pt x="17785" y="13246"/>
                </a:moveTo>
                <a:lnTo>
                  <a:pt x="13688" y="13246"/>
                </a:lnTo>
                <a:lnTo>
                  <a:pt x="17856" y="13782"/>
                </a:lnTo>
                <a:lnTo>
                  <a:pt x="17785" y="13246"/>
                </a:lnTo>
                <a:close/>
              </a:path>
              <a:path w="23494" h="24129">
                <a:moveTo>
                  <a:pt x="23339" y="9172"/>
                </a:moveTo>
                <a:lnTo>
                  <a:pt x="17242" y="9172"/>
                </a:lnTo>
                <a:lnTo>
                  <a:pt x="21101" y="9645"/>
                </a:lnTo>
                <a:lnTo>
                  <a:pt x="23341" y="9645"/>
                </a:lnTo>
                <a:lnTo>
                  <a:pt x="23339" y="9172"/>
                </a:lnTo>
                <a:close/>
              </a:path>
              <a:path w="23494" h="24129">
                <a:moveTo>
                  <a:pt x="5484" y="0"/>
                </a:moveTo>
                <a:lnTo>
                  <a:pt x="0" y="0"/>
                </a:lnTo>
                <a:lnTo>
                  <a:pt x="23" y="5579"/>
                </a:lnTo>
                <a:lnTo>
                  <a:pt x="9554" y="5579"/>
                </a:lnTo>
                <a:lnTo>
                  <a:pt x="9550" y="4602"/>
                </a:lnTo>
                <a:lnTo>
                  <a:pt x="15055" y="4602"/>
                </a:lnTo>
                <a:lnTo>
                  <a:pt x="13711" y="1394"/>
                </a:lnTo>
                <a:lnTo>
                  <a:pt x="5484" y="0"/>
                </a:lnTo>
                <a:close/>
              </a:path>
              <a:path w="23494" h="24129">
                <a:moveTo>
                  <a:pt x="15055" y="4602"/>
                </a:moveTo>
                <a:lnTo>
                  <a:pt x="9550" y="4602"/>
                </a:lnTo>
                <a:lnTo>
                  <a:pt x="10433" y="5579"/>
                </a:lnTo>
                <a:lnTo>
                  <a:pt x="23322" y="5579"/>
                </a:lnTo>
                <a:lnTo>
                  <a:pt x="23320" y="5287"/>
                </a:lnTo>
                <a:lnTo>
                  <a:pt x="15342" y="5287"/>
                </a:lnTo>
                <a:lnTo>
                  <a:pt x="15055" y="4602"/>
                </a:lnTo>
                <a:close/>
              </a:path>
              <a:path w="23494" h="24129">
                <a:moveTo>
                  <a:pt x="23302" y="1394"/>
                </a:moveTo>
                <a:lnTo>
                  <a:pt x="21536" y="1930"/>
                </a:lnTo>
                <a:lnTo>
                  <a:pt x="19692" y="2301"/>
                </a:lnTo>
                <a:lnTo>
                  <a:pt x="16997" y="3498"/>
                </a:lnTo>
                <a:lnTo>
                  <a:pt x="16134" y="4602"/>
                </a:lnTo>
                <a:lnTo>
                  <a:pt x="15342" y="5287"/>
                </a:lnTo>
                <a:lnTo>
                  <a:pt x="23320" y="5287"/>
                </a:lnTo>
                <a:lnTo>
                  <a:pt x="23302" y="1394"/>
                </a:lnTo>
                <a:close/>
              </a:path>
            </a:pathLst>
          </a:custGeom>
          <a:solidFill>
            <a:srgbClr val="9A96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8" name="bg object 398"/>
          <p:cNvSpPr/>
          <p:nvPr/>
        </p:nvSpPr>
        <p:spPr>
          <a:xfrm>
            <a:off x="2282708" y="4294420"/>
            <a:ext cx="10160" cy="10160"/>
          </a:xfrm>
          <a:custGeom>
            <a:avLst/>
            <a:gdLst/>
            <a:ahLst/>
            <a:cxnLst/>
            <a:rect l="l" t="t" r="r" b="b"/>
            <a:pathLst>
              <a:path w="10160" h="10160">
                <a:moveTo>
                  <a:pt x="8108" y="0"/>
                </a:moveTo>
                <a:lnTo>
                  <a:pt x="5484" y="204"/>
                </a:lnTo>
                <a:lnTo>
                  <a:pt x="4483" y="2671"/>
                </a:lnTo>
                <a:lnTo>
                  <a:pt x="3341" y="4940"/>
                </a:lnTo>
                <a:lnTo>
                  <a:pt x="23" y="4349"/>
                </a:lnTo>
                <a:lnTo>
                  <a:pt x="39" y="9826"/>
                </a:lnTo>
                <a:lnTo>
                  <a:pt x="9598" y="9826"/>
                </a:lnTo>
                <a:lnTo>
                  <a:pt x="9598" y="7825"/>
                </a:lnTo>
                <a:lnTo>
                  <a:pt x="9487" y="5815"/>
                </a:lnTo>
                <a:lnTo>
                  <a:pt x="9850" y="693"/>
                </a:lnTo>
                <a:lnTo>
                  <a:pt x="8108" y="0"/>
                </a:lnTo>
                <a:close/>
              </a:path>
            </a:pathLst>
          </a:custGeom>
          <a:solidFill>
            <a:srgbClr val="B8B3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9" name="bg object 399"/>
          <p:cNvSpPr/>
          <p:nvPr/>
        </p:nvSpPr>
        <p:spPr>
          <a:xfrm>
            <a:off x="2143847" y="3421937"/>
            <a:ext cx="10160" cy="36195"/>
          </a:xfrm>
          <a:custGeom>
            <a:avLst/>
            <a:gdLst/>
            <a:ahLst/>
            <a:cxnLst/>
            <a:rect l="l" t="t" r="r" b="b"/>
            <a:pathLst>
              <a:path w="10160" h="36195">
                <a:moveTo>
                  <a:pt x="8431" y="0"/>
                </a:moveTo>
                <a:lnTo>
                  <a:pt x="5760" y="244"/>
                </a:lnTo>
                <a:lnTo>
                  <a:pt x="5689" y="13956"/>
                </a:lnTo>
                <a:lnTo>
                  <a:pt x="2931" y="19038"/>
                </a:lnTo>
                <a:lnTo>
                  <a:pt x="6461" y="26209"/>
                </a:lnTo>
                <a:lnTo>
                  <a:pt x="0" y="30441"/>
                </a:lnTo>
                <a:lnTo>
                  <a:pt x="94" y="31592"/>
                </a:lnTo>
                <a:lnTo>
                  <a:pt x="638" y="33404"/>
                </a:lnTo>
                <a:lnTo>
                  <a:pt x="1213" y="34531"/>
                </a:lnTo>
                <a:lnTo>
                  <a:pt x="1694" y="35689"/>
                </a:lnTo>
                <a:lnTo>
                  <a:pt x="2616" y="34972"/>
                </a:lnTo>
                <a:lnTo>
                  <a:pt x="3467" y="34129"/>
                </a:lnTo>
                <a:lnTo>
                  <a:pt x="5744" y="32884"/>
                </a:lnTo>
                <a:lnTo>
                  <a:pt x="7139" y="32435"/>
                </a:lnTo>
                <a:lnTo>
                  <a:pt x="8471" y="31875"/>
                </a:lnTo>
                <a:lnTo>
                  <a:pt x="9795" y="31867"/>
                </a:lnTo>
                <a:lnTo>
                  <a:pt x="9850" y="10630"/>
                </a:lnTo>
                <a:lnTo>
                  <a:pt x="9708" y="7273"/>
                </a:lnTo>
                <a:lnTo>
                  <a:pt x="10023" y="803"/>
                </a:lnTo>
                <a:lnTo>
                  <a:pt x="8431" y="0"/>
                </a:lnTo>
                <a:close/>
              </a:path>
            </a:pathLst>
          </a:custGeom>
          <a:solidFill>
            <a:srgbClr val="A29A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0" name="bg object 400"/>
          <p:cNvSpPr/>
          <p:nvPr/>
        </p:nvSpPr>
        <p:spPr>
          <a:xfrm>
            <a:off x="2144067" y="3462070"/>
            <a:ext cx="8890" cy="27940"/>
          </a:xfrm>
          <a:custGeom>
            <a:avLst/>
            <a:gdLst/>
            <a:ahLst/>
            <a:cxnLst/>
            <a:rect l="l" t="t" r="r" b="b"/>
            <a:pathLst>
              <a:path w="8889" h="27939">
                <a:moveTo>
                  <a:pt x="8234" y="15"/>
                </a:moveTo>
                <a:lnTo>
                  <a:pt x="4145" y="0"/>
                </a:lnTo>
                <a:lnTo>
                  <a:pt x="4097" y="9606"/>
                </a:lnTo>
                <a:lnTo>
                  <a:pt x="3900" y="13073"/>
                </a:lnTo>
                <a:lnTo>
                  <a:pt x="5539" y="17202"/>
                </a:lnTo>
                <a:lnTo>
                  <a:pt x="47" y="19062"/>
                </a:lnTo>
                <a:lnTo>
                  <a:pt x="157" y="20937"/>
                </a:lnTo>
                <a:lnTo>
                  <a:pt x="0" y="22009"/>
                </a:lnTo>
                <a:lnTo>
                  <a:pt x="1418" y="23152"/>
                </a:lnTo>
                <a:lnTo>
                  <a:pt x="2718" y="24358"/>
                </a:lnTo>
                <a:lnTo>
                  <a:pt x="5398" y="26217"/>
                </a:lnTo>
                <a:lnTo>
                  <a:pt x="6808" y="26840"/>
                </a:lnTo>
                <a:lnTo>
                  <a:pt x="8140" y="27565"/>
                </a:lnTo>
                <a:lnTo>
                  <a:pt x="8337" y="13806"/>
                </a:lnTo>
                <a:lnTo>
                  <a:pt x="8234" y="15"/>
                </a:lnTo>
                <a:close/>
              </a:path>
            </a:pathLst>
          </a:custGeom>
          <a:solidFill>
            <a:srgbClr val="9E97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1" name="bg object 401"/>
          <p:cNvSpPr/>
          <p:nvPr/>
        </p:nvSpPr>
        <p:spPr>
          <a:xfrm>
            <a:off x="2152299" y="3453809"/>
            <a:ext cx="10160" cy="22225"/>
          </a:xfrm>
          <a:custGeom>
            <a:avLst/>
            <a:gdLst/>
            <a:ahLst/>
            <a:cxnLst/>
            <a:rect l="l" t="t" r="r" b="b"/>
            <a:pathLst>
              <a:path w="10160" h="22225">
                <a:moveTo>
                  <a:pt x="9621" y="0"/>
                </a:moveTo>
                <a:lnTo>
                  <a:pt x="23" y="0"/>
                </a:lnTo>
                <a:lnTo>
                  <a:pt x="0" y="8282"/>
                </a:lnTo>
                <a:lnTo>
                  <a:pt x="102" y="22064"/>
                </a:lnTo>
                <a:lnTo>
                  <a:pt x="4137" y="22017"/>
                </a:lnTo>
                <a:lnTo>
                  <a:pt x="4602" y="17092"/>
                </a:lnTo>
                <a:lnTo>
                  <a:pt x="5224" y="12175"/>
                </a:lnTo>
                <a:lnTo>
                  <a:pt x="5634" y="4223"/>
                </a:lnTo>
                <a:lnTo>
                  <a:pt x="7407" y="4082"/>
                </a:lnTo>
                <a:lnTo>
                  <a:pt x="9598" y="4160"/>
                </a:lnTo>
                <a:lnTo>
                  <a:pt x="9621" y="0"/>
                </a:lnTo>
                <a:close/>
              </a:path>
            </a:pathLst>
          </a:custGeom>
          <a:solidFill>
            <a:srgbClr val="B8B3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2" name="bg object 402"/>
          <p:cNvSpPr/>
          <p:nvPr/>
        </p:nvSpPr>
        <p:spPr>
          <a:xfrm>
            <a:off x="2139993" y="3462054"/>
            <a:ext cx="8255" cy="10160"/>
          </a:xfrm>
          <a:custGeom>
            <a:avLst/>
            <a:gdLst/>
            <a:ahLst/>
            <a:cxnLst/>
            <a:rect l="l" t="t" r="r" b="b"/>
            <a:pathLst>
              <a:path w="8255" h="10160">
                <a:moveTo>
                  <a:pt x="0" y="0"/>
                </a:moveTo>
                <a:lnTo>
                  <a:pt x="7" y="9669"/>
                </a:lnTo>
                <a:lnTo>
                  <a:pt x="8171" y="9621"/>
                </a:lnTo>
                <a:lnTo>
                  <a:pt x="8219" y="15"/>
                </a:lnTo>
                <a:lnTo>
                  <a:pt x="0" y="0"/>
                </a:lnTo>
                <a:close/>
              </a:path>
            </a:pathLst>
          </a:custGeom>
          <a:solidFill>
            <a:srgbClr val="B9B2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3" name="bg object 403"/>
          <p:cNvSpPr/>
          <p:nvPr/>
        </p:nvSpPr>
        <p:spPr>
          <a:xfrm>
            <a:off x="2170160" y="3475830"/>
            <a:ext cx="10795" cy="11430"/>
          </a:xfrm>
          <a:custGeom>
            <a:avLst/>
            <a:gdLst/>
            <a:ahLst/>
            <a:cxnLst/>
            <a:rect l="l" t="t" r="r" b="b"/>
            <a:pathLst>
              <a:path w="10794" h="11429">
                <a:moveTo>
                  <a:pt x="4121" y="0"/>
                </a:moveTo>
                <a:lnTo>
                  <a:pt x="7" y="0"/>
                </a:lnTo>
                <a:lnTo>
                  <a:pt x="0" y="9629"/>
                </a:lnTo>
                <a:lnTo>
                  <a:pt x="3751" y="10945"/>
                </a:lnTo>
                <a:lnTo>
                  <a:pt x="3609" y="5949"/>
                </a:lnTo>
                <a:lnTo>
                  <a:pt x="10173" y="5421"/>
                </a:lnTo>
                <a:lnTo>
                  <a:pt x="9590" y="2687"/>
                </a:lnTo>
                <a:lnTo>
                  <a:pt x="9574" y="15"/>
                </a:lnTo>
                <a:lnTo>
                  <a:pt x="4121" y="0"/>
                </a:lnTo>
                <a:close/>
              </a:path>
            </a:pathLst>
          </a:custGeom>
          <a:solidFill>
            <a:srgbClr val="AA9F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4" name="bg object 404"/>
          <p:cNvSpPr/>
          <p:nvPr/>
        </p:nvSpPr>
        <p:spPr>
          <a:xfrm>
            <a:off x="2159695" y="3497847"/>
            <a:ext cx="11430" cy="10160"/>
          </a:xfrm>
          <a:custGeom>
            <a:avLst/>
            <a:gdLst/>
            <a:ahLst/>
            <a:cxnLst/>
            <a:rect l="l" t="t" r="r" b="b"/>
            <a:pathLst>
              <a:path w="11430" h="10160">
                <a:moveTo>
                  <a:pt x="6343" y="0"/>
                </a:moveTo>
                <a:lnTo>
                  <a:pt x="843" y="15"/>
                </a:lnTo>
                <a:lnTo>
                  <a:pt x="1087" y="2214"/>
                </a:lnTo>
                <a:lnTo>
                  <a:pt x="0" y="4854"/>
                </a:lnTo>
                <a:lnTo>
                  <a:pt x="4271" y="6059"/>
                </a:lnTo>
                <a:lnTo>
                  <a:pt x="4499" y="8305"/>
                </a:lnTo>
                <a:lnTo>
                  <a:pt x="4988" y="9621"/>
                </a:lnTo>
                <a:lnTo>
                  <a:pt x="7919" y="9747"/>
                </a:lnTo>
                <a:lnTo>
                  <a:pt x="11032" y="10110"/>
                </a:lnTo>
                <a:lnTo>
                  <a:pt x="10480" y="5531"/>
                </a:lnTo>
                <a:lnTo>
                  <a:pt x="9078" y="2710"/>
                </a:lnTo>
                <a:lnTo>
                  <a:pt x="6343" y="0"/>
                </a:lnTo>
                <a:close/>
              </a:path>
            </a:pathLst>
          </a:custGeom>
          <a:solidFill>
            <a:srgbClr val="9691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5" name="bg object 405"/>
          <p:cNvSpPr/>
          <p:nvPr/>
        </p:nvSpPr>
        <p:spPr>
          <a:xfrm>
            <a:off x="2152155" y="3493721"/>
            <a:ext cx="13970" cy="4445"/>
          </a:xfrm>
          <a:custGeom>
            <a:avLst/>
            <a:gdLst/>
            <a:ahLst/>
            <a:cxnLst/>
            <a:rect l="l" t="t" r="r" b="b"/>
            <a:pathLst>
              <a:path w="13969" h="4445">
                <a:moveTo>
                  <a:pt x="13900" y="0"/>
                </a:moveTo>
                <a:lnTo>
                  <a:pt x="0" y="0"/>
                </a:lnTo>
                <a:lnTo>
                  <a:pt x="204" y="4074"/>
                </a:lnTo>
                <a:lnTo>
                  <a:pt x="8384" y="4145"/>
                </a:lnTo>
                <a:lnTo>
                  <a:pt x="13885" y="4129"/>
                </a:lnTo>
                <a:lnTo>
                  <a:pt x="13900" y="0"/>
                </a:lnTo>
                <a:close/>
              </a:path>
            </a:pathLst>
          </a:custGeom>
          <a:solidFill>
            <a:srgbClr val="A9A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6" name="bg object 406"/>
          <p:cNvSpPr/>
          <p:nvPr/>
        </p:nvSpPr>
        <p:spPr>
          <a:xfrm>
            <a:off x="2160541" y="3489585"/>
            <a:ext cx="10160" cy="5080"/>
          </a:xfrm>
          <a:custGeom>
            <a:avLst/>
            <a:gdLst/>
            <a:ahLst/>
            <a:cxnLst/>
            <a:rect l="l" t="t" r="r" b="b"/>
            <a:pathLst>
              <a:path w="10160" h="5079">
                <a:moveTo>
                  <a:pt x="9621" y="0"/>
                </a:moveTo>
                <a:lnTo>
                  <a:pt x="5508" y="0"/>
                </a:lnTo>
                <a:lnTo>
                  <a:pt x="47" y="23"/>
                </a:lnTo>
                <a:lnTo>
                  <a:pt x="0" y="4121"/>
                </a:lnTo>
                <a:lnTo>
                  <a:pt x="5516" y="4137"/>
                </a:lnTo>
                <a:lnTo>
                  <a:pt x="8660" y="4539"/>
                </a:lnTo>
                <a:lnTo>
                  <a:pt x="10007" y="3136"/>
                </a:lnTo>
                <a:lnTo>
                  <a:pt x="9621" y="0"/>
                </a:lnTo>
                <a:close/>
              </a:path>
            </a:pathLst>
          </a:custGeom>
          <a:solidFill>
            <a:srgbClr val="B0AC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7" name="bg object 407"/>
          <p:cNvSpPr/>
          <p:nvPr/>
        </p:nvSpPr>
        <p:spPr>
          <a:xfrm>
            <a:off x="2166046" y="3481337"/>
            <a:ext cx="4445" cy="8255"/>
          </a:xfrm>
          <a:custGeom>
            <a:avLst/>
            <a:gdLst/>
            <a:ahLst/>
            <a:cxnLst/>
            <a:rect l="l" t="t" r="r" b="b"/>
            <a:pathLst>
              <a:path w="4444" h="8254">
                <a:moveTo>
                  <a:pt x="4113" y="0"/>
                </a:moveTo>
                <a:lnTo>
                  <a:pt x="23" y="23"/>
                </a:lnTo>
                <a:lnTo>
                  <a:pt x="0" y="8250"/>
                </a:lnTo>
                <a:lnTo>
                  <a:pt x="4113" y="8250"/>
                </a:lnTo>
                <a:lnTo>
                  <a:pt x="4113" y="0"/>
                </a:lnTo>
                <a:close/>
              </a:path>
            </a:pathLst>
          </a:custGeom>
          <a:solidFill>
            <a:srgbClr val="A29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8" name="bg object 408"/>
          <p:cNvSpPr/>
          <p:nvPr/>
        </p:nvSpPr>
        <p:spPr>
          <a:xfrm>
            <a:off x="2273956" y="4298227"/>
            <a:ext cx="9525" cy="36830"/>
          </a:xfrm>
          <a:custGeom>
            <a:avLst/>
            <a:gdLst/>
            <a:ahLst/>
            <a:cxnLst/>
            <a:rect l="l" t="t" r="r" b="b"/>
            <a:pathLst>
              <a:path w="9525" h="36829">
                <a:moveTo>
                  <a:pt x="4609" y="0"/>
                </a:moveTo>
                <a:lnTo>
                  <a:pt x="4373" y="2687"/>
                </a:lnTo>
                <a:lnTo>
                  <a:pt x="4933" y="8747"/>
                </a:lnTo>
                <a:lnTo>
                  <a:pt x="3987" y="10575"/>
                </a:lnTo>
                <a:lnTo>
                  <a:pt x="543" y="10157"/>
                </a:lnTo>
                <a:lnTo>
                  <a:pt x="504" y="14263"/>
                </a:lnTo>
                <a:lnTo>
                  <a:pt x="0" y="17888"/>
                </a:lnTo>
                <a:lnTo>
                  <a:pt x="7226" y="18684"/>
                </a:lnTo>
                <a:lnTo>
                  <a:pt x="3900" y="24295"/>
                </a:lnTo>
                <a:lnTo>
                  <a:pt x="4617" y="28061"/>
                </a:lnTo>
                <a:lnTo>
                  <a:pt x="3293" y="36312"/>
                </a:lnTo>
                <a:lnTo>
                  <a:pt x="6225" y="36407"/>
                </a:lnTo>
                <a:lnTo>
                  <a:pt x="9322" y="36722"/>
                </a:lnTo>
                <a:lnTo>
                  <a:pt x="8747" y="32175"/>
                </a:lnTo>
                <a:lnTo>
                  <a:pt x="8755" y="527"/>
                </a:lnTo>
                <a:lnTo>
                  <a:pt x="4609" y="0"/>
                </a:lnTo>
                <a:close/>
              </a:path>
            </a:pathLst>
          </a:custGeom>
          <a:solidFill>
            <a:srgbClr val="A29E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9" name="bg object 409"/>
          <p:cNvSpPr/>
          <p:nvPr/>
        </p:nvSpPr>
        <p:spPr>
          <a:xfrm>
            <a:off x="2027448" y="3942318"/>
            <a:ext cx="18415" cy="23495"/>
          </a:xfrm>
          <a:custGeom>
            <a:avLst/>
            <a:gdLst/>
            <a:ahLst/>
            <a:cxnLst/>
            <a:rect l="l" t="t" r="r" b="b"/>
            <a:pathLst>
              <a:path w="18414" h="23495">
                <a:moveTo>
                  <a:pt x="9543" y="7"/>
                </a:moveTo>
                <a:lnTo>
                  <a:pt x="4074" y="0"/>
                </a:lnTo>
                <a:lnTo>
                  <a:pt x="1308" y="1442"/>
                </a:lnTo>
                <a:lnTo>
                  <a:pt x="0" y="8282"/>
                </a:lnTo>
                <a:lnTo>
                  <a:pt x="1363" y="8282"/>
                </a:lnTo>
                <a:lnTo>
                  <a:pt x="2726" y="8353"/>
                </a:lnTo>
                <a:lnTo>
                  <a:pt x="6855" y="8077"/>
                </a:lnTo>
                <a:lnTo>
                  <a:pt x="8384" y="9007"/>
                </a:lnTo>
                <a:lnTo>
                  <a:pt x="8093" y="15019"/>
                </a:lnTo>
                <a:lnTo>
                  <a:pt x="8912" y="18432"/>
                </a:lnTo>
                <a:lnTo>
                  <a:pt x="4089" y="17919"/>
                </a:lnTo>
                <a:lnTo>
                  <a:pt x="4082" y="22049"/>
                </a:lnTo>
                <a:lnTo>
                  <a:pt x="8164" y="21852"/>
                </a:lnTo>
                <a:lnTo>
                  <a:pt x="12821" y="23357"/>
                </a:lnTo>
                <a:lnTo>
                  <a:pt x="15476" y="17777"/>
                </a:lnTo>
                <a:lnTo>
                  <a:pt x="16934" y="17974"/>
                </a:lnTo>
                <a:lnTo>
                  <a:pt x="17809" y="17896"/>
                </a:lnTo>
                <a:lnTo>
                  <a:pt x="17809" y="8274"/>
                </a:lnTo>
                <a:lnTo>
                  <a:pt x="16257" y="8274"/>
                </a:lnTo>
                <a:lnTo>
                  <a:pt x="14696" y="8171"/>
                </a:lnTo>
                <a:lnTo>
                  <a:pt x="10007" y="8534"/>
                </a:lnTo>
                <a:lnTo>
                  <a:pt x="9377" y="6721"/>
                </a:lnTo>
                <a:lnTo>
                  <a:pt x="9590" y="4137"/>
                </a:lnTo>
                <a:lnTo>
                  <a:pt x="9543" y="7"/>
                </a:lnTo>
                <a:close/>
              </a:path>
            </a:pathLst>
          </a:custGeom>
          <a:solidFill>
            <a:srgbClr val="897D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0" name="bg object 410"/>
          <p:cNvSpPr/>
          <p:nvPr/>
        </p:nvSpPr>
        <p:spPr>
          <a:xfrm>
            <a:off x="2037008" y="3896931"/>
            <a:ext cx="10160" cy="36195"/>
          </a:xfrm>
          <a:custGeom>
            <a:avLst/>
            <a:gdLst/>
            <a:ahLst/>
            <a:cxnLst/>
            <a:rect l="l" t="t" r="r" b="b"/>
            <a:pathLst>
              <a:path w="10160" h="36195">
                <a:moveTo>
                  <a:pt x="5484" y="0"/>
                </a:moveTo>
                <a:lnTo>
                  <a:pt x="0" y="0"/>
                </a:lnTo>
                <a:lnTo>
                  <a:pt x="23" y="17880"/>
                </a:lnTo>
                <a:lnTo>
                  <a:pt x="1379" y="18660"/>
                </a:lnTo>
                <a:lnTo>
                  <a:pt x="3877" y="19456"/>
                </a:lnTo>
                <a:lnTo>
                  <a:pt x="3837" y="22632"/>
                </a:lnTo>
                <a:lnTo>
                  <a:pt x="1725" y="28912"/>
                </a:lnTo>
                <a:lnTo>
                  <a:pt x="780" y="30252"/>
                </a:lnTo>
                <a:lnTo>
                  <a:pt x="31" y="31655"/>
                </a:lnTo>
                <a:lnTo>
                  <a:pt x="8250" y="35768"/>
                </a:lnTo>
                <a:lnTo>
                  <a:pt x="8282" y="31663"/>
                </a:lnTo>
                <a:lnTo>
                  <a:pt x="9637" y="17880"/>
                </a:lnTo>
                <a:lnTo>
                  <a:pt x="9606" y="13766"/>
                </a:lnTo>
                <a:lnTo>
                  <a:pt x="6682" y="13829"/>
                </a:lnTo>
                <a:lnTo>
                  <a:pt x="3538" y="14192"/>
                </a:lnTo>
                <a:lnTo>
                  <a:pt x="5484" y="0"/>
                </a:lnTo>
                <a:close/>
              </a:path>
            </a:pathLst>
          </a:custGeom>
          <a:solidFill>
            <a:srgbClr val="9084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1" name="bg object 411"/>
          <p:cNvSpPr/>
          <p:nvPr/>
        </p:nvSpPr>
        <p:spPr>
          <a:xfrm>
            <a:off x="2036984" y="3928586"/>
            <a:ext cx="12700" cy="18415"/>
          </a:xfrm>
          <a:custGeom>
            <a:avLst/>
            <a:gdLst/>
            <a:ahLst/>
            <a:cxnLst/>
            <a:rect l="l" t="t" r="r" b="b"/>
            <a:pathLst>
              <a:path w="12700" h="18414">
                <a:moveTo>
                  <a:pt x="55" y="0"/>
                </a:moveTo>
                <a:lnTo>
                  <a:pt x="0" y="13743"/>
                </a:lnTo>
                <a:lnTo>
                  <a:pt x="55" y="17864"/>
                </a:lnTo>
                <a:lnTo>
                  <a:pt x="8266" y="17864"/>
                </a:lnTo>
                <a:lnTo>
                  <a:pt x="7888" y="14728"/>
                </a:lnTo>
                <a:lnTo>
                  <a:pt x="9243" y="13341"/>
                </a:lnTo>
                <a:lnTo>
                  <a:pt x="12387" y="13751"/>
                </a:lnTo>
                <a:lnTo>
                  <a:pt x="11907" y="12435"/>
                </a:lnTo>
                <a:lnTo>
                  <a:pt x="11694" y="10181"/>
                </a:lnTo>
                <a:lnTo>
                  <a:pt x="7415" y="8967"/>
                </a:lnTo>
                <a:lnTo>
                  <a:pt x="8526" y="6312"/>
                </a:lnTo>
                <a:lnTo>
                  <a:pt x="8274" y="4113"/>
                </a:lnTo>
                <a:lnTo>
                  <a:pt x="55" y="0"/>
                </a:lnTo>
                <a:close/>
              </a:path>
            </a:pathLst>
          </a:custGeom>
          <a:solidFill>
            <a:srgbClr val="A297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2" name="bg object 412"/>
          <p:cNvSpPr/>
          <p:nvPr/>
        </p:nvSpPr>
        <p:spPr>
          <a:xfrm>
            <a:off x="2031515" y="3896885"/>
            <a:ext cx="5715" cy="18415"/>
          </a:xfrm>
          <a:custGeom>
            <a:avLst/>
            <a:gdLst/>
            <a:ahLst/>
            <a:cxnLst/>
            <a:rect l="l" t="t" r="r" b="b"/>
            <a:pathLst>
              <a:path w="5714" h="18414">
                <a:moveTo>
                  <a:pt x="1323" y="0"/>
                </a:moveTo>
                <a:lnTo>
                  <a:pt x="0" y="1379"/>
                </a:lnTo>
                <a:lnTo>
                  <a:pt x="1402" y="9677"/>
                </a:lnTo>
                <a:lnTo>
                  <a:pt x="1402" y="17935"/>
                </a:lnTo>
                <a:lnTo>
                  <a:pt x="5516" y="17927"/>
                </a:lnTo>
                <a:lnTo>
                  <a:pt x="5492" y="47"/>
                </a:lnTo>
                <a:lnTo>
                  <a:pt x="1323" y="0"/>
                </a:lnTo>
                <a:close/>
              </a:path>
            </a:pathLst>
          </a:custGeom>
          <a:solidFill>
            <a:srgbClr val="7D6E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3" name="bg object 413"/>
          <p:cNvSpPr/>
          <p:nvPr/>
        </p:nvSpPr>
        <p:spPr>
          <a:xfrm>
            <a:off x="2027591" y="3918844"/>
            <a:ext cx="6350" cy="6350"/>
          </a:xfrm>
          <a:custGeom>
            <a:avLst/>
            <a:gdLst/>
            <a:ahLst/>
            <a:cxnLst/>
            <a:rect l="l" t="t" r="r" b="b"/>
            <a:pathLst>
              <a:path w="6350" h="6350">
                <a:moveTo>
                  <a:pt x="70" y="0"/>
                </a:moveTo>
                <a:lnTo>
                  <a:pt x="0" y="5579"/>
                </a:lnTo>
                <a:lnTo>
                  <a:pt x="4452" y="6351"/>
                </a:lnTo>
                <a:lnTo>
                  <a:pt x="5933" y="4239"/>
                </a:lnTo>
                <a:lnTo>
                  <a:pt x="5303" y="86"/>
                </a:lnTo>
                <a:lnTo>
                  <a:pt x="70" y="0"/>
                </a:lnTo>
                <a:close/>
              </a:path>
            </a:pathLst>
          </a:custGeom>
          <a:solidFill>
            <a:srgbClr val="7D76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4" name="bg object 414"/>
          <p:cNvSpPr/>
          <p:nvPr/>
        </p:nvSpPr>
        <p:spPr>
          <a:xfrm>
            <a:off x="2209947" y="3646494"/>
            <a:ext cx="13970" cy="31750"/>
          </a:xfrm>
          <a:custGeom>
            <a:avLst/>
            <a:gdLst/>
            <a:ahLst/>
            <a:cxnLst/>
            <a:rect l="l" t="t" r="r" b="b"/>
            <a:pathLst>
              <a:path w="13969" h="31750">
                <a:moveTo>
                  <a:pt x="9652" y="17675"/>
                </a:moveTo>
                <a:lnTo>
                  <a:pt x="4011" y="17675"/>
                </a:lnTo>
                <a:lnTo>
                  <a:pt x="5697" y="18376"/>
                </a:lnTo>
                <a:lnTo>
                  <a:pt x="5374" y="24886"/>
                </a:lnTo>
                <a:lnTo>
                  <a:pt x="5456" y="26950"/>
                </a:lnTo>
                <a:lnTo>
                  <a:pt x="5516" y="31623"/>
                </a:lnTo>
                <a:lnTo>
                  <a:pt x="13774" y="31623"/>
                </a:lnTo>
                <a:lnTo>
                  <a:pt x="13767" y="27691"/>
                </a:lnTo>
                <a:lnTo>
                  <a:pt x="11079" y="27691"/>
                </a:lnTo>
                <a:lnTo>
                  <a:pt x="9424" y="26950"/>
                </a:lnTo>
                <a:lnTo>
                  <a:pt x="9763" y="20457"/>
                </a:lnTo>
                <a:lnTo>
                  <a:pt x="9652" y="17675"/>
                </a:lnTo>
                <a:close/>
              </a:path>
              <a:path w="13969" h="31750">
                <a:moveTo>
                  <a:pt x="13766" y="27510"/>
                </a:moveTo>
                <a:lnTo>
                  <a:pt x="11079" y="27691"/>
                </a:lnTo>
                <a:lnTo>
                  <a:pt x="13767" y="27691"/>
                </a:lnTo>
                <a:lnTo>
                  <a:pt x="13766" y="27510"/>
                </a:lnTo>
                <a:close/>
              </a:path>
              <a:path w="13969" h="31750">
                <a:moveTo>
                  <a:pt x="10559" y="0"/>
                </a:moveTo>
                <a:lnTo>
                  <a:pt x="1401" y="0"/>
                </a:lnTo>
                <a:lnTo>
                  <a:pt x="0" y="10953"/>
                </a:lnTo>
                <a:lnTo>
                  <a:pt x="1240" y="17092"/>
                </a:lnTo>
                <a:lnTo>
                  <a:pt x="1358" y="17675"/>
                </a:lnTo>
                <a:lnTo>
                  <a:pt x="1394" y="17856"/>
                </a:lnTo>
                <a:lnTo>
                  <a:pt x="4011" y="17675"/>
                </a:lnTo>
                <a:lnTo>
                  <a:pt x="9652" y="17675"/>
                </a:lnTo>
                <a:lnTo>
                  <a:pt x="9630" y="10953"/>
                </a:lnTo>
                <a:lnTo>
                  <a:pt x="9448" y="8707"/>
                </a:lnTo>
                <a:lnTo>
                  <a:pt x="9732" y="6241"/>
                </a:lnTo>
                <a:lnTo>
                  <a:pt x="10559" y="0"/>
                </a:lnTo>
                <a:close/>
              </a:path>
            </a:pathLst>
          </a:custGeom>
          <a:solidFill>
            <a:srgbClr val="B3A8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5" name="bg object 415"/>
          <p:cNvSpPr/>
          <p:nvPr/>
        </p:nvSpPr>
        <p:spPr>
          <a:xfrm>
            <a:off x="2215269" y="3610668"/>
            <a:ext cx="10160" cy="32384"/>
          </a:xfrm>
          <a:custGeom>
            <a:avLst/>
            <a:gdLst/>
            <a:ahLst/>
            <a:cxnLst/>
            <a:rect l="l" t="t" r="r" b="b"/>
            <a:pathLst>
              <a:path w="10160" h="32385">
                <a:moveTo>
                  <a:pt x="1576" y="0"/>
                </a:moveTo>
                <a:lnTo>
                  <a:pt x="181" y="27549"/>
                </a:lnTo>
                <a:lnTo>
                  <a:pt x="0" y="30142"/>
                </a:lnTo>
                <a:lnTo>
                  <a:pt x="654" y="31907"/>
                </a:lnTo>
                <a:lnTo>
                  <a:pt x="5776" y="31544"/>
                </a:lnTo>
                <a:lnTo>
                  <a:pt x="7785" y="31678"/>
                </a:lnTo>
                <a:lnTo>
                  <a:pt x="9779" y="31686"/>
                </a:lnTo>
                <a:lnTo>
                  <a:pt x="9795" y="27565"/>
                </a:lnTo>
                <a:lnTo>
                  <a:pt x="6485" y="27904"/>
                </a:lnTo>
                <a:lnTo>
                  <a:pt x="5524" y="26296"/>
                </a:lnTo>
                <a:lnTo>
                  <a:pt x="5815" y="17281"/>
                </a:lnTo>
                <a:lnTo>
                  <a:pt x="5673" y="11402"/>
                </a:lnTo>
                <a:lnTo>
                  <a:pt x="5689" y="39"/>
                </a:lnTo>
                <a:lnTo>
                  <a:pt x="1576" y="0"/>
                </a:lnTo>
                <a:close/>
              </a:path>
            </a:pathLst>
          </a:custGeom>
          <a:solidFill>
            <a:srgbClr val="9585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6" name="bg object 416"/>
          <p:cNvSpPr/>
          <p:nvPr/>
        </p:nvSpPr>
        <p:spPr>
          <a:xfrm>
            <a:off x="2211318" y="3606534"/>
            <a:ext cx="5715" cy="31750"/>
          </a:xfrm>
          <a:custGeom>
            <a:avLst/>
            <a:gdLst/>
            <a:ahLst/>
            <a:cxnLst/>
            <a:rect l="l" t="t" r="r" b="b"/>
            <a:pathLst>
              <a:path w="5714" h="31750">
                <a:moveTo>
                  <a:pt x="5453" y="0"/>
                </a:moveTo>
                <a:lnTo>
                  <a:pt x="1394" y="31"/>
                </a:lnTo>
                <a:lnTo>
                  <a:pt x="1363" y="4145"/>
                </a:lnTo>
                <a:lnTo>
                  <a:pt x="0" y="26162"/>
                </a:lnTo>
                <a:lnTo>
                  <a:pt x="15" y="31678"/>
                </a:lnTo>
                <a:lnTo>
                  <a:pt x="4137" y="31678"/>
                </a:lnTo>
                <a:lnTo>
                  <a:pt x="5524" y="4137"/>
                </a:lnTo>
                <a:lnTo>
                  <a:pt x="5453" y="0"/>
                </a:lnTo>
                <a:close/>
              </a:path>
            </a:pathLst>
          </a:custGeom>
          <a:solidFill>
            <a:srgbClr val="9A8C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7" name="bg object 417"/>
          <p:cNvSpPr/>
          <p:nvPr/>
        </p:nvSpPr>
        <p:spPr>
          <a:xfrm>
            <a:off x="2206861" y="3632694"/>
            <a:ext cx="5080" cy="24765"/>
          </a:xfrm>
          <a:custGeom>
            <a:avLst/>
            <a:gdLst/>
            <a:ahLst/>
            <a:cxnLst/>
            <a:rect l="l" t="t" r="r" b="b"/>
            <a:pathLst>
              <a:path w="5080" h="24764">
                <a:moveTo>
                  <a:pt x="4460" y="0"/>
                </a:moveTo>
                <a:lnTo>
                  <a:pt x="370" y="15"/>
                </a:lnTo>
                <a:lnTo>
                  <a:pt x="354" y="22387"/>
                </a:lnTo>
                <a:lnTo>
                  <a:pt x="0" y="24657"/>
                </a:lnTo>
                <a:lnTo>
                  <a:pt x="3081" y="24752"/>
                </a:lnTo>
                <a:lnTo>
                  <a:pt x="4491" y="13798"/>
                </a:lnTo>
                <a:lnTo>
                  <a:pt x="4460" y="0"/>
                </a:lnTo>
                <a:close/>
              </a:path>
            </a:pathLst>
          </a:custGeom>
          <a:solidFill>
            <a:srgbClr val="A497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8" name="bg object 418"/>
          <p:cNvSpPr/>
          <p:nvPr/>
        </p:nvSpPr>
        <p:spPr>
          <a:xfrm>
            <a:off x="2219372" y="3659812"/>
            <a:ext cx="6350" cy="14604"/>
          </a:xfrm>
          <a:custGeom>
            <a:avLst/>
            <a:gdLst/>
            <a:ahLst/>
            <a:cxnLst/>
            <a:rect l="l" t="t" r="r" b="b"/>
            <a:pathLst>
              <a:path w="6350" h="14604">
                <a:moveTo>
                  <a:pt x="6249" y="0"/>
                </a:moveTo>
                <a:lnTo>
                  <a:pt x="3152" y="315"/>
                </a:lnTo>
                <a:lnTo>
                  <a:pt x="204" y="409"/>
                </a:lnTo>
                <a:lnTo>
                  <a:pt x="204" y="3774"/>
                </a:lnTo>
                <a:lnTo>
                  <a:pt x="338" y="7139"/>
                </a:lnTo>
                <a:lnTo>
                  <a:pt x="0" y="13632"/>
                </a:lnTo>
                <a:lnTo>
                  <a:pt x="1654" y="14373"/>
                </a:lnTo>
                <a:lnTo>
                  <a:pt x="4286" y="14192"/>
                </a:lnTo>
                <a:lnTo>
                  <a:pt x="4349" y="10071"/>
                </a:lnTo>
                <a:lnTo>
                  <a:pt x="5697" y="4554"/>
                </a:lnTo>
                <a:lnTo>
                  <a:pt x="6249" y="0"/>
                </a:lnTo>
                <a:close/>
              </a:path>
            </a:pathLst>
          </a:custGeom>
          <a:solidFill>
            <a:srgbClr val="AC9E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9" name="bg object 419"/>
          <p:cNvSpPr/>
          <p:nvPr/>
        </p:nvSpPr>
        <p:spPr>
          <a:xfrm>
            <a:off x="2223723" y="3664343"/>
            <a:ext cx="6350" cy="6350"/>
          </a:xfrm>
          <a:custGeom>
            <a:avLst/>
            <a:gdLst/>
            <a:ahLst/>
            <a:cxnLst/>
            <a:rect l="l" t="t" r="r" b="b"/>
            <a:pathLst>
              <a:path w="6350" h="6350">
                <a:moveTo>
                  <a:pt x="5437" y="0"/>
                </a:moveTo>
                <a:lnTo>
                  <a:pt x="1347" y="23"/>
                </a:lnTo>
                <a:lnTo>
                  <a:pt x="0" y="5539"/>
                </a:lnTo>
                <a:lnTo>
                  <a:pt x="4373" y="6217"/>
                </a:lnTo>
                <a:lnTo>
                  <a:pt x="6138" y="4326"/>
                </a:lnTo>
                <a:lnTo>
                  <a:pt x="5437" y="0"/>
                </a:lnTo>
                <a:close/>
              </a:path>
            </a:pathLst>
          </a:custGeom>
          <a:solidFill>
            <a:srgbClr val="9889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0" name="bg object 420"/>
          <p:cNvSpPr/>
          <p:nvPr/>
        </p:nvSpPr>
        <p:spPr>
          <a:xfrm>
            <a:off x="2146755" y="4421237"/>
            <a:ext cx="18415" cy="22860"/>
          </a:xfrm>
          <a:custGeom>
            <a:avLst/>
            <a:gdLst/>
            <a:ahLst/>
            <a:cxnLst/>
            <a:rect l="l" t="t" r="r" b="b"/>
            <a:pathLst>
              <a:path w="18414" h="22860">
                <a:moveTo>
                  <a:pt x="13790" y="0"/>
                </a:moveTo>
                <a:lnTo>
                  <a:pt x="4231" y="15"/>
                </a:lnTo>
                <a:lnTo>
                  <a:pt x="2876" y="2718"/>
                </a:lnTo>
                <a:lnTo>
                  <a:pt x="4239" y="4089"/>
                </a:lnTo>
                <a:lnTo>
                  <a:pt x="7659" y="3908"/>
                </a:lnTo>
                <a:lnTo>
                  <a:pt x="9732" y="5074"/>
                </a:lnTo>
                <a:lnTo>
                  <a:pt x="9700" y="12852"/>
                </a:lnTo>
                <a:lnTo>
                  <a:pt x="7620" y="13987"/>
                </a:lnTo>
                <a:lnTo>
                  <a:pt x="4192" y="13743"/>
                </a:lnTo>
                <a:lnTo>
                  <a:pt x="772" y="13341"/>
                </a:lnTo>
                <a:lnTo>
                  <a:pt x="0" y="15122"/>
                </a:lnTo>
                <a:lnTo>
                  <a:pt x="7" y="21363"/>
                </a:lnTo>
                <a:lnTo>
                  <a:pt x="1426" y="22261"/>
                </a:lnTo>
                <a:lnTo>
                  <a:pt x="4184" y="22001"/>
                </a:lnTo>
                <a:lnTo>
                  <a:pt x="3814" y="18707"/>
                </a:lnTo>
                <a:lnTo>
                  <a:pt x="5382" y="17580"/>
                </a:lnTo>
                <a:lnTo>
                  <a:pt x="13420" y="18250"/>
                </a:lnTo>
                <a:lnTo>
                  <a:pt x="14484" y="14223"/>
                </a:lnTo>
                <a:lnTo>
                  <a:pt x="16603" y="14090"/>
                </a:lnTo>
                <a:lnTo>
                  <a:pt x="17825" y="13727"/>
                </a:lnTo>
                <a:lnTo>
                  <a:pt x="17848" y="9661"/>
                </a:lnTo>
                <a:lnTo>
                  <a:pt x="15256" y="9803"/>
                </a:lnTo>
                <a:lnTo>
                  <a:pt x="13546" y="9078"/>
                </a:lnTo>
                <a:lnTo>
                  <a:pt x="13924" y="3995"/>
                </a:lnTo>
                <a:lnTo>
                  <a:pt x="13790" y="1993"/>
                </a:lnTo>
                <a:lnTo>
                  <a:pt x="13790" y="0"/>
                </a:lnTo>
                <a:close/>
              </a:path>
            </a:pathLst>
          </a:custGeom>
          <a:solidFill>
            <a:srgbClr val="8880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1" name="bg object 421"/>
          <p:cNvSpPr/>
          <p:nvPr/>
        </p:nvSpPr>
        <p:spPr>
          <a:xfrm>
            <a:off x="2142650" y="4430843"/>
            <a:ext cx="13335" cy="19685"/>
          </a:xfrm>
          <a:custGeom>
            <a:avLst/>
            <a:gdLst/>
            <a:ahLst/>
            <a:cxnLst/>
            <a:rect l="l" t="t" r="r" b="b"/>
            <a:pathLst>
              <a:path w="13335" h="19685">
                <a:moveTo>
                  <a:pt x="8282" y="0"/>
                </a:moveTo>
                <a:lnTo>
                  <a:pt x="78" y="0"/>
                </a:lnTo>
                <a:lnTo>
                  <a:pt x="0" y="18038"/>
                </a:lnTo>
                <a:lnTo>
                  <a:pt x="1300" y="19346"/>
                </a:lnTo>
                <a:lnTo>
                  <a:pt x="3680" y="18857"/>
                </a:lnTo>
                <a:lnTo>
                  <a:pt x="6123" y="18566"/>
                </a:lnTo>
                <a:lnTo>
                  <a:pt x="9834" y="17368"/>
                </a:lnTo>
                <a:lnTo>
                  <a:pt x="11899" y="16430"/>
                </a:lnTo>
                <a:lnTo>
                  <a:pt x="12868" y="12332"/>
                </a:lnTo>
                <a:lnTo>
                  <a:pt x="10338" y="12443"/>
                </a:lnTo>
                <a:lnTo>
                  <a:pt x="8290" y="12395"/>
                </a:lnTo>
                <a:lnTo>
                  <a:pt x="5531" y="12655"/>
                </a:lnTo>
                <a:lnTo>
                  <a:pt x="4113" y="11757"/>
                </a:lnTo>
                <a:lnTo>
                  <a:pt x="4105" y="5516"/>
                </a:lnTo>
                <a:lnTo>
                  <a:pt x="4877" y="3735"/>
                </a:lnTo>
                <a:lnTo>
                  <a:pt x="8297" y="4137"/>
                </a:lnTo>
                <a:lnTo>
                  <a:pt x="8282" y="0"/>
                </a:lnTo>
                <a:close/>
              </a:path>
            </a:pathLst>
          </a:custGeom>
          <a:solidFill>
            <a:srgbClr val="726A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2" name="bg object 422"/>
          <p:cNvSpPr/>
          <p:nvPr/>
        </p:nvSpPr>
        <p:spPr>
          <a:xfrm>
            <a:off x="2164580" y="4421213"/>
            <a:ext cx="4445" cy="15240"/>
          </a:xfrm>
          <a:custGeom>
            <a:avLst/>
            <a:gdLst/>
            <a:ahLst/>
            <a:cxnLst/>
            <a:rect l="l" t="t" r="r" b="b"/>
            <a:pathLst>
              <a:path w="4444" h="15239">
                <a:moveTo>
                  <a:pt x="4255" y="0"/>
                </a:moveTo>
                <a:lnTo>
                  <a:pt x="70" y="15"/>
                </a:lnTo>
                <a:lnTo>
                  <a:pt x="0" y="13751"/>
                </a:lnTo>
                <a:lnTo>
                  <a:pt x="2836" y="15130"/>
                </a:lnTo>
                <a:lnTo>
                  <a:pt x="4310" y="9574"/>
                </a:lnTo>
                <a:lnTo>
                  <a:pt x="4255" y="0"/>
                </a:lnTo>
                <a:close/>
              </a:path>
            </a:pathLst>
          </a:custGeom>
          <a:solidFill>
            <a:srgbClr val="5A51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3" name="bg object 423"/>
          <p:cNvSpPr/>
          <p:nvPr/>
        </p:nvSpPr>
        <p:spPr>
          <a:xfrm>
            <a:off x="2159188" y="4444568"/>
            <a:ext cx="5715" cy="8890"/>
          </a:xfrm>
          <a:custGeom>
            <a:avLst/>
            <a:gdLst/>
            <a:ahLst/>
            <a:cxnLst/>
            <a:rect l="l" t="t" r="r" b="b"/>
            <a:pathLst>
              <a:path w="5714" h="8889">
                <a:moveTo>
                  <a:pt x="3325" y="0"/>
                </a:moveTo>
                <a:lnTo>
                  <a:pt x="1426" y="47"/>
                </a:lnTo>
                <a:lnTo>
                  <a:pt x="1221" y="4830"/>
                </a:lnTo>
                <a:lnTo>
                  <a:pt x="457" y="6548"/>
                </a:lnTo>
                <a:lnTo>
                  <a:pt x="0" y="8282"/>
                </a:lnTo>
                <a:lnTo>
                  <a:pt x="5484" y="8313"/>
                </a:lnTo>
                <a:lnTo>
                  <a:pt x="5476" y="55"/>
                </a:lnTo>
                <a:lnTo>
                  <a:pt x="3325" y="0"/>
                </a:lnTo>
                <a:close/>
              </a:path>
            </a:pathLst>
          </a:custGeom>
          <a:solidFill>
            <a:srgbClr val="7770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4" name="bg object 424"/>
          <p:cNvSpPr/>
          <p:nvPr/>
        </p:nvSpPr>
        <p:spPr>
          <a:xfrm>
            <a:off x="2067202" y="3741388"/>
            <a:ext cx="8255" cy="18415"/>
          </a:xfrm>
          <a:custGeom>
            <a:avLst/>
            <a:gdLst/>
            <a:ahLst/>
            <a:cxnLst/>
            <a:rect l="l" t="t" r="r" b="b"/>
            <a:pathLst>
              <a:path w="8255" h="18414">
                <a:moveTo>
                  <a:pt x="0" y="0"/>
                </a:moveTo>
                <a:lnTo>
                  <a:pt x="15" y="5531"/>
                </a:lnTo>
                <a:lnTo>
                  <a:pt x="3766" y="6595"/>
                </a:lnTo>
                <a:lnTo>
                  <a:pt x="3002" y="7699"/>
                </a:lnTo>
                <a:lnTo>
                  <a:pt x="1954" y="8707"/>
                </a:lnTo>
                <a:lnTo>
                  <a:pt x="882" y="11930"/>
                </a:lnTo>
                <a:lnTo>
                  <a:pt x="283" y="14082"/>
                </a:lnTo>
                <a:lnTo>
                  <a:pt x="464" y="16792"/>
                </a:lnTo>
                <a:lnTo>
                  <a:pt x="2789" y="17533"/>
                </a:lnTo>
                <a:lnTo>
                  <a:pt x="5461" y="18148"/>
                </a:lnTo>
                <a:lnTo>
                  <a:pt x="6887" y="17919"/>
                </a:lnTo>
                <a:lnTo>
                  <a:pt x="8250" y="17919"/>
                </a:lnTo>
                <a:lnTo>
                  <a:pt x="8250" y="31"/>
                </a:lnTo>
                <a:lnTo>
                  <a:pt x="0" y="0"/>
                </a:lnTo>
                <a:close/>
              </a:path>
            </a:pathLst>
          </a:custGeom>
          <a:solidFill>
            <a:srgbClr val="8071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5" name="bg object 425"/>
          <p:cNvSpPr/>
          <p:nvPr/>
        </p:nvSpPr>
        <p:spPr>
          <a:xfrm>
            <a:off x="2071339" y="3755186"/>
            <a:ext cx="8890" cy="22225"/>
          </a:xfrm>
          <a:custGeom>
            <a:avLst/>
            <a:gdLst/>
            <a:ahLst/>
            <a:cxnLst/>
            <a:rect l="l" t="t" r="r" b="b"/>
            <a:pathLst>
              <a:path w="8889" h="22225">
                <a:moveTo>
                  <a:pt x="8266" y="15"/>
                </a:moveTo>
                <a:lnTo>
                  <a:pt x="4121" y="0"/>
                </a:lnTo>
                <a:lnTo>
                  <a:pt x="4113" y="4121"/>
                </a:lnTo>
                <a:lnTo>
                  <a:pt x="4113" y="6130"/>
                </a:lnTo>
                <a:lnTo>
                  <a:pt x="3995" y="8140"/>
                </a:lnTo>
                <a:lnTo>
                  <a:pt x="4365" y="13286"/>
                </a:lnTo>
                <a:lnTo>
                  <a:pt x="2600" y="13948"/>
                </a:lnTo>
                <a:lnTo>
                  <a:pt x="7" y="13751"/>
                </a:lnTo>
                <a:lnTo>
                  <a:pt x="0" y="17888"/>
                </a:lnTo>
                <a:lnTo>
                  <a:pt x="3136" y="17470"/>
                </a:lnTo>
                <a:lnTo>
                  <a:pt x="4523" y="18826"/>
                </a:lnTo>
                <a:lnTo>
                  <a:pt x="4129" y="21986"/>
                </a:lnTo>
                <a:lnTo>
                  <a:pt x="8211" y="21970"/>
                </a:lnTo>
                <a:lnTo>
                  <a:pt x="8266" y="15"/>
                </a:lnTo>
                <a:close/>
              </a:path>
            </a:pathLst>
          </a:custGeom>
          <a:solidFill>
            <a:srgbClr val="867A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6" name="bg object 426"/>
          <p:cNvSpPr/>
          <p:nvPr/>
        </p:nvSpPr>
        <p:spPr>
          <a:xfrm>
            <a:off x="2063105" y="3741406"/>
            <a:ext cx="4445" cy="5715"/>
          </a:xfrm>
          <a:custGeom>
            <a:avLst/>
            <a:gdLst/>
            <a:ahLst/>
            <a:cxnLst/>
            <a:rect l="l" t="t" r="r" b="b"/>
            <a:pathLst>
              <a:path w="4444" h="5714">
                <a:moveTo>
                  <a:pt x="0" y="0"/>
                </a:moveTo>
                <a:lnTo>
                  <a:pt x="15" y="5531"/>
                </a:lnTo>
                <a:lnTo>
                  <a:pt x="4113" y="5516"/>
                </a:lnTo>
                <a:lnTo>
                  <a:pt x="4113" y="7"/>
                </a:lnTo>
                <a:lnTo>
                  <a:pt x="0" y="0"/>
                </a:lnTo>
                <a:close/>
              </a:path>
            </a:pathLst>
          </a:custGeom>
          <a:solidFill>
            <a:srgbClr val="857B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7" name="bg object 427"/>
          <p:cNvSpPr/>
          <p:nvPr/>
        </p:nvSpPr>
        <p:spPr>
          <a:xfrm>
            <a:off x="2151738" y="3407500"/>
            <a:ext cx="6350" cy="11430"/>
          </a:xfrm>
          <a:custGeom>
            <a:avLst/>
            <a:gdLst/>
            <a:ahLst/>
            <a:cxnLst/>
            <a:rect l="l" t="t" r="r" b="b"/>
            <a:pathLst>
              <a:path w="6350" h="11429">
                <a:moveTo>
                  <a:pt x="1993" y="0"/>
                </a:moveTo>
                <a:lnTo>
                  <a:pt x="2111" y="6312"/>
                </a:lnTo>
                <a:lnTo>
                  <a:pt x="0" y="10906"/>
                </a:lnTo>
                <a:lnTo>
                  <a:pt x="6036" y="10504"/>
                </a:lnTo>
                <a:lnTo>
                  <a:pt x="6107" y="6375"/>
                </a:lnTo>
                <a:lnTo>
                  <a:pt x="5925" y="2253"/>
                </a:lnTo>
                <a:lnTo>
                  <a:pt x="4665" y="2868"/>
                </a:lnTo>
                <a:lnTo>
                  <a:pt x="1993" y="0"/>
                </a:lnTo>
                <a:close/>
              </a:path>
            </a:pathLst>
          </a:custGeom>
          <a:solidFill>
            <a:srgbClr val="A49C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8" name="bg object 428"/>
          <p:cNvSpPr/>
          <p:nvPr/>
        </p:nvSpPr>
        <p:spPr>
          <a:xfrm>
            <a:off x="2231927" y="4370313"/>
            <a:ext cx="10160" cy="19050"/>
          </a:xfrm>
          <a:custGeom>
            <a:avLst/>
            <a:gdLst/>
            <a:ahLst/>
            <a:cxnLst/>
            <a:rect l="l" t="t" r="r" b="b"/>
            <a:pathLst>
              <a:path w="10160" h="19050">
                <a:moveTo>
                  <a:pt x="9606" y="0"/>
                </a:moveTo>
                <a:lnTo>
                  <a:pt x="8282" y="480"/>
                </a:lnTo>
                <a:lnTo>
                  <a:pt x="6052" y="701"/>
                </a:lnTo>
                <a:lnTo>
                  <a:pt x="4822" y="4988"/>
                </a:lnTo>
                <a:lnTo>
                  <a:pt x="2198" y="3900"/>
                </a:lnTo>
                <a:lnTo>
                  <a:pt x="0" y="4121"/>
                </a:lnTo>
                <a:lnTo>
                  <a:pt x="0" y="8250"/>
                </a:lnTo>
                <a:lnTo>
                  <a:pt x="3711" y="7785"/>
                </a:lnTo>
                <a:lnTo>
                  <a:pt x="6130" y="8699"/>
                </a:lnTo>
                <a:lnTo>
                  <a:pt x="5311" y="14736"/>
                </a:lnTo>
                <a:lnTo>
                  <a:pt x="5484" y="16320"/>
                </a:lnTo>
                <a:lnTo>
                  <a:pt x="5484" y="17880"/>
                </a:lnTo>
                <a:lnTo>
                  <a:pt x="10063" y="18455"/>
                </a:lnTo>
                <a:lnTo>
                  <a:pt x="9692" y="15303"/>
                </a:lnTo>
                <a:lnTo>
                  <a:pt x="9606" y="12372"/>
                </a:lnTo>
                <a:lnTo>
                  <a:pt x="9606" y="0"/>
                </a:lnTo>
                <a:close/>
              </a:path>
            </a:pathLst>
          </a:custGeom>
          <a:solidFill>
            <a:srgbClr val="7B76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9" name="bg object 429"/>
          <p:cNvSpPr/>
          <p:nvPr/>
        </p:nvSpPr>
        <p:spPr>
          <a:xfrm>
            <a:off x="2241533" y="4370313"/>
            <a:ext cx="4445" cy="12700"/>
          </a:xfrm>
          <a:custGeom>
            <a:avLst/>
            <a:gdLst/>
            <a:ahLst/>
            <a:cxnLst/>
            <a:rect l="l" t="t" r="r" b="b"/>
            <a:pathLst>
              <a:path w="4444" h="12700">
                <a:moveTo>
                  <a:pt x="4160" y="0"/>
                </a:moveTo>
                <a:lnTo>
                  <a:pt x="0" y="0"/>
                </a:lnTo>
                <a:lnTo>
                  <a:pt x="0" y="12372"/>
                </a:lnTo>
                <a:lnTo>
                  <a:pt x="4113" y="12379"/>
                </a:lnTo>
                <a:lnTo>
                  <a:pt x="4160" y="0"/>
                </a:lnTo>
                <a:close/>
              </a:path>
            </a:pathLst>
          </a:custGeom>
          <a:solidFill>
            <a:srgbClr val="8783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0" name="bg object 430"/>
          <p:cNvSpPr/>
          <p:nvPr/>
        </p:nvSpPr>
        <p:spPr>
          <a:xfrm>
            <a:off x="2230628" y="4378094"/>
            <a:ext cx="7620" cy="10160"/>
          </a:xfrm>
          <a:custGeom>
            <a:avLst/>
            <a:gdLst/>
            <a:ahLst/>
            <a:cxnLst/>
            <a:rect l="l" t="t" r="r" b="b"/>
            <a:pathLst>
              <a:path w="7619" h="10160">
                <a:moveTo>
                  <a:pt x="5011" y="0"/>
                </a:moveTo>
                <a:lnTo>
                  <a:pt x="1284" y="488"/>
                </a:lnTo>
                <a:lnTo>
                  <a:pt x="1442" y="4231"/>
                </a:lnTo>
                <a:lnTo>
                  <a:pt x="0" y="8676"/>
                </a:lnTo>
                <a:lnTo>
                  <a:pt x="5453" y="10118"/>
                </a:lnTo>
                <a:lnTo>
                  <a:pt x="6784" y="10102"/>
                </a:lnTo>
                <a:lnTo>
                  <a:pt x="6784" y="8534"/>
                </a:lnTo>
                <a:lnTo>
                  <a:pt x="6611" y="6958"/>
                </a:lnTo>
                <a:lnTo>
                  <a:pt x="7431" y="914"/>
                </a:lnTo>
                <a:lnTo>
                  <a:pt x="5011" y="0"/>
                </a:lnTo>
                <a:close/>
              </a:path>
            </a:pathLst>
          </a:custGeom>
          <a:solidFill>
            <a:srgbClr val="8480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1" name="bg object 431"/>
          <p:cNvSpPr/>
          <p:nvPr/>
        </p:nvSpPr>
        <p:spPr>
          <a:xfrm>
            <a:off x="2268908" y="4057919"/>
            <a:ext cx="23495" cy="36830"/>
          </a:xfrm>
          <a:custGeom>
            <a:avLst/>
            <a:gdLst/>
            <a:ahLst/>
            <a:cxnLst/>
            <a:rect l="l" t="t" r="r" b="b"/>
            <a:pathLst>
              <a:path w="23494" h="36829">
                <a:moveTo>
                  <a:pt x="13774" y="0"/>
                </a:moveTo>
                <a:lnTo>
                  <a:pt x="12427" y="780"/>
                </a:lnTo>
                <a:lnTo>
                  <a:pt x="9992" y="1473"/>
                </a:lnTo>
                <a:lnTo>
                  <a:pt x="9613" y="6398"/>
                </a:lnTo>
                <a:lnTo>
                  <a:pt x="7037" y="3727"/>
                </a:lnTo>
                <a:lnTo>
                  <a:pt x="5563" y="4145"/>
                </a:lnTo>
                <a:lnTo>
                  <a:pt x="5563" y="9645"/>
                </a:lnTo>
                <a:lnTo>
                  <a:pt x="5082" y="13041"/>
                </a:lnTo>
                <a:lnTo>
                  <a:pt x="7494" y="17841"/>
                </a:lnTo>
                <a:lnTo>
                  <a:pt x="693" y="18542"/>
                </a:lnTo>
                <a:lnTo>
                  <a:pt x="165" y="20827"/>
                </a:lnTo>
                <a:lnTo>
                  <a:pt x="0" y="26651"/>
                </a:lnTo>
                <a:lnTo>
                  <a:pt x="86" y="31206"/>
                </a:lnTo>
                <a:lnTo>
                  <a:pt x="86" y="35768"/>
                </a:lnTo>
                <a:lnTo>
                  <a:pt x="3640" y="36312"/>
                </a:lnTo>
                <a:lnTo>
                  <a:pt x="5130" y="34011"/>
                </a:lnTo>
                <a:lnTo>
                  <a:pt x="5650" y="28164"/>
                </a:lnTo>
                <a:lnTo>
                  <a:pt x="6981" y="27242"/>
                </a:lnTo>
                <a:lnTo>
                  <a:pt x="9684" y="27533"/>
                </a:lnTo>
                <a:lnTo>
                  <a:pt x="23404" y="27525"/>
                </a:lnTo>
                <a:lnTo>
                  <a:pt x="23404" y="23404"/>
                </a:lnTo>
                <a:lnTo>
                  <a:pt x="13806" y="23404"/>
                </a:lnTo>
                <a:lnTo>
                  <a:pt x="9700" y="23223"/>
                </a:lnTo>
                <a:lnTo>
                  <a:pt x="9740" y="20331"/>
                </a:lnTo>
                <a:lnTo>
                  <a:pt x="9535" y="14168"/>
                </a:lnTo>
                <a:lnTo>
                  <a:pt x="11245" y="13585"/>
                </a:lnTo>
                <a:lnTo>
                  <a:pt x="13790" y="13782"/>
                </a:lnTo>
                <a:lnTo>
                  <a:pt x="13774" y="0"/>
                </a:lnTo>
                <a:close/>
              </a:path>
            </a:pathLst>
          </a:custGeom>
          <a:solidFill>
            <a:srgbClr val="BEB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2" name="bg object 432"/>
          <p:cNvSpPr/>
          <p:nvPr/>
        </p:nvSpPr>
        <p:spPr>
          <a:xfrm>
            <a:off x="2286834" y="4088309"/>
            <a:ext cx="18415" cy="15240"/>
          </a:xfrm>
          <a:custGeom>
            <a:avLst/>
            <a:gdLst/>
            <a:ahLst/>
            <a:cxnLst/>
            <a:rect l="l" t="t" r="r" b="b"/>
            <a:pathLst>
              <a:path w="18414" h="15239">
                <a:moveTo>
                  <a:pt x="7706" y="0"/>
                </a:moveTo>
                <a:lnTo>
                  <a:pt x="5918" y="47"/>
                </a:lnTo>
                <a:lnTo>
                  <a:pt x="3325" y="4657"/>
                </a:lnTo>
                <a:lnTo>
                  <a:pt x="1339" y="4846"/>
                </a:lnTo>
                <a:lnTo>
                  <a:pt x="15" y="5413"/>
                </a:lnTo>
                <a:lnTo>
                  <a:pt x="0" y="10898"/>
                </a:lnTo>
                <a:lnTo>
                  <a:pt x="3128" y="10520"/>
                </a:lnTo>
                <a:lnTo>
                  <a:pt x="4483" y="11915"/>
                </a:lnTo>
                <a:lnTo>
                  <a:pt x="4105" y="15035"/>
                </a:lnTo>
                <a:lnTo>
                  <a:pt x="9598" y="15035"/>
                </a:lnTo>
                <a:lnTo>
                  <a:pt x="9409" y="12466"/>
                </a:lnTo>
                <a:lnTo>
                  <a:pt x="10015" y="10638"/>
                </a:lnTo>
                <a:lnTo>
                  <a:pt x="14696" y="11008"/>
                </a:lnTo>
                <a:lnTo>
                  <a:pt x="16257" y="10914"/>
                </a:lnTo>
                <a:lnTo>
                  <a:pt x="17848" y="10898"/>
                </a:lnTo>
                <a:lnTo>
                  <a:pt x="17825" y="6784"/>
                </a:lnTo>
                <a:lnTo>
                  <a:pt x="14681" y="6745"/>
                </a:lnTo>
                <a:lnTo>
                  <a:pt x="11489" y="6989"/>
                </a:lnTo>
                <a:lnTo>
                  <a:pt x="7706" y="0"/>
                </a:lnTo>
                <a:close/>
              </a:path>
            </a:pathLst>
          </a:custGeom>
          <a:solidFill>
            <a:srgbClr val="A89F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3" name="bg object 433"/>
          <p:cNvSpPr/>
          <p:nvPr/>
        </p:nvSpPr>
        <p:spPr>
          <a:xfrm>
            <a:off x="2304661" y="4085393"/>
            <a:ext cx="10160" cy="13970"/>
          </a:xfrm>
          <a:custGeom>
            <a:avLst/>
            <a:gdLst/>
            <a:ahLst/>
            <a:cxnLst/>
            <a:rect l="l" t="t" r="r" b="b"/>
            <a:pathLst>
              <a:path w="10160" h="13970">
                <a:moveTo>
                  <a:pt x="9448" y="0"/>
                </a:moveTo>
                <a:lnTo>
                  <a:pt x="4034" y="614"/>
                </a:lnTo>
                <a:lnTo>
                  <a:pt x="464" y="4271"/>
                </a:lnTo>
                <a:lnTo>
                  <a:pt x="0" y="9700"/>
                </a:lnTo>
                <a:lnTo>
                  <a:pt x="23" y="13814"/>
                </a:lnTo>
                <a:lnTo>
                  <a:pt x="9527" y="13845"/>
                </a:lnTo>
                <a:lnTo>
                  <a:pt x="9716" y="9661"/>
                </a:lnTo>
                <a:lnTo>
                  <a:pt x="9448" y="0"/>
                </a:lnTo>
                <a:close/>
              </a:path>
            </a:pathLst>
          </a:custGeom>
          <a:solidFill>
            <a:srgbClr val="B8AF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4" name="bg object 434"/>
          <p:cNvSpPr/>
          <p:nvPr/>
        </p:nvSpPr>
        <p:spPr>
          <a:xfrm>
            <a:off x="2282712" y="4085456"/>
            <a:ext cx="4445" cy="26670"/>
          </a:xfrm>
          <a:custGeom>
            <a:avLst/>
            <a:gdLst/>
            <a:ahLst/>
            <a:cxnLst/>
            <a:rect l="l" t="t" r="r" b="b"/>
            <a:pathLst>
              <a:path w="4444" h="26670">
                <a:moveTo>
                  <a:pt x="4105" y="0"/>
                </a:moveTo>
                <a:lnTo>
                  <a:pt x="7" y="0"/>
                </a:lnTo>
                <a:lnTo>
                  <a:pt x="0" y="26139"/>
                </a:lnTo>
                <a:lnTo>
                  <a:pt x="2632" y="26343"/>
                </a:lnTo>
                <a:lnTo>
                  <a:pt x="4318" y="25634"/>
                </a:lnTo>
                <a:lnTo>
                  <a:pt x="3979" y="19582"/>
                </a:lnTo>
                <a:lnTo>
                  <a:pt x="4113" y="16658"/>
                </a:lnTo>
                <a:lnTo>
                  <a:pt x="4137" y="8266"/>
                </a:lnTo>
                <a:lnTo>
                  <a:pt x="4105" y="0"/>
                </a:lnTo>
                <a:close/>
              </a:path>
            </a:pathLst>
          </a:custGeom>
          <a:solidFill>
            <a:srgbClr val="C5BE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5" name="bg object 435"/>
          <p:cNvSpPr/>
          <p:nvPr/>
        </p:nvSpPr>
        <p:spPr>
          <a:xfrm>
            <a:off x="2134476" y="3484096"/>
            <a:ext cx="10160" cy="24765"/>
          </a:xfrm>
          <a:custGeom>
            <a:avLst/>
            <a:gdLst/>
            <a:ahLst/>
            <a:cxnLst/>
            <a:rect l="l" t="t" r="r" b="b"/>
            <a:pathLst>
              <a:path w="10160" h="24764">
                <a:moveTo>
                  <a:pt x="9653" y="15"/>
                </a:moveTo>
                <a:lnTo>
                  <a:pt x="15" y="0"/>
                </a:lnTo>
                <a:lnTo>
                  <a:pt x="0" y="5492"/>
                </a:lnTo>
                <a:lnTo>
                  <a:pt x="15" y="17833"/>
                </a:lnTo>
                <a:lnTo>
                  <a:pt x="5799" y="17454"/>
                </a:lnTo>
                <a:lnTo>
                  <a:pt x="3680" y="21852"/>
                </a:lnTo>
                <a:lnTo>
                  <a:pt x="4129" y="24689"/>
                </a:lnTo>
                <a:lnTo>
                  <a:pt x="6792" y="24665"/>
                </a:lnTo>
                <a:lnTo>
                  <a:pt x="8258" y="9645"/>
                </a:lnTo>
                <a:lnTo>
                  <a:pt x="9653" y="15"/>
                </a:lnTo>
                <a:close/>
              </a:path>
            </a:pathLst>
          </a:custGeom>
          <a:solidFill>
            <a:srgbClr val="A59D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6" name="bg object 436"/>
          <p:cNvSpPr/>
          <p:nvPr/>
        </p:nvSpPr>
        <p:spPr>
          <a:xfrm>
            <a:off x="2129942" y="3501546"/>
            <a:ext cx="10795" cy="7620"/>
          </a:xfrm>
          <a:custGeom>
            <a:avLst/>
            <a:gdLst/>
            <a:ahLst/>
            <a:cxnLst/>
            <a:rect l="l" t="t" r="r" b="b"/>
            <a:pathLst>
              <a:path w="10794" h="7620">
                <a:moveTo>
                  <a:pt x="10331" y="0"/>
                </a:moveTo>
                <a:lnTo>
                  <a:pt x="4546" y="386"/>
                </a:lnTo>
                <a:lnTo>
                  <a:pt x="1481" y="47"/>
                </a:lnTo>
                <a:lnTo>
                  <a:pt x="0" y="1316"/>
                </a:lnTo>
                <a:lnTo>
                  <a:pt x="386" y="4491"/>
                </a:lnTo>
                <a:lnTo>
                  <a:pt x="5886" y="7375"/>
                </a:lnTo>
                <a:lnTo>
                  <a:pt x="8644" y="7399"/>
                </a:lnTo>
                <a:lnTo>
                  <a:pt x="8668" y="7242"/>
                </a:lnTo>
                <a:lnTo>
                  <a:pt x="8219" y="4405"/>
                </a:lnTo>
                <a:lnTo>
                  <a:pt x="10331" y="0"/>
                </a:lnTo>
                <a:close/>
              </a:path>
            </a:pathLst>
          </a:custGeom>
          <a:solidFill>
            <a:srgbClr val="8D82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7" name="bg object 437"/>
          <p:cNvSpPr/>
          <p:nvPr/>
        </p:nvSpPr>
        <p:spPr>
          <a:xfrm>
            <a:off x="2119290" y="3504826"/>
            <a:ext cx="6350" cy="11430"/>
          </a:xfrm>
          <a:custGeom>
            <a:avLst/>
            <a:gdLst/>
            <a:ahLst/>
            <a:cxnLst/>
            <a:rect l="l" t="t" r="r" b="b"/>
            <a:pathLst>
              <a:path w="6350" h="11429">
                <a:moveTo>
                  <a:pt x="1536" y="0"/>
                </a:moveTo>
                <a:lnTo>
                  <a:pt x="0" y="8037"/>
                </a:lnTo>
                <a:lnTo>
                  <a:pt x="1505" y="10953"/>
                </a:lnTo>
                <a:lnTo>
                  <a:pt x="4602" y="11276"/>
                </a:lnTo>
                <a:lnTo>
                  <a:pt x="5981" y="9905"/>
                </a:lnTo>
                <a:lnTo>
                  <a:pt x="5579" y="6784"/>
                </a:lnTo>
                <a:lnTo>
                  <a:pt x="5547" y="1316"/>
                </a:lnTo>
                <a:lnTo>
                  <a:pt x="1536" y="0"/>
                </a:lnTo>
                <a:close/>
              </a:path>
            </a:pathLst>
          </a:custGeom>
          <a:solidFill>
            <a:srgbClr val="705F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8" name="bg object 438"/>
          <p:cNvSpPr/>
          <p:nvPr/>
        </p:nvSpPr>
        <p:spPr>
          <a:xfrm>
            <a:off x="2124837" y="3506144"/>
            <a:ext cx="5715" cy="5715"/>
          </a:xfrm>
          <a:custGeom>
            <a:avLst/>
            <a:gdLst/>
            <a:ahLst/>
            <a:cxnLst/>
            <a:rect l="l" t="t" r="r" b="b"/>
            <a:pathLst>
              <a:path w="5714" h="5714">
                <a:moveTo>
                  <a:pt x="5470" y="0"/>
                </a:moveTo>
                <a:lnTo>
                  <a:pt x="0" y="0"/>
                </a:lnTo>
                <a:lnTo>
                  <a:pt x="31" y="5468"/>
                </a:lnTo>
                <a:lnTo>
                  <a:pt x="4146" y="5468"/>
                </a:lnTo>
                <a:lnTo>
                  <a:pt x="5074" y="1812"/>
                </a:lnTo>
                <a:lnTo>
                  <a:pt x="5470" y="0"/>
                </a:lnTo>
                <a:close/>
              </a:path>
            </a:pathLst>
          </a:custGeom>
          <a:solidFill>
            <a:srgbClr val="7C79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9" name="bg object 439"/>
          <p:cNvSpPr/>
          <p:nvPr/>
        </p:nvSpPr>
        <p:spPr>
          <a:xfrm>
            <a:off x="2095318" y="3617107"/>
            <a:ext cx="28575" cy="36830"/>
          </a:xfrm>
          <a:custGeom>
            <a:avLst/>
            <a:gdLst/>
            <a:ahLst/>
            <a:cxnLst/>
            <a:rect l="l" t="t" r="r" b="b"/>
            <a:pathLst>
              <a:path w="28575" h="36829">
                <a:moveTo>
                  <a:pt x="6587" y="0"/>
                </a:moveTo>
                <a:lnTo>
                  <a:pt x="4200" y="945"/>
                </a:lnTo>
                <a:lnTo>
                  <a:pt x="5019" y="6958"/>
                </a:lnTo>
                <a:lnTo>
                  <a:pt x="4814" y="8550"/>
                </a:lnTo>
                <a:lnTo>
                  <a:pt x="4799" y="10110"/>
                </a:lnTo>
                <a:lnTo>
                  <a:pt x="4783" y="21907"/>
                </a:lnTo>
                <a:lnTo>
                  <a:pt x="5634" y="25406"/>
                </a:lnTo>
                <a:lnTo>
                  <a:pt x="0" y="28826"/>
                </a:lnTo>
                <a:lnTo>
                  <a:pt x="874" y="33388"/>
                </a:lnTo>
                <a:lnTo>
                  <a:pt x="724" y="36233"/>
                </a:lnTo>
                <a:lnTo>
                  <a:pt x="4814" y="36202"/>
                </a:lnTo>
                <a:lnTo>
                  <a:pt x="4444" y="33042"/>
                </a:lnTo>
                <a:lnTo>
                  <a:pt x="5894" y="31734"/>
                </a:lnTo>
                <a:lnTo>
                  <a:pt x="8975" y="32088"/>
                </a:lnTo>
                <a:lnTo>
                  <a:pt x="9424" y="25792"/>
                </a:lnTo>
                <a:lnTo>
                  <a:pt x="9708" y="19472"/>
                </a:lnTo>
                <a:lnTo>
                  <a:pt x="10599" y="12056"/>
                </a:lnTo>
                <a:lnTo>
                  <a:pt x="12734" y="10173"/>
                </a:lnTo>
                <a:lnTo>
                  <a:pt x="17628" y="10669"/>
                </a:lnTo>
                <a:lnTo>
                  <a:pt x="18613" y="8219"/>
                </a:lnTo>
                <a:lnTo>
                  <a:pt x="19133" y="5311"/>
                </a:lnTo>
                <a:lnTo>
                  <a:pt x="22986" y="6020"/>
                </a:lnTo>
                <a:lnTo>
                  <a:pt x="23443" y="12080"/>
                </a:lnTo>
                <a:lnTo>
                  <a:pt x="28180" y="10094"/>
                </a:lnTo>
                <a:lnTo>
                  <a:pt x="28172" y="472"/>
                </a:lnTo>
                <a:lnTo>
                  <a:pt x="10323" y="457"/>
                </a:lnTo>
                <a:lnTo>
                  <a:pt x="6587" y="0"/>
                </a:lnTo>
                <a:close/>
              </a:path>
            </a:pathLst>
          </a:custGeom>
          <a:solidFill>
            <a:srgbClr val="AC9F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0" name="bg object 440"/>
          <p:cNvSpPr/>
          <p:nvPr/>
        </p:nvSpPr>
        <p:spPr>
          <a:xfrm>
            <a:off x="2105643" y="3599667"/>
            <a:ext cx="12700" cy="18415"/>
          </a:xfrm>
          <a:custGeom>
            <a:avLst/>
            <a:gdLst/>
            <a:ahLst/>
            <a:cxnLst/>
            <a:rect l="l" t="t" r="r" b="b"/>
            <a:pathLst>
              <a:path w="12700" h="18414">
                <a:moveTo>
                  <a:pt x="4137" y="15"/>
                </a:moveTo>
                <a:lnTo>
                  <a:pt x="31" y="0"/>
                </a:lnTo>
                <a:lnTo>
                  <a:pt x="0" y="17896"/>
                </a:lnTo>
                <a:lnTo>
                  <a:pt x="12364" y="17904"/>
                </a:lnTo>
                <a:lnTo>
                  <a:pt x="12025" y="16658"/>
                </a:lnTo>
                <a:lnTo>
                  <a:pt x="11891" y="15295"/>
                </a:lnTo>
                <a:lnTo>
                  <a:pt x="10906" y="13601"/>
                </a:lnTo>
                <a:lnTo>
                  <a:pt x="9275" y="13632"/>
                </a:lnTo>
                <a:lnTo>
                  <a:pt x="7281" y="8747"/>
                </a:lnTo>
                <a:lnTo>
                  <a:pt x="5744" y="4365"/>
                </a:lnTo>
                <a:lnTo>
                  <a:pt x="4137" y="15"/>
                </a:lnTo>
                <a:close/>
              </a:path>
            </a:pathLst>
          </a:custGeom>
          <a:solidFill>
            <a:srgbClr val="ABA4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1" name="bg object 441"/>
          <p:cNvSpPr/>
          <p:nvPr/>
        </p:nvSpPr>
        <p:spPr>
          <a:xfrm>
            <a:off x="2101154" y="3595160"/>
            <a:ext cx="5080" cy="14604"/>
          </a:xfrm>
          <a:custGeom>
            <a:avLst/>
            <a:gdLst/>
            <a:ahLst/>
            <a:cxnLst/>
            <a:rect l="l" t="t" r="r" b="b"/>
            <a:pathLst>
              <a:path w="5080" h="14604">
                <a:moveTo>
                  <a:pt x="1339" y="0"/>
                </a:moveTo>
                <a:lnTo>
                  <a:pt x="0" y="1402"/>
                </a:lnTo>
                <a:lnTo>
                  <a:pt x="362" y="4507"/>
                </a:lnTo>
                <a:lnTo>
                  <a:pt x="370" y="6517"/>
                </a:lnTo>
                <a:lnTo>
                  <a:pt x="504" y="8534"/>
                </a:lnTo>
                <a:lnTo>
                  <a:pt x="133" y="13672"/>
                </a:lnTo>
                <a:lnTo>
                  <a:pt x="1891" y="14342"/>
                </a:lnTo>
                <a:lnTo>
                  <a:pt x="4483" y="14168"/>
                </a:lnTo>
                <a:lnTo>
                  <a:pt x="4523" y="4507"/>
                </a:lnTo>
                <a:lnTo>
                  <a:pt x="4468" y="370"/>
                </a:lnTo>
                <a:lnTo>
                  <a:pt x="1339" y="0"/>
                </a:lnTo>
                <a:close/>
              </a:path>
            </a:pathLst>
          </a:custGeom>
          <a:solidFill>
            <a:srgbClr val="A294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2" name="bg object 442"/>
          <p:cNvSpPr/>
          <p:nvPr/>
        </p:nvSpPr>
        <p:spPr>
          <a:xfrm>
            <a:off x="2091921" y="3625823"/>
            <a:ext cx="8255" cy="10160"/>
          </a:xfrm>
          <a:custGeom>
            <a:avLst/>
            <a:gdLst/>
            <a:ahLst/>
            <a:cxnLst/>
            <a:rect l="l" t="t" r="r" b="b"/>
            <a:pathLst>
              <a:path w="8255" h="10160">
                <a:moveTo>
                  <a:pt x="4152" y="0"/>
                </a:moveTo>
                <a:lnTo>
                  <a:pt x="4176" y="2892"/>
                </a:lnTo>
                <a:lnTo>
                  <a:pt x="4602" y="6091"/>
                </a:lnTo>
                <a:lnTo>
                  <a:pt x="15" y="5516"/>
                </a:lnTo>
                <a:lnTo>
                  <a:pt x="0" y="9629"/>
                </a:lnTo>
                <a:lnTo>
                  <a:pt x="8203" y="9606"/>
                </a:lnTo>
                <a:lnTo>
                  <a:pt x="8195" y="1394"/>
                </a:lnTo>
                <a:lnTo>
                  <a:pt x="4152" y="0"/>
                </a:lnTo>
                <a:close/>
              </a:path>
            </a:pathLst>
          </a:custGeom>
          <a:solidFill>
            <a:srgbClr val="8D7E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3" name="bg object 443"/>
          <p:cNvSpPr/>
          <p:nvPr/>
        </p:nvSpPr>
        <p:spPr>
          <a:xfrm>
            <a:off x="2178394" y="4422390"/>
            <a:ext cx="8890" cy="8890"/>
          </a:xfrm>
          <a:custGeom>
            <a:avLst/>
            <a:gdLst/>
            <a:ahLst/>
            <a:cxnLst/>
            <a:rect l="l" t="t" r="r" b="b"/>
            <a:pathLst>
              <a:path w="8889" h="8889">
                <a:moveTo>
                  <a:pt x="6729" y="0"/>
                </a:moveTo>
                <a:lnTo>
                  <a:pt x="4129" y="212"/>
                </a:lnTo>
                <a:lnTo>
                  <a:pt x="23" y="228"/>
                </a:lnTo>
                <a:lnTo>
                  <a:pt x="39" y="8439"/>
                </a:lnTo>
                <a:lnTo>
                  <a:pt x="8227" y="8487"/>
                </a:lnTo>
                <a:lnTo>
                  <a:pt x="8227" y="6926"/>
                </a:lnTo>
                <a:lnTo>
                  <a:pt x="8132" y="5366"/>
                </a:lnTo>
                <a:lnTo>
                  <a:pt x="8510" y="677"/>
                </a:lnTo>
                <a:lnTo>
                  <a:pt x="6729" y="0"/>
                </a:lnTo>
                <a:close/>
              </a:path>
            </a:pathLst>
          </a:custGeom>
          <a:solidFill>
            <a:srgbClr val="564E9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4" name="bg object 444"/>
          <p:cNvSpPr/>
          <p:nvPr/>
        </p:nvSpPr>
        <p:spPr>
          <a:xfrm>
            <a:off x="2168720" y="4412963"/>
            <a:ext cx="10160" cy="10160"/>
          </a:xfrm>
          <a:custGeom>
            <a:avLst/>
            <a:gdLst/>
            <a:ahLst/>
            <a:cxnLst/>
            <a:rect l="l" t="t" r="r" b="b"/>
            <a:pathLst>
              <a:path w="10160" h="10160">
                <a:moveTo>
                  <a:pt x="9677" y="7"/>
                </a:moveTo>
                <a:lnTo>
                  <a:pt x="5571" y="0"/>
                </a:lnTo>
                <a:lnTo>
                  <a:pt x="6123" y="4546"/>
                </a:lnTo>
                <a:lnTo>
                  <a:pt x="3018" y="4231"/>
                </a:lnTo>
                <a:lnTo>
                  <a:pt x="86" y="4145"/>
                </a:lnTo>
                <a:lnTo>
                  <a:pt x="0" y="8305"/>
                </a:lnTo>
                <a:lnTo>
                  <a:pt x="5563" y="9637"/>
                </a:lnTo>
                <a:lnTo>
                  <a:pt x="9677" y="9637"/>
                </a:lnTo>
                <a:close/>
              </a:path>
            </a:pathLst>
          </a:custGeom>
          <a:solidFill>
            <a:srgbClr val="7D7A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5" name="bg object 445"/>
          <p:cNvSpPr/>
          <p:nvPr/>
        </p:nvSpPr>
        <p:spPr>
          <a:xfrm>
            <a:off x="2168835" y="4421215"/>
            <a:ext cx="6350" cy="10795"/>
          </a:xfrm>
          <a:custGeom>
            <a:avLst/>
            <a:gdLst/>
            <a:ahLst/>
            <a:cxnLst/>
            <a:rect l="l" t="t" r="r" b="b"/>
            <a:pathLst>
              <a:path w="6350" h="10795">
                <a:moveTo>
                  <a:pt x="0" y="0"/>
                </a:moveTo>
                <a:lnTo>
                  <a:pt x="55" y="9574"/>
                </a:lnTo>
                <a:lnTo>
                  <a:pt x="3869" y="10189"/>
                </a:lnTo>
                <a:lnTo>
                  <a:pt x="6044" y="9015"/>
                </a:lnTo>
                <a:lnTo>
                  <a:pt x="5327" y="3609"/>
                </a:lnTo>
                <a:lnTo>
                  <a:pt x="5445" y="2490"/>
                </a:lnTo>
                <a:lnTo>
                  <a:pt x="5453" y="1386"/>
                </a:lnTo>
                <a:lnTo>
                  <a:pt x="0" y="0"/>
                </a:lnTo>
                <a:close/>
              </a:path>
            </a:pathLst>
          </a:custGeom>
          <a:solidFill>
            <a:srgbClr val="8A87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6" name="bg object 446"/>
          <p:cNvSpPr/>
          <p:nvPr/>
        </p:nvSpPr>
        <p:spPr>
          <a:xfrm>
            <a:off x="2178409" y="4430829"/>
            <a:ext cx="8255" cy="4445"/>
          </a:xfrm>
          <a:custGeom>
            <a:avLst/>
            <a:gdLst/>
            <a:ahLst/>
            <a:cxnLst/>
            <a:rect l="l" t="t" r="r" b="b"/>
            <a:pathLst>
              <a:path w="8255" h="4445">
                <a:moveTo>
                  <a:pt x="23" y="0"/>
                </a:moveTo>
                <a:lnTo>
                  <a:pt x="0" y="4152"/>
                </a:lnTo>
                <a:lnTo>
                  <a:pt x="8203" y="4168"/>
                </a:lnTo>
                <a:lnTo>
                  <a:pt x="8211" y="47"/>
                </a:lnTo>
                <a:lnTo>
                  <a:pt x="23" y="0"/>
                </a:lnTo>
                <a:close/>
              </a:path>
            </a:pathLst>
          </a:custGeom>
          <a:solidFill>
            <a:srgbClr val="6A5E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7" name="bg object 447"/>
          <p:cNvSpPr/>
          <p:nvPr/>
        </p:nvSpPr>
        <p:spPr>
          <a:xfrm>
            <a:off x="2076373" y="4366171"/>
            <a:ext cx="14604" cy="10160"/>
          </a:xfrm>
          <a:custGeom>
            <a:avLst/>
            <a:gdLst/>
            <a:ahLst/>
            <a:cxnLst/>
            <a:rect l="l" t="t" r="r" b="b"/>
            <a:pathLst>
              <a:path w="14605" h="10160">
                <a:moveTo>
                  <a:pt x="10078" y="0"/>
                </a:moveTo>
                <a:lnTo>
                  <a:pt x="9558" y="5539"/>
                </a:lnTo>
                <a:lnTo>
                  <a:pt x="9141" y="6004"/>
                </a:lnTo>
                <a:lnTo>
                  <a:pt x="3002" y="5295"/>
                </a:lnTo>
                <a:lnTo>
                  <a:pt x="1773" y="4570"/>
                </a:lnTo>
                <a:lnTo>
                  <a:pt x="504" y="4113"/>
                </a:lnTo>
                <a:lnTo>
                  <a:pt x="307" y="7100"/>
                </a:lnTo>
                <a:lnTo>
                  <a:pt x="0" y="10165"/>
                </a:lnTo>
                <a:lnTo>
                  <a:pt x="4554" y="9669"/>
                </a:lnTo>
                <a:lnTo>
                  <a:pt x="14184" y="9645"/>
                </a:lnTo>
                <a:lnTo>
                  <a:pt x="14176" y="23"/>
                </a:lnTo>
                <a:lnTo>
                  <a:pt x="10078" y="0"/>
                </a:lnTo>
                <a:close/>
              </a:path>
            </a:pathLst>
          </a:custGeom>
          <a:solidFill>
            <a:srgbClr val="766B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8" name="bg object 448"/>
          <p:cNvSpPr/>
          <p:nvPr/>
        </p:nvSpPr>
        <p:spPr>
          <a:xfrm>
            <a:off x="2235395" y="3705643"/>
            <a:ext cx="6350" cy="22860"/>
          </a:xfrm>
          <a:custGeom>
            <a:avLst/>
            <a:gdLst/>
            <a:ahLst/>
            <a:cxnLst/>
            <a:rect l="l" t="t" r="r" b="b"/>
            <a:pathLst>
              <a:path w="6350" h="22860">
                <a:moveTo>
                  <a:pt x="6115" y="15"/>
                </a:moveTo>
                <a:lnTo>
                  <a:pt x="2025" y="0"/>
                </a:lnTo>
                <a:lnTo>
                  <a:pt x="2017" y="4121"/>
                </a:lnTo>
                <a:lnTo>
                  <a:pt x="654" y="12395"/>
                </a:lnTo>
                <a:lnTo>
                  <a:pt x="654" y="13948"/>
                </a:lnTo>
                <a:lnTo>
                  <a:pt x="827" y="15524"/>
                </a:lnTo>
                <a:lnTo>
                  <a:pt x="0" y="21481"/>
                </a:lnTo>
                <a:lnTo>
                  <a:pt x="2340" y="22490"/>
                </a:lnTo>
                <a:lnTo>
                  <a:pt x="6075" y="22025"/>
                </a:lnTo>
                <a:lnTo>
                  <a:pt x="6162" y="17896"/>
                </a:lnTo>
                <a:lnTo>
                  <a:pt x="6115" y="15"/>
                </a:lnTo>
                <a:close/>
              </a:path>
            </a:pathLst>
          </a:custGeom>
          <a:solidFill>
            <a:srgbClr val="9285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9" name="bg object 449"/>
          <p:cNvSpPr/>
          <p:nvPr/>
        </p:nvSpPr>
        <p:spPr>
          <a:xfrm>
            <a:off x="2237396" y="3691876"/>
            <a:ext cx="4445" cy="13970"/>
          </a:xfrm>
          <a:custGeom>
            <a:avLst/>
            <a:gdLst/>
            <a:ahLst/>
            <a:cxnLst/>
            <a:rect l="l" t="t" r="r" b="b"/>
            <a:pathLst>
              <a:path w="4444" h="13970">
                <a:moveTo>
                  <a:pt x="4129" y="0"/>
                </a:moveTo>
                <a:lnTo>
                  <a:pt x="31" y="15"/>
                </a:lnTo>
                <a:lnTo>
                  <a:pt x="23" y="13766"/>
                </a:lnTo>
                <a:lnTo>
                  <a:pt x="4113" y="13782"/>
                </a:lnTo>
                <a:lnTo>
                  <a:pt x="4129" y="0"/>
                </a:lnTo>
                <a:close/>
              </a:path>
            </a:pathLst>
          </a:custGeom>
          <a:solidFill>
            <a:srgbClr val="8579B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0" name="bg object 450"/>
          <p:cNvSpPr/>
          <p:nvPr/>
        </p:nvSpPr>
        <p:spPr>
          <a:xfrm>
            <a:off x="2245630" y="3727659"/>
            <a:ext cx="4445" cy="8890"/>
          </a:xfrm>
          <a:custGeom>
            <a:avLst/>
            <a:gdLst/>
            <a:ahLst/>
            <a:cxnLst/>
            <a:rect l="l" t="t" r="r" b="b"/>
            <a:pathLst>
              <a:path w="4444" h="8889">
                <a:moveTo>
                  <a:pt x="4137" y="0"/>
                </a:moveTo>
                <a:lnTo>
                  <a:pt x="31" y="23"/>
                </a:lnTo>
                <a:lnTo>
                  <a:pt x="0" y="4105"/>
                </a:lnTo>
                <a:lnTo>
                  <a:pt x="23" y="8274"/>
                </a:lnTo>
                <a:lnTo>
                  <a:pt x="4105" y="8282"/>
                </a:lnTo>
                <a:lnTo>
                  <a:pt x="4137" y="0"/>
                </a:lnTo>
                <a:close/>
              </a:path>
            </a:pathLst>
          </a:custGeom>
          <a:solidFill>
            <a:srgbClr val="8E83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1" name="bg object 451"/>
          <p:cNvSpPr/>
          <p:nvPr/>
        </p:nvSpPr>
        <p:spPr>
          <a:xfrm>
            <a:off x="2241472" y="3723112"/>
            <a:ext cx="5080" cy="8890"/>
          </a:xfrm>
          <a:custGeom>
            <a:avLst/>
            <a:gdLst/>
            <a:ahLst/>
            <a:cxnLst/>
            <a:rect l="l" t="t" r="r" b="b"/>
            <a:pathLst>
              <a:path w="5080" h="8889">
                <a:moveTo>
                  <a:pt x="3262" y="0"/>
                </a:moveTo>
                <a:lnTo>
                  <a:pt x="86" y="425"/>
                </a:lnTo>
                <a:lnTo>
                  <a:pt x="0" y="4554"/>
                </a:lnTo>
                <a:lnTo>
                  <a:pt x="102" y="8636"/>
                </a:lnTo>
                <a:lnTo>
                  <a:pt x="4152" y="8652"/>
                </a:lnTo>
                <a:lnTo>
                  <a:pt x="4192" y="4570"/>
                </a:lnTo>
                <a:lnTo>
                  <a:pt x="4539" y="1473"/>
                </a:lnTo>
                <a:lnTo>
                  <a:pt x="3262" y="0"/>
                </a:lnTo>
                <a:close/>
              </a:path>
            </a:pathLst>
          </a:custGeom>
          <a:solidFill>
            <a:srgbClr val="746D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2" name="bg object 452"/>
          <p:cNvSpPr/>
          <p:nvPr/>
        </p:nvSpPr>
        <p:spPr>
          <a:xfrm>
            <a:off x="2299011" y="4099207"/>
            <a:ext cx="15240" cy="40005"/>
          </a:xfrm>
          <a:custGeom>
            <a:avLst/>
            <a:gdLst/>
            <a:ahLst/>
            <a:cxnLst/>
            <a:rect l="l" t="t" r="r" b="b"/>
            <a:pathLst>
              <a:path w="15239" h="40004">
                <a:moveTo>
                  <a:pt x="15177" y="31"/>
                </a:moveTo>
                <a:lnTo>
                  <a:pt x="5673" y="0"/>
                </a:lnTo>
                <a:lnTo>
                  <a:pt x="5642" y="19866"/>
                </a:lnTo>
                <a:lnTo>
                  <a:pt x="5831" y="21986"/>
                </a:lnTo>
                <a:lnTo>
                  <a:pt x="0" y="22064"/>
                </a:lnTo>
                <a:lnTo>
                  <a:pt x="181" y="24176"/>
                </a:lnTo>
                <a:lnTo>
                  <a:pt x="165" y="35784"/>
                </a:lnTo>
                <a:lnTo>
                  <a:pt x="2482" y="36217"/>
                </a:lnTo>
                <a:lnTo>
                  <a:pt x="7115" y="34271"/>
                </a:lnTo>
                <a:lnTo>
                  <a:pt x="4286" y="39905"/>
                </a:lnTo>
                <a:lnTo>
                  <a:pt x="13869" y="39890"/>
                </a:lnTo>
                <a:lnTo>
                  <a:pt x="13877" y="31647"/>
                </a:lnTo>
                <a:lnTo>
                  <a:pt x="10433" y="32072"/>
                </a:lnTo>
                <a:lnTo>
                  <a:pt x="9629" y="30268"/>
                </a:lnTo>
                <a:lnTo>
                  <a:pt x="9795" y="24224"/>
                </a:lnTo>
                <a:lnTo>
                  <a:pt x="9700" y="21505"/>
                </a:lnTo>
                <a:lnTo>
                  <a:pt x="13956" y="22025"/>
                </a:lnTo>
                <a:lnTo>
                  <a:pt x="13979" y="4105"/>
                </a:lnTo>
                <a:close/>
              </a:path>
            </a:pathLst>
          </a:custGeom>
          <a:solidFill>
            <a:srgbClr val="ADA5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3" name="bg object 453"/>
          <p:cNvSpPr/>
          <p:nvPr/>
        </p:nvSpPr>
        <p:spPr>
          <a:xfrm>
            <a:off x="2308639" y="4120713"/>
            <a:ext cx="4445" cy="10795"/>
          </a:xfrm>
          <a:custGeom>
            <a:avLst/>
            <a:gdLst/>
            <a:ahLst/>
            <a:cxnLst/>
            <a:rect l="l" t="t" r="r" b="b"/>
            <a:pathLst>
              <a:path w="4444" h="10795">
                <a:moveTo>
                  <a:pt x="70" y="0"/>
                </a:moveTo>
                <a:lnTo>
                  <a:pt x="165" y="2718"/>
                </a:lnTo>
                <a:lnTo>
                  <a:pt x="0" y="8762"/>
                </a:lnTo>
                <a:lnTo>
                  <a:pt x="811" y="10567"/>
                </a:lnTo>
                <a:lnTo>
                  <a:pt x="4247" y="10141"/>
                </a:lnTo>
                <a:lnTo>
                  <a:pt x="4239" y="512"/>
                </a:lnTo>
                <a:lnTo>
                  <a:pt x="70" y="0"/>
                </a:lnTo>
                <a:close/>
              </a:path>
            </a:pathLst>
          </a:custGeom>
          <a:solidFill>
            <a:srgbClr val="A79B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4" name="bg object 454"/>
          <p:cNvSpPr/>
          <p:nvPr/>
        </p:nvSpPr>
        <p:spPr>
          <a:xfrm>
            <a:off x="2293694" y="3999947"/>
            <a:ext cx="8890" cy="13970"/>
          </a:xfrm>
          <a:custGeom>
            <a:avLst/>
            <a:gdLst/>
            <a:ahLst/>
            <a:cxnLst/>
            <a:rect l="l" t="t" r="r" b="b"/>
            <a:pathLst>
              <a:path w="8889" h="13970">
                <a:moveTo>
                  <a:pt x="6706" y="0"/>
                </a:moveTo>
                <a:lnTo>
                  <a:pt x="4121" y="173"/>
                </a:lnTo>
                <a:lnTo>
                  <a:pt x="4184" y="3096"/>
                </a:lnTo>
                <a:lnTo>
                  <a:pt x="4570" y="6256"/>
                </a:lnTo>
                <a:lnTo>
                  <a:pt x="0" y="5689"/>
                </a:lnTo>
                <a:lnTo>
                  <a:pt x="7" y="13940"/>
                </a:lnTo>
                <a:lnTo>
                  <a:pt x="4066" y="13971"/>
                </a:lnTo>
                <a:lnTo>
                  <a:pt x="8227" y="9818"/>
                </a:lnTo>
                <a:lnTo>
                  <a:pt x="8219" y="7817"/>
                </a:lnTo>
                <a:lnTo>
                  <a:pt x="8100" y="5799"/>
                </a:lnTo>
                <a:lnTo>
                  <a:pt x="8479" y="654"/>
                </a:lnTo>
                <a:lnTo>
                  <a:pt x="6706" y="0"/>
                </a:lnTo>
                <a:close/>
              </a:path>
            </a:pathLst>
          </a:custGeom>
          <a:solidFill>
            <a:srgbClr val="9490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5" name="bg object 455"/>
          <p:cNvSpPr/>
          <p:nvPr/>
        </p:nvSpPr>
        <p:spPr>
          <a:xfrm>
            <a:off x="2293687" y="3987718"/>
            <a:ext cx="5080" cy="19050"/>
          </a:xfrm>
          <a:custGeom>
            <a:avLst/>
            <a:gdLst/>
            <a:ahLst/>
            <a:cxnLst/>
            <a:rect l="l" t="t" r="r" b="b"/>
            <a:pathLst>
              <a:path w="5080" h="19050">
                <a:moveTo>
                  <a:pt x="4074" y="0"/>
                </a:moveTo>
                <a:lnTo>
                  <a:pt x="0" y="23"/>
                </a:lnTo>
                <a:lnTo>
                  <a:pt x="7" y="17919"/>
                </a:lnTo>
                <a:lnTo>
                  <a:pt x="4578" y="18487"/>
                </a:lnTo>
                <a:lnTo>
                  <a:pt x="4192" y="15327"/>
                </a:lnTo>
                <a:lnTo>
                  <a:pt x="4129" y="12403"/>
                </a:lnTo>
                <a:lnTo>
                  <a:pt x="4074" y="0"/>
                </a:lnTo>
                <a:close/>
              </a:path>
            </a:pathLst>
          </a:custGeom>
          <a:solidFill>
            <a:srgbClr val="A198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6" name="bg object 456"/>
          <p:cNvSpPr/>
          <p:nvPr/>
        </p:nvSpPr>
        <p:spPr>
          <a:xfrm>
            <a:off x="2084555" y="4375815"/>
            <a:ext cx="24130" cy="18415"/>
          </a:xfrm>
          <a:custGeom>
            <a:avLst/>
            <a:gdLst/>
            <a:ahLst/>
            <a:cxnLst/>
            <a:rect l="l" t="t" r="r" b="b"/>
            <a:pathLst>
              <a:path w="24130" h="18414">
                <a:moveTo>
                  <a:pt x="14231" y="0"/>
                </a:moveTo>
                <a:lnTo>
                  <a:pt x="504" y="15"/>
                </a:lnTo>
                <a:lnTo>
                  <a:pt x="0" y="4200"/>
                </a:lnTo>
                <a:lnTo>
                  <a:pt x="2726" y="4381"/>
                </a:lnTo>
                <a:lnTo>
                  <a:pt x="8786" y="3814"/>
                </a:lnTo>
                <a:lnTo>
                  <a:pt x="10543" y="4814"/>
                </a:lnTo>
                <a:lnTo>
                  <a:pt x="10118" y="8258"/>
                </a:lnTo>
                <a:lnTo>
                  <a:pt x="10063" y="13782"/>
                </a:lnTo>
                <a:lnTo>
                  <a:pt x="13814" y="13916"/>
                </a:lnTo>
                <a:lnTo>
                  <a:pt x="17990" y="12624"/>
                </a:lnTo>
                <a:lnTo>
                  <a:pt x="19984" y="17967"/>
                </a:lnTo>
                <a:lnTo>
                  <a:pt x="21544" y="17809"/>
                </a:lnTo>
                <a:lnTo>
                  <a:pt x="22443" y="17904"/>
                </a:lnTo>
                <a:lnTo>
                  <a:pt x="23830" y="9645"/>
                </a:lnTo>
                <a:lnTo>
                  <a:pt x="18345" y="9629"/>
                </a:lnTo>
                <a:lnTo>
                  <a:pt x="15744" y="9826"/>
                </a:lnTo>
                <a:lnTo>
                  <a:pt x="13987" y="9156"/>
                </a:lnTo>
                <a:lnTo>
                  <a:pt x="14357" y="4018"/>
                </a:lnTo>
                <a:lnTo>
                  <a:pt x="14231" y="2001"/>
                </a:lnTo>
                <a:lnTo>
                  <a:pt x="14231" y="0"/>
                </a:lnTo>
                <a:close/>
              </a:path>
            </a:pathLst>
          </a:custGeom>
          <a:solidFill>
            <a:srgbClr val="8277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7" name="bg object 457"/>
          <p:cNvSpPr/>
          <p:nvPr/>
        </p:nvSpPr>
        <p:spPr>
          <a:xfrm>
            <a:off x="2085082" y="4389567"/>
            <a:ext cx="10160" cy="8255"/>
          </a:xfrm>
          <a:custGeom>
            <a:avLst/>
            <a:gdLst/>
            <a:ahLst/>
            <a:cxnLst/>
            <a:rect l="l" t="t" r="r" b="b"/>
            <a:pathLst>
              <a:path w="10160" h="8254">
                <a:moveTo>
                  <a:pt x="9637" y="0"/>
                </a:moveTo>
                <a:lnTo>
                  <a:pt x="0" y="15"/>
                </a:lnTo>
                <a:lnTo>
                  <a:pt x="4105" y="8258"/>
                </a:lnTo>
                <a:lnTo>
                  <a:pt x="9543" y="8250"/>
                </a:lnTo>
                <a:lnTo>
                  <a:pt x="9637" y="0"/>
                </a:lnTo>
                <a:close/>
              </a:path>
            </a:pathLst>
          </a:custGeom>
          <a:solidFill>
            <a:srgbClr val="A095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8" name="bg object 458"/>
          <p:cNvSpPr/>
          <p:nvPr/>
        </p:nvSpPr>
        <p:spPr>
          <a:xfrm>
            <a:off x="2084600" y="4383421"/>
            <a:ext cx="10160" cy="6350"/>
          </a:xfrm>
          <a:custGeom>
            <a:avLst/>
            <a:gdLst/>
            <a:ahLst/>
            <a:cxnLst/>
            <a:rect l="l" t="t" r="r" b="b"/>
            <a:pathLst>
              <a:path w="10160" h="6350">
                <a:moveTo>
                  <a:pt x="906" y="0"/>
                </a:moveTo>
                <a:lnTo>
                  <a:pt x="0" y="2427"/>
                </a:lnTo>
                <a:lnTo>
                  <a:pt x="488" y="6162"/>
                </a:lnTo>
                <a:lnTo>
                  <a:pt x="10015" y="6178"/>
                </a:lnTo>
                <a:lnTo>
                  <a:pt x="10071" y="654"/>
                </a:lnTo>
                <a:lnTo>
                  <a:pt x="8510" y="654"/>
                </a:lnTo>
                <a:lnTo>
                  <a:pt x="6926" y="819"/>
                </a:lnTo>
                <a:lnTo>
                  <a:pt x="906" y="0"/>
                </a:lnTo>
                <a:close/>
              </a:path>
            </a:pathLst>
          </a:custGeom>
          <a:solidFill>
            <a:srgbClr val="978D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9" name="bg object 459"/>
          <p:cNvSpPr/>
          <p:nvPr/>
        </p:nvSpPr>
        <p:spPr>
          <a:xfrm>
            <a:off x="2297809" y="4201042"/>
            <a:ext cx="13970" cy="33655"/>
          </a:xfrm>
          <a:custGeom>
            <a:avLst/>
            <a:gdLst/>
            <a:ahLst/>
            <a:cxnLst/>
            <a:rect l="l" t="t" r="r" b="b"/>
            <a:pathLst>
              <a:path w="13969" h="33654">
                <a:moveTo>
                  <a:pt x="0" y="22025"/>
                </a:moveTo>
                <a:lnTo>
                  <a:pt x="23" y="27541"/>
                </a:lnTo>
                <a:lnTo>
                  <a:pt x="2491" y="27541"/>
                </a:lnTo>
                <a:lnTo>
                  <a:pt x="4948" y="33105"/>
                </a:lnTo>
                <a:lnTo>
                  <a:pt x="9598" y="31426"/>
                </a:lnTo>
                <a:lnTo>
                  <a:pt x="13594" y="31426"/>
                </a:lnTo>
                <a:lnTo>
                  <a:pt x="13622" y="23900"/>
                </a:lnTo>
                <a:lnTo>
                  <a:pt x="7935" y="23900"/>
                </a:lnTo>
                <a:lnTo>
                  <a:pt x="4105" y="23388"/>
                </a:lnTo>
                <a:lnTo>
                  <a:pt x="0" y="22025"/>
                </a:lnTo>
                <a:close/>
              </a:path>
              <a:path w="13969" h="33654">
                <a:moveTo>
                  <a:pt x="13594" y="31426"/>
                </a:moveTo>
                <a:lnTo>
                  <a:pt x="9598" y="31426"/>
                </a:lnTo>
                <a:lnTo>
                  <a:pt x="13593" y="31686"/>
                </a:lnTo>
                <a:lnTo>
                  <a:pt x="13594" y="31426"/>
                </a:lnTo>
                <a:close/>
              </a:path>
              <a:path w="13969" h="33654">
                <a:moveTo>
                  <a:pt x="13711" y="0"/>
                </a:moveTo>
                <a:lnTo>
                  <a:pt x="9606" y="0"/>
                </a:lnTo>
                <a:lnTo>
                  <a:pt x="9598" y="9795"/>
                </a:lnTo>
                <a:lnTo>
                  <a:pt x="9322" y="14097"/>
                </a:lnTo>
                <a:lnTo>
                  <a:pt x="9980" y="22025"/>
                </a:lnTo>
                <a:lnTo>
                  <a:pt x="10047" y="22829"/>
                </a:lnTo>
                <a:lnTo>
                  <a:pt x="7935" y="23900"/>
                </a:lnTo>
                <a:lnTo>
                  <a:pt x="13622" y="23900"/>
                </a:lnTo>
                <a:lnTo>
                  <a:pt x="13711" y="0"/>
                </a:lnTo>
                <a:close/>
              </a:path>
            </a:pathLst>
          </a:custGeom>
          <a:solidFill>
            <a:srgbClr val="A39A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0" name="bg object 460"/>
          <p:cNvSpPr/>
          <p:nvPr/>
        </p:nvSpPr>
        <p:spPr>
          <a:xfrm>
            <a:off x="2288307" y="4210686"/>
            <a:ext cx="9525" cy="22225"/>
          </a:xfrm>
          <a:custGeom>
            <a:avLst/>
            <a:gdLst/>
            <a:ahLst/>
            <a:cxnLst/>
            <a:rect l="l" t="t" r="r" b="b"/>
            <a:pathLst>
              <a:path w="9525" h="22225">
                <a:moveTo>
                  <a:pt x="5382" y="0"/>
                </a:moveTo>
                <a:lnTo>
                  <a:pt x="1268" y="0"/>
                </a:lnTo>
                <a:lnTo>
                  <a:pt x="1260" y="12364"/>
                </a:lnTo>
                <a:lnTo>
                  <a:pt x="977" y="13885"/>
                </a:lnTo>
                <a:lnTo>
                  <a:pt x="0" y="16351"/>
                </a:lnTo>
                <a:lnTo>
                  <a:pt x="3286" y="18802"/>
                </a:lnTo>
                <a:lnTo>
                  <a:pt x="6438" y="20315"/>
                </a:lnTo>
                <a:lnTo>
                  <a:pt x="9448" y="22017"/>
                </a:lnTo>
                <a:lnTo>
                  <a:pt x="9503" y="19275"/>
                </a:lnTo>
                <a:lnTo>
                  <a:pt x="9503" y="12379"/>
                </a:lnTo>
                <a:lnTo>
                  <a:pt x="6895" y="12561"/>
                </a:lnTo>
                <a:lnTo>
                  <a:pt x="5169" y="11891"/>
                </a:lnTo>
                <a:lnTo>
                  <a:pt x="5516" y="5831"/>
                </a:lnTo>
                <a:lnTo>
                  <a:pt x="5382" y="2907"/>
                </a:lnTo>
                <a:lnTo>
                  <a:pt x="5382" y="0"/>
                </a:lnTo>
                <a:close/>
              </a:path>
            </a:pathLst>
          </a:custGeom>
          <a:solidFill>
            <a:srgbClr val="B5AD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1" name="bg object 461"/>
          <p:cNvSpPr/>
          <p:nvPr/>
        </p:nvSpPr>
        <p:spPr>
          <a:xfrm>
            <a:off x="2065863" y="3772655"/>
            <a:ext cx="10160" cy="22860"/>
          </a:xfrm>
          <a:custGeom>
            <a:avLst/>
            <a:gdLst/>
            <a:ahLst/>
            <a:cxnLst/>
            <a:rect l="l" t="t" r="r" b="b"/>
            <a:pathLst>
              <a:path w="10160" h="22860">
                <a:moveTo>
                  <a:pt x="0" y="8684"/>
                </a:moveTo>
                <a:lnTo>
                  <a:pt x="0" y="22435"/>
                </a:lnTo>
                <a:lnTo>
                  <a:pt x="9598" y="22435"/>
                </a:lnTo>
                <a:lnTo>
                  <a:pt x="9603" y="10977"/>
                </a:lnTo>
                <a:lnTo>
                  <a:pt x="5736" y="10977"/>
                </a:lnTo>
                <a:lnTo>
                  <a:pt x="3167" y="10402"/>
                </a:lnTo>
                <a:lnTo>
                  <a:pt x="0" y="8684"/>
                </a:lnTo>
                <a:close/>
              </a:path>
              <a:path w="10160" h="22860">
                <a:moveTo>
                  <a:pt x="8613" y="0"/>
                </a:moveTo>
                <a:lnTo>
                  <a:pt x="5476" y="417"/>
                </a:lnTo>
                <a:lnTo>
                  <a:pt x="5484" y="5878"/>
                </a:lnTo>
                <a:lnTo>
                  <a:pt x="5623" y="8684"/>
                </a:lnTo>
                <a:lnTo>
                  <a:pt x="5736" y="10977"/>
                </a:lnTo>
                <a:lnTo>
                  <a:pt x="9603" y="10977"/>
                </a:lnTo>
                <a:lnTo>
                  <a:pt x="9606" y="4515"/>
                </a:lnTo>
                <a:lnTo>
                  <a:pt x="10000" y="1355"/>
                </a:lnTo>
                <a:lnTo>
                  <a:pt x="8613" y="0"/>
                </a:lnTo>
                <a:close/>
              </a:path>
            </a:pathLst>
          </a:custGeom>
          <a:solidFill>
            <a:srgbClr val="9487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2" name="bg object 462"/>
          <p:cNvSpPr/>
          <p:nvPr/>
        </p:nvSpPr>
        <p:spPr>
          <a:xfrm>
            <a:off x="2051446" y="3795078"/>
            <a:ext cx="14604" cy="14604"/>
          </a:xfrm>
          <a:custGeom>
            <a:avLst/>
            <a:gdLst/>
            <a:ahLst/>
            <a:cxnLst/>
            <a:rect l="l" t="t" r="r" b="b"/>
            <a:pathLst>
              <a:path w="14605" h="14604">
                <a:moveTo>
                  <a:pt x="14389" y="0"/>
                </a:moveTo>
                <a:lnTo>
                  <a:pt x="693" y="31"/>
                </a:lnTo>
                <a:lnTo>
                  <a:pt x="669" y="8258"/>
                </a:lnTo>
                <a:lnTo>
                  <a:pt x="0" y="12600"/>
                </a:lnTo>
                <a:lnTo>
                  <a:pt x="1788" y="14484"/>
                </a:lnTo>
                <a:lnTo>
                  <a:pt x="6162" y="13774"/>
                </a:lnTo>
                <a:lnTo>
                  <a:pt x="5996" y="11229"/>
                </a:lnTo>
                <a:lnTo>
                  <a:pt x="6580" y="9385"/>
                </a:lnTo>
                <a:lnTo>
                  <a:pt x="11268" y="9747"/>
                </a:lnTo>
                <a:lnTo>
                  <a:pt x="12821" y="9637"/>
                </a:lnTo>
                <a:lnTo>
                  <a:pt x="14365" y="9621"/>
                </a:lnTo>
                <a:lnTo>
                  <a:pt x="14428" y="4168"/>
                </a:lnTo>
                <a:lnTo>
                  <a:pt x="14413" y="15"/>
                </a:lnTo>
                <a:close/>
              </a:path>
            </a:pathLst>
          </a:custGeom>
          <a:solidFill>
            <a:srgbClr val="9686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3" name="bg object 463"/>
          <p:cNvSpPr/>
          <p:nvPr/>
        </p:nvSpPr>
        <p:spPr>
          <a:xfrm>
            <a:off x="2034229" y="4236825"/>
            <a:ext cx="13970" cy="26670"/>
          </a:xfrm>
          <a:custGeom>
            <a:avLst/>
            <a:gdLst/>
            <a:ahLst/>
            <a:cxnLst/>
            <a:rect l="l" t="t" r="r" b="b"/>
            <a:pathLst>
              <a:path w="13969" h="26670">
                <a:moveTo>
                  <a:pt x="5539" y="0"/>
                </a:moveTo>
                <a:lnTo>
                  <a:pt x="1449" y="15"/>
                </a:lnTo>
                <a:lnTo>
                  <a:pt x="0" y="26123"/>
                </a:lnTo>
                <a:lnTo>
                  <a:pt x="5910" y="26209"/>
                </a:lnTo>
                <a:lnTo>
                  <a:pt x="5468" y="21978"/>
                </a:lnTo>
                <a:lnTo>
                  <a:pt x="5595" y="15248"/>
                </a:lnTo>
                <a:lnTo>
                  <a:pt x="4838" y="11844"/>
                </a:lnTo>
                <a:lnTo>
                  <a:pt x="9645" y="12411"/>
                </a:lnTo>
                <a:lnTo>
                  <a:pt x="13774" y="4121"/>
                </a:lnTo>
                <a:lnTo>
                  <a:pt x="5539" y="0"/>
                </a:lnTo>
                <a:close/>
              </a:path>
            </a:pathLst>
          </a:custGeom>
          <a:solidFill>
            <a:srgbClr val="9B95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4" name="bg object 464"/>
          <p:cNvSpPr/>
          <p:nvPr/>
        </p:nvSpPr>
        <p:spPr>
          <a:xfrm>
            <a:off x="2065852" y="3772927"/>
            <a:ext cx="6350" cy="10795"/>
          </a:xfrm>
          <a:custGeom>
            <a:avLst/>
            <a:gdLst/>
            <a:ahLst/>
            <a:cxnLst/>
            <a:rect l="l" t="t" r="r" b="b"/>
            <a:pathLst>
              <a:path w="6350" h="10795">
                <a:moveTo>
                  <a:pt x="2521" y="0"/>
                </a:moveTo>
                <a:lnTo>
                  <a:pt x="102" y="598"/>
                </a:lnTo>
                <a:lnTo>
                  <a:pt x="0" y="4271"/>
                </a:lnTo>
                <a:lnTo>
                  <a:pt x="7" y="8416"/>
                </a:lnTo>
                <a:lnTo>
                  <a:pt x="3183" y="10126"/>
                </a:lnTo>
                <a:lnTo>
                  <a:pt x="5752" y="10709"/>
                </a:lnTo>
                <a:lnTo>
                  <a:pt x="5405" y="3790"/>
                </a:lnTo>
                <a:lnTo>
                  <a:pt x="5484" y="1962"/>
                </a:lnTo>
                <a:lnTo>
                  <a:pt x="5484" y="141"/>
                </a:lnTo>
                <a:lnTo>
                  <a:pt x="2521" y="0"/>
                </a:lnTo>
                <a:close/>
              </a:path>
            </a:pathLst>
          </a:custGeom>
          <a:solidFill>
            <a:srgbClr val="8378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5" name="bg object 465"/>
          <p:cNvSpPr/>
          <p:nvPr/>
        </p:nvSpPr>
        <p:spPr>
          <a:xfrm>
            <a:off x="2247929" y="3803355"/>
            <a:ext cx="19050" cy="40005"/>
          </a:xfrm>
          <a:custGeom>
            <a:avLst/>
            <a:gdLst/>
            <a:ahLst/>
            <a:cxnLst/>
            <a:rect l="l" t="t" r="r" b="b"/>
            <a:pathLst>
              <a:path w="19050" h="40004">
                <a:moveTo>
                  <a:pt x="8088" y="31442"/>
                </a:moveTo>
                <a:lnTo>
                  <a:pt x="3063" y="31442"/>
                </a:lnTo>
                <a:lnTo>
                  <a:pt x="4844" y="32096"/>
                </a:lnTo>
                <a:lnTo>
                  <a:pt x="4600" y="35240"/>
                </a:lnTo>
                <a:lnTo>
                  <a:pt x="4592" y="39905"/>
                </a:lnTo>
                <a:lnTo>
                  <a:pt x="8697" y="39905"/>
                </a:lnTo>
                <a:lnTo>
                  <a:pt x="8747" y="31694"/>
                </a:lnTo>
                <a:lnTo>
                  <a:pt x="7846" y="31694"/>
                </a:lnTo>
                <a:lnTo>
                  <a:pt x="8088" y="31442"/>
                </a:lnTo>
                <a:close/>
              </a:path>
              <a:path w="19050" h="40004">
                <a:moveTo>
                  <a:pt x="4592" y="0"/>
                </a:moveTo>
                <a:lnTo>
                  <a:pt x="462" y="0"/>
                </a:lnTo>
                <a:lnTo>
                  <a:pt x="478" y="31694"/>
                </a:lnTo>
                <a:lnTo>
                  <a:pt x="0" y="31694"/>
                </a:lnTo>
                <a:lnTo>
                  <a:pt x="3063" y="31442"/>
                </a:lnTo>
                <a:lnTo>
                  <a:pt x="8088" y="31442"/>
                </a:lnTo>
                <a:lnTo>
                  <a:pt x="8752" y="30748"/>
                </a:lnTo>
                <a:lnTo>
                  <a:pt x="17082" y="30748"/>
                </a:lnTo>
                <a:lnTo>
                  <a:pt x="17614" y="27399"/>
                </a:lnTo>
                <a:lnTo>
                  <a:pt x="10644" y="27399"/>
                </a:lnTo>
                <a:lnTo>
                  <a:pt x="9422" y="26950"/>
                </a:lnTo>
                <a:lnTo>
                  <a:pt x="8201" y="22143"/>
                </a:lnTo>
                <a:lnTo>
                  <a:pt x="2440" y="19393"/>
                </a:lnTo>
                <a:lnTo>
                  <a:pt x="4592" y="13751"/>
                </a:lnTo>
                <a:lnTo>
                  <a:pt x="4592" y="0"/>
                </a:lnTo>
                <a:close/>
              </a:path>
              <a:path w="19050" h="40004">
                <a:moveTo>
                  <a:pt x="8752" y="30748"/>
                </a:moveTo>
                <a:lnTo>
                  <a:pt x="7846" y="31694"/>
                </a:lnTo>
                <a:lnTo>
                  <a:pt x="8747" y="31694"/>
                </a:lnTo>
                <a:lnTo>
                  <a:pt x="8752" y="30748"/>
                </a:lnTo>
                <a:close/>
              </a:path>
              <a:path w="19050" h="40004">
                <a:moveTo>
                  <a:pt x="17082" y="30748"/>
                </a:moveTo>
                <a:lnTo>
                  <a:pt x="8752" y="30748"/>
                </a:lnTo>
                <a:lnTo>
                  <a:pt x="8747" y="31694"/>
                </a:lnTo>
                <a:lnTo>
                  <a:pt x="16931" y="31694"/>
                </a:lnTo>
                <a:lnTo>
                  <a:pt x="16971" y="31442"/>
                </a:lnTo>
                <a:lnTo>
                  <a:pt x="17082" y="30748"/>
                </a:lnTo>
                <a:close/>
              </a:path>
              <a:path w="19050" h="40004">
                <a:moveTo>
                  <a:pt x="16798" y="17297"/>
                </a:moveTo>
                <a:lnTo>
                  <a:pt x="12819" y="17880"/>
                </a:lnTo>
                <a:lnTo>
                  <a:pt x="12858" y="22915"/>
                </a:lnTo>
                <a:lnTo>
                  <a:pt x="12582" y="26068"/>
                </a:lnTo>
                <a:lnTo>
                  <a:pt x="11996" y="26596"/>
                </a:lnTo>
                <a:lnTo>
                  <a:pt x="11516" y="26950"/>
                </a:lnTo>
                <a:lnTo>
                  <a:pt x="10644" y="27399"/>
                </a:lnTo>
                <a:lnTo>
                  <a:pt x="17614" y="27399"/>
                </a:lnTo>
                <a:lnTo>
                  <a:pt x="18887" y="19393"/>
                </a:lnTo>
                <a:lnTo>
                  <a:pt x="19013" y="18605"/>
                </a:lnTo>
                <a:lnTo>
                  <a:pt x="16798" y="17297"/>
                </a:lnTo>
                <a:close/>
              </a:path>
            </a:pathLst>
          </a:custGeom>
          <a:solidFill>
            <a:srgbClr val="ADA5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6" name="bg object 466"/>
          <p:cNvSpPr/>
          <p:nvPr/>
        </p:nvSpPr>
        <p:spPr>
          <a:xfrm>
            <a:off x="2264324" y="3834985"/>
            <a:ext cx="6350" cy="14604"/>
          </a:xfrm>
          <a:custGeom>
            <a:avLst/>
            <a:gdLst/>
            <a:ahLst/>
            <a:cxnLst/>
            <a:rect l="l" t="t" r="r" b="b"/>
            <a:pathLst>
              <a:path w="6350" h="14604">
                <a:moveTo>
                  <a:pt x="543" y="0"/>
                </a:moveTo>
                <a:lnTo>
                  <a:pt x="543" y="2923"/>
                </a:lnTo>
                <a:lnTo>
                  <a:pt x="795" y="5862"/>
                </a:lnTo>
                <a:lnTo>
                  <a:pt x="0" y="13223"/>
                </a:lnTo>
                <a:lnTo>
                  <a:pt x="2222" y="14263"/>
                </a:lnTo>
                <a:lnTo>
                  <a:pt x="6020" y="13766"/>
                </a:lnTo>
                <a:lnTo>
                  <a:pt x="6028" y="15"/>
                </a:lnTo>
                <a:close/>
              </a:path>
            </a:pathLst>
          </a:custGeom>
          <a:solidFill>
            <a:srgbClr val="ABA2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7" name="bg object 467"/>
          <p:cNvSpPr/>
          <p:nvPr/>
        </p:nvSpPr>
        <p:spPr>
          <a:xfrm>
            <a:off x="2250372" y="3817077"/>
            <a:ext cx="10795" cy="13970"/>
          </a:xfrm>
          <a:custGeom>
            <a:avLst/>
            <a:gdLst/>
            <a:ahLst/>
            <a:cxnLst/>
            <a:rect l="l" t="t" r="r" b="b"/>
            <a:pathLst>
              <a:path w="10794" h="13970">
                <a:moveTo>
                  <a:pt x="6288" y="0"/>
                </a:moveTo>
                <a:lnTo>
                  <a:pt x="2143" y="23"/>
                </a:lnTo>
                <a:lnTo>
                  <a:pt x="0" y="5673"/>
                </a:lnTo>
                <a:lnTo>
                  <a:pt x="5760" y="8424"/>
                </a:lnTo>
                <a:lnTo>
                  <a:pt x="6981" y="13231"/>
                </a:lnTo>
                <a:lnTo>
                  <a:pt x="8203" y="13680"/>
                </a:lnTo>
                <a:lnTo>
                  <a:pt x="9267" y="13120"/>
                </a:lnTo>
                <a:lnTo>
                  <a:pt x="10134" y="12348"/>
                </a:lnTo>
                <a:lnTo>
                  <a:pt x="10417" y="9188"/>
                </a:lnTo>
                <a:lnTo>
                  <a:pt x="10338" y="6674"/>
                </a:lnTo>
                <a:lnTo>
                  <a:pt x="10378" y="4160"/>
                </a:lnTo>
                <a:lnTo>
                  <a:pt x="7218" y="4546"/>
                </a:lnTo>
                <a:lnTo>
                  <a:pt x="5839" y="3175"/>
                </a:lnTo>
                <a:lnTo>
                  <a:pt x="6288" y="0"/>
                </a:lnTo>
                <a:close/>
              </a:path>
            </a:pathLst>
          </a:custGeom>
          <a:solidFill>
            <a:srgbClr val="A89B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8" name="bg object 468"/>
          <p:cNvSpPr/>
          <p:nvPr/>
        </p:nvSpPr>
        <p:spPr>
          <a:xfrm>
            <a:off x="2161942" y="3440026"/>
            <a:ext cx="9525" cy="5715"/>
          </a:xfrm>
          <a:custGeom>
            <a:avLst/>
            <a:gdLst/>
            <a:ahLst/>
            <a:cxnLst/>
            <a:rect l="l" t="t" r="r" b="b"/>
            <a:pathLst>
              <a:path w="9525" h="5714">
                <a:moveTo>
                  <a:pt x="9353" y="0"/>
                </a:moveTo>
                <a:lnTo>
                  <a:pt x="0" y="39"/>
                </a:lnTo>
                <a:lnTo>
                  <a:pt x="15" y="5516"/>
                </a:lnTo>
                <a:lnTo>
                  <a:pt x="9456" y="5508"/>
                </a:lnTo>
                <a:lnTo>
                  <a:pt x="9353" y="0"/>
                </a:lnTo>
                <a:close/>
              </a:path>
            </a:pathLst>
          </a:custGeom>
          <a:solidFill>
            <a:srgbClr val="9895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9" name="bg object 469"/>
          <p:cNvSpPr/>
          <p:nvPr/>
        </p:nvSpPr>
        <p:spPr>
          <a:xfrm>
            <a:off x="2153643" y="3444126"/>
            <a:ext cx="4445" cy="10160"/>
          </a:xfrm>
          <a:custGeom>
            <a:avLst/>
            <a:gdLst/>
            <a:ahLst/>
            <a:cxnLst/>
            <a:rect l="l" t="t" r="r" b="b"/>
            <a:pathLst>
              <a:path w="4444" h="10160">
                <a:moveTo>
                  <a:pt x="4215" y="0"/>
                </a:moveTo>
                <a:lnTo>
                  <a:pt x="78" y="78"/>
                </a:lnTo>
                <a:lnTo>
                  <a:pt x="0" y="9677"/>
                </a:lnTo>
                <a:lnTo>
                  <a:pt x="4176" y="9684"/>
                </a:lnTo>
                <a:lnTo>
                  <a:pt x="4168" y="7462"/>
                </a:lnTo>
                <a:lnTo>
                  <a:pt x="4113" y="5232"/>
                </a:lnTo>
                <a:lnTo>
                  <a:pt x="4215" y="0"/>
                </a:lnTo>
                <a:close/>
              </a:path>
            </a:pathLst>
          </a:custGeom>
          <a:solidFill>
            <a:srgbClr val="C0B5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0" name="bg object 470"/>
          <p:cNvSpPr/>
          <p:nvPr/>
        </p:nvSpPr>
        <p:spPr>
          <a:xfrm>
            <a:off x="2046610" y="4290471"/>
            <a:ext cx="15240" cy="22225"/>
          </a:xfrm>
          <a:custGeom>
            <a:avLst/>
            <a:gdLst/>
            <a:ahLst/>
            <a:cxnLst/>
            <a:rect l="l" t="t" r="r" b="b"/>
            <a:pathLst>
              <a:path w="15239" h="22225">
                <a:moveTo>
                  <a:pt x="5547" y="0"/>
                </a:moveTo>
                <a:lnTo>
                  <a:pt x="5492" y="8258"/>
                </a:lnTo>
                <a:lnTo>
                  <a:pt x="6115" y="12852"/>
                </a:lnTo>
                <a:lnTo>
                  <a:pt x="2970" y="12490"/>
                </a:lnTo>
                <a:lnTo>
                  <a:pt x="47" y="12427"/>
                </a:lnTo>
                <a:lnTo>
                  <a:pt x="63" y="17888"/>
                </a:lnTo>
                <a:lnTo>
                  <a:pt x="3191" y="17525"/>
                </a:lnTo>
                <a:lnTo>
                  <a:pt x="5713" y="17762"/>
                </a:lnTo>
                <a:lnTo>
                  <a:pt x="4137" y="22041"/>
                </a:lnTo>
                <a:lnTo>
                  <a:pt x="9637" y="22041"/>
                </a:lnTo>
                <a:lnTo>
                  <a:pt x="9243" y="18896"/>
                </a:lnTo>
                <a:lnTo>
                  <a:pt x="10614" y="17517"/>
                </a:lnTo>
                <a:lnTo>
                  <a:pt x="13751" y="17911"/>
                </a:lnTo>
                <a:lnTo>
                  <a:pt x="15240" y="13963"/>
                </a:lnTo>
                <a:lnTo>
                  <a:pt x="9275" y="14160"/>
                </a:lnTo>
                <a:lnTo>
                  <a:pt x="10394" y="8983"/>
                </a:lnTo>
                <a:lnTo>
                  <a:pt x="12655" y="7029"/>
                </a:lnTo>
                <a:lnTo>
                  <a:pt x="14200" y="3349"/>
                </a:lnTo>
                <a:lnTo>
                  <a:pt x="13743" y="1591"/>
                </a:lnTo>
                <a:lnTo>
                  <a:pt x="13743" y="39"/>
                </a:lnTo>
                <a:lnTo>
                  <a:pt x="5547" y="0"/>
                </a:lnTo>
                <a:close/>
              </a:path>
            </a:pathLst>
          </a:custGeom>
          <a:solidFill>
            <a:srgbClr val="7469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1" name="bg object 471"/>
          <p:cNvSpPr/>
          <p:nvPr/>
        </p:nvSpPr>
        <p:spPr>
          <a:xfrm>
            <a:off x="2060361" y="4308421"/>
            <a:ext cx="8255" cy="18415"/>
          </a:xfrm>
          <a:custGeom>
            <a:avLst/>
            <a:gdLst/>
            <a:ahLst/>
            <a:cxnLst/>
            <a:rect l="l" t="t" r="r" b="b"/>
            <a:pathLst>
              <a:path w="8255" h="18414">
                <a:moveTo>
                  <a:pt x="4066" y="0"/>
                </a:moveTo>
                <a:lnTo>
                  <a:pt x="0" y="0"/>
                </a:lnTo>
                <a:lnTo>
                  <a:pt x="15" y="17864"/>
                </a:lnTo>
                <a:lnTo>
                  <a:pt x="8211" y="17864"/>
                </a:lnTo>
                <a:lnTo>
                  <a:pt x="7730" y="16540"/>
                </a:lnTo>
                <a:lnTo>
                  <a:pt x="7509" y="14302"/>
                </a:lnTo>
                <a:lnTo>
                  <a:pt x="3207" y="13034"/>
                </a:lnTo>
                <a:lnTo>
                  <a:pt x="4334" y="10402"/>
                </a:lnTo>
                <a:lnTo>
                  <a:pt x="4160" y="8179"/>
                </a:lnTo>
                <a:lnTo>
                  <a:pt x="4066" y="0"/>
                </a:lnTo>
                <a:close/>
              </a:path>
            </a:pathLst>
          </a:custGeom>
          <a:solidFill>
            <a:srgbClr val="6A5D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2" name="bg object 472"/>
          <p:cNvSpPr/>
          <p:nvPr/>
        </p:nvSpPr>
        <p:spPr>
          <a:xfrm>
            <a:off x="2050565" y="4312507"/>
            <a:ext cx="5715" cy="14604"/>
          </a:xfrm>
          <a:custGeom>
            <a:avLst/>
            <a:gdLst/>
            <a:ahLst/>
            <a:cxnLst/>
            <a:rect l="l" t="t" r="r" b="b"/>
            <a:pathLst>
              <a:path w="5714" h="14604">
                <a:moveTo>
                  <a:pt x="5681" y="0"/>
                </a:moveTo>
                <a:lnTo>
                  <a:pt x="197" y="0"/>
                </a:lnTo>
                <a:lnTo>
                  <a:pt x="197" y="3357"/>
                </a:lnTo>
                <a:lnTo>
                  <a:pt x="330" y="6729"/>
                </a:lnTo>
                <a:lnTo>
                  <a:pt x="0" y="13191"/>
                </a:lnTo>
                <a:lnTo>
                  <a:pt x="1599" y="13987"/>
                </a:lnTo>
                <a:lnTo>
                  <a:pt x="4263" y="13782"/>
                </a:lnTo>
                <a:lnTo>
                  <a:pt x="5681" y="0"/>
                </a:lnTo>
                <a:close/>
              </a:path>
            </a:pathLst>
          </a:custGeom>
          <a:solidFill>
            <a:srgbClr val="6B5D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3" name="bg object 473"/>
          <p:cNvSpPr/>
          <p:nvPr/>
        </p:nvSpPr>
        <p:spPr>
          <a:xfrm>
            <a:off x="2060376" y="4326285"/>
            <a:ext cx="8255" cy="4445"/>
          </a:xfrm>
          <a:custGeom>
            <a:avLst/>
            <a:gdLst/>
            <a:ahLst/>
            <a:cxnLst/>
            <a:rect l="l" t="t" r="r" b="b"/>
            <a:pathLst>
              <a:path w="8255" h="4445">
                <a:moveTo>
                  <a:pt x="8195" y="0"/>
                </a:moveTo>
                <a:lnTo>
                  <a:pt x="0" y="0"/>
                </a:lnTo>
                <a:lnTo>
                  <a:pt x="7" y="4097"/>
                </a:lnTo>
                <a:lnTo>
                  <a:pt x="8219" y="4121"/>
                </a:lnTo>
                <a:lnTo>
                  <a:pt x="8195" y="0"/>
                </a:lnTo>
                <a:close/>
              </a:path>
            </a:pathLst>
          </a:custGeom>
          <a:solidFill>
            <a:srgbClr val="5E54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4" name="bg object 474"/>
          <p:cNvSpPr/>
          <p:nvPr/>
        </p:nvSpPr>
        <p:spPr>
          <a:xfrm>
            <a:off x="2102916" y="4393702"/>
            <a:ext cx="27940" cy="27940"/>
          </a:xfrm>
          <a:custGeom>
            <a:avLst/>
            <a:gdLst/>
            <a:ahLst/>
            <a:cxnLst/>
            <a:rect l="l" t="t" r="r" b="b"/>
            <a:pathLst>
              <a:path w="27939" h="27939">
                <a:moveTo>
                  <a:pt x="17825" y="7"/>
                </a:moveTo>
                <a:lnTo>
                  <a:pt x="9598" y="0"/>
                </a:lnTo>
                <a:lnTo>
                  <a:pt x="9952" y="1252"/>
                </a:lnTo>
                <a:lnTo>
                  <a:pt x="10071" y="3443"/>
                </a:lnTo>
                <a:lnTo>
                  <a:pt x="14208" y="4523"/>
                </a:lnTo>
                <a:lnTo>
                  <a:pt x="13483" y="10937"/>
                </a:lnTo>
                <a:lnTo>
                  <a:pt x="12900" y="12947"/>
                </a:lnTo>
                <a:lnTo>
                  <a:pt x="10173" y="14208"/>
                </a:lnTo>
                <a:lnTo>
                  <a:pt x="8282" y="13861"/>
                </a:lnTo>
                <a:lnTo>
                  <a:pt x="8573" y="10599"/>
                </a:lnTo>
                <a:lnTo>
                  <a:pt x="5634" y="10055"/>
                </a:lnTo>
                <a:lnTo>
                  <a:pt x="4074" y="9629"/>
                </a:lnTo>
                <a:lnTo>
                  <a:pt x="0" y="9637"/>
                </a:lnTo>
                <a:lnTo>
                  <a:pt x="0" y="13774"/>
                </a:lnTo>
                <a:lnTo>
                  <a:pt x="4499" y="14759"/>
                </a:lnTo>
                <a:lnTo>
                  <a:pt x="7234" y="17517"/>
                </a:lnTo>
                <a:lnTo>
                  <a:pt x="8227" y="22017"/>
                </a:lnTo>
                <a:lnTo>
                  <a:pt x="12561" y="21324"/>
                </a:lnTo>
                <a:lnTo>
                  <a:pt x="14420" y="23105"/>
                </a:lnTo>
                <a:lnTo>
                  <a:pt x="13688" y="27486"/>
                </a:lnTo>
                <a:lnTo>
                  <a:pt x="15248" y="27502"/>
                </a:lnTo>
                <a:lnTo>
                  <a:pt x="16808" y="27415"/>
                </a:lnTo>
                <a:lnTo>
                  <a:pt x="21513" y="27801"/>
                </a:lnTo>
                <a:lnTo>
                  <a:pt x="22143" y="25973"/>
                </a:lnTo>
                <a:lnTo>
                  <a:pt x="21962" y="23388"/>
                </a:lnTo>
                <a:lnTo>
                  <a:pt x="21907" y="20181"/>
                </a:lnTo>
                <a:lnTo>
                  <a:pt x="22080" y="14570"/>
                </a:lnTo>
                <a:lnTo>
                  <a:pt x="19456" y="9180"/>
                </a:lnTo>
                <a:lnTo>
                  <a:pt x="27131" y="8676"/>
                </a:lnTo>
                <a:lnTo>
                  <a:pt x="27273" y="6627"/>
                </a:lnTo>
                <a:lnTo>
                  <a:pt x="27470" y="5531"/>
                </a:lnTo>
                <a:lnTo>
                  <a:pt x="25910" y="5524"/>
                </a:lnTo>
                <a:lnTo>
                  <a:pt x="24326" y="5334"/>
                </a:lnTo>
                <a:lnTo>
                  <a:pt x="18313" y="6162"/>
                </a:lnTo>
                <a:lnTo>
                  <a:pt x="17376" y="3743"/>
                </a:lnTo>
                <a:lnTo>
                  <a:pt x="17825" y="7"/>
                </a:lnTo>
                <a:close/>
              </a:path>
            </a:pathLst>
          </a:custGeom>
          <a:solidFill>
            <a:srgbClr val="857C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5" name="bg object 475"/>
          <p:cNvSpPr/>
          <p:nvPr/>
        </p:nvSpPr>
        <p:spPr>
          <a:xfrm>
            <a:off x="2098754" y="4401985"/>
            <a:ext cx="4445" cy="13970"/>
          </a:xfrm>
          <a:custGeom>
            <a:avLst/>
            <a:gdLst/>
            <a:ahLst/>
            <a:cxnLst/>
            <a:rect l="l" t="t" r="r" b="b"/>
            <a:pathLst>
              <a:path w="4444" h="13970">
                <a:moveTo>
                  <a:pt x="0" y="0"/>
                </a:moveTo>
                <a:lnTo>
                  <a:pt x="7" y="9637"/>
                </a:lnTo>
                <a:lnTo>
                  <a:pt x="275" y="13695"/>
                </a:lnTo>
                <a:lnTo>
                  <a:pt x="2419" y="13814"/>
                </a:lnTo>
                <a:lnTo>
                  <a:pt x="4247" y="13562"/>
                </a:lnTo>
                <a:lnTo>
                  <a:pt x="4089" y="8975"/>
                </a:lnTo>
                <a:lnTo>
                  <a:pt x="4160" y="7226"/>
                </a:lnTo>
                <a:lnTo>
                  <a:pt x="4160" y="1355"/>
                </a:lnTo>
                <a:lnTo>
                  <a:pt x="0" y="0"/>
                </a:lnTo>
                <a:close/>
              </a:path>
            </a:pathLst>
          </a:custGeom>
          <a:solidFill>
            <a:srgbClr val="7E77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6" name="bg object 476"/>
          <p:cNvSpPr/>
          <p:nvPr/>
        </p:nvSpPr>
        <p:spPr>
          <a:xfrm>
            <a:off x="2111143" y="4415026"/>
            <a:ext cx="6350" cy="6350"/>
          </a:xfrm>
          <a:custGeom>
            <a:avLst/>
            <a:gdLst/>
            <a:ahLst/>
            <a:cxnLst/>
            <a:rect l="l" t="t" r="r" b="b"/>
            <a:pathLst>
              <a:path w="6350" h="6350">
                <a:moveTo>
                  <a:pt x="4334" y="0"/>
                </a:moveTo>
                <a:lnTo>
                  <a:pt x="0" y="693"/>
                </a:lnTo>
                <a:lnTo>
                  <a:pt x="15" y="6186"/>
                </a:lnTo>
                <a:lnTo>
                  <a:pt x="4137" y="6233"/>
                </a:lnTo>
                <a:lnTo>
                  <a:pt x="5461" y="6162"/>
                </a:lnTo>
                <a:lnTo>
                  <a:pt x="6193" y="1780"/>
                </a:lnTo>
                <a:lnTo>
                  <a:pt x="4334" y="0"/>
                </a:lnTo>
                <a:close/>
              </a:path>
            </a:pathLst>
          </a:custGeom>
          <a:solidFill>
            <a:srgbClr val="7B6D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7" name="bg object 477"/>
          <p:cNvSpPr/>
          <p:nvPr/>
        </p:nvSpPr>
        <p:spPr>
          <a:xfrm>
            <a:off x="2016451" y="4064856"/>
            <a:ext cx="12700" cy="24765"/>
          </a:xfrm>
          <a:custGeom>
            <a:avLst/>
            <a:gdLst/>
            <a:ahLst/>
            <a:cxnLst/>
            <a:rect l="l" t="t" r="r" b="b"/>
            <a:pathLst>
              <a:path w="12700" h="24764">
                <a:moveTo>
                  <a:pt x="5500" y="0"/>
                </a:moveTo>
                <a:lnTo>
                  <a:pt x="1308" y="2813"/>
                </a:lnTo>
                <a:lnTo>
                  <a:pt x="0" y="10961"/>
                </a:lnTo>
                <a:lnTo>
                  <a:pt x="3404" y="10559"/>
                </a:lnTo>
                <a:lnTo>
                  <a:pt x="4184" y="12332"/>
                </a:lnTo>
                <a:lnTo>
                  <a:pt x="4184" y="18558"/>
                </a:lnTo>
                <a:lnTo>
                  <a:pt x="2765" y="19456"/>
                </a:lnTo>
                <a:lnTo>
                  <a:pt x="15" y="19235"/>
                </a:lnTo>
                <a:lnTo>
                  <a:pt x="39" y="23357"/>
                </a:lnTo>
                <a:lnTo>
                  <a:pt x="12364" y="24704"/>
                </a:lnTo>
                <a:lnTo>
                  <a:pt x="12316" y="15067"/>
                </a:lnTo>
                <a:lnTo>
                  <a:pt x="9708" y="15303"/>
                </a:lnTo>
                <a:lnTo>
                  <a:pt x="7966" y="14594"/>
                </a:lnTo>
                <a:lnTo>
                  <a:pt x="8329" y="9937"/>
                </a:lnTo>
                <a:lnTo>
                  <a:pt x="8234" y="8376"/>
                </a:lnTo>
                <a:lnTo>
                  <a:pt x="8234" y="6824"/>
                </a:lnTo>
                <a:lnTo>
                  <a:pt x="8140" y="4223"/>
                </a:lnTo>
                <a:lnTo>
                  <a:pt x="8873" y="1276"/>
                </a:lnTo>
                <a:lnTo>
                  <a:pt x="5500" y="0"/>
                </a:lnTo>
                <a:close/>
              </a:path>
            </a:pathLst>
          </a:custGeom>
          <a:solidFill>
            <a:srgbClr val="A29D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8" name="bg object 478"/>
          <p:cNvSpPr/>
          <p:nvPr/>
        </p:nvSpPr>
        <p:spPr>
          <a:xfrm>
            <a:off x="2016571" y="4048301"/>
            <a:ext cx="13970" cy="19685"/>
          </a:xfrm>
          <a:custGeom>
            <a:avLst/>
            <a:gdLst/>
            <a:ahLst/>
            <a:cxnLst/>
            <a:rect l="l" t="t" r="r" b="b"/>
            <a:pathLst>
              <a:path w="13969" h="19685">
                <a:moveTo>
                  <a:pt x="13585" y="0"/>
                </a:moveTo>
                <a:lnTo>
                  <a:pt x="12490" y="181"/>
                </a:lnTo>
                <a:lnTo>
                  <a:pt x="10504" y="212"/>
                </a:lnTo>
                <a:lnTo>
                  <a:pt x="9306" y="7360"/>
                </a:lnTo>
                <a:lnTo>
                  <a:pt x="4066" y="5177"/>
                </a:lnTo>
                <a:lnTo>
                  <a:pt x="0" y="5516"/>
                </a:lnTo>
                <a:lnTo>
                  <a:pt x="1189" y="19369"/>
                </a:lnTo>
                <a:lnTo>
                  <a:pt x="5382" y="16556"/>
                </a:lnTo>
                <a:lnTo>
                  <a:pt x="13577" y="13743"/>
                </a:lnTo>
                <a:lnTo>
                  <a:pt x="13585" y="0"/>
                </a:lnTo>
                <a:close/>
              </a:path>
            </a:pathLst>
          </a:custGeom>
          <a:solidFill>
            <a:srgbClr val="8071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9" name="bg object 479"/>
          <p:cNvSpPr/>
          <p:nvPr/>
        </p:nvSpPr>
        <p:spPr>
          <a:xfrm>
            <a:off x="2016360" y="4040035"/>
            <a:ext cx="13970" cy="15875"/>
          </a:xfrm>
          <a:custGeom>
            <a:avLst/>
            <a:gdLst/>
            <a:ahLst/>
            <a:cxnLst/>
            <a:rect l="l" t="t" r="r" b="b"/>
            <a:pathLst>
              <a:path w="13969" h="15875">
                <a:moveTo>
                  <a:pt x="9677" y="0"/>
                </a:moveTo>
                <a:lnTo>
                  <a:pt x="4200" y="0"/>
                </a:lnTo>
                <a:lnTo>
                  <a:pt x="4200" y="1552"/>
                </a:lnTo>
                <a:lnTo>
                  <a:pt x="4089" y="3104"/>
                </a:lnTo>
                <a:lnTo>
                  <a:pt x="4476" y="7722"/>
                </a:lnTo>
                <a:lnTo>
                  <a:pt x="2742" y="8439"/>
                </a:lnTo>
                <a:lnTo>
                  <a:pt x="173" y="8305"/>
                </a:lnTo>
                <a:lnTo>
                  <a:pt x="0" y="8219"/>
                </a:lnTo>
                <a:lnTo>
                  <a:pt x="204" y="13782"/>
                </a:lnTo>
                <a:lnTo>
                  <a:pt x="4279" y="13443"/>
                </a:lnTo>
                <a:lnTo>
                  <a:pt x="9511" y="15626"/>
                </a:lnTo>
                <a:lnTo>
                  <a:pt x="10709" y="8479"/>
                </a:lnTo>
                <a:lnTo>
                  <a:pt x="12703" y="8447"/>
                </a:lnTo>
                <a:lnTo>
                  <a:pt x="13798" y="8266"/>
                </a:lnTo>
                <a:lnTo>
                  <a:pt x="13806" y="4145"/>
                </a:lnTo>
                <a:lnTo>
                  <a:pt x="10669" y="4531"/>
                </a:lnTo>
                <a:lnTo>
                  <a:pt x="9298" y="3136"/>
                </a:lnTo>
                <a:lnTo>
                  <a:pt x="9677" y="0"/>
                </a:lnTo>
                <a:close/>
              </a:path>
            </a:pathLst>
          </a:custGeom>
          <a:solidFill>
            <a:srgbClr val="8678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0" name="bg object 480"/>
          <p:cNvSpPr/>
          <p:nvPr/>
        </p:nvSpPr>
        <p:spPr>
          <a:xfrm>
            <a:off x="2016417" y="4075413"/>
            <a:ext cx="4445" cy="9525"/>
          </a:xfrm>
          <a:custGeom>
            <a:avLst/>
            <a:gdLst/>
            <a:ahLst/>
            <a:cxnLst/>
            <a:rect l="l" t="t" r="r" b="b"/>
            <a:pathLst>
              <a:path w="4444" h="9525">
                <a:moveTo>
                  <a:pt x="3443" y="0"/>
                </a:moveTo>
                <a:lnTo>
                  <a:pt x="31" y="401"/>
                </a:lnTo>
                <a:lnTo>
                  <a:pt x="0" y="4546"/>
                </a:lnTo>
                <a:lnTo>
                  <a:pt x="47" y="8676"/>
                </a:lnTo>
                <a:lnTo>
                  <a:pt x="2797" y="8896"/>
                </a:lnTo>
                <a:lnTo>
                  <a:pt x="4223" y="7998"/>
                </a:lnTo>
                <a:lnTo>
                  <a:pt x="4223" y="1773"/>
                </a:lnTo>
                <a:lnTo>
                  <a:pt x="3443" y="0"/>
                </a:lnTo>
                <a:close/>
              </a:path>
            </a:pathLst>
          </a:custGeom>
          <a:solidFill>
            <a:srgbClr val="ACA6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1" name="bg object 481"/>
          <p:cNvSpPr/>
          <p:nvPr/>
        </p:nvSpPr>
        <p:spPr>
          <a:xfrm>
            <a:off x="2178618" y="4440253"/>
            <a:ext cx="12700" cy="6350"/>
          </a:xfrm>
          <a:custGeom>
            <a:avLst/>
            <a:gdLst/>
            <a:ahLst/>
            <a:cxnLst/>
            <a:rect l="l" t="t" r="r" b="b"/>
            <a:pathLst>
              <a:path w="12700" h="6350">
                <a:moveTo>
                  <a:pt x="4373" y="0"/>
                </a:moveTo>
                <a:lnTo>
                  <a:pt x="1662" y="575"/>
                </a:lnTo>
                <a:lnTo>
                  <a:pt x="874" y="1765"/>
                </a:lnTo>
                <a:lnTo>
                  <a:pt x="0" y="2513"/>
                </a:lnTo>
                <a:lnTo>
                  <a:pt x="795" y="3120"/>
                </a:lnTo>
                <a:lnTo>
                  <a:pt x="1513" y="4018"/>
                </a:lnTo>
                <a:lnTo>
                  <a:pt x="4728" y="4925"/>
                </a:lnTo>
                <a:lnTo>
                  <a:pt x="7131" y="5303"/>
                </a:lnTo>
                <a:lnTo>
                  <a:pt x="9495" y="5784"/>
                </a:lnTo>
                <a:lnTo>
                  <a:pt x="12151" y="4192"/>
                </a:lnTo>
                <a:lnTo>
                  <a:pt x="12127" y="267"/>
                </a:lnTo>
                <a:lnTo>
                  <a:pt x="6225" y="244"/>
                </a:lnTo>
                <a:lnTo>
                  <a:pt x="4373" y="0"/>
                </a:lnTo>
                <a:close/>
              </a:path>
            </a:pathLst>
          </a:custGeom>
          <a:solidFill>
            <a:srgbClr val="796F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2" name="bg object 482"/>
          <p:cNvSpPr/>
          <p:nvPr/>
        </p:nvSpPr>
        <p:spPr>
          <a:xfrm>
            <a:off x="2186614" y="4434970"/>
            <a:ext cx="4445" cy="5715"/>
          </a:xfrm>
          <a:custGeom>
            <a:avLst/>
            <a:gdLst/>
            <a:ahLst/>
            <a:cxnLst/>
            <a:rect l="l" t="t" r="r" b="b"/>
            <a:pathLst>
              <a:path w="4444" h="5714">
                <a:moveTo>
                  <a:pt x="39" y="0"/>
                </a:moveTo>
                <a:lnTo>
                  <a:pt x="23" y="5516"/>
                </a:lnTo>
                <a:lnTo>
                  <a:pt x="4129" y="5547"/>
                </a:lnTo>
                <a:lnTo>
                  <a:pt x="4129" y="23"/>
                </a:lnTo>
                <a:close/>
              </a:path>
            </a:pathLst>
          </a:custGeom>
          <a:solidFill>
            <a:srgbClr val="6857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3" name="bg object 483"/>
          <p:cNvSpPr/>
          <p:nvPr/>
        </p:nvSpPr>
        <p:spPr>
          <a:xfrm>
            <a:off x="2039669" y="4294518"/>
            <a:ext cx="7620" cy="8890"/>
          </a:xfrm>
          <a:custGeom>
            <a:avLst/>
            <a:gdLst/>
            <a:ahLst/>
            <a:cxnLst/>
            <a:rect l="l" t="t" r="r" b="b"/>
            <a:pathLst>
              <a:path w="7619" h="8889">
                <a:moveTo>
                  <a:pt x="2695" y="0"/>
                </a:moveTo>
                <a:lnTo>
                  <a:pt x="228" y="1520"/>
                </a:lnTo>
                <a:lnTo>
                  <a:pt x="0" y="5571"/>
                </a:lnTo>
                <a:lnTo>
                  <a:pt x="6942" y="8345"/>
                </a:lnTo>
                <a:lnTo>
                  <a:pt x="6997" y="5634"/>
                </a:lnTo>
                <a:lnTo>
                  <a:pt x="6966" y="102"/>
                </a:lnTo>
                <a:lnTo>
                  <a:pt x="2695" y="0"/>
                </a:lnTo>
                <a:close/>
              </a:path>
            </a:pathLst>
          </a:custGeom>
          <a:solidFill>
            <a:srgbClr val="43368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4" name="bg object 484"/>
          <p:cNvSpPr/>
          <p:nvPr/>
        </p:nvSpPr>
        <p:spPr>
          <a:xfrm>
            <a:off x="2046650" y="4307996"/>
            <a:ext cx="5715" cy="5080"/>
          </a:xfrm>
          <a:custGeom>
            <a:avLst/>
            <a:gdLst/>
            <a:ahLst/>
            <a:cxnLst/>
            <a:rect l="l" t="t" r="r" b="b"/>
            <a:pathLst>
              <a:path w="5714" h="5079">
                <a:moveTo>
                  <a:pt x="3152" y="0"/>
                </a:moveTo>
                <a:lnTo>
                  <a:pt x="23" y="362"/>
                </a:lnTo>
                <a:lnTo>
                  <a:pt x="0" y="4507"/>
                </a:lnTo>
                <a:lnTo>
                  <a:pt x="4097" y="4515"/>
                </a:lnTo>
                <a:lnTo>
                  <a:pt x="5673" y="236"/>
                </a:lnTo>
                <a:lnTo>
                  <a:pt x="3152" y="0"/>
                </a:lnTo>
                <a:close/>
              </a:path>
            </a:pathLst>
          </a:custGeom>
          <a:solidFill>
            <a:srgbClr val="685D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5" name="bg object 485"/>
          <p:cNvSpPr/>
          <p:nvPr/>
        </p:nvSpPr>
        <p:spPr>
          <a:xfrm>
            <a:off x="2051914" y="3804459"/>
            <a:ext cx="13970" cy="40640"/>
          </a:xfrm>
          <a:custGeom>
            <a:avLst/>
            <a:gdLst/>
            <a:ahLst/>
            <a:cxnLst/>
            <a:rect l="l" t="t" r="r" b="b"/>
            <a:pathLst>
              <a:path w="13969" h="40639">
                <a:moveTo>
                  <a:pt x="6115" y="0"/>
                </a:moveTo>
                <a:lnTo>
                  <a:pt x="5531" y="1843"/>
                </a:lnTo>
                <a:lnTo>
                  <a:pt x="5697" y="4397"/>
                </a:lnTo>
                <a:lnTo>
                  <a:pt x="4113" y="7966"/>
                </a:lnTo>
                <a:lnTo>
                  <a:pt x="4349" y="12466"/>
                </a:lnTo>
                <a:lnTo>
                  <a:pt x="0" y="14996"/>
                </a:lnTo>
                <a:lnTo>
                  <a:pt x="220" y="16091"/>
                </a:lnTo>
                <a:lnTo>
                  <a:pt x="189" y="16761"/>
                </a:lnTo>
                <a:lnTo>
                  <a:pt x="2955" y="16525"/>
                </a:lnTo>
                <a:lnTo>
                  <a:pt x="4531" y="17368"/>
                </a:lnTo>
                <a:lnTo>
                  <a:pt x="4137" y="25264"/>
                </a:lnTo>
                <a:lnTo>
                  <a:pt x="8841" y="28235"/>
                </a:lnTo>
                <a:lnTo>
                  <a:pt x="8100" y="32994"/>
                </a:lnTo>
                <a:lnTo>
                  <a:pt x="8424" y="36060"/>
                </a:lnTo>
                <a:lnTo>
                  <a:pt x="8431" y="40181"/>
                </a:lnTo>
                <a:lnTo>
                  <a:pt x="12553" y="40189"/>
                </a:lnTo>
                <a:lnTo>
                  <a:pt x="13940" y="22285"/>
                </a:lnTo>
                <a:lnTo>
                  <a:pt x="13900" y="244"/>
                </a:lnTo>
                <a:lnTo>
                  <a:pt x="12356" y="252"/>
                </a:lnTo>
                <a:lnTo>
                  <a:pt x="10803" y="370"/>
                </a:lnTo>
                <a:lnTo>
                  <a:pt x="6115" y="0"/>
                </a:lnTo>
                <a:close/>
              </a:path>
            </a:pathLst>
          </a:custGeom>
          <a:solidFill>
            <a:srgbClr val="9D92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6" name="bg object 486"/>
          <p:cNvSpPr/>
          <p:nvPr/>
        </p:nvSpPr>
        <p:spPr>
          <a:xfrm>
            <a:off x="2047965" y="3821223"/>
            <a:ext cx="4445" cy="18415"/>
          </a:xfrm>
          <a:custGeom>
            <a:avLst/>
            <a:gdLst/>
            <a:ahLst/>
            <a:cxnLst/>
            <a:rect l="l" t="t" r="r" b="b"/>
            <a:pathLst>
              <a:path w="4444" h="18414">
                <a:moveTo>
                  <a:pt x="4145" y="0"/>
                </a:moveTo>
                <a:lnTo>
                  <a:pt x="70" y="31"/>
                </a:lnTo>
                <a:lnTo>
                  <a:pt x="0" y="9613"/>
                </a:lnTo>
                <a:lnTo>
                  <a:pt x="39" y="17888"/>
                </a:lnTo>
                <a:lnTo>
                  <a:pt x="4113" y="17880"/>
                </a:lnTo>
                <a:lnTo>
                  <a:pt x="4208" y="13806"/>
                </a:lnTo>
                <a:lnTo>
                  <a:pt x="4184" y="31"/>
                </a:lnTo>
                <a:close/>
              </a:path>
            </a:pathLst>
          </a:custGeom>
          <a:solidFill>
            <a:srgbClr val="9A8F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7" name="bg object 487"/>
          <p:cNvSpPr/>
          <p:nvPr/>
        </p:nvSpPr>
        <p:spPr>
          <a:xfrm>
            <a:off x="2067225" y="3715293"/>
            <a:ext cx="10160" cy="13970"/>
          </a:xfrm>
          <a:custGeom>
            <a:avLst/>
            <a:gdLst/>
            <a:ahLst/>
            <a:cxnLst/>
            <a:rect l="l" t="t" r="r" b="b"/>
            <a:pathLst>
              <a:path w="10160" h="13970">
                <a:moveTo>
                  <a:pt x="9566" y="0"/>
                </a:moveTo>
                <a:lnTo>
                  <a:pt x="8258" y="488"/>
                </a:lnTo>
                <a:lnTo>
                  <a:pt x="6044" y="717"/>
                </a:lnTo>
                <a:lnTo>
                  <a:pt x="4822" y="4988"/>
                </a:lnTo>
                <a:lnTo>
                  <a:pt x="2182" y="3869"/>
                </a:lnTo>
                <a:lnTo>
                  <a:pt x="0" y="4113"/>
                </a:lnTo>
                <a:lnTo>
                  <a:pt x="15" y="13759"/>
                </a:lnTo>
                <a:lnTo>
                  <a:pt x="1331" y="13175"/>
                </a:lnTo>
                <a:lnTo>
                  <a:pt x="3758" y="12647"/>
                </a:lnTo>
                <a:lnTo>
                  <a:pt x="3979" y="7706"/>
                </a:lnTo>
                <a:lnTo>
                  <a:pt x="6887" y="8242"/>
                </a:lnTo>
                <a:lnTo>
                  <a:pt x="9606" y="8234"/>
                </a:lnTo>
                <a:lnTo>
                  <a:pt x="9677" y="4074"/>
                </a:lnTo>
                <a:lnTo>
                  <a:pt x="9566" y="0"/>
                </a:lnTo>
                <a:close/>
              </a:path>
            </a:pathLst>
          </a:custGeom>
          <a:solidFill>
            <a:srgbClr val="9287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8" name="bg object 488"/>
          <p:cNvSpPr/>
          <p:nvPr/>
        </p:nvSpPr>
        <p:spPr>
          <a:xfrm>
            <a:off x="2076829" y="3710741"/>
            <a:ext cx="8255" cy="14604"/>
          </a:xfrm>
          <a:custGeom>
            <a:avLst/>
            <a:gdLst/>
            <a:ahLst/>
            <a:cxnLst/>
            <a:rect l="l" t="t" r="r" b="b"/>
            <a:pathLst>
              <a:path w="8255" h="14604">
                <a:moveTo>
                  <a:pt x="4830" y="0"/>
                </a:moveTo>
                <a:lnTo>
                  <a:pt x="3774" y="1773"/>
                </a:lnTo>
                <a:lnTo>
                  <a:pt x="4452" y="7911"/>
                </a:lnTo>
                <a:lnTo>
                  <a:pt x="2868" y="8920"/>
                </a:lnTo>
                <a:lnTo>
                  <a:pt x="70" y="8628"/>
                </a:lnTo>
                <a:lnTo>
                  <a:pt x="0" y="12789"/>
                </a:lnTo>
                <a:lnTo>
                  <a:pt x="0" y="13231"/>
                </a:lnTo>
                <a:lnTo>
                  <a:pt x="47" y="14113"/>
                </a:lnTo>
                <a:lnTo>
                  <a:pt x="8234" y="14176"/>
                </a:lnTo>
                <a:lnTo>
                  <a:pt x="8219" y="394"/>
                </a:lnTo>
                <a:lnTo>
                  <a:pt x="4830" y="0"/>
                </a:lnTo>
                <a:close/>
              </a:path>
            </a:pathLst>
          </a:custGeom>
          <a:solidFill>
            <a:srgbClr val="796C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9" name="bg object 489"/>
          <p:cNvSpPr/>
          <p:nvPr/>
        </p:nvSpPr>
        <p:spPr>
          <a:xfrm>
            <a:off x="2067198" y="3733162"/>
            <a:ext cx="10160" cy="8255"/>
          </a:xfrm>
          <a:custGeom>
            <a:avLst/>
            <a:gdLst/>
            <a:ahLst/>
            <a:cxnLst/>
            <a:rect l="l" t="t" r="r" b="b"/>
            <a:pathLst>
              <a:path w="10160" h="8254">
                <a:moveTo>
                  <a:pt x="9629" y="0"/>
                </a:moveTo>
                <a:lnTo>
                  <a:pt x="5295" y="386"/>
                </a:lnTo>
                <a:lnTo>
                  <a:pt x="1166" y="3908"/>
                </a:lnTo>
                <a:lnTo>
                  <a:pt x="0" y="8227"/>
                </a:lnTo>
                <a:lnTo>
                  <a:pt x="8258" y="8258"/>
                </a:lnTo>
                <a:lnTo>
                  <a:pt x="9661" y="23"/>
                </a:lnTo>
                <a:close/>
              </a:path>
            </a:pathLst>
          </a:custGeom>
          <a:solidFill>
            <a:srgbClr val="9388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0" name="bg object 490"/>
          <p:cNvSpPr/>
          <p:nvPr/>
        </p:nvSpPr>
        <p:spPr>
          <a:xfrm>
            <a:off x="2076823" y="3724854"/>
            <a:ext cx="8255" cy="8890"/>
          </a:xfrm>
          <a:custGeom>
            <a:avLst/>
            <a:gdLst/>
            <a:ahLst/>
            <a:cxnLst/>
            <a:rect l="l" t="t" r="r" b="b"/>
            <a:pathLst>
              <a:path w="8255" h="8889">
                <a:moveTo>
                  <a:pt x="55" y="0"/>
                </a:moveTo>
                <a:lnTo>
                  <a:pt x="0" y="8305"/>
                </a:lnTo>
                <a:lnTo>
                  <a:pt x="4121" y="8313"/>
                </a:lnTo>
                <a:lnTo>
                  <a:pt x="3727" y="5169"/>
                </a:lnTo>
                <a:lnTo>
                  <a:pt x="5106" y="3782"/>
                </a:lnTo>
                <a:lnTo>
                  <a:pt x="8242" y="4184"/>
                </a:lnTo>
                <a:lnTo>
                  <a:pt x="8242" y="63"/>
                </a:lnTo>
                <a:lnTo>
                  <a:pt x="55" y="0"/>
                </a:lnTo>
                <a:close/>
              </a:path>
            </a:pathLst>
          </a:custGeom>
          <a:solidFill>
            <a:srgbClr val="9287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1" name="bg object 491"/>
          <p:cNvSpPr/>
          <p:nvPr/>
        </p:nvSpPr>
        <p:spPr>
          <a:xfrm>
            <a:off x="2223261" y="3682237"/>
            <a:ext cx="14604" cy="10795"/>
          </a:xfrm>
          <a:custGeom>
            <a:avLst/>
            <a:gdLst/>
            <a:ahLst/>
            <a:cxnLst/>
            <a:rect l="l" t="t" r="r" b="b"/>
            <a:pathLst>
              <a:path w="14605" h="10795">
                <a:moveTo>
                  <a:pt x="449" y="0"/>
                </a:moveTo>
                <a:lnTo>
                  <a:pt x="425" y="4145"/>
                </a:lnTo>
                <a:lnTo>
                  <a:pt x="346" y="7068"/>
                </a:lnTo>
                <a:lnTo>
                  <a:pt x="0" y="10205"/>
                </a:lnTo>
                <a:lnTo>
                  <a:pt x="4546" y="9637"/>
                </a:lnTo>
                <a:lnTo>
                  <a:pt x="14137" y="9637"/>
                </a:lnTo>
                <a:lnTo>
                  <a:pt x="14137" y="23"/>
                </a:lnTo>
                <a:lnTo>
                  <a:pt x="449" y="0"/>
                </a:lnTo>
                <a:close/>
              </a:path>
            </a:pathLst>
          </a:custGeom>
          <a:solidFill>
            <a:srgbClr val="B1A7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2" name="bg object 492"/>
          <p:cNvSpPr/>
          <p:nvPr/>
        </p:nvSpPr>
        <p:spPr>
          <a:xfrm>
            <a:off x="2223647" y="3677935"/>
            <a:ext cx="13970" cy="4445"/>
          </a:xfrm>
          <a:custGeom>
            <a:avLst/>
            <a:gdLst/>
            <a:ahLst/>
            <a:cxnLst/>
            <a:rect l="l" t="t" r="r" b="b"/>
            <a:pathLst>
              <a:path w="13969" h="4445">
                <a:moveTo>
                  <a:pt x="13286" y="0"/>
                </a:moveTo>
                <a:lnTo>
                  <a:pt x="6784" y="315"/>
                </a:lnTo>
                <a:lnTo>
                  <a:pt x="3427" y="189"/>
                </a:lnTo>
                <a:lnTo>
                  <a:pt x="0" y="189"/>
                </a:lnTo>
                <a:lnTo>
                  <a:pt x="63" y="4302"/>
                </a:lnTo>
                <a:lnTo>
                  <a:pt x="13751" y="4326"/>
                </a:lnTo>
                <a:lnTo>
                  <a:pt x="13963" y="1702"/>
                </a:lnTo>
                <a:lnTo>
                  <a:pt x="13286" y="0"/>
                </a:lnTo>
                <a:close/>
              </a:path>
            </a:pathLst>
          </a:custGeom>
          <a:solidFill>
            <a:srgbClr val="A99B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3" name="bg object 493"/>
          <p:cNvSpPr/>
          <p:nvPr/>
        </p:nvSpPr>
        <p:spPr>
          <a:xfrm>
            <a:off x="2184632" y="3561126"/>
            <a:ext cx="10795" cy="36830"/>
          </a:xfrm>
          <a:custGeom>
            <a:avLst/>
            <a:gdLst/>
            <a:ahLst/>
            <a:cxnLst/>
            <a:rect l="l" t="t" r="r" b="b"/>
            <a:pathLst>
              <a:path w="10794" h="36829">
                <a:moveTo>
                  <a:pt x="10205" y="0"/>
                </a:moveTo>
                <a:lnTo>
                  <a:pt x="2001" y="23"/>
                </a:lnTo>
                <a:lnTo>
                  <a:pt x="1993" y="22041"/>
                </a:lnTo>
                <a:lnTo>
                  <a:pt x="1040" y="27336"/>
                </a:lnTo>
                <a:lnTo>
                  <a:pt x="0" y="34224"/>
                </a:lnTo>
                <a:lnTo>
                  <a:pt x="1379" y="36611"/>
                </a:lnTo>
                <a:lnTo>
                  <a:pt x="6107" y="35800"/>
                </a:lnTo>
                <a:lnTo>
                  <a:pt x="6138" y="20504"/>
                </a:lnTo>
                <a:lnTo>
                  <a:pt x="6225" y="18944"/>
                </a:lnTo>
                <a:lnTo>
                  <a:pt x="5839" y="14263"/>
                </a:lnTo>
                <a:lnTo>
                  <a:pt x="7628" y="13593"/>
                </a:lnTo>
                <a:lnTo>
                  <a:pt x="10212" y="13766"/>
                </a:lnTo>
                <a:lnTo>
                  <a:pt x="10205" y="0"/>
                </a:lnTo>
                <a:close/>
              </a:path>
            </a:pathLst>
          </a:custGeom>
          <a:solidFill>
            <a:srgbClr val="AEA0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4" name="bg object 494"/>
          <p:cNvSpPr/>
          <p:nvPr/>
        </p:nvSpPr>
        <p:spPr>
          <a:xfrm>
            <a:off x="2178201" y="3543057"/>
            <a:ext cx="18415" cy="18415"/>
          </a:xfrm>
          <a:custGeom>
            <a:avLst/>
            <a:gdLst/>
            <a:ahLst/>
            <a:cxnLst/>
            <a:rect l="l" t="t" r="r" b="b"/>
            <a:pathLst>
              <a:path w="18414" h="18414">
                <a:moveTo>
                  <a:pt x="693" y="0"/>
                </a:moveTo>
                <a:lnTo>
                  <a:pt x="0" y="1710"/>
                </a:lnTo>
                <a:lnTo>
                  <a:pt x="204" y="4334"/>
                </a:lnTo>
                <a:lnTo>
                  <a:pt x="4318" y="4334"/>
                </a:lnTo>
                <a:lnTo>
                  <a:pt x="6950" y="4137"/>
                </a:lnTo>
                <a:lnTo>
                  <a:pt x="8621" y="4854"/>
                </a:lnTo>
                <a:lnTo>
                  <a:pt x="8290" y="11355"/>
                </a:lnTo>
                <a:lnTo>
                  <a:pt x="8431" y="14728"/>
                </a:lnTo>
                <a:lnTo>
                  <a:pt x="8431" y="18093"/>
                </a:lnTo>
                <a:lnTo>
                  <a:pt x="16635" y="18069"/>
                </a:lnTo>
                <a:lnTo>
                  <a:pt x="18053" y="5728"/>
                </a:lnTo>
                <a:lnTo>
                  <a:pt x="18053" y="220"/>
                </a:lnTo>
                <a:lnTo>
                  <a:pt x="9645" y="204"/>
                </a:lnTo>
                <a:lnTo>
                  <a:pt x="6737" y="338"/>
                </a:lnTo>
                <a:lnTo>
                  <a:pt x="693" y="0"/>
                </a:lnTo>
                <a:close/>
              </a:path>
            </a:pathLst>
          </a:custGeom>
          <a:solidFill>
            <a:srgbClr val="BEB3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5" name="bg object 495"/>
          <p:cNvSpPr/>
          <p:nvPr/>
        </p:nvSpPr>
        <p:spPr>
          <a:xfrm>
            <a:off x="2190777" y="3570764"/>
            <a:ext cx="12700" cy="22225"/>
          </a:xfrm>
          <a:custGeom>
            <a:avLst/>
            <a:gdLst/>
            <a:ahLst/>
            <a:cxnLst/>
            <a:rect l="l" t="t" r="r" b="b"/>
            <a:pathLst>
              <a:path w="12700" h="22225">
                <a:moveTo>
                  <a:pt x="8195" y="0"/>
                </a:moveTo>
                <a:lnTo>
                  <a:pt x="4097" y="23"/>
                </a:lnTo>
                <a:lnTo>
                  <a:pt x="4066" y="4129"/>
                </a:lnTo>
                <a:lnTo>
                  <a:pt x="4074" y="5681"/>
                </a:lnTo>
                <a:lnTo>
                  <a:pt x="3971" y="7242"/>
                </a:lnTo>
                <a:lnTo>
                  <a:pt x="4357" y="11915"/>
                </a:lnTo>
                <a:lnTo>
                  <a:pt x="2584" y="12592"/>
                </a:lnTo>
                <a:lnTo>
                  <a:pt x="0" y="12427"/>
                </a:lnTo>
                <a:lnTo>
                  <a:pt x="15" y="17888"/>
                </a:lnTo>
                <a:lnTo>
                  <a:pt x="3561" y="17935"/>
                </a:lnTo>
                <a:lnTo>
                  <a:pt x="7226" y="21875"/>
                </a:lnTo>
                <a:lnTo>
                  <a:pt x="11489" y="16674"/>
                </a:lnTo>
                <a:lnTo>
                  <a:pt x="11788" y="15130"/>
                </a:lnTo>
                <a:lnTo>
                  <a:pt x="12348" y="13814"/>
                </a:lnTo>
                <a:lnTo>
                  <a:pt x="9787" y="13956"/>
                </a:lnTo>
                <a:lnTo>
                  <a:pt x="7951" y="13365"/>
                </a:lnTo>
                <a:lnTo>
                  <a:pt x="8329" y="8179"/>
                </a:lnTo>
                <a:lnTo>
                  <a:pt x="8219" y="6162"/>
                </a:lnTo>
                <a:lnTo>
                  <a:pt x="8195" y="0"/>
                </a:lnTo>
                <a:close/>
              </a:path>
            </a:pathLst>
          </a:custGeom>
          <a:solidFill>
            <a:srgbClr val="8E81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6" name="bg object 496"/>
          <p:cNvSpPr/>
          <p:nvPr/>
        </p:nvSpPr>
        <p:spPr>
          <a:xfrm>
            <a:off x="2273088" y="4326273"/>
            <a:ext cx="5715" cy="22860"/>
          </a:xfrm>
          <a:custGeom>
            <a:avLst/>
            <a:gdLst/>
            <a:ahLst/>
            <a:cxnLst/>
            <a:rect l="l" t="t" r="r" b="b"/>
            <a:pathLst>
              <a:path w="5714" h="22860">
                <a:moveTo>
                  <a:pt x="5484" y="15"/>
                </a:moveTo>
                <a:lnTo>
                  <a:pt x="15" y="0"/>
                </a:lnTo>
                <a:lnTo>
                  <a:pt x="0" y="22009"/>
                </a:lnTo>
                <a:lnTo>
                  <a:pt x="3183" y="22419"/>
                </a:lnTo>
                <a:lnTo>
                  <a:pt x="4515" y="20993"/>
                </a:lnTo>
                <a:lnTo>
                  <a:pt x="4137" y="17880"/>
                </a:lnTo>
                <a:lnTo>
                  <a:pt x="4160" y="8266"/>
                </a:lnTo>
                <a:lnTo>
                  <a:pt x="5484" y="15"/>
                </a:lnTo>
                <a:close/>
              </a:path>
            </a:pathLst>
          </a:custGeom>
          <a:solidFill>
            <a:srgbClr val="8D85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7" name="bg object 497"/>
          <p:cNvSpPr/>
          <p:nvPr/>
        </p:nvSpPr>
        <p:spPr>
          <a:xfrm>
            <a:off x="2076789" y="3701521"/>
            <a:ext cx="10160" cy="18415"/>
          </a:xfrm>
          <a:custGeom>
            <a:avLst/>
            <a:gdLst/>
            <a:ahLst/>
            <a:cxnLst/>
            <a:rect l="l" t="t" r="r" b="b"/>
            <a:pathLst>
              <a:path w="10160" h="18414">
                <a:moveTo>
                  <a:pt x="9621" y="15"/>
                </a:moveTo>
                <a:lnTo>
                  <a:pt x="4168" y="0"/>
                </a:lnTo>
                <a:lnTo>
                  <a:pt x="3948" y="2214"/>
                </a:lnTo>
                <a:lnTo>
                  <a:pt x="5019" y="4854"/>
                </a:lnTo>
                <a:lnTo>
                  <a:pt x="740" y="6067"/>
                </a:lnTo>
                <a:lnTo>
                  <a:pt x="520" y="8313"/>
                </a:lnTo>
                <a:lnTo>
                  <a:pt x="31" y="9637"/>
                </a:lnTo>
                <a:lnTo>
                  <a:pt x="0" y="13774"/>
                </a:lnTo>
                <a:lnTo>
                  <a:pt x="118" y="17848"/>
                </a:lnTo>
                <a:lnTo>
                  <a:pt x="2907" y="18140"/>
                </a:lnTo>
                <a:lnTo>
                  <a:pt x="4499" y="17131"/>
                </a:lnTo>
                <a:lnTo>
                  <a:pt x="3814" y="10993"/>
                </a:lnTo>
                <a:lnTo>
                  <a:pt x="4870" y="9219"/>
                </a:lnTo>
                <a:lnTo>
                  <a:pt x="8258" y="9613"/>
                </a:lnTo>
                <a:close/>
              </a:path>
            </a:pathLst>
          </a:custGeom>
          <a:solidFill>
            <a:srgbClr val="7062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8" name="bg object 498"/>
          <p:cNvSpPr/>
          <p:nvPr/>
        </p:nvSpPr>
        <p:spPr>
          <a:xfrm>
            <a:off x="2072502" y="3698749"/>
            <a:ext cx="9525" cy="12700"/>
          </a:xfrm>
          <a:custGeom>
            <a:avLst/>
            <a:gdLst/>
            <a:ahLst/>
            <a:cxnLst/>
            <a:rect l="l" t="t" r="r" b="b"/>
            <a:pathLst>
              <a:path w="9525" h="12700">
                <a:moveTo>
                  <a:pt x="204" y="0"/>
                </a:moveTo>
                <a:lnTo>
                  <a:pt x="204" y="2915"/>
                </a:lnTo>
                <a:lnTo>
                  <a:pt x="346" y="5831"/>
                </a:lnTo>
                <a:lnTo>
                  <a:pt x="0" y="11875"/>
                </a:lnTo>
                <a:lnTo>
                  <a:pt x="1702" y="12576"/>
                </a:lnTo>
                <a:lnTo>
                  <a:pt x="4310" y="12411"/>
                </a:lnTo>
                <a:lnTo>
                  <a:pt x="4799" y="11087"/>
                </a:lnTo>
                <a:lnTo>
                  <a:pt x="5027" y="8833"/>
                </a:lnTo>
                <a:lnTo>
                  <a:pt x="9306" y="7628"/>
                </a:lnTo>
                <a:lnTo>
                  <a:pt x="8234" y="4988"/>
                </a:lnTo>
                <a:lnTo>
                  <a:pt x="8455" y="2781"/>
                </a:lnTo>
                <a:lnTo>
                  <a:pt x="204" y="0"/>
                </a:lnTo>
                <a:close/>
              </a:path>
            </a:pathLst>
          </a:custGeom>
          <a:solidFill>
            <a:srgbClr val="7A6F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9" name="bg object 499"/>
          <p:cNvSpPr/>
          <p:nvPr/>
        </p:nvSpPr>
        <p:spPr>
          <a:xfrm>
            <a:off x="2017790" y="4191394"/>
            <a:ext cx="5715" cy="13970"/>
          </a:xfrm>
          <a:custGeom>
            <a:avLst/>
            <a:gdLst/>
            <a:ahLst/>
            <a:cxnLst/>
            <a:rect l="l" t="t" r="r" b="b"/>
            <a:pathLst>
              <a:path w="5714" h="13970">
                <a:moveTo>
                  <a:pt x="70" y="0"/>
                </a:moveTo>
                <a:lnTo>
                  <a:pt x="0" y="4168"/>
                </a:lnTo>
                <a:lnTo>
                  <a:pt x="165" y="13869"/>
                </a:lnTo>
                <a:lnTo>
                  <a:pt x="2214" y="13766"/>
                </a:lnTo>
                <a:lnTo>
                  <a:pt x="4239" y="13719"/>
                </a:lnTo>
                <a:lnTo>
                  <a:pt x="4074" y="8550"/>
                </a:lnTo>
                <a:lnTo>
                  <a:pt x="4176" y="6335"/>
                </a:lnTo>
                <a:lnTo>
                  <a:pt x="4208" y="4121"/>
                </a:lnTo>
                <a:lnTo>
                  <a:pt x="5468" y="39"/>
                </a:lnTo>
                <a:lnTo>
                  <a:pt x="70" y="0"/>
                </a:lnTo>
                <a:close/>
              </a:path>
            </a:pathLst>
          </a:custGeom>
          <a:solidFill>
            <a:srgbClr val="C1BB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0" name="bg object 500"/>
          <p:cNvSpPr/>
          <p:nvPr/>
        </p:nvSpPr>
        <p:spPr>
          <a:xfrm>
            <a:off x="2188817" y="3602442"/>
            <a:ext cx="24130" cy="34925"/>
          </a:xfrm>
          <a:custGeom>
            <a:avLst/>
            <a:gdLst/>
            <a:ahLst/>
            <a:cxnLst/>
            <a:rect l="l" t="t" r="r" b="b"/>
            <a:pathLst>
              <a:path w="24130" h="34925">
                <a:moveTo>
                  <a:pt x="23869" y="0"/>
                </a:moveTo>
                <a:lnTo>
                  <a:pt x="10173" y="0"/>
                </a:lnTo>
                <a:lnTo>
                  <a:pt x="10141" y="4791"/>
                </a:lnTo>
                <a:lnTo>
                  <a:pt x="10386" y="5847"/>
                </a:lnTo>
                <a:lnTo>
                  <a:pt x="4397" y="10118"/>
                </a:lnTo>
                <a:lnTo>
                  <a:pt x="6390" y="16698"/>
                </a:lnTo>
                <a:lnTo>
                  <a:pt x="4673" y="22017"/>
                </a:lnTo>
                <a:lnTo>
                  <a:pt x="4633" y="24956"/>
                </a:lnTo>
                <a:lnTo>
                  <a:pt x="0" y="26469"/>
                </a:lnTo>
                <a:lnTo>
                  <a:pt x="433" y="29795"/>
                </a:lnTo>
                <a:lnTo>
                  <a:pt x="559" y="34397"/>
                </a:lnTo>
                <a:lnTo>
                  <a:pt x="6233" y="33199"/>
                </a:lnTo>
                <a:lnTo>
                  <a:pt x="9212" y="28093"/>
                </a:lnTo>
                <a:lnTo>
                  <a:pt x="13987" y="24956"/>
                </a:lnTo>
                <a:lnTo>
                  <a:pt x="13658" y="23089"/>
                </a:lnTo>
                <a:lnTo>
                  <a:pt x="12796" y="22017"/>
                </a:lnTo>
                <a:lnTo>
                  <a:pt x="10906" y="19763"/>
                </a:lnTo>
                <a:lnTo>
                  <a:pt x="11131" y="19763"/>
                </a:lnTo>
                <a:lnTo>
                  <a:pt x="14381" y="16146"/>
                </a:lnTo>
                <a:lnTo>
                  <a:pt x="14302" y="14184"/>
                </a:lnTo>
                <a:lnTo>
                  <a:pt x="15729" y="12387"/>
                </a:lnTo>
                <a:lnTo>
                  <a:pt x="18384" y="12387"/>
                </a:lnTo>
                <a:lnTo>
                  <a:pt x="17885" y="8234"/>
                </a:lnTo>
                <a:lnTo>
                  <a:pt x="17841" y="7864"/>
                </a:lnTo>
                <a:lnTo>
                  <a:pt x="23864" y="7864"/>
                </a:lnTo>
                <a:lnTo>
                  <a:pt x="23869" y="0"/>
                </a:lnTo>
                <a:close/>
              </a:path>
              <a:path w="24130" h="34925">
                <a:moveTo>
                  <a:pt x="11131" y="19763"/>
                </a:moveTo>
                <a:lnTo>
                  <a:pt x="10906" y="19763"/>
                </a:lnTo>
                <a:lnTo>
                  <a:pt x="11064" y="19952"/>
                </a:lnTo>
                <a:lnTo>
                  <a:pt x="11131" y="19763"/>
                </a:lnTo>
                <a:close/>
              </a:path>
              <a:path w="24130" h="34925">
                <a:moveTo>
                  <a:pt x="18384" y="12387"/>
                </a:moveTo>
                <a:lnTo>
                  <a:pt x="15729" y="12387"/>
                </a:lnTo>
                <a:lnTo>
                  <a:pt x="17289" y="12576"/>
                </a:lnTo>
                <a:lnTo>
                  <a:pt x="18384" y="12387"/>
                </a:lnTo>
                <a:close/>
              </a:path>
              <a:path w="24130" h="34925">
                <a:moveTo>
                  <a:pt x="23864" y="7864"/>
                </a:moveTo>
                <a:lnTo>
                  <a:pt x="17841" y="7864"/>
                </a:lnTo>
                <a:lnTo>
                  <a:pt x="22089" y="8234"/>
                </a:lnTo>
                <a:lnTo>
                  <a:pt x="23861" y="8234"/>
                </a:lnTo>
                <a:lnTo>
                  <a:pt x="23864" y="7864"/>
                </a:lnTo>
                <a:close/>
              </a:path>
            </a:pathLst>
          </a:custGeom>
          <a:solidFill>
            <a:srgbClr val="BBAF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1" name="bg object 501"/>
          <p:cNvSpPr/>
          <p:nvPr/>
        </p:nvSpPr>
        <p:spPr>
          <a:xfrm>
            <a:off x="2190737" y="3584526"/>
            <a:ext cx="18415" cy="18415"/>
          </a:xfrm>
          <a:custGeom>
            <a:avLst/>
            <a:gdLst/>
            <a:ahLst/>
            <a:cxnLst/>
            <a:rect l="l" t="t" r="r" b="b"/>
            <a:pathLst>
              <a:path w="18414" h="18414">
                <a:moveTo>
                  <a:pt x="17841" y="0"/>
                </a:moveTo>
                <a:lnTo>
                  <a:pt x="12387" y="47"/>
                </a:lnTo>
                <a:lnTo>
                  <a:pt x="11828" y="1371"/>
                </a:lnTo>
                <a:lnTo>
                  <a:pt x="11528" y="2915"/>
                </a:lnTo>
                <a:lnTo>
                  <a:pt x="7265" y="8116"/>
                </a:lnTo>
                <a:lnTo>
                  <a:pt x="3601" y="4168"/>
                </a:lnTo>
                <a:lnTo>
                  <a:pt x="55" y="4129"/>
                </a:lnTo>
                <a:lnTo>
                  <a:pt x="0" y="12403"/>
                </a:lnTo>
                <a:lnTo>
                  <a:pt x="31" y="16525"/>
                </a:lnTo>
                <a:lnTo>
                  <a:pt x="8282" y="17919"/>
                </a:lnTo>
                <a:lnTo>
                  <a:pt x="7675" y="13924"/>
                </a:lnTo>
                <a:lnTo>
                  <a:pt x="8959" y="11741"/>
                </a:lnTo>
                <a:lnTo>
                  <a:pt x="16485" y="12829"/>
                </a:lnTo>
                <a:lnTo>
                  <a:pt x="18266" y="11710"/>
                </a:lnTo>
                <a:lnTo>
                  <a:pt x="17864" y="8282"/>
                </a:lnTo>
                <a:lnTo>
                  <a:pt x="17872" y="39"/>
                </a:lnTo>
                <a:close/>
              </a:path>
            </a:pathLst>
          </a:custGeom>
          <a:solidFill>
            <a:srgbClr val="9B8D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2" name="bg object 502"/>
          <p:cNvSpPr/>
          <p:nvPr/>
        </p:nvSpPr>
        <p:spPr>
          <a:xfrm>
            <a:off x="2198413" y="3592601"/>
            <a:ext cx="14604" cy="10160"/>
          </a:xfrm>
          <a:custGeom>
            <a:avLst/>
            <a:gdLst/>
            <a:ahLst/>
            <a:cxnLst/>
            <a:rect l="l" t="t" r="r" b="b"/>
            <a:pathLst>
              <a:path w="14605" h="10160">
                <a:moveTo>
                  <a:pt x="12797" y="0"/>
                </a:moveTo>
                <a:lnTo>
                  <a:pt x="10189" y="204"/>
                </a:lnTo>
                <a:lnTo>
                  <a:pt x="10583" y="3632"/>
                </a:lnTo>
                <a:lnTo>
                  <a:pt x="8802" y="4751"/>
                </a:lnTo>
                <a:lnTo>
                  <a:pt x="1284" y="3664"/>
                </a:lnTo>
                <a:lnTo>
                  <a:pt x="0" y="5847"/>
                </a:lnTo>
                <a:lnTo>
                  <a:pt x="606" y="9842"/>
                </a:lnTo>
                <a:lnTo>
                  <a:pt x="14271" y="9842"/>
                </a:lnTo>
                <a:lnTo>
                  <a:pt x="14279" y="7833"/>
                </a:lnTo>
                <a:lnTo>
                  <a:pt x="14168" y="5823"/>
                </a:lnTo>
                <a:lnTo>
                  <a:pt x="14547" y="677"/>
                </a:lnTo>
                <a:lnTo>
                  <a:pt x="12797" y="0"/>
                </a:lnTo>
                <a:close/>
              </a:path>
            </a:pathLst>
          </a:custGeom>
          <a:solidFill>
            <a:srgbClr val="B4A7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3" name="bg object 503"/>
          <p:cNvSpPr/>
          <p:nvPr/>
        </p:nvSpPr>
        <p:spPr>
          <a:xfrm>
            <a:off x="2134488" y="3471680"/>
            <a:ext cx="15240" cy="12700"/>
          </a:xfrm>
          <a:custGeom>
            <a:avLst/>
            <a:gdLst/>
            <a:ahLst/>
            <a:cxnLst/>
            <a:rect l="l" t="t" r="r" b="b"/>
            <a:pathLst>
              <a:path w="15239" h="12700">
                <a:moveTo>
                  <a:pt x="13672" y="0"/>
                </a:moveTo>
                <a:lnTo>
                  <a:pt x="5508" y="47"/>
                </a:lnTo>
                <a:lnTo>
                  <a:pt x="4097" y="4145"/>
                </a:lnTo>
                <a:lnTo>
                  <a:pt x="0" y="12419"/>
                </a:lnTo>
                <a:lnTo>
                  <a:pt x="9582" y="12403"/>
                </a:lnTo>
                <a:lnTo>
                  <a:pt x="9732" y="11331"/>
                </a:lnTo>
                <a:lnTo>
                  <a:pt x="9621" y="9456"/>
                </a:lnTo>
                <a:lnTo>
                  <a:pt x="15122" y="7596"/>
                </a:lnTo>
                <a:lnTo>
                  <a:pt x="13475" y="3459"/>
                </a:lnTo>
                <a:lnTo>
                  <a:pt x="13672" y="0"/>
                </a:lnTo>
                <a:close/>
              </a:path>
            </a:pathLst>
          </a:custGeom>
          <a:solidFill>
            <a:srgbClr val="AEA8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4" name="bg object 504"/>
          <p:cNvSpPr/>
          <p:nvPr/>
        </p:nvSpPr>
        <p:spPr>
          <a:xfrm>
            <a:off x="2105622" y="3585900"/>
            <a:ext cx="10160" cy="13970"/>
          </a:xfrm>
          <a:custGeom>
            <a:avLst/>
            <a:gdLst/>
            <a:ahLst/>
            <a:cxnLst/>
            <a:rect l="l" t="t" r="r" b="b"/>
            <a:pathLst>
              <a:path w="10160" h="13970">
                <a:moveTo>
                  <a:pt x="4129" y="0"/>
                </a:moveTo>
                <a:lnTo>
                  <a:pt x="78" y="31"/>
                </a:lnTo>
                <a:lnTo>
                  <a:pt x="0" y="9629"/>
                </a:lnTo>
                <a:lnTo>
                  <a:pt x="55" y="13766"/>
                </a:lnTo>
                <a:lnTo>
                  <a:pt x="8266" y="13774"/>
                </a:lnTo>
                <a:lnTo>
                  <a:pt x="9645" y="9645"/>
                </a:lnTo>
                <a:lnTo>
                  <a:pt x="9645" y="1402"/>
                </a:lnTo>
                <a:lnTo>
                  <a:pt x="4129" y="0"/>
                </a:lnTo>
                <a:close/>
              </a:path>
            </a:pathLst>
          </a:custGeom>
          <a:solidFill>
            <a:srgbClr val="B8AB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5" name="bg object 505"/>
          <p:cNvSpPr/>
          <p:nvPr/>
        </p:nvSpPr>
        <p:spPr>
          <a:xfrm>
            <a:off x="2015002" y="4088214"/>
            <a:ext cx="18415" cy="18415"/>
          </a:xfrm>
          <a:custGeom>
            <a:avLst/>
            <a:gdLst/>
            <a:ahLst/>
            <a:cxnLst/>
            <a:rect l="l" t="t" r="r" b="b"/>
            <a:pathLst>
              <a:path w="18414" h="18414">
                <a:moveTo>
                  <a:pt x="1489" y="0"/>
                </a:moveTo>
                <a:lnTo>
                  <a:pt x="0" y="17872"/>
                </a:lnTo>
                <a:lnTo>
                  <a:pt x="165" y="17896"/>
                </a:lnTo>
                <a:lnTo>
                  <a:pt x="5555" y="17880"/>
                </a:lnTo>
                <a:lnTo>
                  <a:pt x="5579" y="12403"/>
                </a:lnTo>
                <a:lnTo>
                  <a:pt x="5539" y="7462"/>
                </a:lnTo>
                <a:lnTo>
                  <a:pt x="5681" y="5579"/>
                </a:lnTo>
                <a:lnTo>
                  <a:pt x="11725" y="5398"/>
                </a:lnTo>
                <a:lnTo>
                  <a:pt x="14318" y="5492"/>
                </a:lnTo>
                <a:lnTo>
                  <a:pt x="13759" y="9645"/>
                </a:lnTo>
                <a:lnTo>
                  <a:pt x="13853" y="13703"/>
                </a:lnTo>
                <a:lnTo>
                  <a:pt x="17919" y="13743"/>
                </a:lnTo>
                <a:lnTo>
                  <a:pt x="17919" y="8053"/>
                </a:lnTo>
                <a:lnTo>
                  <a:pt x="17801" y="6501"/>
                </a:lnTo>
                <a:lnTo>
                  <a:pt x="18172" y="1828"/>
                </a:lnTo>
                <a:lnTo>
                  <a:pt x="16391" y="1174"/>
                </a:lnTo>
                <a:lnTo>
                  <a:pt x="13814" y="1347"/>
                </a:lnTo>
                <a:lnTo>
                  <a:pt x="1489" y="0"/>
                </a:lnTo>
                <a:close/>
              </a:path>
            </a:pathLst>
          </a:custGeom>
          <a:solidFill>
            <a:srgbClr val="9D95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6" name="bg object 506"/>
          <p:cNvSpPr/>
          <p:nvPr/>
        </p:nvSpPr>
        <p:spPr>
          <a:xfrm>
            <a:off x="2228633" y="3646409"/>
            <a:ext cx="4445" cy="5715"/>
          </a:xfrm>
          <a:custGeom>
            <a:avLst/>
            <a:gdLst/>
            <a:ahLst/>
            <a:cxnLst/>
            <a:rect l="l" t="t" r="r" b="b"/>
            <a:pathLst>
              <a:path w="4444" h="5714">
                <a:moveTo>
                  <a:pt x="4412" y="0"/>
                </a:moveTo>
                <a:lnTo>
                  <a:pt x="2301" y="23"/>
                </a:lnTo>
                <a:lnTo>
                  <a:pt x="0" y="291"/>
                </a:lnTo>
                <a:lnTo>
                  <a:pt x="1048" y="4168"/>
                </a:lnTo>
                <a:lnTo>
                  <a:pt x="3160" y="4728"/>
                </a:lnTo>
                <a:lnTo>
                  <a:pt x="4436" y="5524"/>
                </a:lnTo>
                <a:lnTo>
                  <a:pt x="4412" y="0"/>
                </a:lnTo>
                <a:close/>
              </a:path>
            </a:pathLst>
          </a:custGeom>
          <a:solidFill>
            <a:srgbClr val="7F72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7" name="bg object 507"/>
          <p:cNvSpPr/>
          <p:nvPr/>
        </p:nvSpPr>
        <p:spPr>
          <a:xfrm>
            <a:off x="2015146" y="4106110"/>
            <a:ext cx="9525" cy="18415"/>
          </a:xfrm>
          <a:custGeom>
            <a:avLst/>
            <a:gdLst/>
            <a:ahLst/>
            <a:cxnLst/>
            <a:rect l="l" t="t" r="r" b="b"/>
            <a:pathLst>
              <a:path w="9525" h="18414">
                <a:moveTo>
                  <a:pt x="5408" y="0"/>
                </a:moveTo>
                <a:lnTo>
                  <a:pt x="23" y="0"/>
                </a:lnTo>
                <a:lnTo>
                  <a:pt x="0" y="17904"/>
                </a:lnTo>
                <a:lnTo>
                  <a:pt x="4061" y="17904"/>
                </a:lnTo>
                <a:lnTo>
                  <a:pt x="3503" y="13727"/>
                </a:lnTo>
                <a:lnTo>
                  <a:pt x="3443" y="13278"/>
                </a:lnTo>
                <a:lnTo>
                  <a:pt x="9508" y="13278"/>
                </a:lnTo>
                <a:lnTo>
                  <a:pt x="9487" y="9613"/>
                </a:lnTo>
                <a:lnTo>
                  <a:pt x="3207" y="9007"/>
                </a:lnTo>
                <a:lnTo>
                  <a:pt x="2679" y="7769"/>
                </a:lnTo>
                <a:lnTo>
                  <a:pt x="5408" y="0"/>
                </a:lnTo>
                <a:close/>
              </a:path>
              <a:path w="9525" h="18414">
                <a:moveTo>
                  <a:pt x="9508" y="13278"/>
                </a:moveTo>
                <a:lnTo>
                  <a:pt x="3443" y="13278"/>
                </a:lnTo>
                <a:lnTo>
                  <a:pt x="7046" y="13727"/>
                </a:lnTo>
                <a:lnTo>
                  <a:pt x="9511" y="13727"/>
                </a:lnTo>
                <a:lnTo>
                  <a:pt x="9508" y="13278"/>
                </a:lnTo>
                <a:close/>
              </a:path>
            </a:pathLst>
          </a:custGeom>
          <a:solidFill>
            <a:srgbClr val="8B81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8" name="bg object 508"/>
          <p:cNvSpPr/>
          <p:nvPr/>
        </p:nvSpPr>
        <p:spPr>
          <a:xfrm>
            <a:off x="2244300" y="3763431"/>
            <a:ext cx="13970" cy="18415"/>
          </a:xfrm>
          <a:custGeom>
            <a:avLst/>
            <a:gdLst/>
            <a:ahLst/>
            <a:cxnLst/>
            <a:rect l="l" t="t" r="r" b="b"/>
            <a:pathLst>
              <a:path w="13969" h="18414">
                <a:moveTo>
                  <a:pt x="13672" y="0"/>
                </a:moveTo>
                <a:lnTo>
                  <a:pt x="0" y="23"/>
                </a:lnTo>
                <a:lnTo>
                  <a:pt x="0" y="17888"/>
                </a:lnTo>
                <a:lnTo>
                  <a:pt x="9574" y="17904"/>
                </a:lnTo>
                <a:lnTo>
                  <a:pt x="9621" y="8282"/>
                </a:lnTo>
                <a:lnTo>
                  <a:pt x="13672" y="0"/>
                </a:lnTo>
                <a:close/>
              </a:path>
            </a:pathLst>
          </a:custGeom>
          <a:solidFill>
            <a:srgbClr val="8677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9" name="bg object 509"/>
          <p:cNvSpPr/>
          <p:nvPr/>
        </p:nvSpPr>
        <p:spPr>
          <a:xfrm>
            <a:off x="2252523" y="3789572"/>
            <a:ext cx="5715" cy="13970"/>
          </a:xfrm>
          <a:custGeom>
            <a:avLst/>
            <a:gdLst/>
            <a:ahLst/>
            <a:cxnLst/>
            <a:rect l="l" t="t" r="r" b="b"/>
            <a:pathLst>
              <a:path w="5714" h="13970">
                <a:moveTo>
                  <a:pt x="31" y="0"/>
                </a:moveTo>
                <a:lnTo>
                  <a:pt x="0" y="13766"/>
                </a:lnTo>
                <a:lnTo>
                  <a:pt x="4089" y="13782"/>
                </a:lnTo>
                <a:lnTo>
                  <a:pt x="5500" y="1371"/>
                </a:lnTo>
                <a:lnTo>
                  <a:pt x="5453" y="23"/>
                </a:lnTo>
                <a:lnTo>
                  <a:pt x="31" y="0"/>
                </a:lnTo>
                <a:close/>
              </a:path>
            </a:pathLst>
          </a:custGeom>
          <a:solidFill>
            <a:srgbClr val="877B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0" name="bg object 510"/>
          <p:cNvSpPr/>
          <p:nvPr/>
        </p:nvSpPr>
        <p:spPr>
          <a:xfrm>
            <a:off x="2252476" y="3777003"/>
            <a:ext cx="6350" cy="12700"/>
          </a:xfrm>
          <a:custGeom>
            <a:avLst/>
            <a:gdLst/>
            <a:ahLst/>
            <a:cxnLst/>
            <a:rect l="l" t="t" r="r" b="b"/>
            <a:pathLst>
              <a:path w="6350" h="12700">
                <a:moveTo>
                  <a:pt x="4042" y="0"/>
                </a:moveTo>
                <a:lnTo>
                  <a:pt x="1426" y="173"/>
                </a:lnTo>
                <a:lnTo>
                  <a:pt x="1402" y="4334"/>
                </a:lnTo>
                <a:lnTo>
                  <a:pt x="0" y="8487"/>
                </a:lnTo>
                <a:lnTo>
                  <a:pt x="78" y="12569"/>
                </a:lnTo>
                <a:lnTo>
                  <a:pt x="5500" y="12592"/>
                </a:lnTo>
                <a:lnTo>
                  <a:pt x="5508" y="9677"/>
                </a:lnTo>
                <a:lnTo>
                  <a:pt x="5374" y="6761"/>
                </a:lnTo>
                <a:lnTo>
                  <a:pt x="5744" y="709"/>
                </a:lnTo>
                <a:lnTo>
                  <a:pt x="4042" y="0"/>
                </a:lnTo>
                <a:close/>
              </a:path>
            </a:pathLst>
          </a:custGeom>
          <a:solidFill>
            <a:srgbClr val="7F70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1" name="bg object 511"/>
          <p:cNvSpPr/>
          <p:nvPr/>
        </p:nvSpPr>
        <p:spPr>
          <a:xfrm>
            <a:off x="2256664" y="3790942"/>
            <a:ext cx="5715" cy="12700"/>
          </a:xfrm>
          <a:custGeom>
            <a:avLst/>
            <a:gdLst/>
            <a:ahLst/>
            <a:cxnLst/>
            <a:rect l="l" t="t" r="r" b="b"/>
            <a:pathLst>
              <a:path w="5714" h="12700">
                <a:moveTo>
                  <a:pt x="1355" y="0"/>
                </a:moveTo>
                <a:lnTo>
                  <a:pt x="0" y="12395"/>
                </a:lnTo>
                <a:lnTo>
                  <a:pt x="5453" y="12403"/>
                </a:lnTo>
                <a:lnTo>
                  <a:pt x="5445" y="23"/>
                </a:lnTo>
                <a:lnTo>
                  <a:pt x="1355" y="0"/>
                </a:lnTo>
                <a:close/>
              </a:path>
            </a:pathLst>
          </a:custGeom>
          <a:solidFill>
            <a:srgbClr val="796C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2" name="bg object 512"/>
          <p:cNvSpPr/>
          <p:nvPr/>
        </p:nvSpPr>
        <p:spPr>
          <a:xfrm>
            <a:off x="2262525" y="4348284"/>
            <a:ext cx="10795" cy="4445"/>
          </a:xfrm>
          <a:custGeom>
            <a:avLst/>
            <a:gdLst/>
            <a:ahLst/>
            <a:cxnLst/>
            <a:rect l="l" t="t" r="r" b="b"/>
            <a:pathLst>
              <a:path w="10794" h="4445">
                <a:moveTo>
                  <a:pt x="10559" y="0"/>
                </a:moveTo>
                <a:lnTo>
                  <a:pt x="2379" y="0"/>
                </a:lnTo>
                <a:lnTo>
                  <a:pt x="1599" y="1843"/>
                </a:lnTo>
                <a:lnTo>
                  <a:pt x="0" y="4026"/>
                </a:lnTo>
                <a:lnTo>
                  <a:pt x="6075" y="4168"/>
                </a:lnTo>
                <a:lnTo>
                  <a:pt x="8321" y="4129"/>
                </a:lnTo>
                <a:lnTo>
                  <a:pt x="10575" y="4129"/>
                </a:lnTo>
                <a:lnTo>
                  <a:pt x="10599" y="31"/>
                </a:lnTo>
                <a:close/>
              </a:path>
            </a:pathLst>
          </a:custGeom>
          <a:solidFill>
            <a:srgbClr val="8A84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3" name="bg object 513"/>
          <p:cNvSpPr/>
          <p:nvPr/>
        </p:nvSpPr>
        <p:spPr>
          <a:xfrm>
            <a:off x="2094625" y="4388439"/>
            <a:ext cx="12700" cy="15240"/>
          </a:xfrm>
          <a:custGeom>
            <a:avLst/>
            <a:gdLst/>
            <a:ahLst/>
            <a:cxnLst/>
            <a:rect l="l" t="t" r="r" b="b"/>
            <a:pathLst>
              <a:path w="12700" h="15239">
                <a:moveTo>
                  <a:pt x="7927" y="0"/>
                </a:moveTo>
                <a:lnTo>
                  <a:pt x="3743" y="1292"/>
                </a:lnTo>
                <a:lnTo>
                  <a:pt x="94" y="1126"/>
                </a:lnTo>
                <a:lnTo>
                  <a:pt x="0" y="9377"/>
                </a:lnTo>
                <a:lnTo>
                  <a:pt x="4129" y="13546"/>
                </a:lnTo>
                <a:lnTo>
                  <a:pt x="8290" y="14901"/>
                </a:lnTo>
                <a:lnTo>
                  <a:pt x="12364" y="14893"/>
                </a:lnTo>
                <a:lnTo>
                  <a:pt x="12419" y="5264"/>
                </a:lnTo>
                <a:lnTo>
                  <a:pt x="11473" y="5185"/>
                </a:lnTo>
                <a:lnTo>
                  <a:pt x="9913" y="5342"/>
                </a:lnTo>
                <a:lnTo>
                  <a:pt x="7927" y="0"/>
                </a:lnTo>
                <a:close/>
              </a:path>
            </a:pathLst>
          </a:custGeom>
          <a:solidFill>
            <a:srgbClr val="776C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4" name="bg object 514"/>
          <p:cNvSpPr/>
          <p:nvPr/>
        </p:nvSpPr>
        <p:spPr>
          <a:xfrm>
            <a:off x="2021808" y="3988525"/>
            <a:ext cx="13970" cy="29845"/>
          </a:xfrm>
          <a:custGeom>
            <a:avLst/>
            <a:gdLst/>
            <a:ahLst/>
            <a:cxnLst/>
            <a:rect l="l" t="t" r="r" b="b"/>
            <a:pathLst>
              <a:path w="13969" h="29845">
                <a:moveTo>
                  <a:pt x="9543" y="0"/>
                </a:moveTo>
                <a:lnTo>
                  <a:pt x="4231" y="2316"/>
                </a:lnTo>
                <a:lnTo>
                  <a:pt x="141" y="1962"/>
                </a:lnTo>
                <a:lnTo>
                  <a:pt x="212" y="2836"/>
                </a:lnTo>
                <a:lnTo>
                  <a:pt x="0" y="4302"/>
                </a:lnTo>
                <a:lnTo>
                  <a:pt x="5539" y="6974"/>
                </a:lnTo>
                <a:lnTo>
                  <a:pt x="4105" y="11607"/>
                </a:lnTo>
                <a:lnTo>
                  <a:pt x="4239" y="15736"/>
                </a:lnTo>
                <a:lnTo>
                  <a:pt x="4215" y="19889"/>
                </a:lnTo>
                <a:lnTo>
                  <a:pt x="4255" y="29488"/>
                </a:lnTo>
                <a:lnTo>
                  <a:pt x="8345" y="29472"/>
                </a:lnTo>
                <a:lnTo>
                  <a:pt x="7809" y="24901"/>
                </a:lnTo>
                <a:lnTo>
                  <a:pt x="10937" y="25272"/>
                </a:lnTo>
                <a:lnTo>
                  <a:pt x="13861" y="25358"/>
                </a:lnTo>
                <a:lnTo>
                  <a:pt x="13845" y="7486"/>
                </a:lnTo>
                <a:lnTo>
                  <a:pt x="12750" y="7297"/>
                </a:lnTo>
                <a:lnTo>
                  <a:pt x="10748" y="7257"/>
                </a:lnTo>
                <a:lnTo>
                  <a:pt x="9543" y="0"/>
                </a:lnTo>
                <a:close/>
              </a:path>
            </a:pathLst>
          </a:custGeom>
          <a:solidFill>
            <a:srgbClr val="998B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5" name="bg object 515"/>
          <p:cNvSpPr/>
          <p:nvPr/>
        </p:nvSpPr>
        <p:spPr>
          <a:xfrm>
            <a:off x="2021898" y="3981498"/>
            <a:ext cx="21590" cy="14604"/>
          </a:xfrm>
          <a:custGeom>
            <a:avLst/>
            <a:gdLst/>
            <a:ahLst/>
            <a:cxnLst/>
            <a:rect l="l" t="t" r="r" b="b"/>
            <a:pathLst>
              <a:path w="21589" h="14604">
                <a:moveTo>
                  <a:pt x="7423" y="0"/>
                </a:moveTo>
                <a:lnTo>
                  <a:pt x="6414" y="527"/>
                </a:lnTo>
                <a:lnTo>
                  <a:pt x="5492" y="717"/>
                </a:lnTo>
                <a:lnTo>
                  <a:pt x="6123" y="5334"/>
                </a:lnTo>
                <a:lnTo>
                  <a:pt x="2970" y="4948"/>
                </a:lnTo>
                <a:lnTo>
                  <a:pt x="39" y="4877"/>
                </a:lnTo>
                <a:lnTo>
                  <a:pt x="55" y="8991"/>
                </a:lnTo>
                <a:lnTo>
                  <a:pt x="4145" y="9338"/>
                </a:lnTo>
                <a:lnTo>
                  <a:pt x="9448" y="7029"/>
                </a:lnTo>
                <a:lnTo>
                  <a:pt x="10654" y="14287"/>
                </a:lnTo>
                <a:lnTo>
                  <a:pt x="12663" y="14326"/>
                </a:lnTo>
                <a:lnTo>
                  <a:pt x="13759" y="14515"/>
                </a:lnTo>
                <a:lnTo>
                  <a:pt x="14082" y="12821"/>
                </a:lnTo>
                <a:lnTo>
                  <a:pt x="13885" y="10047"/>
                </a:lnTo>
                <a:lnTo>
                  <a:pt x="20977" y="6595"/>
                </a:lnTo>
                <a:lnTo>
                  <a:pt x="17029" y="5610"/>
                </a:lnTo>
                <a:lnTo>
                  <a:pt x="13301" y="3806"/>
                </a:lnTo>
                <a:lnTo>
                  <a:pt x="12915" y="2813"/>
                </a:lnTo>
                <a:lnTo>
                  <a:pt x="12379" y="2111"/>
                </a:lnTo>
                <a:lnTo>
                  <a:pt x="11000" y="1457"/>
                </a:lnTo>
                <a:lnTo>
                  <a:pt x="9677" y="614"/>
                </a:lnTo>
                <a:lnTo>
                  <a:pt x="7423" y="0"/>
                </a:lnTo>
                <a:close/>
              </a:path>
            </a:pathLst>
          </a:custGeom>
          <a:solidFill>
            <a:srgbClr val="8C81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6" name="bg object 516"/>
          <p:cNvSpPr/>
          <p:nvPr/>
        </p:nvSpPr>
        <p:spPr>
          <a:xfrm>
            <a:off x="2035667" y="4201040"/>
            <a:ext cx="13970" cy="36195"/>
          </a:xfrm>
          <a:custGeom>
            <a:avLst/>
            <a:gdLst/>
            <a:ahLst/>
            <a:cxnLst/>
            <a:rect l="l" t="t" r="r" b="b"/>
            <a:pathLst>
              <a:path w="13969" h="36195">
                <a:moveTo>
                  <a:pt x="9590" y="7"/>
                </a:moveTo>
                <a:lnTo>
                  <a:pt x="4113" y="0"/>
                </a:lnTo>
                <a:lnTo>
                  <a:pt x="4499" y="3128"/>
                </a:lnTo>
                <a:lnTo>
                  <a:pt x="3152" y="4531"/>
                </a:lnTo>
                <a:lnTo>
                  <a:pt x="0" y="4137"/>
                </a:lnTo>
                <a:lnTo>
                  <a:pt x="15" y="35800"/>
                </a:lnTo>
                <a:lnTo>
                  <a:pt x="4105" y="35784"/>
                </a:lnTo>
                <a:lnTo>
                  <a:pt x="4113" y="28731"/>
                </a:lnTo>
                <a:lnTo>
                  <a:pt x="4215" y="27171"/>
                </a:lnTo>
                <a:lnTo>
                  <a:pt x="3837" y="22490"/>
                </a:lnTo>
                <a:lnTo>
                  <a:pt x="5634" y="21836"/>
                </a:lnTo>
                <a:lnTo>
                  <a:pt x="8211" y="22009"/>
                </a:lnTo>
                <a:lnTo>
                  <a:pt x="7667" y="17470"/>
                </a:lnTo>
                <a:lnTo>
                  <a:pt x="10748" y="17777"/>
                </a:lnTo>
                <a:lnTo>
                  <a:pt x="13688" y="17888"/>
                </a:lnTo>
                <a:lnTo>
                  <a:pt x="13711" y="8266"/>
                </a:lnTo>
                <a:lnTo>
                  <a:pt x="9590" y="8266"/>
                </a:lnTo>
                <a:lnTo>
                  <a:pt x="9590" y="7"/>
                </a:lnTo>
                <a:close/>
              </a:path>
            </a:pathLst>
          </a:custGeom>
          <a:solidFill>
            <a:srgbClr val="A7A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7" name="bg object 517"/>
          <p:cNvSpPr/>
          <p:nvPr/>
        </p:nvSpPr>
        <p:spPr>
          <a:xfrm>
            <a:off x="2031150" y="4218933"/>
            <a:ext cx="5080" cy="8890"/>
          </a:xfrm>
          <a:custGeom>
            <a:avLst/>
            <a:gdLst/>
            <a:ahLst/>
            <a:cxnLst/>
            <a:rect l="l" t="t" r="r" b="b"/>
            <a:pathLst>
              <a:path w="5080" h="8889">
                <a:moveTo>
                  <a:pt x="4507" y="0"/>
                </a:moveTo>
                <a:lnTo>
                  <a:pt x="409" y="15"/>
                </a:lnTo>
                <a:lnTo>
                  <a:pt x="386" y="4129"/>
                </a:lnTo>
                <a:lnTo>
                  <a:pt x="0" y="7265"/>
                </a:lnTo>
                <a:lnTo>
                  <a:pt x="1355" y="8668"/>
                </a:lnTo>
                <a:lnTo>
                  <a:pt x="4499" y="8258"/>
                </a:lnTo>
                <a:lnTo>
                  <a:pt x="4507" y="0"/>
                </a:lnTo>
                <a:close/>
              </a:path>
            </a:pathLst>
          </a:custGeom>
          <a:solidFill>
            <a:srgbClr val="9892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8" name="bg object 518"/>
          <p:cNvSpPr/>
          <p:nvPr/>
        </p:nvSpPr>
        <p:spPr>
          <a:xfrm>
            <a:off x="2026050" y="4218926"/>
            <a:ext cx="5715" cy="4445"/>
          </a:xfrm>
          <a:custGeom>
            <a:avLst/>
            <a:gdLst/>
            <a:ahLst/>
            <a:cxnLst/>
            <a:rect l="l" t="t" r="r" b="b"/>
            <a:pathLst>
              <a:path w="5714" h="4445">
                <a:moveTo>
                  <a:pt x="23" y="0"/>
                </a:moveTo>
                <a:lnTo>
                  <a:pt x="0" y="4137"/>
                </a:lnTo>
                <a:lnTo>
                  <a:pt x="5492" y="4137"/>
                </a:lnTo>
                <a:lnTo>
                  <a:pt x="5508" y="23"/>
                </a:lnTo>
                <a:lnTo>
                  <a:pt x="23" y="0"/>
                </a:lnTo>
                <a:close/>
              </a:path>
            </a:pathLst>
          </a:custGeom>
          <a:solidFill>
            <a:srgbClr val="A7A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9" name="bg object 519"/>
          <p:cNvSpPr/>
          <p:nvPr/>
        </p:nvSpPr>
        <p:spPr>
          <a:xfrm>
            <a:off x="2252522" y="3803326"/>
            <a:ext cx="4445" cy="13970"/>
          </a:xfrm>
          <a:custGeom>
            <a:avLst/>
            <a:gdLst/>
            <a:ahLst/>
            <a:cxnLst/>
            <a:rect l="l" t="t" r="r" b="b"/>
            <a:pathLst>
              <a:path w="4444" h="13970">
                <a:moveTo>
                  <a:pt x="23" y="0"/>
                </a:moveTo>
                <a:lnTo>
                  <a:pt x="0" y="13774"/>
                </a:lnTo>
                <a:lnTo>
                  <a:pt x="4129" y="13751"/>
                </a:lnTo>
                <a:lnTo>
                  <a:pt x="4089" y="31"/>
                </a:lnTo>
                <a:lnTo>
                  <a:pt x="23" y="0"/>
                </a:lnTo>
                <a:close/>
              </a:path>
            </a:pathLst>
          </a:custGeom>
          <a:solidFill>
            <a:srgbClr val="9A8D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0" name="bg object 520"/>
          <p:cNvSpPr/>
          <p:nvPr/>
        </p:nvSpPr>
        <p:spPr>
          <a:xfrm>
            <a:off x="2261462" y="3803337"/>
            <a:ext cx="9525" cy="6350"/>
          </a:xfrm>
          <a:custGeom>
            <a:avLst/>
            <a:gdLst/>
            <a:ahLst/>
            <a:cxnLst/>
            <a:rect l="l" t="t" r="r" b="b"/>
            <a:pathLst>
              <a:path w="9525" h="6350">
                <a:moveTo>
                  <a:pt x="661" y="0"/>
                </a:moveTo>
                <a:lnTo>
                  <a:pt x="0" y="4279"/>
                </a:lnTo>
                <a:lnTo>
                  <a:pt x="1710" y="6186"/>
                </a:lnTo>
                <a:lnTo>
                  <a:pt x="6942" y="5398"/>
                </a:lnTo>
                <a:lnTo>
                  <a:pt x="7833" y="5484"/>
                </a:lnTo>
                <a:lnTo>
                  <a:pt x="8707" y="5476"/>
                </a:lnTo>
                <a:lnTo>
                  <a:pt x="9015" y="63"/>
                </a:lnTo>
                <a:lnTo>
                  <a:pt x="661" y="0"/>
                </a:lnTo>
                <a:close/>
              </a:path>
            </a:pathLst>
          </a:custGeom>
          <a:solidFill>
            <a:srgbClr val="7566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1" name="bg object 521"/>
          <p:cNvSpPr/>
          <p:nvPr/>
        </p:nvSpPr>
        <p:spPr>
          <a:xfrm>
            <a:off x="2166047" y="3457902"/>
            <a:ext cx="10160" cy="18415"/>
          </a:xfrm>
          <a:custGeom>
            <a:avLst/>
            <a:gdLst/>
            <a:ahLst/>
            <a:cxnLst/>
            <a:rect l="l" t="t" r="r" b="b"/>
            <a:pathLst>
              <a:path w="10160" h="18414">
                <a:moveTo>
                  <a:pt x="9645" y="0"/>
                </a:moveTo>
                <a:lnTo>
                  <a:pt x="4137" y="55"/>
                </a:lnTo>
                <a:lnTo>
                  <a:pt x="4058" y="2679"/>
                </a:lnTo>
                <a:lnTo>
                  <a:pt x="4712" y="5587"/>
                </a:lnTo>
                <a:lnTo>
                  <a:pt x="1410" y="6934"/>
                </a:lnTo>
                <a:lnTo>
                  <a:pt x="0" y="13798"/>
                </a:lnTo>
                <a:lnTo>
                  <a:pt x="3128" y="13404"/>
                </a:lnTo>
                <a:lnTo>
                  <a:pt x="4499" y="14783"/>
                </a:lnTo>
                <a:lnTo>
                  <a:pt x="4121" y="17927"/>
                </a:lnTo>
                <a:lnTo>
                  <a:pt x="8234" y="17927"/>
                </a:lnTo>
                <a:lnTo>
                  <a:pt x="9637" y="5531"/>
                </a:lnTo>
                <a:lnTo>
                  <a:pt x="9645" y="0"/>
                </a:lnTo>
                <a:close/>
              </a:path>
            </a:pathLst>
          </a:custGeom>
          <a:solidFill>
            <a:srgbClr val="A59B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2" name="bg object 522"/>
          <p:cNvSpPr/>
          <p:nvPr/>
        </p:nvSpPr>
        <p:spPr>
          <a:xfrm>
            <a:off x="2156436" y="3457886"/>
            <a:ext cx="5715" cy="22225"/>
          </a:xfrm>
          <a:custGeom>
            <a:avLst/>
            <a:gdLst/>
            <a:ahLst/>
            <a:cxnLst/>
            <a:rect l="l" t="t" r="r" b="b"/>
            <a:pathLst>
              <a:path w="5714" h="22225">
                <a:moveTo>
                  <a:pt x="3270" y="0"/>
                </a:moveTo>
                <a:lnTo>
                  <a:pt x="1497" y="141"/>
                </a:lnTo>
                <a:lnTo>
                  <a:pt x="1087" y="8093"/>
                </a:lnTo>
                <a:lnTo>
                  <a:pt x="464" y="13018"/>
                </a:lnTo>
                <a:lnTo>
                  <a:pt x="0" y="17943"/>
                </a:lnTo>
                <a:lnTo>
                  <a:pt x="15" y="22080"/>
                </a:lnTo>
                <a:lnTo>
                  <a:pt x="5484" y="22080"/>
                </a:lnTo>
                <a:lnTo>
                  <a:pt x="5461" y="86"/>
                </a:lnTo>
                <a:lnTo>
                  <a:pt x="3270" y="0"/>
                </a:lnTo>
                <a:close/>
              </a:path>
            </a:pathLst>
          </a:custGeom>
          <a:solidFill>
            <a:srgbClr val="CCC4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3" name="bg object 523"/>
          <p:cNvSpPr/>
          <p:nvPr/>
        </p:nvSpPr>
        <p:spPr>
          <a:xfrm>
            <a:off x="2161941" y="3463430"/>
            <a:ext cx="5715" cy="8890"/>
          </a:xfrm>
          <a:custGeom>
            <a:avLst/>
            <a:gdLst/>
            <a:ahLst/>
            <a:cxnLst/>
            <a:rect l="l" t="t" r="r" b="b"/>
            <a:pathLst>
              <a:path w="5714" h="8889">
                <a:moveTo>
                  <a:pt x="0" y="0"/>
                </a:moveTo>
                <a:lnTo>
                  <a:pt x="0" y="8290"/>
                </a:lnTo>
                <a:lnTo>
                  <a:pt x="4105" y="8274"/>
                </a:lnTo>
                <a:lnTo>
                  <a:pt x="4570" y="5981"/>
                </a:lnTo>
                <a:lnTo>
                  <a:pt x="5051" y="3695"/>
                </a:lnTo>
                <a:lnTo>
                  <a:pt x="5516" y="1402"/>
                </a:lnTo>
                <a:lnTo>
                  <a:pt x="0" y="0"/>
                </a:lnTo>
                <a:close/>
              </a:path>
            </a:pathLst>
          </a:custGeom>
          <a:solidFill>
            <a:srgbClr val="C2B7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4" name="bg object 524"/>
          <p:cNvSpPr/>
          <p:nvPr/>
        </p:nvSpPr>
        <p:spPr>
          <a:xfrm>
            <a:off x="2169566" y="3453556"/>
            <a:ext cx="6350" cy="4445"/>
          </a:xfrm>
          <a:custGeom>
            <a:avLst/>
            <a:gdLst/>
            <a:ahLst/>
            <a:cxnLst/>
            <a:rect l="l" t="t" r="r" b="b"/>
            <a:pathLst>
              <a:path w="6350" h="4445">
                <a:moveTo>
                  <a:pt x="0" y="0"/>
                </a:moveTo>
                <a:lnTo>
                  <a:pt x="614" y="4397"/>
                </a:lnTo>
                <a:lnTo>
                  <a:pt x="6075" y="4389"/>
                </a:lnTo>
                <a:lnTo>
                  <a:pt x="5878" y="236"/>
                </a:lnTo>
                <a:lnTo>
                  <a:pt x="2947" y="133"/>
                </a:lnTo>
                <a:lnTo>
                  <a:pt x="0" y="0"/>
                </a:lnTo>
                <a:close/>
              </a:path>
            </a:pathLst>
          </a:custGeom>
          <a:solidFill>
            <a:srgbClr val="ACA5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5" name="bg object 525"/>
          <p:cNvSpPr/>
          <p:nvPr/>
        </p:nvSpPr>
        <p:spPr>
          <a:xfrm>
            <a:off x="2281136" y="3910674"/>
            <a:ext cx="5715" cy="18415"/>
          </a:xfrm>
          <a:custGeom>
            <a:avLst/>
            <a:gdLst/>
            <a:ahLst/>
            <a:cxnLst/>
            <a:rect l="l" t="t" r="r" b="b"/>
            <a:pathLst>
              <a:path w="5714" h="18414">
                <a:moveTo>
                  <a:pt x="5673" y="15"/>
                </a:moveTo>
                <a:lnTo>
                  <a:pt x="220" y="0"/>
                </a:lnTo>
                <a:lnTo>
                  <a:pt x="165" y="5531"/>
                </a:lnTo>
                <a:lnTo>
                  <a:pt x="181" y="8439"/>
                </a:lnTo>
                <a:lnTo>
                  <a:pt x="330" y="11347"/>
                </a:lnTo>
                <a:lnTo>
                  <a:pt x="0" y="17391"/>
                </a:lnTo>
                <a:lnTo>
                  <a:pt x="1717" y="18069"/>
                </a:lnTo>
                <a:lnTo>
                  <a:pt x="4310" y="17911"/>
                </a:lnTo>
                <a:lnTo>
                  <a:pt x="5697" y="5508"/>
                </a:lnTo>
                <a:lnTo>
                  <a:pt x="5673" y="15"/>
                </a:lnTo>
                <a:close/>
              </a:path>
            </a:pathLst>
          </a:custGeom>
          <a:solidFill>
            <a:srgbClr val="9B90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6" name="bg object 526"/>
          <p:cNvSpPr/>
          <p:nvPr/>
        </p:nvSpPr>
        <p:spPr>
          <a:xfrm>
            <a:off x="2281194" y="3928530"/>
            <a:ext cx="10160" cy="13970"/>
          </a:xfrm>
          <a:custGeom>
            <a:avLst/>
            <a:gdLst/>
            <a:ahLst/>
            <a:cxnLst/>
            <a:rect l="l" t="t" r="r" b="b"/>
            <a:pathLst>
              <a:path w="10160" h="13970">
                <a:moveTo>
                  <a:pt x="4271" y="0"/>
                </a:moveTo>
                <a:lnTo>
                  <a:pt x="4113" y="4176"/>
                </a:lnTo>
                <a:lnTo>
                  <a:pt x="5571" y="8810"/>
                </a:lnTo>
                <a:lnTo>
                  <a:pt x="0" y="11473"/>
                </a:lnTo>
                <a:lnTo>
                  <a:pt x="197" y="12931"/>
                </a:lnTo>
                <a:lnTo>
                  <a:pt x="118" y="13806"/>
                </a:lnTo>
                <a:lnTo>
                  <a:pt x="8368" y="13806"/>
                </a:lnTo>
                <a:lnTo>
                  <a:pt x="9747" y="47"/>
                </a:lnTo>
                <a:lnTo>
                  <a:pt x="4271" y="0"/>
                </a:lnTo>
                <a:close/>
              </a:path>
            </a:pathLst>
          </a:custGeom>
          <a:solidFill>
            <a:srgbClr val="A395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7" name="bg object 527"/>
          <p:cNvSpPr/>
          <p:nvPr/>
        </p:nvSpPr>
        <p:spPr>
          <a:xfrm>
            <a:off x="2075335" y="3661544"/>
            <a:ext cx="6985" cy="22225"/>
          </a:xfrm>
          <a:custGeom>
            <a:avLst/>
            <a:gdLst/>
            <a:ahLst/>
            <a:cxnLst/>
            <a:rect l="l" t="t" r="r" b="b"/>
            <a:pathLst>
              <a:path w="6985" h="22225">
                <a:moveTo>
                  <a:pt x="3128" y="0"/>
                </a:moveTo>
                <a:lnTo>
                  <a:pt x="2655" y="4152"/>
                </a:lnTo>
                <a:lnTo>
                  <a:pt x="0" y="10945"/>
                </a:lnTo>
                <a:lnTo>
                  <a:pt x="1528" y="22049"/>
                </a:lnTo>
                <a:lnTo>
                  <a:pt x="6966" y="22057"/>
                </a:lnTo>
                <a:lnTo>
                  <a:pt x="6989" y="63"/>
                </a:lnTo>
                <a:lnTo>
                  <a:pt x="3128" y="0"/>
                </a:lnTo>
                <a:close/>
              </a:path>
            </a:pathLst>
          </a:custGeom>
          <a:solidFill>
            <a:srgbClr val="5B49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8" name="bg object 528"/>
          <p:cNvSpPr/>
          <p:nvPr/>
        </p:nvSpPr>
        <p:spPr>
          <a:xfrm>
            <a:off x="2082298" y="3661607"/>
            <a:ext cx="8255" cy="22225"/>
          </a:xfrm>
          <a:custGeom>
            <a:avLst/>
            <a:gdLst/>
            <a:ahLst/>
            <a:cxnLst/>
            <a:rect l="l" t="t" r="r" b="b"/>
            <a:pathLst>
              <a:path w="8255" h="22225">
                <a:moveTo>
                  <a:pt x="8234" y="15"/>
                </a:moveTo>
                <a:lnTo>
                  <a:pt x="23" y="0"/>
                </a:lnTo>
                <a:lnTo>
                  <a:pt x="0" y="21986"/>
                </a:lnTo>
                <a:lnTo>
                  <a:pt x="4121" y="21993"/>
                </a:lnTo>
                <a:lnTo>
                  <a:pt x="4145" y="14988"/>
                </a:lnTo>
                <a:lnTo>
                  <a:pt x="4286" y="12072"/>
                </a:lnTo>
                <a:lnTo>
                  <a:pt x="3924" y="6036"/>
                </a:lnTo>
                <a:lnTo>
                  <a:pt x="5610" y="5311"/>
                </a:lnTo>
                <a:lnTo>
                  <a:pt x="8234" y="5484"/>
                </a:lnTo>
                <a:lnTo>
                  <a:pt x="8234" y="15"/>
                </a:lnTo>
                <a:close/>
              </a:path>
            </a:pathLst>
          </a:custGeom>
          <a:solidFill>
            <a:srgbClr val="6C5D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9" name="bg object 529"/>
          <p:cNvSpPr/>
          <p:nvPr/>
        </p:nvSpPr>
        <p:spPr>
          <a:xfrm>
            <a:off x="2086394" y="3643738"/>
            <a:ext cx="5715" cy="10160"/>
          </a:xfrm>
          <a:custGeom>
            <a:avLst/>
            <a:gdLst/>
            <a:ahLst/>
            <a:cxnLst/>
            <a:rect l="l" t="t" r="r" b="b"/>
            <a:pathLst>
              <a:path w="5714" h="10160">
                <a:moveTo>
                  <a:pt x="5516" y="0"/>
                </a:moveTo>
                <a:lnTo>
                  <a:pt x="0" y="15"/>
                </a:lnTo>
                <a:lnTo>
                  <a:pt x="55" y="9598"/>
                </a:lnTo>
                <a:lnTo>
                  <a:pt x="4160" y="9606"/>
                </a:lnTo>
                <a:lnTo>
                  <a:pt x="5516" y="0"/>
                </a:lnTo>
                <a:close/>
              </a:path>
            </a:pathLst>
          </a:custGeom>
          <a:solidFill>
            <a:srgbClr val="8277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0" name="bg object 530"/>
          <p:cNvSpPr/>
          <p:nvPr/>
        </p:nvSpPr>
        <p:spPr>
          <a:xfrm>
            <a:off x="2086452" y="3653331"/>
            <a:ext cx="4445" cy="8890"/>
          </a:xfrm>
          <a:custGeom>
            <a:avLst/>
            <a:gdLst/>
            <a:ahLst/>
            <a:cxnLst/>
            <a:rect l="l" t="t" r="r" b="b"/>
            <a:pathLst>
              <a:path w="4444" h="8889">
                <a:moveTo>
                  <a:pt x="4121" y="0"/>
                </a:moveTo>
                <a:lnTo>
                  <a:pt x="0" y="7"/>
                </a:lnTo>
                <a:lnTo>
                  <a:pt x="0" y="8274"/>
                </a:lnTo>
                <a:lnTo>
                  <a:pt x="4082" y="8290"/>
                </a:lnTo>
                <a:lnTo>
                  <a:pt x="4121" y="0"/>
                </a:lnTo>
                <a:close/>
              </a:path>
            </a:pathLst>
          </a:custGeom>
          <a:solidFill>
            <a:srgbClr val="746B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1" name="bg object 531"/>
          <p:cNvSpPr/>
          <p:nvPr/>
        </p:nvSpPr>
        <p:spPr>
          <a:xfrm>
            <a:off x="2164665" y="3503363"/>
            <a:ext cx="23495" cy="26670"/>
          </a:xfrm>
          <a:custGeom>
            <a:avLst/>
            <a:gdLst/>
            <a:ahLst/>
            <a:cxnLst/>
            <a:rect l="l" t="t" r="r" b="b"/>
            <a:pathLst>
              <a:path w="23494" h="26670">
                <a:moveTo>
                  <a:pt x="23317" y="0"/>
                </a:moveTo>
                <a:lnTo>
                  <a:pt x="5508" y="15"/>
                </a:lnTo>
                <a:lnTo>
                  <a:pt x="6059" y="4594"/>
                </a:lnTo>
                <a:lnTo>
                  <a:pt x="2955" y="4231"/>
                </a:lnTo>
                <a:lnTo>
                  <a:pt x="15" y="4105"/>
                </a:lnTo>
                <a:lnTo>
                  <a:pt x="0" y="8227"/>
                </a:lnTo>
                <a:lnTo>
                  <a:pt x="1371" y="8242"/>
                </a:lnTo>
                <a:lnTo>
                  <a:pt x="2734" y="8305"/>
                </a:lnTo>
                <a:lnTo>
                  <a:pt x="7320" y="8037"/>
                </a:lnTo>
                <a:lnTo>
                  <a:pt x="9692" y="8219"/>
                </a:lnTo>
                <a:lnTo>
                  <a:pt x="9810" y="17147"/>
                </a:lnTo>
                <a:lnTo>
                  <a:pt x="8085" y="18424"/>
                </a:lnTo>
                <a:lnTo>
                  <a:pt x="4137" y="17896"/>
                </a:lnTo>
                <a:lnTo>
                  <a:pt x="4152" y="22001"/>
                </a:lnTo>
                <a:lnTo>
                  <a:pt x="7076" y="21891"/>
                </a:lnTo>
                <a:lnTo>
                  <a:pt x="10165" y="21568"/>
                </a:lnTo>
                <a:lnTo>
                  <a:pt x="9645" y="26099"/>
                </a:lnTo>
                <a:lnTo>
                  <a:pt x="13727" y="26131"/>
                </a:lnTo>
                <a:lnTo>
                  <a:pt x="13751" y="11718"/>
                </a:lnTo>
                <a:lnTo>
                  <a:pt x="13467" y="9606"/>
                </a:lnTo>
                <a:lnTo>
                  <a:pt x="14074" y="6430"/>
                </a:lnTo>
                <a:lnTo>
                  <a:pt x="15327" y="5429"/>
                </a:lnTo>
                <a:lnTo>
                  <a:pt x="16123" y="4349"/>
                </a:lnTo>
                <a:lnTo>
                  <a:pt x="17848" y="8242"/>
                </a:lnTo>
                <a:lnTo>
                  <a:pt x="23317" y="9606"/>
                </a:lnTo>
                <a:close/>
              </a:path>
            </a:pathLst>
          </a:custGeom>
          <a:solidFill>
            <a:srgbClr val="897C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2" name="bg object 532"/>
          <p:cNvSpPr/>
          <p:nvPr/>
        </p:nvSpPr>
        <p:spPr>
          <a:xfrm>
            <a:off x="2186629" y="3520380"/>
            <a:ext cx="10795" cy="19050"/>
          </a:xfrm>
          <a:custGeom>
            <a:avLst/>
            <a:gdLst/>
            <a:ahLst/>
            <a:cxnLst/>
            <a:rect l="l" t="t" r="r" b="b"/>
            <a:pathLst>
              <a:path w="10794" h="19050">
                <a:moveTo>
                  <a:pt x="4846" y="0"/>
                </a:moveTo>
                <a:lnTo>
                  <a:pt x="2206" y="1095"/>
                </a:lnTo>
                <a:lnTo>
                  <a:pt x="15" y="851"/>
                </a:lnTo>
                <a:lnTo>
                  <a:pt x="0" y="18747"/>
                </a:lnTo>
                <a:lnTo>
                  <a:pt x="4121" y="18755"/>
                </a:lnTo>
                <a:lnTo>
                  <a:pt x="5484" y="14610"/>
                </a:lnTo>
                <a:lnTo>
                  <a:pt x="5973" y="13294"/>
                </a:lnTo>
                <a:lnTo>
                  <a:pt x="6201" y="11056"/>
                </a:lnTo>
                <a:lnTo>
                  <a:pt x="10472" y="9826"/>
                </a:lnTo>
                <a:lnTo>
                  <a:pt x="9377" y="7186"/>
                </a:lnTo>
                <a:lnTo>
                  <a:pt x="9606" y="4988"/>
                </a:lnTo>
                <a:lnTo>
                  <a:pt x="8297" y="4499"/>
                </a:lnTo>
                <a:lnTo>
                  <a:pt x="6059" y="4279"/>
                </a:lnTo>
                <a:lnTo>
                  <a:pt x="4846" y="0"/>
                </a:lnTo>
                <a:close/>
              </a:path>
            </a:pathLst>
          </a:custGeom>
          <a:solidFill>
            <a:srgbClr val="ADA2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3" name="bg object 533"/>
          <p:cNvSpPr/>
          <p:nvPr/>
        </p:nvSpPr>
        <p:spPr>
          <a:xfrm>
            <a:off x="2182512" y="3516709"/>
            <a:ext cx="5080" cy="22860"/>
          </a:xfrm>
          <a:custGeom>
            <a:avLst/>
            <a:gdLst/>
            <a:ahLst/>
            <a:cxnLst/>
            <a:rect l="l" t="t" r="r" b="b"/>
            <a:pathLst>
              <a:path w="5080" h="22860">
                <a:moveTo>
                  <a:pt x="3152" y="0"/>
                </a:moveTo>
                <a:lnTo>
                  <a:pt x="7" y="409"/>
                </a:lnTo>
                <a:lnTo>
                  <a:pt x="0" y="22419"/>
                </a:lnTo>
                <a:lnTo>
                  <a:pt x="4121" y="22419"/>
                </a:lnTo>
                <a:lnTo>
                  <a:pt x="4129" y="4523"/>
                </a:lnTo>
                <a:lnTo>
                  <a:pt x="4499" y="1402"/>
                </a:lnTo>
                <a:lnTo>
                  <a:pt x="3152" y="0"/>
                </a:lnTo>
                <a:close/>
              </a:path>
            </a:pathLst>
          </a:custGeom>
          <a:solidFill>
            <a:srgbClr val="B7AE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4" name="bg object 534"/>
          <p:cNvSpPr/>
          <p:nvPr/>
        </p:nvSpPr>
        <p:spPr>
          <a:xfrm>
            <a:off x="2178133" y="3507711"/>
            <a:ext cx="4445" cy="9525"/>
          </a:xfrm>
          <a:custGeom>
            <a:avLst/>
            <a:gdLst/>
            <a:ahLst/>
            <a:cxnLst/>
            <a:rect l="l" t="t" r="r" b="b"/>
            <a:pathLst>
              <a:path w="4444" h="9525">
                <a:moveTo>
                  <a:pt x="2655" y="0"/>
                </a:moveTo>
                <a:lnTo>
                  <a:pt x="1859" y="1079"/>
                </a:lnTo>
                <a:lnTo>
                  <a:pt x="606" y="2080"/>
                </a:lnTo>
                <a:lnTo>
                  <a:pt x="0" y="5256"/>
                </a:lnTo>
                <a:lnTo>
                  <a:pt x="283" y="7368"/>
                </a:lnTo>
                <a:lnTo>
                  <a:pt x="283" y="9424"/>
                </a:lnTo>
                <a:lnTo>
                  <a:pt x="4389" y="9416"/>
                </a:lnTo>
                <a:lnTo>
                  <a:pt x="4381" y="3892"/>
                </a:lnTo>
                <a:lnTo>
                  <a:pt x="2655" y="0"/>
                </a:lnTo>
                <a:close/>
              </a:path>
            </a:pathLst>
          </a:custGeom>
          <a:solidFill>
            <a:srgbClr val="9588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5" name="bg object 535"/>
          <p:cNvSpPr/>
          <p:nvPr/>
        </p:nvSpPr>
        <p:spPr>
          <a:xfrm>
            <a:off x="2198728" y="3574911"/>
            <a:ext cx="10160" cy="10160"/>
          </a:xfrm>
          <a:custGeom>
            <a:avLst/>
            <a:gdLst/>
            <a:ahLst/>
            <a:cxnLst/>
            <a:rect l="l" t="t" r="r" b="b"/>
            <a:pathLst>
              <a:path w="10160" h="10160">
                <a:moveTo>
                  <a:pt x="5736" y="0"/>
                </a:moveTo>
                <a:lnTo>
                  <a:pt x="267" y="7"/>
                </a:lnTo>
                <a:lnTo>
                  <a:pt x="267" y="2009"/>
                </a:lnTo>
                <a:lnTo>
                  <a:pt x="378" y="4034"/>
                </a:lnTo>
                <a:lnTo>
                  <a:pt x="0" y="9212"/>
                </a:lnTo>
                <a:lnTo>
                  <a:pt x="1836" y="9810"/>
                </a:lnTo>
                <a:lnTo>
                  <a:pt x="4397" y="9669"/>
                </a:lnTo>
                <a:lnTo>
                  <a:pt x="9850" y="9613"/>
                </a:lnTo>
                <a:lnTo>
                  <a:pt x="9858" y="4137"/>
                </a:lnTo>
                <a:lnTo>
                  <a:pt x="6721" y="4523"/>
                </a:lnTo>
                <a:lnTo>
                  <a:pt x="5358" y="3136"/>
                </a:lnTo>
                <a:lnTo>
                  <a:pt x="5736" y="0"/>
                </a:lnTo>
                <a:close/>
              </a:path>
            </a:pathLst>
          </a:custGeom>
          <a:solidFill>
            <a:srgbClr val="8176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6" name="bg object 536"/>
          <p:cNvSpPr/>
          <p:nvPr/>
        </p:nvSpPr>
        <p:spPr>
          <a:xfrm>
            <a:off x="2023308" y="4133616"/>
            <a:ext cx="10160" cy="18415"/>
          </a:xfrm>
          <a:custGeom>
            <a:avLst/>
            <a:gdLst/>
            <a:ahLst/>
            <a:cxnLst/>
            <a:rect l="l" t="t" r="r" b="b"/>
            <a:pathLst>
              <a:path w="10160" h="18414">
                <a:moveTo>
                  <a:pt x="9613" y="7"/>
                </a:moveTo>
                <a:lnTo>
                  <a:pt x="0" y="0"/>
                </a:lnTo>
                <a:lnTo>
                  <a:pt x="7" y="17872"/>
                </a:lnTo>
                <a:lnTo>
                  <a:pt x="3160" y="18305"/>
                </a:lnTo>
                <a:lnTo>
                  <a:pt x="4491" y="16887"/>
                </a:lnTo>
                <a:lnTo>
                  <a:pt x="4121" y="13766"/>
                </a:lnTo>
                <a:lnTo>
                  <a:pt x="4783" y="9897"/>
                </a:lnTo>
                <a:lnTo>
                  <a:pt x="3152" y="4712"/>
                </a:lnTo>
                <a:lnTo>
                  <a:pt x="9574" y="4113"/>
                </a:lnTo>
                <a:lnTo>
                  <a:pt x="9613" y="7"/>
                </a:lnTo>
                <a:close/>
              </a:path>
            </a:pathLst>
          </a:custGeom>
          <a:solidFill>
            <a:srgbClr val="887C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7" name="bg object 537"/>
          <p:cNvSpPr/>
          <p:nvPr/>
        </p:nvSpPr>
        <p:spPr>
          <a:xfrm>
            <a:off x="2018789" y="4133219"/>
            <a:ext cx="5080" cy="9525"/>
          </a:xfrm>
          <a:custGeom>
            <a:avLst/>
            <a:gdLst/>
            <a:ahLst/>
            <a:cxnLst/>
            <a:rect l="l" t="t" r="r" b="b"/>
            <a:pathLst>
              <a:path w="5080" h="9525">
                <a:moveTo>
                  <a:pt x="1379" y="0"/>
                </a:moveTo>
                <a:lnTo>
                  <a:pt x="0" y="1355"/>
                </a:lnTo>
                <a:lnTo>
                  <a:pt x="394" y="4507"/>
                </a:lnTo>
                <a:lnTo>
                  <a:pt x="7" y="7636"/>
                </a:lnTo>
                <a:lnTo>
                  <a:pt x="1347" y="9046"/>
                </a:lnTo>
                <a:lnTo>
                  <a:pt x="4499" y="8668"/>
                </a:lnTo>
                <a:lnTo>
                  <a:pt x="4507" y="417"/>
                </a:lnTo>
                <a:lnTo>
                  <a:pt x="1379" y="0"/>
                </a:lnTo>
                <a:close/>
              </a:path>
            </a:pathLst>
          </a:custGeom>
          <a:solidFill>
            <a:srgbClr val="8B80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8" name="bg object 538"/>
          <p:cNvSpPr/>
          <p:nvPr/>
        </p:nvSpPr>
        <p:spPr>
          <a:xfrm>
            <a:off x="2128136" y="4411375"/>
            <a:ext cx="13335" cy="24130"/>
          </a:xfrm>
          <a:custGeom>
            <a:avLst/>
            <a:gdLst/>
            <a:ahLst/>
            <a:cxnLst/>
            <a:rect l="l" t="t" r="r" b="b"/>
            <a:pathLst>
              <a:path w="13335" h="24129">
                <a:moveTo>
                  <a:pt x="6123" y="0"/>
                </a:moveTo>
                <a:lnTo>
                  <a:pt x="5996" y="2624"/>
                </a:lnTo>
                <a:lnTo>
                  <a:pt x="6335" y="5721"/>
                </a:lnTo>
                <a:lnTo>
                  <a:pt x="4940" y="13963"/>
                </a:lnTo>
                <a:lnTo>
                  <a:pt x="4468" y="15279"/>
                </a:lnTo>
                <a:lnTo>
                  <a:pt x="4263" y="17549"/>
                </a:lnTo>
                <a:lnTo>
                  <a:pt x="0" y="18755"/>
                </a:lnTo>
                <a:lnTo>
                  <a:pt x="1079" y="21395"/>
                </a:lnTo>
                <a:lnTo>
                  <a:pt x="851" y="23601"/>
                </a:lnTo>
                <a:lnTo>
                  <a:pt x="10449" y="23617"/>
                </a:lnTo>
                <a:lnTo>
                  <a:pt x="11859" y="12553"/>
                </a:lnTo>
                <a:lnTo>
                  <a:pt x="13175" y="5634"/>
                </a:lnTo>
                <a:lnTo>
                  <a:pt x="10457" y="1591"/>
                </a:lnTo>
                <a:lnTo>
                  <a:pt x="6123" y="0"/>
                </a:lnTo>
                <a:close/>
              </a:path>
            </a:pathLst>
          </a:custGeom>
          <a:solidFill>
            <a:srgbClr val="857E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9" name="bg object 539"/>
          <p:cNvSpPr/>
          <p:nvPr/>
        </p:nvSpPr>
        <p:spPr>
          <a:xfrm>
            <a:off x="2137182" y="4423929"/>
            <a:ext cx="5715" cy="25400"/>
          </a:xfrm>
          <a:custGeom>
            <a:avLst/>
            <a:gdLst/>
            <a:ahLst/>
            <a:cxnLst/>
            <a:rect l="l" t="t" r="r" b="b"/>
            <a:pathLst>
              <a:path w="5714" h="25400">
                <a:moveTo>
                  <a:pt x="2813" y="0"/>
                </a:moveTo>
                <a:lnTo>
                  <a:pt x="1402" y="11063"/>
                </a:lnTo>
                <a:lnTo>
                  <a:pt x="0" y="23128"/>
                </a:lnTo>
                <a:lnTo>
                  <a:pt x="5468" y="24949"/>
                </a:lnTo>
                <a:lnTo>
                  <a:pt x="5547" y="6911"/>
                </a:lnTo>
                <a:lnTo>
                  <a:pt x="5453" y="1489"/>
                </a:lnTo>
                <a:lnTo>
                  <a:pt x="2813" y="0"/>
                </a:lnTo>
                <a:close/>
              </a:path>
            </a:pathLst>
          </a:custGeom>
          <a:solidFill>
            <a:srgbClr val="7F76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0" name="bg object 540"/>
          <p:cNvSpPr/>
          <p:nvPr/>
        </p:nvSpPr>
        <p:spPr>
          <a:xfrm>
            <a:off x="2038370" y="3844251"/>
            <a:ext cx="10160" cy="31115"/>
          </a:xfrm>
          <a:custGeom>
            <a:avLst/>
            <a:gdLst/>
            <a:ahLst/>
            <a:cxnLst/>
            <a:rect l="l" t="t" r="r" b="b"/>
            <a:pathLst>
              <a:path w="10160" h="31114">
                <a:moveTo>
                  <a:pt x="7305" y="0"/>
                </a:moveTo>
                <a:lnTo>
                  <a:pt x="4176" y="386"/>
                </a:lnTo>
                <a:lnTo>
                  <a:pt x="3593" y="3711"/>
                </a:lnTo>
                <a:lnTo>
                  <a:pt x="5831" y="7848"/>
                </a:lnTo>
                <a:lnTo>
                  <a:pt x="1379" y="10055"/>
                </a:lnTo>
                <a:lnTo>
                  <a:pt x="15" y="16863"/>
                </a:lnTo>
                <a:lnTo>
                  <a:pt x="0" y="26548"/>
                </a:lnTo>
                <a:lnTo>
                  <a:pt x="0" y="30678"/>
                </a:lnTo>
                <a:lnTo>
                  <a:pt x="4145" y="30646"/>
                </a:lnTo>
                <a:lnTo>
                  <a:pt x="8266" y="22395"/>
                </a:lnTo>
                <a:lnTo>
                  <a:pt x="8266" y="4515"/>
                </a:lnTo>
                <a:lnTo>
                  <a:pt x="9834" y="220"/>
                </a:lnTo>
                <a:lnTo>
                  <a:pt x="7305" y="0"/>
                </a:lnTo>
                <a:close/>
              </a:path>
            </a:pathLst>
          </a:custGeom>
          <a:solidFill>
            <a:srgbClr val="B9AD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1" name="bg object 541"/>
          <p:cNvSpPr/>
          <p:nvPr/>
        </p:nvSpPr>
        <p:spPr>
          <a:xfrm>
            <a:off x="2051978" y="3844631"/>
            <a:ext cx="8890" cy="22860"/>
          </a:xfrm>
          <a:custGeom>
            <a:avLst/>
            <a:gdLst/>
            <a:ahLst/>
            <a:cxnLst/>
            <a:rect l="l" t="t" r="r" b="b"/>
            <a:pathLst>
              <a:path w="8889" h="22860">
                <a:moveTo>
                  <a:pt x="8384" y="0"/>
                </a:moveTo>
                <a:lnTo>
                  <a:pt x="173" y="7"/>
                </a:lnTo>
                <a:lnTo>
                  <a:pt x="118" y="4089"/>
                </a:lnTo>
                <a:lnTo>
                  <a:pt x="204" y="4964"/>
                </a:lnTo>
                <a:lnTo>
                  <a:pt x="0" y="6422"/>
                </a:lnTo>
                <a:lnTo>
                  <a:pt x="5524" y="9133"/>
                </a:lnTo>
                <a:lnTo>
                  <a:pt x="4152" y="13751"/>
                </a:lnTo>
                <a:lnTo>
                  <a:pt x="4247" y="17904"/>
                </a:lnTo>
                <a:lnTo>
                  <a:pt x="4247" y="22025"/>
                </a:lnTo>
                <a:lnTo>
                  <a:pt x="7588" y="22395"/>
                </a:lnTo>
                <a:lnTo>
                  <a:pt x="8534" y="20780"/>
                </a:lnTo>
                <a:lnTo>
                  <a:pt x="8250" y="11757"/>
                </a:lnTo>
                <a:lnTo>
                  <a:pt x="8384" y="5878"/>
                </a:lnTo>
                <a:lnTo>
                  <a:pt x="8384" y="0"/>
                </a:lnTo>
                <a:close/>
              </a:path>
            </a:pathLst>
          </a:custGeom>
          <a:solidFill>
            <a:srgbClr val="CDC3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2" name="bg object 542"/>
          <p:cNvSpPr/>
          <p:nvPr/>
        </p:nvSpPr>
        <p:spPr>
          <a:xfrm>
            <a:off x="2046635" y="3848721"/>
            <a:ext cx="11430" cy="13970"/>
          </a:xfrm>
          <a:custGeom>
            <a:avLst/>
            <a:gdLst/>
            <a:ahLst/>
            <a:cxnLst/>
            <a:rect l="l" t="t" r="r" b="b"/>
            <a:pathLst>
              <a:path w="11430" h="13970">
                <a:moveTo>
                  <a:pt x="5461" y="0"/>
                </a:moveTo>
                <a:lnTo>
                  <a:pt x="0" y="47"/>
                </a:lnTo>
                <a:lnTo>
                  <a:pt x="0" y="8297"/>
                </a:lnTo>
                <a:lnTo>
                  <a:pt x="2726" y="8290"/>
                </a:lnTo>
                <a:lnTo>
                  <a:pt x="5626" y="7769"/>
                </a:lnTo>
                <a:lnTo>
                  <a:pt x="5855" y="12703"/>
                </a:lnTo>
                <a:lnTo>
                  <a:pt x="8274" y="13231"/>
                </a:lnTo>
                <a:lnTo>
                  <a:pt x="9590" y="13814"/>
                </a:lnTo>
                <a:lnTo>
                  <a:pt x="9495" y="9661"/>
                </a:lnTo>
                <a:lnTo>
                  <a:pt x="10866" y="5043"/>
                </a:lnTo>
                <a:lnTo>
                  <a:pt x="5342" y="2332"/>
                </a:lnTo>
                <a:lnTo>
                  <a:pt x="5547" y="874"/>
                </a:lnTo>
                <a:lnTo>
                  <a:pt x="5461" y="0"/>
                </a:lnTo>
                <a:close/>
              </a:path>
            </a:pathLst>
          </a:custGeom>
          <a:solidFill>
            <a:srgbClr val="C1BB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3" name="bg object 543"/>
          <p:cNvSpPr/>
          <p:nvPr/>
        </p:nvSpPr>
        <p:spPr>
          <a:xfrm>
            <a:off x="2052077" y="3835026"/>
            <a:ext cx="8890" cy="10160"/>
          </a:xfrm>
          <a:custGeom>
            <a:avLst/>
            <a:gdLst/>
            <a:ahLst/>
            <a:cxnLst/>
            <a:rect l="l" t="t" r="r" b="b"/>
            <a:pathLst>
              <a:path w="8889" h="10160">
                <a:moveTo>
                  <a:pt x="94" y="0"/>
                </a:moveTo>
                <a:lnTo>
                  <a:pt x="0" y="4074"/>
                </a:lnTo>
                <a:lnTo>
                  <a:pt x="70" y="9613"/>
                </a:lnTo>
                <a:lnTo>
                  <a:pt x="8266" y="9613"/>
                </a:lnTo>
                <a:lnTo>
                  <a:pt x="8258" y="5492"/>
                </a:lnTo>
                <a:lnTo>
                  <a:pt x="6887" y="4357"/>
                </a:lnTo>
                <a:lnTo>
                  <a:pt x="5595" y="3120"/>
                </a:lnTo>
                <a:lnTo>
                  <a:pt x="2884" y="1276"/>
                </a:lnTo>
                <a:lnTo>
                  <a:pt x="1449" y="701"/>
                </a:lnTo>
                <a:lnTo>
                  <a:pt x="94" y="0"/>
                </a:lnTo>
                <a:close/>
              </a:path>
            </a:pathLst>
          </a:custGeom>
          <a:solidFill>
            <a:srgbClr val="C1B5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4" name="bg object 544"/>
          <p:cNvSpPr/>
          <p:nvPr/>
        </p:nvSpPr>
        <p:spPr>
          <a:xfrm>
            <a:off x="2041073" y="3834989"/>
            <a:ext cx="6985" cy="5080"/>
          </a:xfrm>
          <a:custGeom>
            <a:avLst/>
            <a:gdLst/>
            <a:ahLst/>
            <a:cxnLst/>
            <a:rect l="l" t="t" r="r" b="b"/>
            <a:pathLst>
              <a:path w="6985" h="5079">
                <a:moveTo>
                  <a:pt x="6926" y="0"/>
                </a:moveTo>
                <a:lnTo>
                  <a:pt x="1379" y="0"/>
                </a:lnTo>
                <a:lnTo>
                  <a:pt x="0" y="1323"/>
                </a:lnTo>
                <a:lnTo>
                  <a:pt x="1339" y="4680"/>
                </a:lnTo>
                <a:lnTo>
                  <a:pt x="4239" y="4129"/>
                </a:lnTo>
                <a:lnTo>
                  <a:pt x="6926" y="4121"/>
                </a:lnTo>
                <a:lnTo>
                  <a:pt x="6926" y="0"/>
                </a:lnTo>
                <a:close/>
              </a:path>
            </a:pathLst>
          </a:custGeom>
          <a:solidFill>
            <a:srgbClr val="9787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5" name="bg object 545"/>
          <p:cNvSpPr/>
          <p:nvPr/>
        </p:nvSpPr>
        <p:spPr>
          <a:xfrm>
            <a:off x="2277220" y="3898294"/>
            <a:ext cx="10160" cy="12700"/>
          </a:xfrm>
          <a:custGeom>
            <a:avLst/>
            <a:gdLst/>
            <a:ahLst/>
            <a:cxnLst/>
            <a:rect l="l" t="t" r="r" b="b"/>
            <a:pathLst>
              <a:path w="10160" h="12700">
                <a:moveTo>
                  <a:pt x="9645" y="7"/>
                </a:moveTo>
                <a:lnTo>
                  <a:pt x="0" y="0"/>
                </a:lnTo>
                <a:lnTo>
                  <a:pt x="4097" y="8274"/>
                </a:lnTo>
                <a:lnTo>
                  <a:pt x="4137" y="12379"/>
                </a:lnTo>
                <a:lnTo>
                  <a:pt x="9590" y="12395"/>
                </a:lnTo>
                <a:lnTo>
                  <a:pt x="9645" y="7"/>
                </a:lnTo>
                <a:close/>
              </a:path>
            </a:pathLst>
          </a:custGeom>
          <a:solidFill>
            <a:srgbClr val="9588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6" name="bg object 546"/>
          <p:cNvSpPr/>
          <p:nvPr/>
        </p:nvSpPr>
        <p:spPr>
          <a:xfrm>
            <a:off x="2200356" y="4422591"/>
            <a:ext cx="13970" cy="10160"/>
          </a:xfrm>
          <a:custGeom>
            <a:avLst/>
            <a:gdLst/>
            <a:ahLst/>
            <a:cxnLst/>
            <a:rect l="l" t="t" r="r" b="b"/>
            <a:pathLst>
              <a:path w="13969" h="10160">
                <a:moveTo>
                  <a:pt x="9590" y="0"/>
                </a:moveTo>
                <a:lnTo>
                  <a:pt x="4121" y="15"/>
                </a:lnTo>
                <a:lnTo>
                  <a:pt x="4507" y="3152"/>
                </a:lnTo>
                <a:lnTo>
                  <a:pt x="3144" y="4539"/>
                </a:lnTo>
                <a:lnTo>
                  <a:pt x="0" y="4137"/>
                </a:lnTo>
                <a:lnTo>
                  <a:pt x="7" y="8305"/>
                </a:lnTo>
                <a:lnTo>
                  <a:pt x="4113" y="8266"/>
                </a:lnTo>
                <a:lnTo>
                  <a:pt x="13711" y="9629"/>
                </a:lnTo>
                <a:lnTo>
                  <a:pt x="13664" y="4105"/>
                </a:lnTo>
                <a:lnTo>
                  <a:pt x="10480" y="4562"/>
                </a:lnTo>
                <a:lnTo>
                  <a:pt x="9259" y="3057"/>
                </a:lnTo>
                <a:lnTo>
                  <a:pt x="9590" y="0"/>
                </a:lnTo>
                <a:close/>
              </a:path>
            </a:pathLst>
          </a:custGeom>
          <a:solidFill>
            <a:srgbClr val="635C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7" name="bg object 547"/>
          <p:cNvSpPr/>
          <p:nvPr/>
        </p:nvSpPr>
        <p:spPr>
          <a:xfrm>
            <a:off x="2209609" y="4407505"/>
            <a:ext cx="6350" cy="19685"/>
          </a:xfrm>
          <a:custGeom>
            <a:avLst/>
            <a:gdLst/>
            <a:ahLst/>
            <a:cxnLst/>
            <a:rect l="l" t="t" r="r" b="b"/>
            <a:pathLst>
              <a:path w="6350" h="19685">
                <a:moveTo>
                  <a:pt x="1765" y="0"/>
                </a:moveTo>
                <a:lnTo>
                  <a:pt x="417" y="1386"/>
                </a:lnTo>
                <a:lnTo>
                  <a:pt x="338" y="15082"/>
                </a:lnTo>
                <a:lnTo>
                  <a:pt x="0" y="18140"/>
                </a:lnTo>
                <a:lnTo>
                  <a:pt x="1221" y="19653"/>
                </a:lnTo>
                <a:lnTo>
                  <a:pt x="4412" y="19188"/>
                </a:lnTo>
                <a:lnTo>
                  <a:pt x="5839" y="12340"/>
                </a:lnTo>
                <a:lnTo>
                  <a:pt x="4468" y="1339"/>
                </a:lnTo>
                <a:lnTo>
                  <a:pt x="1765" y="0"/>
                </a:lnTo>
                <a:close/>
              </a:path>
            </a:pathLst>
          </a:custGeom>
          <a:solidFill>
            <a:srgbClr val="564F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8" name="bg object 548"/>
          <p:cNvSpPr/>
          <p:nvPr/>
        </p:nvSpPr>
        <p:spPr>
          <a:xfrm>
            <a:off x="2238171" y="3745542"/>
            <a:ext cx="12065" cy="13970"/>
          </a:xfrm>
          <a:custGeom>
            <a:avLst/>
            <a:gdLst/>
            <a:ahLst/>
            <a:cxnLst/>
            <a:rect l="l" t="t" r="r" b="b"/>
            <a:pathLst>
              <a:path w="12064" h="13970">
                <a:moveTo>
                  <a:pt x="11615" y="0"/>
                </a:moveTo>
                <a:lnTo>
                  <a:pt x="7478" y="15"/>
                </a:lnTo>
                <a:lnTo>
                  <a:pt x="7289" y="1111"/>
                </a:lnTo>
                <a:lnTo>
                  <a:pt x="7257" y="3120"/>
                </a:lnTo>
                <a:lnTo>
                  <a:pt x="0" y="4349"/>
                </a:lnTo>
                <a:lnTo>
                  <a:pt x="2332" y="9669"/>
                </a:lnTo>
                <a:lnTo>
                  <a:pt x="1985" y="13766"/>
                </a:lnTo>
                <a:lnTo>
                  <a:pt x="6099" y="13759"/>
                </a:lnTo>
                <a:lnTo>
                  <a:pt x="6099" y="11032"/>
                </a:lnTo>
                <a:lnTo>
                  <a:pt x="5587" y="8116"/>
                </a:lnTo>
                <a:lnTo>
                  <a:pt x="10512" y="7896"/>
                </a:lnTo>
                <a:lnTo>
                  <a:pt x="11040" y="5453"/>
                </a:lnTo>
                <a:lnTo>
                  <a:pt x="11615" y="4129"/>
                </a:lnTo>
                <a:lnTo>
                  <a:pt x="11615" y="0"/>
                </a:lnTo>
                <a:close/>
              </a:path>
            </a:pathLst>
          </a:custGeom>
          <a:solidFill>
            <a:srgbClr val="B3A6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9" name="bg object 549"/>
          <p:cNvSpPr/>
          <p:nvPr/>
        </p:nvSpPr>
        <p:spPr>
          <a:xfrm>
            <a:off x="2244252" y="3759309"/>
            <a:ext cx="13970" cy="4445"/>
          </a:xfrm>
          <a:custGeom>
            <a:avLst/>
            <a:gdLst/>
            <a:ahLst/>
            <a:cxnLst/>
            <a:rect l="l" t="t" r="r" b="b"/>
            <a:pathLst>
              <a:path w="13969" h="4445">
                <a:moveTo>
                  <a:pt x="23" y="0"/>
                </a:moveTo>
                <a:lnTo>
                  <a:pt x="0" y="4121"/>
                </a:lnTo>
                <a:lnTo>
                  <a:pt x="13719" y="4121"/>
                </a:lnTo>
                <a:lnTo>
                  <a:pt x="13814" y="47"/>
                </a:lnTo>
                <a:lnTo>
                  <a:pt x="23" y="0"/>
                </a:lnTo>
                <a:close/>
              </a:path>
            </a:pathLst>
          </a:custGeom>
          <a:solidFill>
            <a:srgbClr val="968C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0" name="bg object 550"/>
          <p:cNvSpPr/>
          <p:nvPr/>
        </p:nvSpPr>
        <p:spPr>
          <a:xfrm>
            <a:off x="2026980" y="3950397"/>
            <a:ext cx="9525" cy="10795"/>
          </a:xfrm>
          <a:custGeom>
            <a:avLst/>
            <a:gdLst/>
            <a:ahLst/>
            <a:cxnLst/>
            <a:rect l="l" t="t" r="r" b="b"/>
            <a:pathLst>
              <a:path w="9525" h="10795">
                <a:moveTo>
                  <a:pt x="7328" y="0"/>
                </a:moveTo>
                <a:lnTo>
                  <a:pt x="3199" y="275"/>
                </a:lnTo>
                <a:lnTo>
                  <a:pt x="1828" y="204"/>
                </a:lnTo>
                <a:lnTo>
                  <a:pt x="464" y="204"/>
                </a:lnTo>
                <a:lnTo>
                  <a:pt x="433" y="4310"/>
                </a:lnTo>
                <a:lnTo>
                  <a:pt x="346" y="7249"/>
                </a:lnTo>
                <a:lnTo>
                  <a:pt x="0" y="10386"/>
                </a:lnTo>
                <a:lnTo>
                  <a:pt x="4554" y="9842"/>
                </a:lnTo>
                <a:lnTo>
                  <a:pt x="9377" y="10354"/>
                </a:lnTo>
                <a:lnTo>
                  <a:pt x="8565" y="6934"/>
                </a:lnTo>
                <a:lnTo>
                  <a:pt x="8857" y="929"/>
                </a:lnTo>
                <a:lnTo>
                  <a:pt x="7328" y="0"/>
                </a:lnTo>
                <a:close/>
              </a:path>
            </a:pathLst>
          </a:custGeom>
          <a:solidFill>
            <a:srgbClr val="8176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1" name="bg object 551"/>
          <p:cNvSpPr/>
          <p:nvPr/>
        </p:nvSpPr>
        <p:spPr>
          <a:xfrm>
            <a:off x="2023134" y="3954656"/>
            <a:ext cx="8890" cy="11430"/>
          </a:xfrm>
          <a:custGeom>
            <a:avLst/>
            <a:gdLst/>
            <a:ahLst/>
            <a:cxnLst/>
            <a:rect l="l" t="t" r="r" b="b"/>
            <a:pathLst>
              <a:path w="8889" h="11429">
                <a:moveTo>
                  <a:pt x="425" y="0"/>
                </a:moveTo>
                <a:lnTo>
                  <a:pt x="0" y="4160"/>
                </a:lnTo>
                <a:lnTo>
                  <a:pt x="0" y="9661"/>
                </a:lnTo>
                <a:lnTo>
                  <a:pt x="1465" y="11174"/>
                </a:lnTo>
                <a:lnTo>
                  <a:pt x="8400" y="9708"/>
                </a:lnTo>
                <a:lnTo>
                  <a:pt x="8400" y="5579"/>
                </a:lnTo>
                <a:lnTo>
                  <a:pt x="3845" y="6123"/>
                </a:lnTo>
                <a:lnTo>
                  <a:pt x="4192" y="2986"/>
                </a:lnTo>
                <a:lnTo>
                  <a:pt x="4279" y="55"/>
                </a:lnTo>
                <a:lnTo>
                  <a:pt x="425" y="0"/>
                </a:lnTo>
                <a:close/>
              </a:path>
            </a:pathLst>
          </a:custGeom>
          <a:solidFill>
            <a:srgbClr val="8E84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2" name="bg object 552"/>
          <p:cNvSpPr/>
          <p:nvPr/>
        </p:nvSpPr>
        <p:spPr>
          <a:xfrm>
            <a:off x="2018749" y="4119834"/>
            <a:ext cx="10160" cy="10795"/>
          </a:xfrm>
          <a:custGeom>
            <a:avLst/>
            <a:gdLst/>
            <a:ahLst/>
            <a:cxnLst/>
            <a:rect l="l" t="t" r="r" b="b"/>
            <a:pathLst>
              <a:path w="10160" h="10795">
                <a:moveTo>
                  <a:pt x="5910" y="0"/>
                </a:moveTo>
                <a:lnTo>
                  <a:pt x="6509" y="4586"/>
                </a:lnTo>
                <a:lnTo>
                  <a:pt x="3388" y="4247"/>
                </a:lnTo>
                <a:lnTo>
                  <a:pt x="433" y="4145"/>
                </a:lnTo>
                <a:lnTo>
                  <a:pt x="346" y="7076"/>
                </a:lnTo>
                <a:lnTo>
                  <a:pt x="0" y="10212"/>
                </a:lnTo>
                <a:lnTo>
                  <a:pt x="4554" y="9677"/>
                </a:lnTo>
                <a:lnTo>
                  <a:pt x="10039" y="9637"/>
                </a:lnTo>
                <a:lnTo>
                  <a:pt x="10039" y="23"/>
                </a:lnTo>
                <a:lnTo>
                  <a:pt x="5910" y="0"/>
                </a:lnTo>
                <a:close/>
              </a:path>
            </a:pathLst>
          </a:custGeom>
          <a:solidFill>
            <a:srgbClr val="6157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3" name="bg object 553"/>
          <p:cNvSpPr/>
          <p:nvPr/>
        </p:nvSpPr>
        <p:spPr>
          <a:xfrm>
            <a:off x="2023304" y="4129472"/>
            <a:ext cx="11430" cy="4445"/>
          </a:xfrm>
          <a:custGeom>
            <a:avLst/>
            <a:gdLst/>
            <a:ahLst/>
            <a:cxnLst/>
            <a:rect l="l" t="t" r="r" b="b"/>
            <a:pathLst>
              <a:path w="11430" h="4445">
                <a:moveTo>
                  <a:pt x="9606" y="7"/>
                </a:moveTo>
                <a:lnTo>
                  <a:pt x="5484" y="0"/>
                </a:lnTo>
                <a:lnTo>
                  <a:pt x="0" y="39"/>
                </a:lnTo>
                <a:lnTo>
                  <a:pt x="0" y="4145"/>
                </a:lnTo>
                <a:lnTo>
                  <a:pt x="9613" y="4145"/>
                </a:lnTo>
                <a:lnTo>
                  <a:pt x="10985" y="2781"/>
                </a:lnTo>
                <a:lnTo>
                  <a:pt x="10977" y="1386"/>
                </a:lnTo>
                <a:lnTo>
                  <a:pt x="9606" y="7"/>
                </a:lnTo>
                <a:close/>
              </a:path>
            </a:pathLst>
          </a:custGeom>
          <a:solidFill>
            <a:srgbClr val="7C70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4" name="bg object 554"/>
          <p:cNvSpPr/>
          <p:nvPr/>
        </p:nvSpPr>
        <p:spPr>
          <a:xfrm>
            <a:off x="2072652" y="3683601"/>
            <a:ext cx="13970" cy="10160"/>
          </a:xfrm>
          <a:custGeom>
            <a:avLst/>
            <a:gdLst/>
            <a:ahLst/>
            <a:cxnLst/>
            <a:rect l="l" t="t" r="r" b="b"/>
            <a:pathLst>
              <a:path w="13969" h="10160">
                <a:moveTo>
                  <a:pt x="13766" y="0"/>
                </a:moveTo>
                <a:lnTo>
                  <a:pt x="9645" y="0"/>
                </a:lnTo>
                <a:lnTo>
                  <a:pt x="9180" y="3183"/>
                </a:lnTo>
                <a:lnTo>
                  <a:pt x="8376" y="6028"/>
                </a:lnTo>
                <a:lnTo>
                  <a:pt x="4192" y="5508"/>
                </a:lnTo>
                <a:lnTo>
                  <a:pt x="189" y="5492"/>
                </a:lnTo>
                <a:lnTo>
                  <a:pt x="0" y="9645"/>
                </a:lnTo>
                <a:lnTo>
                  <a:pt x="13766" y="9669"/>
                </a:lnTo>
                <a:lnTo>
                  <a:pt x="13766" y="0"/>
                </a:lnTo>
                <a:close/>
              </a:path>
            </a:pathLst>
          </a:custGeom>
          <a:solidFill>
            <a:srgbClr val="8B7AB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5" name="bg object 555"/>
          <p:cNvSpPr/>
          <p:nvPr/>
        </p:nvSpPr>
        <p:spPr>
          <a:xfrm>
            <a:off x="2076845" y="3683594"/>
            <a:ext cx="5715" cy="6350"/>
          </a:xfrm>
          <a:custGeom>
            <a:avLst/>
            <a:gdLst/>
            <a:ahLst/>
            <a:cxnLst/>
            <a:rect l="l" t="t" r="r" b="b"/>
            <a:pathLst>
              <a:path w="5714" h="6350">
                <a:moveTo>
                  <a:pt x="15" y="0"/>
                </a:moveTo>
                <a:lnTo>
                  <a:pt x="0" y="5516"/>
                </a:lnTo>
                <a:lnTo>
                  <a:pt x="4184" y="6036"/>
                </a:lnTo>
                <a:lnTo>
                  <a:pt x="4988" y="3191"/>
                </a:lnTo>
                <a:lnTo>
                  <a:pt x="5453" y="7"/>
                </a:lnTo>
                <a:lnTo>
                  <a:pt x="15" y="0"/>
                </a:lnTo>
                <a:close/>
              </a:path>
            </a:pathLst>
          </a:custGeom>
          <a:solidFill>
            <a:srgbClr val="765F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6" name="bg object 556"/>
          <p:cNvSpPr/>
          <p:nvPr/>
        </p:nvSpPr>
        <p:spPr>
          <a:xfrm>
            <a:off x="2115273" y="3533599"/>
            <a:ext cx="10160" cy="8890"/>
          </a:xfrm>
          <a:custGeom>
            <a:avLst/>
            <a:gdLst/>
            <a:ahLst/>
            <a:cxnLst/>
            <a:rect l="l" t="t" r="r" b="b"/>
            <a:pathLst>
              <a:path w="10160" h="8889">
                <a:moveTo>
                  <a:pt x="23" y="0"/>
                </a:moveTo>
                <a:lnTo>
                  <a:pt x="0" y="8274"/>
                </a:lnTo>
                <a:lnTo>
                  <a:pt x="5461" y="8290"/>
                </a:lnTo>
                <a:lnTo>
                  <a:pt x="9606" y="8282"/>
                </a:lnTo>
                <a:lnTo>
                  <a:pt x="9590" y="4160"/>
                </a:lnTo>
                <a:lnTo>
                  <a:pt x="6469" y="4562"/>
                </a:lnTo>
                <a:lnTo>
                  <a:pt x="5098" y="3175"/>
                </a:lnTo>
                <a:lnTo>
                  <a:pt x="5445" y="55"/>
                </a:lnTo>
                <a:lnTo>
                  <a:pt x="23" y="0"/>
                </a:lnTo>
                <a:close/>
              </a:path>
            </a:pathLst>
          </a:custGeom>
          <a:solidFill>
            <a:srgbClr val="7C6F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7" name="bg object 557"/>
          <p:cNvSpPr/>
          <p:nvPr/>
        </p:nvSpPr>
        <p:spPr>
          <a:xfrm>
            <a:off x="2115170" y="3523950"/>
            <a:ext cx="5715" cy="10160"/>
          </a:xfrm>
          <a:custGeom>
            <a:avLst/>
            <a:gdLst/>
            <a:ahLst/>
            <a:cxnLst/>
            <a:rect l="l" t="t" r="r" b="b"/>
            <a:pathLst>
              <a:path w="5714" h="10160">
                <a:moveTo>
                  <a:pt x="1702" y="0"/>
                </a:moveTo>
                <a:lnTo>
                  <a:pt x="0" y="4105"/>
                </a:lnTo>
                <a:lnTo>
                  <a:pt x="133" y="9653"/>
                </a:lnTo>
                <a:lnTo>
                  <a:pt x="5547" y="9700"/>
                </a:lnTo>
                <a:lnTo>
                  <a:pt x="5626" y="5516"/>
                </a:lnTo>
                <a:lnTo>
                  <a:pt x="5508" y="15"/>
                </a:lnTo>
                <a:close/>
              </a:path>
            </a:pathLst>
          </a:custGeom>
          <a:solidFill>
            <a:srgbClr val="6B5E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8" name="bg object 558"/>
          <p:cNvSpPr/>
          <p:nvPr/>
        </p:nvSpPr>
        <p:spPr>
          <a:xfrm>
            <a:off x="2016584" y="4011976"/>
            <a:ext cx="18415" cy="28575"/>
          </a:xfrm>
          <a:custGeom>
            <a:avLst/>
            <a:gdLst/>
            <a:ahLst/>
            <a:cxnLst/>
            <a:rect l="l" t="t" r="r" b="b"/>
            <a:pathLst>
              <a:path w="18414" h="28575">
                <a:moveTo>
                  <a:pt x="6107" y="0"/>
                </a:moveTo>
                <a:lnTo>
                  <a:pt x="1457" y="591"/>
                </a:lnTo>
                <a:lnTo>
                  <a:pt x="1008" y="6020"/>
                </a:lnTo>
                <a:lnTo>
                  <a:pt x="0" y="10236"/>
                </a:lnTo>
                <a:lnTo>
                  <a:pt x="39" y="18392"/>
                </a:lnTo>
                <a:lnTo>
                  <a:pt x="5350" y="18439"/>
                </a:lnTo>
                <a:lnTo>
                  <a:pt x="9960" y="17825"/>
                </a:lnTo>
                <a:lnTo>
                  <a:pt x="9527" y="21016"/>
                </a:lnTo>
                <a:lnTo>
                  <a:pt x="9487" y="23916"/>
                </a:lnTo>
                <a:lnTo>
                  <a:pt x="17683" y="28061"/>
                </a:lnTo>
                <a:lnTo>
                  <a:pt x="17809" y="23964"/>
                </a:lnTo>
                <a:lnTo>
                  <a:pt x="17675" y="10189"/>
                </a:lnTo>
                <a:lnTo>
                  <a:pt x="14775" y="10181"/>
                </a:lnTo>
                <a:lnTo>
                  <a:pt x="11867" y="10039"/>
                </a:lnTo>
                <a:lnTo>
                  <a:pt x="5831" y="10378"/>
                </a:lnTo>
                <a:lnTo>
                  <a:pt x="5153" y="8660"/>
                </a:lnTo>
                <a:lnTo>
                  <a:pt x="5358" y="6036"/>
                </a:lnTo>
                <a:lnTo>
                  <a:pt x="5264" y="3357"/>
                </a:lnTo>
                <a:lnTo>
                  <a:pt x="6107" y="0"/>
                </a:lnTo>
                <a:close/>
              </a:path>
            </a:pathLst>
          </a:custGeom>
          <a:solidFill>
            <a:srgbClr val="6962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9" name="bg object 559"/>
          <p:cNvSpPr/>
          <p:nvPr/>
        </p:nvSpPr>
        <p:spPr>
          <a:xfrm>
            <a:off x="2016327" y="4029803"/>
            <a:ext cx="10795" cy="10795"/>
          </a:xfrm>
          <a:custGeom>
            <a:avLst/>
            <a:gdLst/>
            <a:ahLst/>
            <a:cxnLst/>
            <a:rect l="l" t="t" r="r" b="b"/>
            <a:pathLst>
              <a:path w="10794" h="10795">
                <a:moveTo>
                  <a:pt x="10212" y="0"/>
                </a:moveTo>
                <a:lnTo>
                  <a:pt x="5610" y="614"/>
                </a:lnTo>
                <a:lnTo>
                  <a:pt x="6209" y="4759"/>
                </a:lnTo>
                <a:lnTo>
                  <a:pt x="4720" y="6863"/>
                </a:lnTo>
                <a:lnTo>
                  <a:pt x="283" y="6083"/>
                </a:lnTo>
                <a:lnTo>
                  <a:pt x="0" y="10275"/>
                </a:lnTo>
                <a:lnTo>
                  <a:pt x="283" y="10173"/>
                </a:lnTo>
                <a:lnTo>
                  <a:pt x="4231" y="10236"/>
                </a:lnTo>
                <a:lnTo>
                  <a:pt x="9708" y="10228"/>
                </a:lnTo>
                <a:lnTo>
                  <a:pt x="9787" y="3191"/>
                </a:lnTo>
                <a:lnTo>
                  <a:pt x="10212" y="0"/>
                </a:lnTo>
                <a:close/>
              </a:path>
            </a:pathLst>
          </a:custGeom>
          <a:solidFill>
            <a:srgbClr val="867C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0" name="bg object 560"/>
          <p:cNvSpPr/>
          <p:nvPr/>
        </p:nvSpPr>
        <p:spPr>
          <a:xfrm>
            <a:off x="2016611" y="4030362"/>
            <a:ext cx="6350" cy="6350"/>
          </a:xfrm>
          <a:custGeom>
            <a:avLst/>
            <a:gdLst/>
            <a:ahLst/>
            <a:cxnLst/>
            <a:rect l="l" t="t" r="r" b="b"/>
            <a:pathLst>
              <a:path w="6350" h="6350">
                <a:moveTo>
                  <a:pt x="7" y="0"/>
                </a:moveTo>
                <a:lnTo>
                  <a:pt x="0" y="5524"/>
                </a:lnTo>
                <a:lnTo>
                  <a:pt x="4436" y="6304"/>
                </a:lnTo>
                <a:lnTo>
                  <a:pt x="5925" y="4200"/>
                </a:lnTo>
                <a:lnTo>
                  <a:pt x="5327" y="55"/>
                </a:lnTo>
                <a:lnTo>
                  <a:pt x="7" y="0"/>
                </a:lnTo>
                <a:close/>
              </a:path>
            </a:pathLst>
          </a:custGeom>
          <a:solidFill>
            <a:srgbClr val="7D7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1" name="bg object 561"/>
          <p:cNvSpPr/>
          <p:nvPr/>
        </p:nvSpPr>
        <p:spPr>
          <a:xfrm>
            <a:off x="2090571" y="3635433"/>
            <a:ext cx="10795" cy="18415"/>
          </a:xfrm>
          <a:custGeom>
            <a:avLst/>
            <a:gdLst/>
            <a:ahLst/>
            <a:cxnLst/>
            <a:rect l="l" t="t" r="r" b="b"/>
            <a:pathLst>
              <a:path w="10794" h="18414">
                <a:moveTo>
                  <a:pt x="9558" y="0"/>
                </a:moveTo>
                <a:lnTo>
                  <a:pt x="1386" y="78"/>
                </a:lnTo>
                <a:lnTo>
                  <a:pt x="1339" y="8305"/>
                </a:lnTo>
                <a:lnTo>
                  <a:pt x="0" y="17904"/>
                </a:lnTo>
                <a:lnTo>
                  <a:pt x="5476" y="17911"/>
                </a:lnTo>
                <a:lnTo>
                  <a:pt x="5618" y="15059"/>
                </a:lnTo>
                <a:lnTo>
                  <a:pt x="4743" y="10496"/>
                </a:lnTo>
                <a:lnTo>
                  <a:pt x="10386" y="7084"/>
                </a:lnTo>
                <a:lnTo>
                  <a:pt x="9535" y="3577"/>
                </a:lnTo>
                <a:lnTo>
                  <a:pt x="9558" y="0"/>
                </a:lnTo>
                <a:close/>
              </a:path>
            </a:pathLst>
          </a:custGeom>
          <a:solidFill>
            <a:srgbClr val="9B8D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2" name="bg object 562"/>
          <p:cNvSpPr/>
          <p:nvPr/>
        </p:nvSpPr>
        <p:spPr>
          <a:xfrm>
            <a:off x="2086448" y="3631233"/>
            <a:ext cx="5715" cy="4445"/>
          </a:xfrm>
          <a:custGeom>
            <a:avLst/>
            <a:gdLst/>
            <a:ahLst/>
            <a:cxnLst/>
            <a:rect l="l" t="t" r="r" b="b"/>
            <a:pathLst>
              <a:path w="5714" h="4445">
                <a:moveTo>
                  <a:pt x="1591" y="0"/>
                </a:moveTo>
                <a:lnTo>
                  <a:pt x="0" y="4223"/>
                </a:lnTo>
                <a:lnTo>
                  <a:pt x="5476" y="4215"/>
                </a:lnTo>
                <a:lnTo>
                  <a:pt x="5476" y="94"/>
                </a:lnTo>
                <a:lnTo>
                  <a:pt x="1591" y="0"/>
                </a:lnTo>
                <a:close/>
              </a:path>
            </a:pathLst>
          </a:custGeom>
          <a:solidFill>
            <a:srgbClr val="7567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3" name="bg object 563"/>
          <p:cNvSpPr/>
          <p:nvPr/>
        </p:nvSpPr>
        <p:spPr>
          <a:xfrm>
            <a:off x="2235846" y="3735936"/>
            <a:ext cx="15875" cy="10160"/>
          </a:xfrm>
          <a:custGeom>
            <a:avLst/>
            <a:gdLst/>
            <a:ahLst/>
            <a:cxnLst/>
            <a:rect l="l" t="t" r="r" b="b"/>
            <a:pathLst>
              <a:path w="15875" h="10160">
                <a:moveTo>
                  <a:pt x="13885" y="7"/>
                </a:moveTo>
                <a:lnTo>
                  <a:pt x="9810" y="0"/>
                </a:lnTo>
                <a:lnTo>
                  <a:pt x="10268" y="3743"/>
                </a:lnTo>
                <a:lnTo>
                  <a:pt x="9322" y="6138"/>
                </a:lnTo>
                <a:lnTo>
                  <a:pt x="3325" y="5311"/>
                </a:lnTo>
                <a:lnTo>
                  <a:pt x="1749" y="5492"/>
                </a:lnTo>
                <a:lnTo>
                  <a:pt x="197" y="5492"/>
                </a:lnTo>
                <a:lnTo>
                  <a:pt x="0" y="8085"/>
                </a:lnTo>
                <a:lnTo>
                  <a:pt x="661" y="9858"/>
                </a:lnTo>
                <a:lnTo>
                  <a:pt x="5799" y="9495"/>
                </a:lnTo>
                <a:lnTo>
                  <a:pt x="7801" y="9613"/>
                </a:lnTo>
                <a:lnTo>
                  <a:pt x="13940" y="9606"/>
                </a:lnTo>
                <a:lnTo>
                  <a:pt x="15287" y="6871"/>
                </a:lnTo>
                <a:lnTo>
                  <a:pt x="13885" y="7"/>
                </a:lnTo>
                <a:close/>
              </a:path>
            </a:pathLst>
          </a:custGeom>
          <a:solidFill>
            <a:srgbClr val="A496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4" name="bg object 564"/>
          <p:cNvSpPr/>
          <p:nvPr/>
        </p:nvSpPr>
        <p:spPr>
          <a:xfrm>
            <a:off x="2080931" y="3693258"/>
            <a:ext cx="5715" cy="8890"/>
          </a:xfrm>
          <a:custGeom>
            <a:avLst/>
            <a:gdLst/>
            <a:ahLst/>
            <a:cxnLst/>
            <a:rect l="l" t="t" r="r" b="b"/>
            <a:pathLst>
              <a:path w="5714" h="8889">
                <a:moveTo>
                  <a:pt x="5492" y="7"/>
                </a:moveTo>
                <a:lnTo>
                  <a:pt x="0" y="0"/>
                </a:lnTo>
                <a:lnTo>
                  <a:pt x="23" y="8258"/>
                </a:lnTo>
                <a:lnTo>
                  <a:pt x="5476" y="8282"/>
                </a:lnTo>
                <a:lnTo>
                  <a:pt x="5492" y="7"/>
                </a:lnTo>
                <a:close/>
              </a:path>
            </a:pathLst>
          </a:custGeom>
          <a:solidFill>
            <a:srgbClr val="8274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5" name="bg object 565"/>
          <p:cNvSpPr/>
          <p:nvPr/>
        </p:nvSpPr>
        <p:spPr>
          <a:xfrm>
            <a:off x="2270352" y="3835005"/>
            <a:ext cx="4445" cy="13970"/>
          </a:xfrm>
          <a:custGeom>
            <a:avLst/>
            <a:gdLst/>
            <a:ahLst/>
            <a:cxnLst/>
            <a:rect l="l" t="t" r="r" b="b"/>
            <a:pathLst>
              <a:path w="4444" h="13970">
                <a:moveTo>
                  <a:pt x="4160" y="0"/>
                </a:moveTo>
                <a:lnTo>
                  <a:pt x="0" y="0"/>
                </a:lnTo>
                <a:lnTo>
                  <a:pt x="15" y="13751"/>
                </a:lnTo>
                <a:lnTo>
                  <a:pt x="4074" y="13759"/>
                </a:lnTo>
                <a:lnTo>
                  <a:pt x="4160" y="0"/>
                </a:lnTo>
                <a:close/>
              </a:path>
            </a:pathLst>
          </a:custGeom>
          <a:solidFill>
            <a:srgbClr val="9489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6" name="bg object 566"/>
          <p:cNvSpPr/>
          <p:nvPr/>
        </p:nvSpPr>
        <p:spPr>
          <a:xfrm>
            <a:off x="2115279" y="4417095"/>
            <a:ext cx="18415" cy="18415"/>
          </a:xfrm>
          <a:custGeom>
            <a:avLst/>
            <a:gdLst/>
            <a:ahLst/>
            <a:cxnLst/>
            <a:rect l="l" t="t" r="r" b="b"/>
            <a:pathLst>
              <a:path w="18414" h="18414">
                <a:moveTo>
                  <a:pt x="13711" y="0"/>
                </a:moveTo>
                <a:lnTo>
                  <a:pt x="9606" y="0"/>
                </a:lnTo>
                <a:lnTo>
                  <a:pt x="9779" y="2584"/>
                </a:lnTo>
                <a:lnTo>
                  <a:pt x="9149" y="4412"/>
                </a:lnTo>
                <a:lnTo>
                  <a:pt x="4444" y="4018"/>
                </a:lnTo>
                <a:lnTo>
                  <a:pt x="2884" y="4105"/>
                </a:lnTo>
                <a:lnTo>
                  <a:pt x="1323" y="4097"/>
                </a:lnTo>
                <a:lnTo>
                  <a:pt x="0" y="4168"/>
                </a:lnTo>
                <a:lnTo>
                  <a:pt x="811" y="5524"/>
                </a:lnTo>
                <a:lnTo>
                  <a:pt x="1457" y="7888"/>
                </a:lnTo>
                <a:lnTo>
                  <a:pt x="5382" y="8494"/>
                </a:lnTo>
                <a:lnTo>
                  <a:pt x="5555" y="10197"/>
                </a:lnTo>
                <a:lnTo>
                  <a:pt x="5461" y="12403"/>
                </a:lnTo>
                <a:lnTo>
                  <a:pt x="5429" y="16414"/>
                </a:lnTo>
                <a:lnTo>
                  <a:pt x="13711" y="17888"/>
                </a:lnTo>
                <a:lnTo>
                  <a:pt x="13932" y="15673"/>
                </a:lnTo>
                <a:lnTo>
                  <a:pt x="12860" y="13041"/>
                </a:lnTo>
                <a:lnTo>
                  <a:pt x="17123" y="11828"/>
                </a:lnTo>
                <a:lnTo>
                  <a:pt x="17328" y="9566"/>
                </a:lnTo>
                <a:lnTo>
                  <a:pt x="17801" y="8242"/>
                </a:lnTo>
                <a:lnTo>
                  <a:pt x="15201" y="8471"/>
                </a:lnTo>
                <a:lnTo>
                  <a:pt x="13451" y="7777"/>
                </a:lnTo>
                <a:lnTo>
                  <a:pt x="13814" y="3112"/>
                </a:lnTo>
                <a:lnTo>
                  <a:pt x="13711" y="1552"/>
                </a:lnTo>
                <a:lnTo>
                  <a:pt x="13711" y="0"/>
                </a:lnTo>
                <a:close/>
              </a:path>
            </a:pathLst>
          </a:custGeom>
          <a:solidFill>
            <a:srgbClr val="948F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7" name="bg object 567"/>
          <p:cNvSpPr/>
          <p:nvPr/>
        </p:nvSpPr>
        <p:spPr>
          <a:xfrm>
            <a:off x="2038415" y="4284981"/>
            <a:ext cx="4445" cy="11430"/>
          </a:xfrm>
          <a:custGeom>
            <a:avLst/>
            <a:gdLst/>
            <a:ahLst/>
            <a:cxnLst/>
            <a:rect l="l" t="t" r="r" b="b"/>
            <a:pathLst>
              <a:path w="4444" h="11429">
                <a:moveTo>
                  <a:pt x="4089" y="0"/>
                </a:moveTo>
                <a:lnTo>
                  <a:pt x="0" y="7"/>
                </a:lnTo>
                <a:lnTo>
                  <a:pt x="1481" y="11056"/>
                </a:lnTo>
                <a:lnTo>
                  <a:pt x="3948" y="9535"/>
                </a:lnTo>
                <a:lnTo>
                  <a:pt x="4176" y="5595"/>
                </a:lnTo>
                <a:lnTo>
                  <a:pt x="4121" y="23"/>
                </a:lnTo>
                <a:close/>
              </a:path>
            </a:pathLst>
          </a:custGeom>
          <a:solidFill>
            <a:srgbClr val="9897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8" name="bg object 568"/>
          <p:cNvSpPr/>
          <p:nvPr/>
        </p:nvSpPr>
        <p:spPr>
          <a:xfrm>
            <a:off x="2190752" y="3538678"/>
            <a:ext cx="6350" cy="5080"/>
          </a:xfrm>
          <a:custGeom>
            <a:avLst/>
            <a:gdLst/>
            <a:ahLst/>
            <a:cxnLst/>
            <a:rect l="l" t="t" r="r" b="b"/>
            <a:pathLst>
              <a:path w="6350" h="5079">
                <a:moveTo>
                  <a:pt x="6052" y="0"/>
                </a:moveTo>
                <a:lnTo>
                  <a:pt x="2939" y="354"/>
                </a:lnTo>
                <a:lnTo>
                  <a:pt x="7" y="464"/>
                </a:lnTo>
                <a:lnTo>
                  <a:pt x="7" y="4578"/>
                </a:lnTo>
                <a:lnTo>
                  <a:pt x="5476" y="4570"/>
                </a:lnTo>
                <a:lnTo>
                  <a:pt x="6052" y="0"/>
                </a:lnTo>
                <a:close/>
              </a:path>
            </a:pathLst>
          </a:custGeom>
          <a:solidFill>
            <a:srgbClr val="CAC0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9" name="bg object 569"/>
          <p:cNvSpPr/>
          <p:nvPr/>
        </p:nvSpPr>
        <p:spPr>
          <a:xfrm>
            <a:off x="2042453" y="3830820"/>
            <a:ext cx="5715" cy="4445"/>
          </a:xfrm>
          <a:custGeom>
            <a:avLst/>
            <a:gdLst/>
            <a:ahLst/>
            <a:cxnLst/>
            <a:rect l="l" t="t" r="r" b="b"/>
            <a:pathLst>
              <a:path w="5714" h="4445">
                <a:moveTo>
                  <a:pt x="228" y="0"/>
                </a:moveTo>
                <a:lnTo>
                  <a:pt x="0" y="4168"/>
                </a:lnTo>
                <a:lnTo>
                  <a:pt x="5547" y="4168"/>
                </a:lnTo>
                <a:lnTo>
                  <a:pt x="5516" y="15"/>
                </a:lnTo>
                <a:lnTo>
                  <a:pt x="228" y="0"/>
                </a:lnTo>
                <a:close/>
              </a:path>
            </a:pathLst>
          </a:custGeom>
          <a:solidFill>
            <a:srgbClr val="8A7AB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0" name="bg object 570"/>
          <p:cNvSpPr/>
          <p:nvPr/>
        </p:nvSpPr>
        <p:spPr>
          <a:xfrm>
            <a:off x="2033907" y="4248666"/>
            <a:ext cx="11430" cy="28575"/>
          </a:xfrm>
          <a:custGeom>
            <a:avLst/>
            <a:gdLst/>
            <a:ahLst/>
            <a:cxnLst/>
            <a:rect l="l" t="t" r="r" b="b"/>
            <a:pathLst>
              <a:path w="11430" h="28575">
                <a:moveTo>
                  <a:pt x="5161" y="0"/>
                </a:moveTo>
                <a:lnTo>
                  <a:pt x="5918" y="3404"/>
                </a:lnTo>
                <a:lnTo>
                  <a:pt x="5792" y="10141"/>
                </a:lnTo>
                <a:lnTo>
                  <a:pt x="6233" y="14373"/>
                </a:lnTo>
                <a:lnTo>
                  <a:pt x="409" y="14318"/>
                </a:lnTo>
                <a:lnTo>
                  <a:pt x="338" y="23916"/>
                </a:lnTo>
                <a:lnTo>
                  <a:pt x="0" y="27045"/>
                </a:lnTo>
                <a:lnTo>
                  <a:pt x="1331" y="28479"/>
                </a:lnTo>
                <a:lnTo>
                  <a:pt x="4499" y="28069"/>
                </a:lnTo>
                <a:lnTo>
                  <a:pt x="8621" y="28085"/>
                </a:lnTo>
                <a:lnTo>
                  <a:pt x="11387" y="17116"/>
                </a:lnTo>
                <a:lnTo>
                  <a:pt x="11347" y="15689"/>
                </a:lnTo>
                <a:lnTo>
                  <a:pt x="10000" y="6036"/>
                </a:lnTo>
                <a:lnTo>
                  <a:pt x="9968" y="567"/>
                </a:lnTo>
                <a:lnTo>
                  <a:pt x="5161" y="0"/>
                </a:lnTo>
                <a:close/>
              </a:path>
            </a:pathLst>
          </a:custGeom>
          <a:solidFill>
            <a:srgbClr val="8E83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1" name="bg object 571"/>
          <p:cNvSpPr/>
          <p:nvPr/>
        </p:nvSpPr>
        <p:spPr>
          <a:xfrm>
            <a:off x="2042523" y="4265780"/>
            <a:ext cx="6985" cy="15240"/>
          </a:xfrm>
          <a:custGeom>
            <a:avLst/>
            <a:gdLst/>
            <a:ahLst/>
            <a:cxnLst/>
            <a:rect l="l" t="t" r="r" b="b"/>
            <a:pathLst>
              <a:path w="6985" h="15239">
                <a:moveTo>
                  <a:pt x="2765" y="0"/>
                </a:moveTo>
                <a:lnTo>
                  <a:pt x="7" y="10969"/>
                </a:lnTo>
                <a:lnTo>
                  <a:pt x="0" y="15067"/>
                </a:lnTo>
                <a:lnTo>
                  <a:pt x="5390" y="15011"/>
                </a:lnTo>
                <a:lnTo>
                  <a:pt x="6816" y="12332"/>
                </a:lnTo>
                <a:lnTo>
                  <a:pt x="6375" y="10047"/>
                </a:lnTo>
                <a:lnTo>
                  <a:pt x="6130" y="7699"/>
                </a:lnTo>
                <a:lnTo>
                  <a:pt x="4814" y="3585"/>
                </a:lnTo>
                <a:lnTo>
                  <a:pt x="3680" y="1828"/>
                </a:lnTo>
                <a:lnTo>
                  <a:pt x="2765" y="0"/>
                </a:lnTo>
                <a:close/>
              </a:path>
            </a:pathLst>
          </a:custGeom>
          <a:solidFill>
            <a:srgbClr val="B6AE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2" name="bg object 572"/>
          <p:cNvSpPr/>
          <p:nvPr/>
        </p:nvSpPr>
        <p:spPr>
          <a:xfrm>
            <a:off x="2042506" y="4280791"/>
            <a:ext cx="5715" cy="4445"/>
          </a:xfrm>
          <a:custGeom>
            <a:avLst/>
            <a:gdLst/>
            <a:ahLst/>
            <a:cxnLst/>
            <a:rect l="l" t="t" r="r" b="b"/>
            <a:pathLst>
              <a:path w="5714" h="4445">
                <a:moveTo>
                  <a:pt x="5405" y="0"/>
                </a:moveTo>
                <a:lnTo>
                  <a:pt x="15" y="55"/>
                </a:lnTo>
                <a:lnTo>
                  <a:pt x="0" y="4192"/>
                </a:lnTo>
                <a:lnTo>
                  <a:pt x="5405" y="4152"/>
                </a:lnTo>
                <a:lnTo>
                  <a:pt x="5405" y="0"/>
                </a:lnTo>
                <a:close/>
              </a:path>
            </a:pathLst>
          </a:custGeom>
          <a:solidFill>
            <a:srgbClr val="9B95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3" name="bg object 573"/>
          <p:cNvSpPr/>
          <p:nvPr/>
        </p:nvSpPr>
        <p:spPr>
          <a:xfrm>
            <a:off x="2307418" y="4188676"/>
            <a:ext cx="4445" cy="12700"/>
          </a:xfrm>
          <a:custGeom>
            <a:avLst/>
            <a:gdLst/>
            <a:ahLst/>
            <a:cxnLst/>
            <a:rect l="l" t="t" r="r" b="b"/>
            <a:pathLst>
              <a:path w="4444" h="12700">
                <a:moveTo>
                  <a:pt x="4074" y="7"/>
                </a:moveTo>
                <a:lnTo>
                  <a:pt x="7" y="0"/>
                </a:lnTo>
                <a:lnTo>
                  <a:pt x="0" y="12364"/>
                </a:lnTo>
                <a:lnTo>
                  <a:pt x="4105" y="12364"/>
                </a:lnTo>
                <a:lnTo>
                  <a:pt x="4137" y="4097"/>
                </a:lnTo>
                <a:lnTo>
                  <a:pt x="4074" y="7"/>
                </a:lnTo>
                <a:close/>
              </a:path>
            </a:pathLst>
          </a:custGeom>
          <a:solidFill>
            <a:srgbClr val="9990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4" name="bg object 574"/>
          <p:cNvSpPr/>
          <p:nvPr/>
        </p:nvSpPr>
        <p:spPr>
          <a:xfrm>
            <a:off x="2021888" y="3964379"/>
            <a:ext cx="15240" cy="19685"/>
          </a:xfrm>
          <a:custGeom>
            <a:avLst/>
            <a:gdLst/>
            <a:ahLst/>
            <a:cxnLst/>
            <a:rect l="l" t="t" r="r" b="b"/>
            <a:pathLst>
              <a:path w="15239" h="19685">
                <a:moveTo>
                  <a:pt x="9629" y="0"/>
                </a:moveTo>
                <a:lnTo>
                  <a:pt x="2710" y="1449"/>
                </a:lnTo>
                <a:lnTo>
                  <a:pt x="0" y="8211"/>
                </a:lnTo>
                <a:lnTo>
                  <a:pt x="70" y="17880"/>
                </a:lnTo>
                <a:lnTo>
                  <a:pt x="5508" y="17833"/>
                </a:lnTo>
                <a:lnTo>
                  <a:pt x="6422" y="17644"/>
                </a:lnTo>
                <a:lnTo>
                  <a:pt x="7431" y="17123"/>
                </a:lnTo>
                <a:lnTo>
                  <a:pt x="9684" y="17730"/>
                </a:lnTo>
                <a:lnTo>
                  <a:pt x="11016" y="18573"/>
                </a:lnTo>
                <a:lnTo>
                  <a:pt x="12395" y="19235"/>
                </a:lnTo>
                <a:lnTo>
                  <a:pt x="13759" y="17856"/>
                </a:lnTo>
                <a:lnTo>
                  <a:pt x="13774" y="13743"/>
                </a:lnTo>
                <a:lnTo>
                  <a:pt x="13538" y="11536"/>
                </a:lnTo>
                <a:lnTo>
                  <a:pt x="14633" y="8888"/>
                </a:lnTo>
                <a:lnTo>
                  <a:pt x="10362" y="7659"/>
                </a:lnTo>
                <a:lnTo>
                  <a:pt x="10141" y="5413"/>
                </a:lnTo>
                <a:lnTo>
                  <a:pt x="9653" y="4089"/>
                </a:lnTo>
                <a:lnTo>
                  <a:pt x="9629" y="0"/>
                </a:lnTo>
                <a:close/>
              </a:path>
            </a:pathLst>
          </a:custGeom>
          <a:solidFill>
            <a:srgbClr val="ADA3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5" name="bg object 575"/>
          <p:cNvSpPr/>
          <p:nvPr/>
        </p:nvSpPr>
        <p:spPr>
          <a:xfrm>
            <a:off x="2021941" y="3982210"/>
            <a:ext cx="6350" cy="5080"/>
          </a:xfrm>
          <a:custGeom>
            <a:avLst/>
            <a:gdLst/>
            <a:ahLst/>
            <a:cxnLst/>
            <a:rect l="l" t="t" r="r" b="b"/>
            <a:pathLst>
              <a:path w="6350" h="5079">
                <a:moveTo>
                  <a:pt x="5453" y="0"/>
                </a:moveTo>
                <a:lnTo>
                  <a:pt x="15" y="47"/>
                </a:lnTo>
                <a:lnTo>
                  <a:pt x="0" y="4168"/>
                </a:lnTo>
                <a:lnTo>
                  <a:pt x="2923" y="4239"/>
                </a:lnTo>
                <a:lnTo>
                  <a:pt x="6083" y="4617"/>
                </a:lnTo>
                <a:lnTo>
                  <a:pt x="5453" y="0"/>
                </a:lnTo>
                <a:close/>
              </a:path>
            </a:pathLst>
          </a:custGeom>
          <a:solidFill>
            <a:srgbClr val="978F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6" name="bg object 576"/>
          <p:cNvSpPr/>
          <p:nvPr/>
        </p:nvSpPr>
        <p:spPr>
          <a:xfrm>
            <a:off x="2190749" y="4418453"/>
            <a:ext cx="10795" cy="22225"/>
          </a:xfrm>
          <a:custGeom>
            <a:avLst/>
            <a:gdLst/>
            <a:ahLst/>
            <a:cxnLst/>
            <a:rect l="l" t="t" r="r" b="b"/>
            <a:pathLst>
              <a:path w="10794" h="22225">
                <a:moveTo>
                  <a:pt x="3554" y="0"/>
                </a:moveTo>
                <a:lnTo>
                  <a:pt x="1386" y="7"/>
                </a:lnTo>
                <a:lnTo>
                  <a:pt x="0" y="16540"/>
                </a:lnTo>
                <a:lnTo>
                  <a:pt x="7" y="22009"/>
                </a:lnTo>
                <a:lnTo>
                  <a:pt x="6879" y="22009"/>
                </a:lnTo>
                <a:lnTo>
                  <a:pt x="8124" y="18920"/>
                </a:lnTo>
                <a:lnTo>
                  <a:pt x="10732" y="16217"/>
                </a:lnTo>
                <a:lnTo>
                  <a:pt x="9606" y="12387"/>
                </a:lnTo>
                <a:lnTo>
                  <a:pt x="7423" y="12466"/>
                </a:lnTo>
                <a:lnTo>
                  <a:pt x="5390" y="12379"/>
                </a:lnTo>
                <a:lnTo>
                  <a:pt x="5555" y="7249"/>
                </a:lnTo>
                <a:lnTo>
                  <a:pt x="5421" y="5193"/>
                </a:lnTo>
                <a:lnTo>
                  <a:pt x="5610" y="70"/>
                </a:lnTo>
                <a:lnTo>
                  <a:pt x="3554" y="0"/>
                </a:lnTo>
                <a:close/>
              </a:path>
            </a:pathLst>
          </a:custGeom>
          <a:solidFill>
            <a:srgbClr val="594C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7" name="bg object 577"/>
          <p:cNvSpPr/>
          <p:nvPr/>
        </p:nvSpPr>
        <p:spPr>
          <a:xfrm>
            <a:off x="2018032" y="4008330"/>
            <a:ext cx="8255" cy="10160"/>
          </a:xfrm>
          <a:custGeom>
            <a:avLst/>
            <a:gdLst/>
            <a:ahLst/>
            <a:cxnLst/>
            <a:rect l="l" t="t" r="r" b="b"/>
            <a:pathLst>
              <a:path w="8255" h="10160">
                <a:moveTo>
                  <a:pt x="0" y="0"/>
                </a:moveTo>
                <a:lnTo>
                  <a:pt x="7" y="4239"/>
                </a:lnTo>
                <a:lnTo>
                  <a:pt x="4657" y="3640"/>
                </a:lnTo>
                <a:lnTo>
                  <a:pt x="3814" y="6997"/>
                </a:lnTo>
                <a:lnTo>
                  <a:pt x="3908" y="9684"/>
                </a:lnTo>
                <a:lnTo>
                  <a:pt x="8030" y="9677"/>
                </a:lnTo>
                <a:lnTo>
                  <a:pt x="7990" y="86"/>
                </a:lnTo>
                <a:lnTo>
                  <a:pt x="0" y="0"/>
                </a:lnTo>
                <a:close/>
              </a:path>
            </a:pathLst>
          </a:custGeom>
          <a:solidFill>
            <a:srgbClr val="837C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8" name="bg object 578"/>
          <p:cNvSpPr/>
          <p:nvPr/>
        </p:nvSpPr>
        <p:spPr>
          <a:xfrm>
            <a:off x="2036982" y="3874342"/>
            <a:ext cx="10160" cy="19050"/>
          </a:xfrm>
          <a:custGeom>
            <a:avLst/>
            <a:gdLst/>
            <a:ahLst/>
            <a:cxnLst/>
            <a:rect l="l" t="t" r="r" b="b"/>
            <a:pathLst>
              <a:path w="10160" h="19050">
                <a:moveTo>
                  <a:pt x="10094" y="0"/>
                </a:moveTo>
                <a:lnTo>
                  <a:pt x="5531" y="551"/>
                </a:lnTo>
                <a:lnTo>
                  <a:pt x="1434" y="551"/>
                </a:lnTo>
                <a:lnTo>
                  <a:pt x="0" y="10189"/>
                </a:lnTo>
                <a:lnTo>
                  <a:pt x="63" y="14310"/>
                </a:lnTo>
                <a:lnTo>
                  <a:pt x="2994" y="14223"/>
                </a:lnTo>
                <a:lnTo>
                  <a:pt x="6091" y="13916"/>
                </a:lnTo>
                <a:lnTo>
                  <a:pt x="5539" y="18455"/>
                </a:lnTo>
                <a:lnTo>
                  <a:pt x="9653" y="18447"/>
                </a:lnTo>
                <a:lnTo>
                  <a:pt x="9661" y="6067"/>
                </a:lnTo>
                <a:lnTo>
                  <a:pt x="9747" y="3136"/>
                </a:lnTo>
                <a:lnTo>
                  <a:pt x="10094" y="0"/>
                </a:lnTo>
                <a:close/>
              </a:path>
            </a:pathLst>
          </a:custGeom>
          <a:solidFill>
            <a:srgbClr val="A399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9" name="bg object 579"/>
          <p:cNvSpPr/>
          <p:nvPr/>
        </p:nvSpPr>
        <p:spPr>
          <a:xfrm>
            <a:off x="2032808" y="3884462"/>
            <a:ext cx="4445" cy="12700"/>
          </a:xfrm>
          <a:custGeom>
            <a:avLst/>
            <a:gdLst/>
            <a:ahLst/>
            <a:cxnLst/>
            <a:rect l="l" t="t" r="r" b="b"/>
            <a:pathLst>
              <a:path w="4444" h="12700">
                <a:moveTo>
                  <a:pt x="323" y="0"/>
                </a:moveTo>
                <a:lnTo>
                  <a:pt x="0" y="4176"/>
                </a:lnTo>
                <a:lnTo>
                  <a:pt x="31" y="12419"/>
                </a:lnTo>
                <a:lnTo>
                  <a:pt x="4200" y="12466"/>
                </a:lnTo>
                <a:lnTo>
                  <a:pt x="4239" y="4192"/>
                </a:lnTo>
                <a:lnTo>
                  <a:pt x="4176" y="70"/>
                </a:lnTo>
                <a:lnTo>
                  <a:pt x="323" y="0"/>
                </a:lnTo>
                <a:close/>
              </a:path>
            </a:pathLst>
          </a:custGeom>
          <a:solidFill>
            <a:srgbClr val="897E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0" name="bg object 580"/>
          <p:cNvSpPr/>
          <p:nvPr/>
        </p:nvSpPr>
        <p:spPr>
          <a:xfrm>
            <a:off x="2026073" y="4213418"/>
            <a:ext cx="10160" cy="5715"/>
          </a:xfrm>
          <a:custGeom>
            <a:avLst/>
            <a:gdLst/>
            <a:ahLst/>
            <a:cxnLst/>
            <a:rect l="l" t="t" r="r" b="b"/>
            <a:pathLst>
              <a:path w="10160" h="5714">
                <a:moveTo>
                  <a:pt x="9574" y="7"/>
                </a:moveTo>
                <a:lnTo>
                  <a:pt x="0" y="0"/>
                </a:lnTo>
                <a:lnTo>
                  <a:pt x="0" y="5508"/>
                </a:lnTo>
                <a:lnTo>
                  <a:pt x="5484" y="5531"/>
                </a:lnTo>
                <a:lnTo>
                  <a:pt x="9582" y="5516"/>
                </a:lnTo>
                <a:lnTo>
                  <a:pt x="9574" y="7"/>
                </a:lnTo>
                <a:close/>
              </a:path>
            </a:pathLst>
          </a:custGeom>
          <a:solidFill>
            <a:srgbClr val="B3AD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1" name="bg object 581"/>
          <p:cNvSpPr/>
          <p:nvPr/>
        </p:nvSpPr>
        <p:spPr>
          <a:xfrm>
            <a:off x="2120795" y="3511589"/>
            <a:ext cx="8255" cy="12700"/>
          </a:xfrm>
          <a:custGeom>
            <a:avLst/>
            <a:gdLst/>
            <a:ahLst/>
            <a:cxnLst/>
            <a:rect l="l" t="t" r="r" b="b"/>
            <a:pathLst>
              <a:path w="8255" h="12700">
                <a:moveTo>
                  <a:pt x="8195" y="0"/>
                </a:moveTo>
                <a:lnTo>
                  <a:pt x="4074" y="23"/>
                </a:lnTo>
                <a:lnTo>
                  <a:pt x="4476" y="3144"/>
                </a:lnTo>
                <a:lnTo>
                  <a:pt x="3096" y="4515"/>
                </a:lnTo>
                <a:lnTo>
                  <a:pt x="0" y="4184"/>
                </a:lnTo>
                <a:lnTo>
                  <a:pt x="39" y="8297"/>
                </a:lnTo>
                <a:lnTo>
                  <a:pt x="2734" y="9692"/>
                </a:lnTo>
                <a:lnTo>
                  <a:pt x="8187" y="12403"/>
                </a:lnTo>
                <a:lnTo>
                  <a:pt x="8179" y="63"/>
                </a:lnTo>
                <a:close/>
              </a:path>
            </a:pathLst>
          </a:custGeom>
          <a:solidFill>
            <a:srgbClr val="5A4B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2" name="bg object 582"/>
          <p:cNvSpPr/>
          <p:nvPr/>
        </p:nvSpPr>
        <p:spPr>
          <a:xfrm>
            <a:off x="2120672" y="3519885"/>
            <a:ext cx="8890" cy="10160"/>
          </a:xfrm>
          <a:custGeom>
            <a:avLst/>
            <a:gdLst/>
            <a:ahLst/>
            <a:cxnLst/>
            <a:rect l="l" t="t" r="r" b="b"/>
            <a:pathLst>
              <a:path w="8889" h="10160">
                <a:moveTo>
                  <a:pt x="165" y="0"/>
                </a:moveTo>
                <a:lnTo>
                  <a:pt x="0" y="4082"/>
                </a:lnTo>
                <a:lnTo>
                  <a:pt x="126" y="9582"/>
                </a:lnTo>
                <a:lnTo>
                  <a:pt x="8305" y="9606"/>
                </a:lnTo>
                <a:lnTo>
                  <a:pt x="8305" y="4105"/>
                </a:lnTo>
                <a:lnTo>
                  <a:pt x="5571" y="2765"/>
                </a:lnTo>
                <a:lnTo>
                  <a:pt x="2852" y="1394"/>
                </a:lnTo>
                <a:lnTo>
                  <a:pt x="165" y="0"/>
                </a:lnTo>
                <a:close/>
              </a:path>
            </a:pathLst>
          </a:custGeom>
          <a:solidFill>
            <a:srgbClr val="52439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3" name="bg object 583"/>
          <p:cNvSpPr/>
          <p:nvPr/>
        </p:nvSpPr>
        <p:spPr>
          <a:xfrm>
            <a:off x="2016529" y="4039973"/>
            <a:ext cx="4445" cy="8890"/>
          </a:xfrm>
          <a:custGeom>
            <a:avLst/>
            <a:gdLst/>
            <a:ahLst/>
            <a:cxnLst/>
            <a:rect l="l" t="t" r="r" b="b"/>
            <a:pathLst>
              <a:path w="4444" h="8889">
                <a:moveTo>
                  <a:pt x="78" y="0"/>
                </a:moveTo>
                <a:lnTo>
                  <a:pt x="0" y="8368"/>
                </a:lnTo>
                <a:lnTo>
                  <a:pt x="2568" y="8502"/>
                </a:lnTo>
                <a:lnTo>
                  <a:pt x="4310" y="7785"/>
                </a:lnTo>
                <a:lnTo>
                  <a:pt x="3916" y="3167"/>
                </a:lnTo>
                <a:lnTo>
                  <a:pt x="4026" y="1615"/>
                </a:lnTo>
                <a:lnTo>
                  <a:pt x="4026" y="63"/>
                </a:lnTo>
                <a:lnTo>
                  <a:pt x="78" y="0"/>
                </a:lnTo>
                <a:close/>
              </a:path>
            </a:pathLst>
          </a:custGeom>
          <a:solidFill>
            <a:srgbClr val="9387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4" name="bg object 584"/>
          <p:cNvSpPr/>
          <p:nvPr/>
        </p:nvSpPr>
        <p:spPr>
          <a:xfrm>
            <a:off x="2265802" y="3991875"/>
            <a:ext cx="23495" cy="45085"/>
          </a:xfrm>
          <a:custGeom>
            <a:avLst/>
            <a:gdLst/>
            <a:ahLst/>
            <a:cxnLst/>
            <a:rect l="l" t="t" r="r" b="b"/>
            <a:pathLst>
              <a:path w="23494" h="45085">
                <a:moveTo>
                  <a:pt x="10039" y="0"/>
                </a:moveTo>
                <a:lnTo>
                  <a:pt x="10559" y="4176"/>
                </a:lnTo>
                <a:lnTo>
                  <a:pt x="7848" y="4381"/>
                </a:lnTo>
                <a:lnTo>
                  <a:pt x="1804" y="3837"/>
                </a:lnTo>
                <a:lnTo>
                  <a:pt x="0" y="4806"/>
                </a:lnTo>
                <a:lnTo>
                  <a:pt x="457" y="8266"/>
                </a:lnTo>
                <a:lnTo>
                  <a:pt x="3593" y="8211"/>
                </a:lnTo>
                <a:lnTo>
                  <a:pt x="7305" y="8353"/>
                </a:lnTo>
                <a:lnTo>
                  <a:pt x="10141" y="7706"/>
                </a:lnTo>
                <a:lnTo>
                  <a:pt x="9795" y="13735"/>
                </a:lnTo>
                <a:lnTo>
                  <a:pt x="11702" y="17297"/>
                </a:lnTo>
                <a:lnTo>
                  <a:pt x="5918" y="18258"/>
                </a:lnTo>
                <a:lnTo>
                  <a:pt x="5319" y="20654"/>
                </a:lnTo>
                <a:lnTo>
                  <a:pt x="4546" y="22017"/>
                </a:lnTo>
                <a:lnTo>
                  <a:pt x="10803" y="22569"/>
                </a:lnTo>
                <a:lnTo>
                  <a:pt x="11331" y="23625"/>
                </a:lnTo>
                <a:lnTo>
                  <a:pt x="8668" y="30276"/>
                </a:lnTo>
                <a:lnTo>
                  <a:pt x="8676" y="39913"/>
                </a:lnTo>
                <a:lnTo>
                  <a:pt x="11647" y="39771"/>
                </a:lnTo>
                <a:lnTo>
                  <a:pt x="14704" y="39511"/>
                </a:lnTo>
                <a:lnTo>
                  <a:pt x="14184" y="44043"/>
                </a:lnTo>
                <a:lnTo>
                  <a:pt x="18534" y="44523"/>
                </a:lnTo>
                <a:lnTo>
                  <a:pt x="19456" y="40079"/>
                </a:lnTo>
                <a:lnTo>
                  <a:pt x="23073" y="37242"/>
                </a:lnTo>
                <a:lnTo>
                  <a:pt x="22655" y="31852"/>
                </a:lnTo>
                <a:lnTo>
                  <a:pt x="16942" y="29094"/>
                </a:lnTo>
                <a:lnTo>
                  <a:pt x="18660" y="25311"/>
                </a:lnTo>
                <a:lnTo>
                  <a:pt x="18282" y="22009"/>
                </a:lnTo>
                <a:lnTo>
                  <a:pt x="18282" y="12387"/>
                </a:lnTo>
                <a:lnTo>
                  <a:pt x="18195" y="11497"/>
                </a:lnTo>
                <a:lnTo>
                  <a:pt x="18416" y="10047"/>
                </a:lnTo>
                <a:lnTo>
                  <a:pt x="14673" y="7990"/>
                </a:lnTo>
                <a:lnTo>
                  <a:pt x="13892" y="5169"/>
                </a:lnTo>
                <a:lnTo>
                  <a:pt x="13790" y="1087"/>
                </a:lnTo>
                <a:lnTo>
                  <a:pt x="11355" y="551"/>
                </a:lnTo>
                <a:lnTo>
                  <a:pt x="10039" y="0"/>
                </a:lnTo>
                <a:close/>
              </a:path>
            </a:pathLst>
          </a:custGeom>
          <a:solidFill>
            <a:srgbClr val="BEB6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5" name="bg object 585"/>
          <p:cNvSpPr/>
          <p:nvPr/>
        </p:nvSpPr>
        <p:spPr>
          <a:xfrm>
            <a:off x="2266223" y="4040034"/>
            <a:ext cx="18415" cy="24765"/>
          </a:xfrm>
          <a:custGeom>
            <a:avLst/>
            <a:gdLst/>
            <a:ahLst/>
            <a:cxnLst/>
            <a:rect l="l" t="t" r="r" b="b"/>
            <a:pathLst>
              <a:path w="18414" h="24764">
                <a:moveTo>
                  <a:pt x="8234" y="0"/>
                </a:moveTo>
                <a:lnTo>
                  <a:pt x="15" y="0"/>
                </a:lnTo>
                <a:lnTo>
                  <a:pt x="0" y="4121"/>
                </a:lnTo>
                <a:lnTo>
                  <a:pt x="2576" y="3948"/>
                </a:lnTo>
                <a:lnTo>
                  <a:pt x="4381" y="4570"/>
                </a:lnTo>
                <a:lnTo>
                  <a:pt x="4011" y="9740"/>
                </a:lnTo>
                <a:lnTo>
                  <a:pt x="4129" y="11765"/>
                </a:lnTo>
                <a:lnTo>
                  <a:pt x="4129" y="13766"/>
                </a:lnTo>
                <a:lnTo>
                  <a:pt x="6706" y="13569"/>
                </a:lnTo>
                <a:lnTo>
                  <a:pt x="8518" y="14200"/>
                </a:lnTo>
                <a:lnTo>
                  <a:pt x="8148" y="18904"/>
                </a:lnTo>
                <a:lnTo>
                  <a:pt x="8242" y="20465"/>
                </a:lnTo>
                <a:lnTo>
                  <a:pt x="8242" y="22017"/>
                </a:lnTo>
                <a:lnTo>
                  <a:pt x="9716" y="21615"/>
                </a:lnTo>
                <a:lnTo>
                  <a:pt x="12293" y="24287"/>
                </a:lnTo>
                <a:lnTo>
                  <a:pt x="12679" y="19361"/>
                </a:lnTo>
                <a:lnTo>
                  <a:pt x="15114" y="18668"/>
                </a:lnTo>
                <a:lnTo>
                  <a:pt x="16461" y="17888"/>
                </a:lnTo>
                <a:lnTo>
                  <a:pt x="17872" y="9653"/>
                </a:lnTo>
                <a:lnTo>
                  <a:pt x="18408" y="5090"/>
                </a:lnTo>
                <a:lnTo>
                  <a:pt x="15319" y="5398"/>
                </a:lnTo>
                <a:lnTo>
                  <a:pt x="12364" y="5508"/>
                </a:lnTo>
                <a:lnTo>
                  <a:pt x="7785" y="6083"/>
                </a:lnTo>
                <a:lnTo>
                  <a:pt x="8171" y="2915"/>
                </a:lnTo>
                <a:lnTo>
                  <a:pt x="8234" y="0"/>
                </a:lnTo>
                <a:close/>
              </a:path>
            </a:pathLst>
          </a:custGeom>
          <a:solidFill>
            <a:srgbClr val="C4C2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6" name="bg object 586"/>
          <p:cNvSpPr/>
          <p:nvPr/>
        </p:nvSpPr>
        <p:spPr>
          <a:xfrm>
            <a:off x="2274008" y="4031382"/>
            <a:ext cx="6985" cy="15240"/>
          </a:xfrm>
          <a:custGeom>
            <a:avLst/>
            <a:gdLst/>
            <a:ahLst/>
            <a:cxnLst/>
            <a:rect l="l" t="t" r="r" b="b"/>
            <a:pathLst>
              <a:path w="6985" h="15239">
                <a:moveTo>
                  <a:pt x="6501" y="0"/>
                </a:moveTo>
                <a:lnTo>
                  <a:pt x="3435" y="267"/>
                </a:lnTo>
                <a:lnTo>
                  <a:pt x="472" y="409"/>
                </a:lnTo>
                <a:lnTo>
                  <a:pt x="449" y="8652"/>
                </a:lnTo>
                <a:lnTo>
                  <a:pt x="394" y="11568"/>
                </a:lnTo>
                <a:lnTo>
                  <a:pt x="0" y="14736"/>
                </a:lnTo>
                <a:lnTo>
                  <a:pt x="4578" y="14160"/>
                </a:lnTo>
                <a:lnTo>
                  <a:pt x="5973" y="4539"/>
                </a:lnTo>
                <a:lnTo>
                  <a:pt x="6501" y="0"/>
                </a:lnTo>
                <a:close/>
              </a:path>
            </a:pathLst>
          </a:custGeom>
          <a:solidFill>
            <a:srgbClr val="CAC7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7" name="bg object 587"/>
          <p:cNvSpPr/>
          <p:nvPr/>
        </p:nvSpPr>
        <p:spPr>
          <a:xfrm>
            <a:off x="2282695" y="4067550"/>
            <a:ext cx="10160" cy="13970"/>
          </a:xfrm>
          <a:custGeom>
            <a:avLst/>
            <a:gdLst/>
            <a:ahLst/>
            <a:cxnLst/>
            <a:rect l="l" t="t" r="r" b="b"/>
            <a:pathLst>
              <a:path w="10160" h="13970">
                <a:moveTo>
                  <a:pt x="9598" y="0"/>
                </a:moveTo>
                <a:lnTo>
                  <a:pt x="7" y="7"/>
                </a:lnTo>
                <a:lnTo>
                  <a:pt x="0" y="4152"/>
                </a:lnTo>
                <a:lnTo>
                  <a:pt x="15" y="13774"/>
                </a:lnTo>
                <a:lnTo>
                  <a:pt x="4121" y="13774"/>
                </a:lnTo>
                <a:lnTo>
                  <a:pt x="4460" y="9661"/>
                </a:lnTo>
                <a:lnTo>
                  <a:pt x="2159" y="4357"/>
                </a:lnTo>
                <a:lnTo>
                  <a:pt x="9393" y="3120"/>
                </a:lnTo>
                <a:lnTo>
                  <a:pt x="9416" y="1103"/>
                </a:lnTo>
                <a:lnTo>
                  <a:pt x="9598" y="0"/>
                </a:lnTo>
                <a:close/>
              </a:path>
            </a:pathLst>
          </a:custGeom>
          <a:solidFill>
            <a:srgbClr val="B5B2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8" name="bg object 588"/>
          <p:cNvSpPr/>
          <p:nvPr/>
        </p:nvSpPr>
        <p:spPr>
          <a:xfrm>
            <a:off x="2281139" y="4125324"/>
            <a:ext cx="18415" cy="31750"/>
          </a:xfrm>
          <a:custGeom>
            <a:avLst/>
            <a:gdLst/>
            <a:ahLst/>
            <a:cxnLst/>
            <a:rect l="l" t="t" r="r" b="b"/>
            <a:pathLst>
              <a:path w="18414" h="31750">
                <a:moveTo>
                  <a:pt x="13963" y="0"/>
                </a:moveTo>
                <a:lnTo>
                  <a:pt x="14263" y="3081"/>
                </a:lnTo>
                <a:lnTo>
                  <a:pt x="13018" y="4609"/>
                </a:lnTo>
                <a:lnTo>
                  <a:pt x="9810" y="4160"/>
                </a:lnTo>
                <a:lnTo>
                  <a:pt x="7809" y="4168"/>
                </a:lnTo>
                <a:lnTo>
                  <a:pt x="5799" y="4286"/>
                </a:lnTo>
                <a:lnTo>
                  <a:pt x="661" y="3916"/>
                </a:lnTo>
                <a:lnTo>
                  <a:pt x="0" y="5689"/>
                </a:lnTo>
                <a:lnTo>
                  <a:pt x="197" y="8290"/>
                </a:lnTo>
                <a:lnTo>
                  <a:pt x="2379" y="8621"/>
                </a:lnTo>
                <a:lnTo>
                  <a:pt x="5642" y="7178"/>
                </a:lnTo>
                <a:lnTo>
                  <a:pt x="5610" y="14862"/>
                </a:lnTo>
                <a:lnTo>
                  <a:pt x="5051" y="18211"/>
                </a:lnTo>
                <a:lnTo>
                  <a:pt x="212" y="17927"/>
                </a:lnTo>
                <a:lnTo>
                  <a:pt x="181" y="31686"/>
                </a:lnTo>
                <a:lnTo>
                  <a:pt x="8431" y="31686"/>
                </a:lnTo>
                <a:lnTo>
                  <a:pt x="9810" y="22049"/>
                </a:lnTo>
                <a:lnTo>
                  <a:pt x="9810" y="19141"/>
                </a:lnTo>
                <a:lnTo>
                  <a:pt x="9937" y="16217"/>
                </a:lnTo>
                <a:lnTo>
                  <a:pt x="9598" y="10134"/>
                </a:lnTo>
                <a:lnTo>
                  <a:pt x="11324" y="9472"/>
                </a:lnTo>
                <a:lnTo>
                  <a:pt x="13948" y="9700"/>
                </a:lnTo>
                <a:lnTo>
                  <a:pt x="18038" y="9669"/>
                </a:lnTo>
                <a:lnTo>
                  <a:pt x="18038" y="39"/>
                </a:lnTo>
                <a:lnTo>
                  <a:pt x="13963" y="0"/>
                </a:lnTo>
                <a:close/>
              </a:path>
            </a:pathLst>
          </a:custGeom>
          <a:solidFill>
            <a:srgbClr val="B8B2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9" name="bg object 589"/>
          <p:cNvSpPr/>
          <p:nvPr/>
        </p:nvSpPr>
        <p:spPr>
          <a:xfrm>
            <a:off x="2294890" y="4135026"/>
            <a:ext cx="8890" cy="17780"/>
          </a:xfrm>
          <a:custGeom>
            <a:avLst/>
            <a:gdLst/>
            <a:ahLst/>
            <a:cxnLst/>
            <a:rect l="l" t="t" r="r" b="b"/>
            <a:pathLst>
              <a:path w="8889" h="17779">
                <a:moveTo>
                  <a:pt x="4279" y="0"/>
                </a:moveTo>
                <a:lnTo>
                  <a:pt x="193" y="0"/>
                </a:lnTo>
                <a:lnTo>
                  <a:pt x="168" y="13278"/>
                </a:lnTo>
                <a:lnTo>
                  <a:pt x="0" y="14334"/>
                </a:lnTo>
                <a:lnTo>
                  <a:pt x="632" y="16060"/>
                </a:lnTo>
                <a:lnTo>
                  <a:pt x="1333" y="16792"/>
                </a:lnTo>
                <a:lnTo>
                  <a:pt x="1895" y="17636"/>
                </a:lnTo>
                <a:lnTo>
                  <a:pt x="2683" y="16792"/>
                </a:lnTo>
                <a:lnTo>
                  <a:pt x="3676" y="16060"/>
                </a:lnTo>
                <a:lnTo>
                  <a:pt x="4559" y="14334"/>
                </a:lnTo>
                <a:lnTo>
                  <a:pt x="4291" y="13278"/>
                </a:lnTo>
                <a:lnTo>
                  <a:pt x="4314" y="12364"/>
                </a:lnTo>
                <a:lnTo>
                  <a:pt x="8209" y="4483"/>
                </a:lnTo>
                <a:lnTo>
                  <a:pt x="5283" y="4483"/>
                </a:lnTo>
                <a:lnTo>
                  <a:pt x="3897" y="3136"/>
                </a:lnTo>
                <a:lnTo>
                  <a:pt x="4279" y="0"/>
                </a:lnTo>
                <a:close/>
              </a:path>
              <a:path w="8889" h="17779">
                <a:moveTo>
                  <a:pt x="8404" y="4089"/>
                </a:moveTo>
                <a:lnTo>
                  <a:pt x="5283" y="4483"/>
                </a:lnTo>
                <a:lnTo>
                  <a:pt x="8209" y="4483"/>
                </a:lnTo>
                <a:lnTo>
                  <a:pt x="8404" y="4089"/>
                </a:lnTo>
                <a:close/>
              </a:path>
            </a:pathLst>
          </a:custGeom>
          <a:solidFill>
            <a:srgbClr val="9C94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0" name="bg object 590"/>
          <p:cNvSpPr/>
          <p:nvPr/>
        </p:nvSpPr>
        <p:spPr>
          <a:xfrm>
            <a:off x="2277201" y="4157010"/>
            <a:ext cx="12700" cy="8255"/>
          </a:xfrm>
          <a:custGeom>
            <a:avLst/>
            <a:gdLst/>
            <a:ahLst/>
            <a:cxnLst/>
            <a:rect l="l" t="t" r="r" b="b"/>
            <a:pathLst>
              <a:path w="12700" h="8254">
                <a:moveTo>
                  <a:pt x="12372" y="0"/>
                </a:moveTo>
                <a:lnTo>
                  <a:pt x="4121" y="0"/>
                </a:lnTo>
                <a:lnTo>
                  <a:pt x="31" y="15"/>
                </a:lnTo>
                <a:lnTo>
                  <a:pt x="0" y="4121"/>
                </a:lnTo>
                <a:lnTo>
                  <a:pt x="23" y="8250"/>
                </a:lnTo>
                <a:lnTo>
                  <a:pt x="4121" y="8242"/>
                </a:lnTo>
                <a:lnTo>
                  <a:pt x="3940" y="5658"/>
                </a:lnTo>
                <a:lnTo>
                  <a:pt x="4594" y="3861"/>
                </a:lnTo>
                <a:lnTo>
                  <a:pt x="9259" y="4231"/>
                </a:lnTo>
                <a:lnTo>
                  <a:pt x="10819" y="4137"/>
                </a:lnTo>
                <a:lnTo>
                  <a:pt x="12364" y="4137"/>
                </a:lnTo>
                <a:lnTo>
                  <a:pt x="12372" y="0"/>
                </a:lnTo>
                <a:close/>
              </a:path>
            </a:pathLst>
          </a:custGeom>
          <a:solidFill>
            <a:srgbClr val="AEA9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1" name="bg object 591"/>
          <p:cNvSpPr/>
          <p:nvPr/>
        </p:nvSpPr>
        <p:spPr>
          <a:xfrm>
            <a:off x="2299203" y="4139118"/>
            <a:ext cx="10160" cy="10160"/>
          </a:xfrm>
          <a:custGeom>
            <a:avLst/>
            <a:gdLst/>
            <a:ahLst/>
            <a:cxnLst/>
            <a:rect l="l" t="t" r="r" b="b"/>
            <a:pathLst>
              <a:path w="10160" h="10160">
                <a:moveTo>
                  <a:pt x="9582" y="0"/>
                </a:moveTo>
                <a:lnTo>
                  <a:pt x="4097" y="0"/>
                </a:lnTo>
                <a:lnTo>
                  <a:pt x="0" y="8274"/>
                </a:lnTo>
                <a:lnTo>
                  <a:pt x="9566" y="9621"/>
                </a:lnTo>
                <a:lnTo>
                  <a:pt x="9582" y="0"/>
                </a:lnTo>
                <a:close/>
              </a:path>
            </a:pathLst>
          </a:custGeom>
          <a:solidFill>
            <a:srgbClr val="A79D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2" name="bg object 592"/>
          <p:cNvSpPr/>
          <p:nvPr/>
        </p:nvSpPr>
        <p:spPr>
          <a:xfrm>
            <a:off x="2290741" y="4134798"/>
            <a:ext cx="4445" cy="12700"/>
          </a:xfrm>
          <a:custGeom>
            <a:avLst/>
            <a:gdLst/>
            <a:ahLst/>
            <a:cxnLst/>
            <a:rect l="l" t="t" r="r" b="b"/>
            <a:pathLst>
              <a:path w="4444" h="12700">
                <a:moveTo>
                  <a:pt x="1725" y="0"/>
                </a:moveTo>
                <a:lnTo>
                  <a:pt x="0" y="661"/>
                </a:lnTo>
                <a:lnTo>
                  <a:pt x="330" y="6745"/>
                </a:lnTo>
                <a:lnTo>
                  <a:pt x="204" y="9661"/>
                </a:lnTo>
                <a:lnTo>
                  <a:pt x="204" y="12576"/>
                </a:lnTo>
                <a:lnTo>
                  <a:pt x="4302" y="12584"/>
                </a:lnTo>
                <a:lnTo>
                  <a:pt x="4342" y="228"/>
                </a:lnTo>
                <a:lnTo>
                  <a:pt x="1725" y="0"/>
                </a:lnTo>
                <a:close/>
              </a:path>
            </a:pathLst>
          </a:custGeom>
          <a:solidFill>
            <a:srgbClr val="A8A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3" name="bg object 593"/>
          <p:cNvSpPr/>
          <p:nvPr/>
        </p:nvSpPr>
        <p:spPr>
          <a:xfrm>
            <a:off x="2281144" y="4160868"/>
            <a:ext cx="8890" cy="8890"/>
          </a:xfrm>
          <a:custGeom>
            <a:avLst/>
            <a:gdLst/>
            <a:ahLst/>
            <a:cxnLst/>
            <a:rect l="l" t="t" r="r" b="b"/>
            <a:pathLst>
              <a:path w="8889" h="8889">
                <a:moveTo>
                  <a:pt x="654" y="0"/>
                </a:moveTo>
                <a:lnTo>
                  <a:pt x="0" y="1796"/>
                </a:lnTo>
                <a:lnTo>
                  <a:pt x="181" y="4381"/>
                </a:lnTo>
                <a:lnTo>
                  <a:pt x="3286" y="4018"/>
                </a:lnTo>
                <a:lnTo>
                  <a:pt x="4712" y="5334"/>
                </a:lnTo>
                <a:lnTo>
                  <a:pt x="4326" y="8502"/>
                </a:lnTo>
                <a:lnTo>
                  <a:pt x="8424" y="8534"/>
                </a:lnTo>
                <a:lnTo>
                  <a:pt x="8424" y="275"/>
                </a:lnTo>
                <a:lnTo>
                  <a:pt x="6871" y="275"/>
                </a:lnTo>
                <a:lnTo>
                  <a:pt x="5319" y="378"/>
                </a:lnTo>
                <a:lnTo>
                  <a:pt x="654" y="0"/>
                </a:lnTo>
                <a:close/>
              </a:path>
            </a:pathLst>
          </a:custGeom>
          <a:solidFill>
            <a:srgbClr val="A3A2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4" name="bg object 594"/>
          <p:cNvSpPr/>
          <p:nvPr/>
        </p:nvSpPr>
        <p:spPr>
          <a:xfrm>
            <a:off x="2293476" y="4206549"/>
            <a:ext cx="14604" cy="18415"/>
          </a:xfrm>
          <a:custGeom>
            <a:avLst/>
            <a:gdLst/>
            <a:ahLst/>
            <a:cxnLst/>
            <a:rect l="l" t="t" r="r" b="b"/>
            <a:pathLst>
              <a:path w="14605" h="18414">
                <a:moveTo>
                  <a:pt x="13932" y="7"/>
                </a:moveTo>
                <a:lnTo>
                  <a:pt x="4334" y="0"/>
                </a:lnTo>
                <a:lnTo>
                  <a:pt x="4728" y="3152"/>
                </a:lnTo>
                <a:lnTo>
                  <a:pt x="3349" y="4523"/>
                </a:lnTo>
                <a:lnTo>
                  <a:pt x="212" y="4137"/>
                </a:lnTo>
                <a:lnTo>
                  <a:pt x="212" y="7045"/>
                </a:lnTo>
                <a:lnTo>
                  <a:pt x="346" y="9968"/>
                </a:lnTo>
                <a:lnTo>
                  <a:pt x="0" y="16028"/>
                </a:lnTo>
                <a:lnTo>
                  <a:pt x="1725" y="16698"/>
                </a:lnTo>
                <a:lnTo>
                  <a:pt x="4334" y="16517"/>
                </a:lnTo>
                <a:lnTo>
                  <a:pt x="5169" y="13861"/>
                </a:lnTo>
                <a:lnTo>
                  <a:pt x="2301" y="10102"/>
                </a:lnTo>
                <a:lnTo>
                  <a:pt x="6714" y="8518"/>
                </a:lnTo>
                <a:lnTo>
                  <a:pt x="7880" y="13845"/>
                </a:lnTo>
                <a:lnTo>
                  <a:pt x="8518" y="16958"/>
                </a:lnTo>
                <a:lnTo>
                  <a:pt x="8439" y="17431"/>
                </a:lnTo>
                <a:lnTo>
                  <a:pt x="8439" y="17880"/>
                </a:lnTo>
                <a:lnTo>
                  <a:pt x="12269" y="18392"/>
                </a:lnTo>
                <a:lnTo>
                  <a:pt x="14381" y="17320"/>
                </a:lnTo>
                <a:lnTo>
                  <a:pt x="13656" y="8589"/>
                </a:lnTo>
                <a:lnTo>
                  <a:pt x="13932" y="4286"/>
                </a:lnTo>
                <a:lnTo>
                  <a:pt x="13932" y="7"/>
                </a:lnTo>
                <a:close/>
              </a:path>
            </a:pathLst>
          </a:custGeom>
          <a:solidFill>
            <a:srgbClr val="B0A6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5" name="bg object 595"/>
          <p:cNvSpPr/>
          <p:nvPr/>
        </p:nvSpPr>
        <p:spPr>
          <a:xfrm>
            <a:off x="2289572" y="4192524"/>
            <a:ext cx="8890" cy="19050"/>
          </a:xfrm>
          <a:custGeom>
            <a:avLst/>
            <a:gdLst/>
            <a:ahLst/>
            <a:cxnLst/>
            <a:rect l="l" t="t" r="r" b="b"/>
            <a:pathLst>
              <a:path w="8889" h="19050">
                <a:moveTo>
                  <a:pt x="7809" y="0"/>
                </a:moveTo>
                <a:lnTo>
                  <a:pt x="3120" y="370"/>
                </a:lnTo>
                <a:lnTo>
                  <a:pt x="1560" y="267"/>
                </a:lnTo>
                <a:lnTo>
                  <a:pt x="7" y="275"/>
                </a:lnTo>
                <a:lnTo>
                  <a:pt x="0" y="18164"/>
                </a:lnTo>
                <a:lnTo>
                  <a:pt x="4113" y="18156"/>
                </a:lnTo>
                <a:lnTo>
                  <a:pt x="7249" y="18550"/>
                </a:lnTo>
                <a:lnTo>
                  <a:pt x="8628" y="17171"/>
                </a:lnTo>
                <a:lnTo>
                  <a:pt x="8234" y="14026"/>
                </a:lnTo>
                <a:lnTo>
                  <a:pt x="8234" y="4397"/>
                </a:lnTo>
                <a:lnTo>
                  <a:pt x="8416" y="1828"/>
                </a:lnTo>
                <a:lnTo>
                  <a:pt x="7809" y="0"/>
                </a:lnTo>
                <a:close/>
              </a:path>
            </a:pathLst>
          </a:custGeom>
          <a:solidFill>
            <a:srgbClr val="ABA2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6" name="bg object 596"/>
          <p:cNvSpPr/>
          <p:nvPr/>
        </p:nvSpPr>
        <p:spPr>
          <a:xfrm>
            <a:off x="2297807" y="4196448"/>
            <a:ext cx="6350" cy="10160"/>
          </a:xfrm>
          <a:custGeom>
            <a:avLst/>
            <a:gdLst/>
            <a:ahLst/>
            <a:cxnLst/>
            <a:rect l="l" t="t" r="r" b="b"/>
            <a:pathLst>
              <a:path w="6350" h="10160">
                <a:moveTo>
                  <a:pt x="3727" y="0"/>
                </a:moveTo>
                <a:lnTo>
                  <a:pt x="0" y="472"/>
                </a:lnTo>
                <a:lnTo>
                  <a:pt x="0" y="10102"/>
                </a:lnTo>
                <a:lnTo>
                  <a:pt x="5484" y="10094"/>
                </a:lnTo>
                <a:lnTo>
                  <a:pt x="5484" y="8534"/>
                </a:lnTo>
                <a:lnTo>
                  <a:pt x="5311" y="6950"/>
                </a:lnTo>
                <a:lnTo>
                  <a:pt x="6130" y="929"/>
                </a:lnTo>
                <a:lnTo>
                  <a:pt x="3727" y="0"/>
                </a:lnTo>
                <a:close/>
              </a:path>
            </a:pathLst>
          </a:custGeom>
          <a:solidFill>
            <a:srgbClr val="9D93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7" name="bg object 597"/>
          <p:cNvSpPr/>
          <p:nvPr/>
        </p:nvSpPr>
        <p:spPr>
          <a:xfrm>
            <a:off x="2279958" y="4179027"/>
            <a:ext cx="5715" cy="19685"/>
          </a:xfrm>
          <a:custGeom>
            <a:avLst/>
            <a:gdLst/>
            <a:ahLst/>
            <a:cxnLst/>
            <a:rect l="l" t="t" r="r" b="b"/>
            <a:pathLst>
              <a:path w="5714" h="19685">
                <a:moveTo>
                  <a:pt x="5484" y="0"/>
                </a:moveTo>
                <a:lnTo>
                  <a:pt x="1339" y="31"/>
                </a:lnTo>
                <a:lnTo>
                  <a:pt x="598" y="9897"/>
                </a:lnTo>
                <a:lnTo>
                  <a:pt x="0" y="19243"/>
                </a:lnTo>
                <a:lnTo>
                  <a:pt x="3420" y="17431"/>
                </a:lnTo>
                <a:lnTo>
                  <a:pt x="5492" y="17896"/>
                </a:lnTo>
                <a:lnTo>
                  <a:pt x="5508" y="7"/>
                </a:lnTo>
                <a:close/>
              </a:path>
            </a:pathLst>
          </a:custGeom>
          <a:solidFill>
            <a:srgbClr val="9485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8" name="bg object 598"/>
          <p:cNvSpPr/>
          <p:nvPr/>
        </p:nvSpPr>
        <p:spPr>
          <a:xfrm>
            <a:off x="2285435" y="4192784"/>
            <a:ext cx="4445" cy="12700"/>
          </a:xfrm>
          <a:custGeom>
            <a:avLst/>
            <a:gdLst/>
            <a:ahLst/>
            <a:cxnLst/>
            <a:rect l="l" t="t" r="r" b="b"/>
            <a:pathLst>
              <a:path w="4444" h="12700">
                <a:moveTo>
                  <a:pt x="4129" y="0"/>
                </a:moveTo>
                <a:lnTo>
                  <a:pt x="23" y="0"/>
                </a:lnTo>
                <a:lnTo>
                  <a:pt x="15" y="4137"/>
                </a:lnTo>
                <a:lnTo>
                  <a:pt x="0" y="6903"/>
                </a:lnTo>
                <a:lnTo>
                  <a:pt x="31" y="12372"/>
                </a:lnTo>
                <a:lnTo>
                  <a:pt x="4129" y="12379"/>
                </a:lnTo>
                <a:lnTo>
                  <a:pt x="4129" y="0"/>
                </a:lnTo>
                <a:close/>
              </a:path>
            </a:pathLst>
          </a:custGeom>
          <a:solidFill>
            <a:srgbClr val="9B8F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9" name="bg object 599"/>
          <p:cNvSpPr/>
          <p:nvPr/>
        </p:nvSpPr>
        <p:spPr>
          <a:xfrm>
            <a:off x="2285442" y="4169369"/>
            <a:ext cx="4445" cy="10160"/>
          </a:xfrm>
          <a:custGeom>
            <a:avLst/>
            <a:gdLst/>
            <a:ahLst/>
            <a:cxnLst/>
            <a:rect l="l" t="t" r="r" b="b"/>
            <a:pathLst>
              <a:path w="4444" h="10160">
                <a:moveTo>
                  <a:pt x="31" y="0"/>
                </a:moveTo>
                <a:lnTo>
                  <a:pt x="0" y="9661"/>
                </a:lnTo>
                <a:lnTo>
                  <a:pt x="2616" y="9850"/>
                </a:lnTo>
                <a:lnTo>
                  <a:pt x="4381" y="9188"/>
                </a:lnTo>
                <a:lnTo>
                  <a:pt x="4003" y="4050"/>
                </a:lnTo>
                <a:lnTo>
                  <a:pt x="4121" y="2033"/>
                </a:lnTo>
                <a:lnTo>
                  <a:pt x="4129" y="39"/>
                </a:lnTo>
                <a:close/>
              </a:path>
            </a:pathLst>
          </a:custGeom>
          <a:solidFill>
            <a:srgbClr val="968A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0" name="bg object 600"/>
          <p:cNvSpPr/>
          <p:nvPr/>
        </p:nvSpPr>
        <p:spPr>
          <a:xfrm>
            <a:off x="2267613" y="3956103"/>
            <a:ext cx="15875" cy="26670"/>
          </a:xfrm>
          <a:custGeom>
            <a:avLst/>
            <a:gdLst/>
            <a:ahLst/>
            <a:cxnLst/>
            <a:rect l="l" t="t" r="r" b="b"/>
            <a:pathLst>
              <a:path w="15875" h="26670">
                <a:moveTo>
                  <a:pt x="13727" y="0"/>
                </a:moveTo>
                <a:lnTo>
                  <a:pt x="4129" y="7"/>
                </a:lnTo>
                <a:lnTo>
                  <a:pt x="4097" y="12364"/>
                </a:lnTo>
                <a:lnTo>
                  <a:pt x="3884" y="14578"/>
                </a:lnTo>
                <a:lnTo>
                  <a:pt x="4988" y="17210"/>
                </a:lnTo>
                <a:lnTo>
                  <a:pt x="701" y="18447"/>
                </a:lnTo>
                <a:lnTo>
                  <a:pt x="480" y="20693"/>
                </a:lnTo>
                <a:lnTo>
                  <a:pt x="0" y="22009"/>
                </a:lnTo>
                <a:lnTo>
                  <a:pt x="8234" y="26139"/>
                </a:lnTo>
                <a:lnTo>
                  <a:pt x="12332" y="17872"/>
                </a:lnTo>
                <a:lnTo>
                  <a:pt x="10985" y="17100"/>
                </a:lnTo>
                <a:lnTo>
                  <a:pt x="8589" y="16438"/>
                </a:lnTo>
                <a:lnTo>
                  <a:pt x="8266" y="13278"/>
                </a:lnTo>
                <a:lnTo>
                  <a:pt x="8786" y="9015"/>
                </a:lnTo>
                <a:lnTo>
                  <a:pt x="15721" y="7927"/>
                </a:lnTo>
                <a:lnTo>
                  <a:pt x="13183" y="3301"/>
                </a:lnTo>
                <a:lnTo>
                  <a:pt x="13727" y="0"/>
                </a:lnTo>
                <a:close/>
              </a:path>
            </a:pathLst>
          </a:custGeom>
          <a:solidFill>
            <a:srgbClr val="A79D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1" name="bg object 601"/>
          <p:cNvSpPr/>
          <p:nvPr/>
        </p:nvSpPr>
        <p:spPr>
          <a:xfrm>
            <a:off x="2273103" y="3942321"/>
            <a:ext cx="8255" cy="13970"/>
          </a:xfrm>
          <a:custGeom>
            <a:avLst/>
            <a:gdLst/>
            <a:ahLst/>
            <a:cxnLst/>
            <a:rect l="l" t="t" r="r" b="b"/>
            <a:pathLst>
              <a:path w="8255" h="13970">
                <a:moveTo>
                  <a:pt x="4097" y="0"/>
                </a:moveTo>
                <a:lnTo>
                  <a:pt x="1371" y="5516"/>
                </a:lnTo>
                <a:lnTo>
                  <a:pt x="0" y="13774"/>
                </a:lnTo>
                <a:lnTo>
                  <a:pt x="8242" y="13782"/>
                </a:lnTo>
                <a:lnTo>
                  <a:pt x="8250" y="15"/>
                </a:lnTo>
                <a:lnTo>
                  <a:pt x="4113" y="15"/>
                </a:lnTo>
                <a:close/>
              </a:path>
            </a:pathLst>
          </a:custGeom>
          <a:solidFill>
            <a:srgbClr val="ADA2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2" name="bg object 602"/>
          <p:cNvSpPr/>
          <p:nvPr/>
        </p:nvSpPr>
        <p:spPr>
          <a:xfrm>
            <a:off x="2281348" y="3945951"/>
            <a:ext cx="4445" cy="10795"/>
          </a:xfrm>
          <a:custGeom>
            <a:avLst/>
            <a:gdLst/>
            <a:ahLst/>
            <a:cxnLst/>
            <a:rect l="l" t="t" r="r" b="b"/>
            <a:pathLst>
              <a:path w="4444" h="10795">
                <a:moveTo>
                  <a:pt x="4145" y="0"/>
                </a:moveTo>
                <a:lnTo>
                  <a:pt x="0" y="504"/>
                </a:lnTo>
                <a:lnTo>
                  <a:pt x="0" y="10149"/>
                </a:lnTo>
                <a:lnTo>
                  <a:pt x="3435" y="10559"/>
                </a:lnTo>
                <a:lnTo>
                  <a:pt x="4247" y="8762"/>
                </a:lnTo>
                <a:lnTo>
                  <a:pt x="4082" y="2702"/>
                </a:lnTo>
                <a:lnTo>
                  <a:pt x="4145" y="0"/>
                </a:lnTo>
                <a:close/>
              </a:path>
            </a:pathLst>
          </a:custGeom>
          <a:solidFill>
            <a:srgbClr val="A196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3" name="bg object 603"/>
          <p:cNvSpPr/>
          <p:nvPr/>
        </p:nvSpPr>
        <p:spPr>
          <a:xfrm>
            <a:off x="2252517" y="3984570"/>
            <a:ext cx="24130" cy="47625"/>
          </a:xfrm>
          <a:custGeom>
            <a:avLst/>
            <a:gdLst/>
            <a:ahLst/>
            <a:cxnLst/>
            <a:rect l="l" t="t" r="r" b="b"/>
            <a:pathLst>
              <a:path w="24130" h="47625">
                <a:moveTo>
                  <a:pt x="15177" y="0"/>
                </a:moveTo>
                <a:lnTo>
                  <a:pt x="11473" y="2411"/>
                </a:lnTo>
                <a:lnTo>
                  <a:pt x="9606" y="1804"/>
                </a:lnTo>
                <a:lnTo>
                  <a:pt x="9795" y="4389"/>
                </a:lnTo>
                <a:lnTo>
                  <a:pt x="9156" y="6193"/>
                </a:lnTo>
                <a:lnTo>
                  <a:pt x="4483" y="5823"/>
                </a:lnTo>
                <a:lnTo>
                  <a:pt x="1371" y="5933"/>
                </a:lnTo>
                <a:lnTo>
                  <a:pt x="1379" y="15555"/>
                </a:lnTo>
                <a:lnTo>
                  <a:pt x="4523" y="15161"/>
                </a:lnTo>
                <a:lnTo>
                  <a:pt x="5870" y="16564"/>
                </a:lnTo>
                <a:lnTo>
                  <a:pt x="5484" y="19692"/>
                </a:lnTo>
                <a:lnTo>
                  <a:pt x="5405" y="23341"/>
                </a:lnTo>
                <a:lnTo>
                  <a:pt x="5744" y="30268"/>
                </a:lnTo>
                <a:lnTo>
                  <a:pt x="3167" y="29661"/>
                </a:lnTo>
                <a:lnTo>
                  <a:pt x="0" y="27951"/>
                </a:lnTo>
                <a:lnTo>
                  <a:pt x="7" y="45847"/>
                </a:lnTo>
                <a:lnTo>
                  <a:pt x="9606" y="47210"/>
                </a:lnTo>
                <a:lnTo>
                  <a:pt x="9606" y="42482"/>
                </a:lnTo>
                <a:lnTo>
                  <a:pt x="9732" y="37746"/>
                </a:lnTo>
                <a:lnTo>
                  <a:pt x="9448" y="29874"/>
                </a:lnTo>
                <a:lnTo>
                  <a:pt x="11048" y="29117"/>
                </a:lnTo>
                <a:lnTo>
                  <a:pt x="13703" y="29322"/>
                </a:lnTo>
                <a:lnTo>
                  <a:pt x="13743" y="15571"/>
                </a:lnTo>
                <a:lnTo>
                  <a:pt x="13286" y="12112"/>
                </a:lnTo>
                <a:lnTo>
                  <a:pt x="15090" y="11142"/>
                </a:lnTo>
                <a:lnTo>
                  <a:pt x="21135" y="11686"/>
                </a:lnTo>
                <a:lnTo>
                  <a:pt x="23845" y="11481"/>
                </a:lnTo>
                <a:lnTo>
                  <a:pt x="23325" y="7305"/>
                </a:lnTo>
                <a:lnTo>
                  <a:pt x="23317" y="1796"/>
                </a:lnTo>
                <a:lnTo>
                  <a:pt x="21135" y="1725"/>
                </a:lnTo>
                <a:lnTo>
                  <a:pt x="19291" y="1867"/>
                </a:lnTo>
                <a:lnTo>
                  <a:pt x="18991" y="5681"/>
                </a:lnTo>
                <a:lnTo>
                  <a:pt x="17502" y="6714"/>
                </a:lnTo>
                <a:lnTo>
                  <a:pt x="16036" y="7131"/>
                </a:lnTo>
                <a:lnTo>
                  <a:pt x="14444" y="5555"/>
                </a:lnTo>
                <a:lnTo>
                  <a:pt x="15177" y="0"/>
                </a:lnTo>
                <a:close/>
              </a:path>
            </a:pathLst>
          </a:custGeom>
          <a:solidFill>
            <a:srgbClr val="B2A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4" name="bg object 604"/>
          <p:cNvSpPr/>
          <p:nvPr/>
        </p:nvSpPr>
        <p:spPr>
          <a:xfrm>
            <a:off x="2257980" y="3972626"/>
            <a:ext cx="18415" cy="19685"/>
          </a:xfrm>
          <a:custGeom>
            <a:avLst/>
            <a:gdLst/>
            <a:ahLst/>
            <a:cxnLst/>
            <a:rect l="l" t="t" r="r" b="b"/>
            <a:pathLst>
              <a:path w="18414" h="19685">
                <a:moveTo>
                  <a:pt x="0" y="0"/>
                </a:moveTo>
                <a:lnTo>
                  <a:pt x="31" y="13743"/>
                </a:lnTo>
                <a:lnTo>
                  <a:pt x="4137" y="13743"/>
                </a:lnTo>
                <a:lnTo>
                  <a:pt x="6012" y="14357"/>
                </a:lnTo>
                <a:lnTo>
                  <a:pt x="9716" y="11946"/>
                </a:lnTo>
                <a:lnTo>
                  <a:pt x="8983" y="17502"/>
                </a:lnTo>
                <a:lnTo>
                  <a:pt x="10575" y="19078"/>
                </a:lnTo>
                <a:lnTo>
                  <a:pt x="12041" y="18652"/>
                </a:lnTo>
                <a:lnTo>
                  <a:pt x="13530" y="17620"/>
                </a:lnTo>
                <a:lnTo>
                  <a:pt x="13829" y="13814"/>
                </a:lnTo>
                <a:lnTo>
                  <a:pt x="15673" y="13672"/>
                </a:lnTo>
                <a:lnTo>
                  <a:pt x="17856" y="13743"/>
                </a:lnTo>
                <a:lnTo>
                  <a:pt x="17864" y="9621"/>
                </a:lnTo>
                <a:lnTo>
                  <a:pt x="9629" y="5484"/>
                </a:lnTo>
                <a:lnTo>
                  <a:pt x="4523" y="6256"/>
                </a:lnTo>
                <a:lnTo>
                  <a:pt x="3758" y="1379"/>
                </a:lnTo>
                <a:lnTo>
                  <a:pt x="1371" y="764"/>
                </a:lnTo>
                <a:lnTo>
                  <a:pt x="0" y="0"/>
                </a:lnTo>
                <a:close/>
              </a:path>
            </a:pathLst>
          </a:custGeom>
          <a:solidFill>
            <a:srgbClr val="ACA0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5" name="bg object 605"/>
          <p:cNvSpPr/>
          <p:nvPr/>
        </p:nvSpPr>
        <p:spPr>
          <a:xfrm>
            <a:off x="2031425" y="4177652"/>
            <a:ext cx="11430" cy="27940"/>
          </a:xfrm>
          <a:custGeom>
            <a:avLst/>
            <a:gdLst/>
            <a:ahLst/>
            <a:cxnLst/>
            <a:rect l="l" t="t" r="r" b="b"/>
            <a:pathLst>
              <a:path w="11430" h="27939">
                <a:moveTo>
                  <a:pt x="4231" y="0"/>
                </a:moveTo>
                <a:lnTo>
                  <a:pt x="110" y="0"/>
                </a:lnTo>
                <a:lnTo>
                  <a:pt x="267" y="1513"/>
                </a:lnTo>
                <a:lnTo>
                  <a:pt x="0" y="4105"/>
                </a:lnTo>
                <a:lnTo>
                  <a:pt x="5500" y="6272"/>
                </a:lnTo>
                <a:lnTo>
                  <a:pt x="4042" y="10275"/>
                </a:lnTo>
                <a:lnTo>
                  <a:pt x="4215" y="13766"/>
                </a:lnTo>
                <a:lnTo>
                  <a:pt x="4247" y="27525"/>
                </a:lnTo>
                <a:lnTo>
                  <a:pt x="7391" y="27919"/>
                </a:lnTo>
                <a:lnTo>
                  <a:pt x="8739" y="26517"/>
                </a:lnTo>
                <a:lnTo>
                  <a:pt x="8353" y="23388"/>
                </a:lnTo>
                <a:lnTo>
                  <a:pt x="9724" y="13759"/>
                </a:lnTo>
                <a:lnTo>
                  <a:pt x="9732" y="5516"/>
                </a:lnTo>
                <a:lnTo>
                  <a:pt x="11040" y="520"/>
                </a:lnTo>
                <a:lnTo>
                  <a:pt x="5681" y="2214"/>
                </a:lnTo>
                <a:lnTo>
                  <a:pt x="4231" y="0"/>
                </a:lnTo>
                <a:close/>
              </a:path>
            </a:pathLst>
          </a:custGeom>
          <a:solidFill>
            <a:srgbClr val="AEA7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6" name="bg object 606"/>
          <p:cNvSpPr/>
          <p:nvPr/>
        </p:nvSpPr>
        <p:spPr>
          <a:xfrm>
            <a:off x="2027422" y="4165056"/>
            <a:ext cx="13970" cy="12700"/>
          </a:xfrm>
          <a:custGeom>
            <a:avLst/>
            <a:gdLst/>
            <a:ahLst/>
            <a:cxnLst/>
            <a:rect l="l" t="t" r="r" b="b"/>
            <a:pathLst>
              <a:path w="13969" h="12700">
                <a:moveTo>
                  <a:pt x="6398" y="0"/>
                </a:moveTo>
                <a:lnTo>
                  <a:pt x="3530" y="165"/>
                </a:lnTo>
                <a:lnTo>
                  <a:pt x="4499" y="7777"/>
                </a:lnTo>
                <a:lnTo>
                  <a:pt x="2797" y="8723"/>
                </a:lnTo>
                <a:lnTo>
                  <a:pt x="31" y="8447"/>
                </a:lnTo>
                <a:lnTo>
                  <a:pt x="0" y="12592"/>
                </a:lnTo>
                <a:lnTo>
                  <a:pt x="8234" y="12592"/>
                </a:lnTo>
                <a:lnTo>
                  <a:pt x="8337" y="8904"/>
                </a:lnTo>
                <a:lnTo>
                  <a:pt x="10756" y="8321"/>
                </a:lnTo>
                <a:lnTo>
                  <a:pt x="13719" y="8471"/>
                </a:lnTo>
                <a:lnTo>
                  <a:pt x="13727" y="212"/>
                </a:lnTo>
                <a:lnTo>
                  <a:pt x="9606" y="212"/>
                </a:lnTo>
                <a:lnTo>
                  <a:pt x="6398" y="0"/>
                </a:lnTo>
                <a:close/>
              </a:path>
            </a:pathLst>
          </a:custGeom>
          <a:solidFill>
            <a:srgbClr val="A59D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7" name="bg object 607"/>
          <p:cNvSpPr/>
          <p:nvPr/>
        </p:nvSpPr>
        <p:spPr>
          <a:xfrm>
            <a:off x="2031404" y="4190995"/>
            <a:ext cx="4445" cy="10795"/>
          </a:xfrm>
          <a:custGeom>
            <a:avLst/>
            <a:gdLst/>
            <a:ahLst/>
            <a:cxnLst/>
            <a:rect l="l" t="t" r="r" b="b"/>
            <a:pathLst>
              <a:path w="4444" h="10795">
                <a:moveTo>
                  <a:pt x="795" y="0"/>
                </a:moveTo>
                <a:lnTo>
                  <a:pt x="0" y="1812"/>
                </a:lnTo>
                <a:lnTo>
                  <a:pt x="149" y="7872"/>
                </a:lnTo>
                <a:lnTo>
                  <a:pt x="70" y="10567"/>
                </a:lnTo>
                <a:lnTo>
                  <a:pt x="4239" y="10047"/>
                </a:lnTo>
                <a:lnTo>
                  <a:pt x="4239" y="425"/>
                </a:lnTo>
                <a:lnTo>
                  <a:pt x="795" y="0"/>
                </a:lnTo>
                <a:close/>
              </a:path>
            </a:pathLst>
          </a:custGeom>
          <a:solidFill>
            <a:srgbClr val="C3BA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8" name="bg object 608"/>
          <p:cNvSpPr/>
          <p:nvPr/>
        </p:nvSpPr>
        <p:spPr>
          <a:xfrm>
            <a:off x="2032918" y="4147380"/>
            <a:ext cx="13335" cy="8890"/>
          </a:xfrm>
          <a:custGeom>
            <a:avLst/>
            <a:gdLst/>
            <a:ahLst/>
            <a:cxnLst/>
            <a:rect l="l" t="t" r="r" b="b"/>
            <a:pathLst>
              <a:path w="13335" h="8889">
                <a:moveTo>
                  <a:pt x="12340" y="0"/>
                </a:moveTo>
                <a:lnTo>
                  <a:pt x="0" y="0"/>
                </a:lnTo>
                <a:lnTo>
                  <a:pt x="15" y="8227"/>
                </a:lnTo>
                <a:lnTo>
                  <a:pt x="4105" y="8250"/>
                </a:lnTo>
                <a:lnTo>
                  <a:pt x="3861" y="5500"/>
                </a:lnTo>
                <a:lnTo>
                  <a:pt x="4720" y="3766"/>
                </a:lnTo>
                <a:lnTo>
                  <a:pt x="10985" y="4499"/>
                </a:lnTo>
                <a:lnTo>
                  <a:pt x="12766" y="3443"/>
                </a:lnTo>
                <a:lnTo>
                  <a:pt x="12340" y="0"/>
                </a:lnTo>
                <a:close/>
              </a:path>
            </a:pathLst>
          </a:custGeom>
          <a:solidFill>
            <a:srgbClr val="7E7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9" name="bg object 609"/>
          <p:cNvSpPr/>
          <p:nvPr/>
        </p:nvSpPr>
        <p:spPr>
          <a:xfrm>
            <a:off x="2026461" y="4137730"/>
            <a:ext cx="10795" cy="10160"/>
          </a:xfrm>
          <a:custGeom>
            <a:avLst/>
            <a:gdLst/>
            <a:ahLst/>
            <a:cxnLst/>
            <a:rect l="l" t="t" r="r" b="b"/>
            <a:pathLst>
              <a:path w="10794" h="10160">
                <a:moveTo>
                  <a:pt x="6422" y="0"/>
                </a:moveTo>
                <a:lnTo>
                  <a:pt x="0" y="598"/>
                </a:lnTo>
                <a:lnTo>
                  <a:pt x="1631" y="5776"/>
                </a:lnTo>
                <a:lnTo>
                  <a:pt x="969" y="9653"/>
                </a:lnTo>
                <a:lnTo>
                  <a:pt x="10559" y="9645"/>
                </a:lnTo>
                <a:lnTo>
                  <a:pt x="10528" y="5500"/>
                </a:lnTo>
                <a:lnTo>
                  <a:pt x="5902" y="6107"/>
                </a:lnTo>
                <a:lnTo>
                  <a:pt x="6422" y="2852"/>
                </a:lnTo>
                <a:lnTo>
                  <a:pt x="6422" y="0"/>
                </a:lnTo>
                <a:close/>
              </a:path>
            </a:pathLst>
          </a:custGeom>
          <a:solidFill>
            <a:srgbClr val="9187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0" name="bg object 610"/>
          <p:cNvSpPr/>
          <p:nvPr/>
        </p:nvSpPr>
        <p:spPr>
          <a:xfrm>
            <a:off x="2037007" y="4155632"/>
            <a:ext cx="4445" cy="10160"/>
          </a:xfrm>
          <a:custGeom>
            <a:avLst/>
            <a:gdLst/>
            <a:ahLst/>
            <a:cxnLst/>
            <a:rect l="l" t="t" r="r" b="b"/>
            <a:pathLst>
              <a:path w="4444" h="10160">
                <a:moveTo>
                  <a:pt x="15" y="0"/>
                </a:moveTo>
                <a:lnTo>
                  <a:pt x="0" y="3656"/>
                </a:lnTo>
                <a:lnTo>
                  <a:pt x="23" y="9637"/>
                </a:lnTo>
                <a:lnTo>
                  <a:pt x="4145" y="9637"/>
                </a:lnTo>
                <a:lnTo>
                  <a:pt x="4113" y="39"/>
                </a:lnTo>
                <a:lnTo>
                  <a:pt x="47" y="23"/>
                </a:lnTo>
                <a:close/>
              </a:path>
            </a:pathLst>
          </a:custGeom>
          <a:solidFill>
            <a:srgbClr val="AFA2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1" name="bg object 611"/>
          <p:cNvSpPr/>
          <p:nvPr/>
        </p:nvSpPr>
        <p:spPr>
          <a:xfrm>
            <a:off x="2031665" y="4155606"/>
            <a:ext cx="5715" cy="6350"/>
          </a:xfrm>
          <a:custGeom>
            <a:avLst/>
            <a:gdLst/>
            <a:ahLst/>
            <a:cxnLst/>
            <a:rect l="l" t="t" r="r" b="b"/>
            <a:pathLst>
              <a:path w="5714" h="6350">
                <a:moveTo>
                  <a:pt x="1268" y="0"/>
                </a:moveTo>
                <a:lnTo>
                  <a:pt x="0" y="3790"/>
                </a:lnTo>
                <a:lnTo>
                  <a:pt x="764" y="6067"/>
                </a:lnTo>
                <a:lnTo>
                  <a:pt x="5342" y="5516"/>
                </a:lnTo>
                <a:lnTo>
                  <a:pt x="5358" y="23"/>
                </a:lnTo>
                <a:lnTo>
                  <a:pt x="1268" y="0"/>
                </a:lnTo>
                <a:close/>
              </a:path>
            </a:pathLst>
          </a:custGeom>
          <a:solidFill>
            <a:srgbClr val="9384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2" name="bg object 612"/>
          <p:cNvSpPr/>
          <p:nvPr/>
        </p:nvSpPr>
        <p:spPr>
          <a:xfrm>
            <a:off x="2205721" y="4360676"/>
            <a:ext cx="14604" cy="26670"/>
          </a:xfrm>
          <a:custGeom>
            <a:avLst/>
            <a:gdLst/>
            <a:ahLst/>
            <a:cxnLst/>
            <a:rect l="l" t="t" r="r" b="b"/>
            <a:pathLst>
              <a:path w="14605" h="26670">
                <a:moveTo>
                  <a:pt x="13954" y="21757"/>
                </a:moveTo>
                <a:lnTo>
                  <a:pt x="7903" y="21757"/>
                </a:lnTo>
                <a:lnTo>
                  <a:pt x="8558" y="23554"/>
                </a:lnTo>
                <a:lnTo>
                  <a:pt x="8394" y="25705"/>
                </a:lnTo>
                <a:lnTo>
                  <a:pt x="8361" y="26146"/>
                </a:lnTo>
                <a:lnTo>
                  <a:pt x="12056" y="26596"/>
                </a:lnTo>
                <a:lnTo>
                  <a:pt x="14523" y="25705"/>
                </a:lnTo>
                <a:lnTo>
                  <a:pt x="13989" y="22001"/>
                </a:lnTo>
                <a:lnTo>
                  <a:pt x="13954" y="21757"/>
                </a:lnTo>
                <a:close/>
              </a:path>
              <a:path w="14605" h="26670">
                <a:moveTo>
                  <a:pt x="9716" y="0"/>
                </a:moveTo>
                <a:lnTo>
                  <a:pt x="4247" y="0"/>
                </a:lnTo>
                <a:lnTo>
                  <a:pt x="4137" y="12364"/>
                </a:lnTo>
                <a:lnTo>
                  <a:pt x="5500" y="16966"/>
                </a:lnTo>
                <a:lnTo>
                  <a:pt x="0" y="19669"/>
                </a:lnTo>
                <a:lnTo>
                  <a:pt x="109" y="22001"/>
                </a:lnTo>
                <a:lnTo>
                  <a:pt x="4767" y="22001"/>
                </a:lnTo>
                <a:lnTo>
                  <a:pt x="7903" y="21757"/>
                </a:lnTo>
                <a:lnTo>
                  <a:pt x="13954" y="21757"/>
                </a:lnTo>
                <a:lnTo>
                  <a:pt x="13846" y="8644"/>
                </a:lnTo>
                <a:lnTo>
                  <a:pt x="10693" y="8644"/>
                </a:lnTo>
                <a:lnTo>
                  <a:pt x="9338" y="7265"/>
                </a:lnTo>
                <a:lnTo>
                  <a:pt x="9740" y="4121"/>
                </a:lnTo>
                <a:lnTo>
                  <a:pt x="9716" y="0"/>
                </a:lnTo>
                <a:close/>
              </a:path>
              <a:path w="14605" h="26670">
                <a:moveTo>
                  <a:pt x="13845" y="8250"/>
                </a:moveTo>
                <a:lnTo>
                  <a:pt x="10693" y="8644"/>
                </a:lnTo>
                <a:lnTo>
                  <a:pt x="13846" y="8644"/>
                </a:lnTo>
                <a:lnTo>
                  <a:pt x="13845" y="8250"/>
                </a:lnTo>
                <a:close/>
              </a:path>
            </a:pathLst>
          </a:custGeom>
          <a:solidFill>
            <a:srgbClr val="8B82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3" name="bg object 613"/>
          <p:cNvSpPr/>
          <p:nvPr/>
        </p:nvSpPr>
        <p:spPr>
          <a:xfrm>
            <a:off x="2196049" y="4386811"/>
            <a:ext cx="18415" cy="22225"/>
          </a:xfrm>
          <a:custGeom>
            <a:avLst/>
            <a:gdLst/>
            <a:ahLst/>
            <a:cxnLst/>
            <a:rect l="l" t="t" r="r" b="b"/>
            <a:pathLst>
              <a:path w="18414" h="22225">
                <a:moveTo>
                  <a:pt x="18030" y="15"/>
                </a:moveTo>
                <a:lnTo>
                  <a:pt x="9810" y="0"/>
                </a:lnTo>
                <a:lnTo>
                  <a:pt x="9818" y="3569"/>
                </a:lnTo>
                <a:lnTo>
                  <a:pt x="9771" y="6249"/>
                </a:lnTo>
                <a:lnTo>
                  <a:pt x="9677" y="7919"/>
                </a:lnTo>
                <a:lnTo>
                  <a:pt x="5208" y="7833"/>
                </a:lnTo>
                <a:lnTo>
                  <a:pt x="4539" y="13829"/>
                </a:lnTo>
                <a:lnTo>
                  <a:pt x="204" y="13782"/>
                </a:lnTo>
                <a:lnTo>
                  <a:pt x="173" y="17888"/>
                </a:lnTo>
                <a:lnTo>
                  <a:pt x="0" y="20520"/>
                </a:lnTo>
                <a:lnTo>
                  <a:pt x="693" y="22222"/>
                </a:lnTo>
                <a:lnTo>
                  <a:pt x="7226" y="21899"/>
                </a:lnTo>
                <a:lnTo>
                  <a:pt x="10599" y="22064"/>
                </a:lnTo>
                <a:lnTo>
                  <a:pt x="13979" y="22080"/>
                </a:lnTo>
                <a:lnTo>
                  <a:pt x="15327" y="20693"/>
                </a:lnTo>
                <a:lnTo>
                  <a:pt x="13916" y="13774"/>
                </a:lnTo>
                <a:lnTo>
                  <a:pt x="13916" y="11765"/>
                </a:lnTo>
                <a:lnTo>
                  <a:pt x="14034" y="9755"/>
                </a:lnTo>
                <a:lnTo>
                  <a:pt x="13672" y="4602"/>
                </a:lnTo>
                <a:lnTo>
                  <a:pt x="15437" y="3940"/>
                </a:lnTo>
                <a:lnTo>
                  <a:pt x="18038" y="4137"/>
                </a:lnTo>
                <a:lnTo>
                  <a:pt x="18030" y="15"/>
                </a:lnTo>
                <a:close/>
              </a:path>
            </a:pathLst>
          </a:custGeom>
          <a:solidFill>
            <a:srgbClr val="7570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4" name="bg object 614"/>
          <p:cNvSpPr/>
          <p:nvPr/>
        </p:nvSpPr>
        <p:spPr>
          <a:xfrm>
            <a:off x="2219566" y="4368927"/>
            <a:ext cx="4445" cy="10160"/>
          </a:xfrm>
          <a:custGeom>
            <a:avLst/>
            <a:gdLst/>
            <a:ahLst/>
            <a:cxnLst/>
            <a:rect l="l" t="t" r="r" b="b"/>
            <a:pathLst>
              <a:path w="4444" h="10160">
                <a:moveTo>
                  <a:pt x="15" y="9629"/>
                </a:moveTo>
                <a:lnTo>
                  <a:pt x="0" y="0"/>
                </a:lnTo>
                <a:lnTo>
                  <a:pt x="4137" y="7"/>
                </a:lnTo>
                <a:lnTo>
                  <a:pt x="4121" y="9637"/>
                </a:lnTo>
                <a:lnTo>
                  <a:pt x="15" y="9629"/>
                </a:lnTo>
                <a:close/>
              </a:path>
            </a:pathLst>
          </a:custGeom>
          <a:solidFill>
            <a:srgbClr val="7A6D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5" name="bg object 615"/>
          <p:cNvSpPr/>
          <p:nvPr/>
        </p:nvSpPr>
        <p:spPr>
          <a:xfrm>
            <a:off x="2209721" y="4390751"/>
            <a:ext cx="4445" cy="10160"/>
          </a:xfrm>
          <a:custGeom>
            <a:avLst/>
            <a:gdLst/>
            <a:ahLst/>
            <a:cxnLst/>
            <a:rect l="l" t="t" r="r" b="b"/>
            <a:pathLst>
              <a:path w="4444" h="10160">
                <a:moveTo>
                  <a:pt x="1765" y="0"/>
                </a:moveTo>
                <a:lnTo>
                  <a:pt x="0" y="661"/>
                </a:lnTo>
                <a:lnTo>
                  <a:pt x="370" y="5815"/>
                </a:lnTo>
                <a:lnTo>
                  <a:pt x="244" y="7825"/>
                </a:lnTo>
                <a:lnTo>
                  <a:pt x="244" y="9834"/>
                </a:lnTo>
                <a:lnTo>
                  <a:pt x="4357" y="9826"/>
                </a:lnTo>
                <a:lnTo>
                  <a:pt x="4365" y="197"/>
                </a:lnTo>
                <a:lnTo>
                  <a:pt x="1765" y="0"/>
                </a:lnTo>
                <a:close/>
              </a:path>
            </a:pathLst>
          </a:custGeom>
          <a:solidFill>
            <a:srgbClr val="827C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6" name="bg object 616"/>
          <p:cNvSpPr/>
          <p:nvPr/>
        </p:nvSpPr>
        <p:spPr>
          <a:xfrm>
            <a:off x="2223686" y="4378560"/>
            <a:ext cx="4445" cy="8890"/>
          </a:xfrm>
          <a:custGeom>
            <a:avLst/>
            <a:gdLst/>
            <a:ahLst/>
            <a:cxnLst/>
            <a:rect l="l" t="t" r="r" b="b"/>
            <a:pathLst>
              <a:path w="4444" h="8889">
                <a:moveTo>
                  <a:pt x="4097" y="8290"/>
                </a:moveTo>
                <a:lnTo>
                  <a:pt x="0" y="8266"/>
                </a:lnTo>
                <a:lnTo>
                  <a:pt x="0" y="0"/>
                </a:lnTo>
                <a:lnTo>
                  <a:pt x="4121" y="7"/>
                </a:lnTo>
                <a:lnTo>
                  <a:pt x="4097" y="8290"/>
                </a:lnTo>
                <a:close/>
              </a:path>
            </a:pathLst>
          </a:custGeom>
          <a:solidFill>
            <a:srgbClr val="8880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7" name="bg object 617"/>
          <p:cNvSpPr/>
          <p:nvPr/>
        </p:nvSpPr>
        <p:spPr>
          <a:xfrm>
            <a:off x="2223685" y="4368921"/>
            <a:ext cx="10160" cy="10160"/>
          </a:xfrm>
          <a:custGeom>
            <a:avLst/>
            <a:gdLst/>
            <a:ahLst/>
            <a:cxnLst/>
            <a:rect l="l" t="t" r="r" b="b"/>
            <a:pathLst>
              <a:path w="10160" h="10160">
                <a:moveTo>
                  <a:pt x="9606" y="0"/>
                </a:moveTo>
                <a:lnTo>
                  <a:pt x="4089" y="47"/>
                </a:lnTo>
                <a:lnTo>
                  <a:pt x="4239" y="3002"/>
                </a:lnTo>
                <a:lnTo>
                  <a:pt x="4578" y="6091"/>
                </a:lnTo>
                <a:lnTo>
                  <a:pt x="15" y="5508"/>
                </a:lnTo>
                <a:lnTo>
                  <a:pt x="0" y="9645"/>
                </a:lnTo>
                <a:lnTo>
                  <a:pt x="4121" y="9645"/>
                </a:lnTo>
                <a:lnTo>
                  <a:pt x="8242" y="9645"/>
                </a:lnTo>
                <a:lnTo>
                  <a:pt x="8242" y="5516"/>
                </a:lnTo>
                <a:lnTo>
                  <a:pt x="9606" y="0"/>
                </a:lnTo>
                <a:close/>
              </a:path>
            </a:pathLst>
          </a:custGeom>
          <a:solidFill>
            <a:srgbClr val="7468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8" name="bg object 618"/>
          <p:cNvSpPr/>
          <p:nvPr/>
        </p:nvSpPr>
        <p:spPr>
          <a:xfrm>
            <a:off x="2262118" y="4227190"/>
            <a:ext cx="31750" cy="27940"/>
          </a:xfrm>
          <a:custGeom>
            <a:avLst/>
            <a:gdLst/>
            <a:ahLst/>
            <a:cxnLst/>
            <a:rect l="l" t="t" r="r" b="b"/>
            <a:pathLst>
              <a:path w="31750" h="27939">
                <a:moveTo>
                  <a:pt x="9613" y="0"/>
                </a:moveTo>
                <a:lnTo>
                  <a:pt x="15" y="0"/>
                </a:lnTo>
                <a:lnTo>
                  <a:pt x="0" y="22025"/>
                </a:lnTo>
                <a:lnTo>
                  <a:pt x="3821" y="22230"/>
                </a:lnTo>
                <a:lnTo>
                  <a:pt x="8321" y="21410"/>
                </a:lnTo>
                <a:lnTo>
                  <a:pt x="8242" y="27510"/>
                </a:lnTo>
                <a:lnTo>
                  <a:pt x="9558" y="27029"/>
                </a:lnTo>
                <a:lnTo>
                  <a:pt x="11796" y="26816"/>
                </a:lnTo>
                <a:lnTo>
                  <a:pt x="13002" y="22529"/>
                </a:lnTo>
                <a:lnTo>
                  <a:pt x="15626" y="23609"/>
                </a:lnTo>
                <a:lnTo>
                  <a:pt x="17833" y="23404"/>
                </a:lnTo>
                <a:lnTo>
                  <a:pt x="30189" y="23404"/>
                </a:lnTo>
                <a:lnTo>
                  <a:pt x="30228" y="21150"/>
                </a:lnTo>
                <a:lnTo>
                  <a:pt x="29771" y="18755"/>
                </a:lnTo>
                <a:lnTo>
                  <a:pt x="31678" y="12482"/>
                </a:lnTo>
                <a:lnTo>
                  <a:pt x="29086" y="12498"/>
                </a:lnTo>
                <a:lnTo>
                  <a:pt x="26233" y="11788"/>
                </a:lnTo>
                <a:lnTo>
                  <a:pt x="26162" y="14090"/>
                </a:lnTo>
                <a:lnTo>
                  <a:pt x="25579" y="19692"/>
                </a:lnTo>
                <a:lnTo>
                  <a:pt x="15508" y="16485"/>
                </a:lnTo>
                <a:lnTo>
                  <a:pt x="18889" y="12411"/>
                </a:lnTo>
                <a:lnTo>
                  <a:pt x="17841" y="9637"/>
                </a:lnTo>
                <a:lnTo>
                  <a:pt x="16501" y="10197"/>
                </a:lnTo>
                <a:lnTo>
                  <a:pt x="15114" y="10662"/>
                </a:lnTo>
                <a:lnTo>
                  <a:pt x="12624" y="11993"/>
                </a:lnTo>
                <a:lnTo>
                  <a:pt x="11521" y="12868"/>
                </a:lnTo>
                <a:lnTo>
                  <a:pt x="10370" y="13640"/>
                </a:lnTo>
                <a:lnTo>
                  <a:pt x="9661" y="12198"/>
                </a:lnTo>
                <a:lnTo>
                  <a:pt x="8337" y="10740"/>
                </a:lnTo>
                <a:lnTo>
                  <a:pt x="8416" y="6201"/>
                </a:lnTo>
                <a:lnTo>
                  <a:pt x="9156" y="3104"/>
                </a:lnTo>
                <a:lnTo>
                  <a:pt x="9613" y="0"/>
                </a:lnTo>
                <a:close/>
              </a:path>
            </a:pathLst>
          </a:custGeom>
          <a:solidFill>
            <a:srgbClr val="ADA6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9" name="bg object 619"/>
          <p:cNvSpPr/>
          <p:nvPr/>
        </p:nvSpPr>
        <p:spPr>
          <a:xfrm>
            <a:off x="2271696" y="4201050"/>
            <a:ext cx="18415" cy="32384"/>
          </a:xfrm>
          <a:custGeom>
            <a:avLst/>
            <a:gdLst/>
            <a:ahLst/>
            <a:cxnLst/>
            <a:rect l="l" t="t" r="r" b="b"/>
            <a:pathLst>
              <a:path w="18414" h="32385">
                <a:moveTo>
                  <a:pt x="8274" y="7"/>
                </a:moveTo>
                <a:lnTo>
                  <a:pt x="4160" y="0"/>
                </a:lnTo>
                <a:lnTo>
                  <a:pt x="3837" y="3357"/>
                </a:lnTo>
                <a:lnTo>
                  <a:pt x="5587" y="7391"/>
                </a:lnTo>
                <a:lnTo>
                  <a:pt x="0" y="9511"/>
                </a:lnTo>
                <a:lnTo>
                  <a:pt x="220" y="12182"/>
                </a:lnTo>
                <a:lnTo>
                  <a:pt x="15" y="13735"/>
                </a:lnTo>
                <a:lnTo>
                  <a:pt x="4152" y="17911"/>
                </a:lnTo>
                <a:lnTo>
                  <a:pt x="6808" y="17667"/>
                </a:lnTo>
                <a:lnTo>
                  <a:pt x="8447" y="18416"/>
                </a:lnTo>
                <a:lnTo>
                  <a:pt x="8132" y="24909"/>
                </a:lnTo>
                <a:lnTo>
                  <a:pt x="8250" y="28274"/>
                </a:lnTo>
                <a:lnTo>
                  <a:pt x="8250" y="31639"/>
                </a:lnTo>
                <a:lnTo>
                  <a:pt x="11725" y="32057"/>
                </a:lnTo>
                <a:lnTo>
                  <a:pt x="12821" y="30236"/>
                </a:lnTo>
                <a:lnTo>
                  <a:pt x="11718" y="22726"/>
                </a:lnTo>
                <a:lnTo>
                  <a:pt x="13916" y="21458"/>
                </a:lnTo>
                <a:lnTo>
                  <a:pt x="17872" y="22001"/>
                </a:lnTo>
                <a:lnTo>
                  <a:pt x="17864" y="4113"/>
                </a:lnTo>
                <a:lnTo>
                  <a:pt x="13766" y="4105"/>
                </a:lnTo>
                <a:lnTo>
                  <a:pt x="13254" y="6714"/>
                </a:lnTo>
                <a:lnTo>
                  <a:pt x="12837" y="9346"/>
                </a:lnTo>
                <a:lnTo>
                  <a:pt x="11993" y="12569"/>
                </a:lnTo>
                <a:lnTo>
                  <a:pt x="10748" y="13569"/>
                </a:lnTo>
                <a:lnTo>
                  <a:pt x="9629" y="13034"/>
                </a:lnTo>
                <a:lnTo>
                  <a:pt x="8471" y="12175"/>
                </a:lnTo>
                <a:lnTo>
                  <a:pt x="8211" y="7636"/>
                </a:lnTo>
                <a:lnTo>
                  <a:pt x="8297" y="3814"/>
                </a:lnTo>
                <a:lnTo>
                  <a:pt x="8274" y="7"/>
                </a:lnTo>
                <a:close/>
              </a:path>
            </a:pathLst>
          </a:custGeom>
          <a:solidFill>
            <a:srgbClr val="ACA4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0" name="bg object 620"/>
          <p:cNvSpPr/>
          <p:nvPr/>
        </p:nvSpPr>
        <p:spPr>
          <a:xfrm>
            <a:off x="2278591" y="4250595"/>
            <a:ext cx="13970" cy="12700"/>
          </a:xfrm>
          <a:custGeom>
            <a:avLst/>
            <a:gdLst/>
            <a:ahLst/>
            <a:cxnLst/>
            <a:rect l="l" t="t" r="r" b="b"/>
            <a:pathLst>
              <a:path w="13969" h="12700">
                <a:moveTo>
                  <a:pt x="13713" y="0"/>
                </a:moveTo>
                <a:lnTo>
                  <a:pt x="1357" y="0"/>
                </a:lnTo>
                <a:lnTo>
                  <a:pt x="0" y="12387"/>
                </a:lnTo>
                <a:lnTo>
                  <a:pt x="5478" y="12387"/>
                </a:lnTo>
                <a:lnTo>
                  <a:pt x="5494" y="10591"/>
                </a:lnTo>
                <a:lnTo>
                  <a:pt x="5617" y="6769"/>
                </a:lnTo>
                <a:lnTo>
                  <a:pt x="5714" y="6075"/>
                </a:lnTo>
                <a:lnTo>
                  <a:pt x="6558" y="5256"/>
                </a:lnTo>
                <a:lnTo>
                  <a:pt x="7078" y="4381"/>
                </a:lnTo>
                <a:lnTo>
                  <a:pt x="13713" y="4381"/>
                </a:lnTo>
                <a:lnTo>
                  <a:pt x="13713" y="0"/>
                </a:lnTo>
                <a:close/>
              </a:path>
              <a:path w="13969" h="12700">
                <a:moveTo>
                  <a:pt x="13713" y="4381"/>
                </a:moveTo>
                <a:lnTo>
                  <a:pt x="7078" y="4381"/>
                </a:lnTo>
                <a:lnTo>
                  <a:pt x="7897" y="4917"/>
                </a:lnTo>
                <a:lnTo>
                  <a:pt x="8693" y="5500"/>
                </a:lnTo>
                <a:lnTo>
                  <a:pt x="10915" y="6769"/>
                </a:lnTo>
                <a:lnTo>
                  <a:pt x="12326" y="7494"/>
                </a:lnTo>
                <a:lnTo>
                  <a:pt x="13713" y="8250"/>
                </a:lnTo>
                <a:lnTo>
                  <a:pt x="13713" y="4381"/>
                </a:lnTo>
                <a:close/>
              </a:path>
            </a:pathLst>
          </a:custGeom>
          <a:solidFill>
            <a:srgbClr val="A7A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1" name="bg object 621"/>
          <p:cNvSpPr/>
          <p:nvPr/>
        </p:nvSpPr>
        <p:spPr>
          <a:xfrm>
            <a:off x="2270455" y="4227190"/>
            <a:ext cx="10160" cy="13970"/>
          </a:xfrm>
          <a:custGeom>
            <a:avLst/>
            <a:gdLst/>
            <a:ahLst/>
            <a:cxnLst/>
            <a:rect l="l" t="t" r="r" b="b"/>
            <a:pathLst>
              <a:path w="10160" h="13970">
                <a:moveTo>
                  <a:pt x="5382" y="0"/>
                </a:moveTo>
                <a:lnTo>
                  <a:pt x="1276" y="0"/>
                </a:lnTo>
                <a:lnTo>
                  <a:pt x="819" y="3104"/>
                </a:lnTo>
                <a:lnTo>
                  <a:pt x="78" y="6201"/>
                </a:lnTo>
                <a:lnTo>
                  <a:pt x="0" y="10740"/>
                </a:lnTo>
                <a:lnTo>
                  <a:pt x="1323" y="12198"/>
                </a:lnTo>
                <a:lnTo>
                  <a:pt x="2033" y="13640"/>
                </a:lnTo>
                <a:lnTo>
                  <a:pt x="3183" y="12868"/>
                </a:lnTo>
                <a:lnTo>
                  <a:pt x="4286" y="11993"/>
                </a:lnTo>
                <a:lnTo>
                  <a:pt x="6777" y="10662"/>
                </a:lnTo>
                <a:lnTo>
                  <a:pt x="8164" y="10197"/>
                </a:lnTo>
                <a:lnTo>
                  <a:pt x="9503" y="9637"/>
                </a:lnTo>
                <a:lnTo>
                  <a:pt x="9535" y="5516"/>
                </a:lnTo>
                <a:lnTo>
                  <a:pt x="4893" y="6091"/>
                </a:lnTo>
                <a:lnTo>
                  <a:pt x="5327" y="2899"/>
                </a:lnTo>
                <a:lnTo>
                  <a:pt x="5382" y="0"/>
                </a:lnTo>
                <a:close/>
              </a:path>
            </a:pathLst>
          </a:custGeom>
          <a:solidFill>
            <a:srgbClr val="AEA1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2" name="bg object 622"/>
          <p:cNvSpPr/>
          <p:nvPr/>
        </p:nvSpPr>
        <p:spPr>
          <a:xfrm>
            <a:off x="2265847" y="4262572"/>
            <a:ext cx="13335" cy="20320"/>
          </a:xfrm>
          <a:custGeom>
            <a:avLst/>
            <a:gdLst/>
            <a:ahLst/>
            <a:cxnLst/>
            <a:rect l="l" t="t" r="r" b="b"/>
            <a:pathLst>
              <a:path w="13335" h="20320">
                <a:moveTo>
                  <a:pt x="12742" y="4342"/>
                </a:moveTo>
                <a:lnTo>
                  <a:pt x="2962" y="4342"/>
                </a:lnTo>
                <a:lnTo>
                  <a:pt x="4759" y="4972"/>
                </a:lnTo>
                <a:lnTo>
                  <a:pt x="4691" y="5902"/>
                </a:lnTo>
                <a:lnTo>
                  <a:pt x="4591" y="7273"/>
                </a:lnTo>
                <a:lnTo>
                  <a:pt x="4507" y="14160"/>
                </a:lnTo>
                <a:lnTo>
                  <a:pt x="7659" y="14704"/>
                </a:lnTo>
                <a:lnTo>
                  <a:pt x="8384" y="20142"/>
                </a:lnTo>
                <a:lnTo>
                  <a:pt x="12742" y="18282"/>
                </a:lnTo>
                <a:lnTo>
                  <a:pt x="12742" y="14405"/>
                </a:lnTo>
                <a:lnTo>
                  <a:pt x="9968" y="14405"/>
                </a:lnTo>
                <a:lnTo>
                  <a:pt x="8558" y="13506"/>
                </a:lnTo>
                <a:lnTo>
                  <a:pt x="8542" y="7273"/>
                </a:lnTo>
                <a:lnTo>
                  <a:pt x="9314" y="5492"/>
                </a:lnTo>
                <a:lnTo>
                  <a:pt x="12742" y="5492"/>
                </a:lnTo>
                <a:lnTo>
                  <a:pt x="12742" y="4342"/>
                </a:lnTo>
                <a:close/>
              </a:path>
              <a:path w="13335" h="20320">
                <a:moveTo>
                  <a:pt x="12742" y="14160"/>
                </a:moveTo>
                <a:lnTo>
                  <a:pt x="12559" y="14160"/>
                </a:lnTo>
                <a:lnTo>
                  <a:pt x="9968" y="14405"/>
                </a:lnTo>
                <a:lnTo>
                  <a:pt x="12742" y="14405"/>
                </a:lnTo>
                <a:lnTo>
                  <a:pt x="12742" y="14160"/>
                </a:lnTo>
                <a:close/>
              </a:path>
              <a:path w="13335" h="20320">
                <a:moveTo>
                  <a:pt x="12742" y="5492"/>
                </a:moveTo>
                <a:lnTo>
                  <a:pt x="9314" y="5492"/>
                </a:lnTo>
                <a:lnTo>
                  <a:pt x="12742" y="5902"/>
                </a:lnTo>
                <a:lnTo>
                  <a:pt x="12742" y="5492"/>
                </a:lnTo>
                <a:close/>
              </a:path>
              <a:path w="13335" h="20320">
                <a:moveTo>
                  <a:pt x="1371" y="0"/>
                </a:moveTo>
                <a:lnTo>
                  <a:pt x="0" y="1379"/>
                </a:lnTo>
                <a:lnTo>
                  <a:pt x="357" y="4342"/>
                </a:lnTo>
                <a:lnTo>
                  <a:pt x="378" y="4515"/>
                </a:lnTo>
                <a:lnTo>
                  <a:pt x="2962" y="4342"/>
                </a:lnTo>
                <a:lnTo>
                  <a:pt x="12742" y="4342"/>
                </a:lnTo>
                <a:lnTo>
                  <a:pt x="12742" y="401"/>
                </a:lnTo>
                <a:lnTo>
                  <a:pt x="4507" y="401"/>
                </a:lnTo>
                <a:lnTo>
                  <a:pt x="1371" y="0"/>
                </a:lnTo>
                <a:close/>
              </a:path>
            </a:pathLst>
          </a:custGeom>
          <a:solidFill>
            <a:srgbClr val="9D97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3" name="bg object 623"/>
          <p:cNvSpPr/>
          <p:nvPr/>
        </p:nvSpPr>
        <p:spPr>
          <a:xfrm>
            <a:off x="2278573" y="4262968"/>
            <a:ext cx="6350" cy="14604"/>
          </a:xfrm>
          <a:custGeom>
            <a:avLst/>
            <a:gdLst/>
            <a:ahLst/>
            <a:cxnLst/>
            <a:rect l="l" t="t" r="r" b="b"/>
            <a:pathLst>
              <a:path w="6350" h="14604">
                <a:moveTo>
                  <a:pt x="15" y="0"/>
                </a:moveTo>
                <a:lnTo>
                  <a:pt x="15" y="5508"/>
                </a:lnTo>
                <a:lnTo>
                  <a:pt x="0" y="13751"/>
                </a:lnTo>
                <a:lnTo>
                  <a:pt x="3719" y="14216"/>
                </a:lnTo>
                <a:lnTo>
                  <a:pt x="6178" y="13317"/>
                </a:lnTo>
                <a:lnTo>
                  <a:pt x="5374" y="7746"/>
                </a:lnTo>
                <a:lnTo>
                  <a:pt x="5508" y="6611"/>
                </a:lnTo>
                <a:lnTo>
                  <a:pt x="5492" y="15"/>
                </a:lnTo>
                <a:lnTo>
                  <a:pt x="15" y="0"/>
                </a:lnTo>
                <a:close/>
              </a:path>
            </a:pathLst>
          </a:custGeom>
          <a:solidFill>
            <a:srgbClr val="A098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4" name="bg object 624"/>
          <p:cNvSpPr/>
          <p:nvPr/>
        </p:nvSpPr>
        <p:spPr>
          <a:xfrm>
            <a:off x="2270354" y="4276733"/>
            <a:ext cx="8255" cy="10160"/>
          </a:xfrm>
          <a:custGeom>
            <a:avLst/>
            <a:gdLst/>
            <a:ahLst/>
            <a:cxnLst/>
            <a:rect l="l" t="t" r="r" b="b"/>
            <a:pathLst>
              <a:path w="8255" h="10160">
                <a:moveTo>
                  <a:pt x="0" y="0"/>
                </a:moveTo>
                <a:lnTo>
                  <a:pt x="0" y="8250"/>
                </a:lnTo>
                <a:lnTo>
                  <a:pt x="8234" y="9645"/>
                </a:lnTo>
                <a:lnTo>
                  <a:pt x="8234" y="4121"/>
                </a:lnTo>
                <a:lnTo>
                  <a:pt x="3877" y="5981"/>
                </a:lnTo>
                <a:lnTo>
                  <a:pt x="3152" y="543"/>
                </a:lnTo>
                <a:lnTo>
                  <a:pt x="0" y="0"/>
                </a:lnTo>
                <a:close/>
              </a:path>
            </a:pathLst>
          </a:custGeom>
          <a:solidFill>
            <a:srgbClr val="A5A1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5" name="bg object 625"/>
          <p:cNvSpPr/>
          <p:nvPr/>
        </p:nvSpPr>
        <p:spPr>
          <a:xfrm>
            <a:off x="2238808" y="3843258"/>
            <a:ext cx="22225" cy="37465"/>
          </a:xfrm>
          <a:custGeom>
            <a:avLst/>
            <a:gdLst/>
            <a:ahLst/>
            <a:cxnLst/>
            <a:rect l="l" t="t" r="r" b="b"/>
            <a:pathLst>
              <a:path w="22225" h="37464">
                <a:moveTo>
                  <a:pt x="17817" y="0"/>
                </a:moveTo>
                <a:lnTo>
                  <a:pt x="13703" y="0"/>
                </a:lnTo>
                <a:lnTo>
                  <a:pt x="13451" y="2600"/>
                </a:lnTo>
                <a:lnTo>
                  <a:pt x="14822" y="6509"/>
                </a:lnTo>
                <a:lnTo>
                  <a:pt x="9290" y="5035"/>
                </a:lnTo>
                <a:lnTo>
                  <a:pt x="8794" y="6832"/>
                </a:lnTo>
                <a:lnTo>
                  <a:pt x="6895" y="8274"/>
                </a:lnTo>
                <a:lnTo>
                  <a:pt x="5445" y="8881"/>
                </a:lnTo>
                <a:lnTo>
                  <a:pt x="4097" y="9629"/>
                </a:lnTo>
                <a:lnTo>
                  <a:pt x="4097" y="11182"/>
                </a:lnTo>
                <a:lnTo>
                  <a:pt x="3987" y="12742"/>
                </a:lnTo>
                <a:lnTo>
                  <a:pt x="4365" y="17423"/>
                </a:lnTo>
                <a:lnTo>
                  <a:pt x="2592" y="18085"/>
                </a:lnTo>
                <a:lnTo>
                  <a:pt x="0" y="17888"/>
                </a:lnTo>
                <a:lnTo>
                  <a:pt x="0" y="30780"/>
                </a:lnTo>
                <a:lnTo>
                  <a:pt x="9566" y="37155"/>
                </a:lnTo>
                <a:lnTo>
                  <a:pt x="12490" y="36091"/>
                </a:lnTo>
                <a:lnTo>
                  <a:pt x="16871" y="36871"/>
                </a:lnTo>
                <a:lnTo>
                  <a:pt x="16469" y="31631"/>
                </a:lnTo>
                <a:lnTo>
                  <a:pt x="17265" y="30268"/>
                </a:lnTo>
                <a:lnTo>
                  <a:pt x="17911" y="27888"/>
                </a:lnTo>
                <a:lnTo>
                  <a:pt x="21820" y="27297"/>
                </a:lnTo>
                <a:lnTo>
                  <a:pt x="22017" y="25603"/>
                </a:lnTo>
                <a:lnTo>
                  <a:pt x="21938" y="23396"/>
                </a:lnTo>
                <a:lnTo>
                  <a:pt x="17833" y="23396"/>
                </a:lnTo>
                <a:lnTo>
                  <a:pt x="15681" y="23010"/>
                </a:lnTo>
                <a:lnTo>
                  <a:pt x="13443" y="22876"/>
                </a:lnTo>
                <a:lnTo>
                  <a:pt x="10244" y="21757"/>
                </a:lnTo>
                <a:lnTo>
                  <a:pt x="9424" y="20417"/>
                </a:lnTo>
                <a:lnTo>
                  <a:pt x="8439" y="19495"/>
                </a:lnTo>
                <a:lnTo>
                  <a:pt x="12332" y="17888"/>
                </a:lnTo>
                <a:lnTo>
                  <a:pt x="12332" y="13766"/>
                </a:lnTo>
                <a:lnTo>
                  <a:pt x="12521" y="12663"/>
                </a:lnTo>
                <a:lnTo>
                  <a:pt x="12553" y="10654"/>
                </a:lnTo>
                <a:lnTo>
                  <a:pt x="19795" y="9416"/>
                </a:lnTo>
                <a:lnTo>
                  <a:pt x="17486" y="4105"/>
                </a:lnTo>
                <a:lnTo>
                  <a:pt x="17817" y="0"/>
                </a:lnTo>
                <a:close/>
              </a:path>
            </a:pathLst>
          </a:custGeom>
          <a:solidFill>
            <a:srgbClr val="AEA1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6" name="bg object 626"/>
          <p:cNvSpPr/>
          <p:nvPr/>
        </p:nvSpPr>
        <p:spPr>
          <a:xfrm>
            <a:off x="2254665" y="3879034"/>
            <a:ext cx="12700" cy="23495"/>
          </a:xfrm>
          <a:custGeom>
            <a:avLst/>
            <a:gdLst/>
            <a:ahLst/>
            <a:cxnLst/>
            <a:rect l="l" t="t" r="r" b="b"/>
            <a:pathLst>
              <a:path w="12700" h="23495">
                <a:moveTo>
                  <a:pt x="10205" y="7"/>
                </a:moveTo>
                <a:lnTo>
                  <a:pt x="6083" y="0"/>
                </a:lnTo>
                <a:lnTo>
                  <a:pt x="5650" y="5311"/>
                </a:lnTo>
                <a:lnTo>
                  <a:pt x="6375" y="10803"/>
                </a:lnTo>
                <a:lnTo>
                  <a:pt x="0" y="15965"/>
                </a:lnTo>
                <a:lnTo>
                  <a:pt x="772" y="19582"/>
                </a:lnTo>
                <a:lnTo>
                  <a:pt x="591" y="22009"/>
                </a:lnTo>
                <a:lnTo>
                  <a:pt x="4704" y="23396"/>
                </a:lnTo>
                <a:lnTo>
                  <a:pt x="5082" y="21686"/>
                </a:lnTo>
                <a:lnTo>
                  <a:pt x="5295" y="18566"/>
                </a:lnTo>
                <a:lnTo>
                  <a:pt x="12222" y="17785"/>
                </a:lnTo>
                <a:lnTo>
                  <a:pt x="9661" y="12963"/>
                </a:lnTo>
                <a:lnTo>
                  <a:pt x="10220" y="9613"/>
                </a:lnTo>
                <a:lnTo>
                  <a:pt x="10205" y="7"/>
                </a:lnTo>
                <a:close/>
              </a:path>
            </a:pathLst>
          </a:custGeom>
          <a:solidFill>
            <a:srgbClr val="BBB2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7" name="bg object 627"/>
          <p:cNvSpPr/>
          <p:nvPr/>
        </p:nvSpPr>
        <p:spPr>
          <a:xfrm>
            <a:off x="2259368" y="3888644"/>
            <a:ext cx="13970" cy="13970"/>
          </a:xfrm>
          <a:custGeom>
            <a:avLst/>
            <a:gdLst/>
            <a:ahLst/>
            <a:cxnLst/>
            <a:rect l="l" t="t" r="r" b="b"/>
            <a:pathLst>
              <a:path w="13969" h="13970">
                <a:moveTo>
                  <a:pt x="5524" y="0"/>
                </a:moveTo>
                <a:lnTo>
                  <a:pt x="4956" y="3357"/>
                </a:lnTo>
                <a:lnTo>
                  <a:pt x="7517" y="8179"/>
                </a:lnTo>
                <a:lnTo>
                  <a:pt x="591" y="8959"/>
                </a:lnTo>
                <a:lnTo>
                  <a:pt x="378" y="12080"/>
                </a:lnTo>
                <a:lnTo>
                  <a:pt x="0" y="13782"/>
                </a:lnTo>
                <a:lnTo>
                  <a:pt x="13727" y="13782"/>
                </a:lnTo>
                <a:lnTo>
                  <a:pt x="13727" y="9653"/>
                </a:lnTo>
                <a:lnTo>
                  <a:pt x="8321" y="8187"/>
                </a:lnTo>
                <a:lnTo>
                  <a:pt x="9763" y="3766"/>
                </a:lnTo>
                <a:lnTo>
                  <a:pt x="9606" y="39"/>
                </a:lnTo>
                <a:lnTo>
                  <a:pt x="5524" y="0"/>
                </a:lnTo>
                <a:close/>
              </a:path>
            </a:pathLst>
          </a:custGeom>
          <a:solidFill>
            <a:srgbClr val="B1A8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8" name="bg object 628"/>
          <p:cNvSpPr/>
          <p:nvPr/>
        </p:nvSpPr>
        <p:spPr>
          <a:xfrm>
            <a:off x="2251143" y="3843252"/>
            <a:ext cx="10160" cy="13970"/>
          </a:xfrm>
          <a:custGeom>
            <a:avLst/>
            <a:gdLst/>
            <a:ahLst/>
            <a:cxnLst/>
            <a:rect l="l" t="t" r="r" b="b"/>
            <a:pathLst>
              <a:path w="10160" h="13970">
                <a:moveTo>
                  <a:pt x="5484" y="0"/>
                </a:moveTo>
                <a:lnTo>
                  <a:pt x="5153" y="4105"/>
                </a:lnTo>
                <a:lnTo>
                  <a:pt x="7454" y="9424"/>
                </a:lnTo>
                <a:lnTo>
                  <a:pt x="220" y="10654"/>
                </a:lnTo>
                <a:lnTo>
                  <a:pt x="181" y="12663"/>
                </a:lnTo>
                <a:lnTo>
                  <a:pt x="0" y="13774"/>
                </a:lnTo>
                <a:lnTo>
                  <a:pt x="5500" y="13759"/>
                </a:lnTo>
                <a:lnTo>
                  <a:pt x="6824" y="13175"/>
                </a:lnTo>
                <a:lnTo>
                  <a:pt x="9196" y="12718"/>
                </a:lnTo>
                <a:lnTo>
                  <a:pt x="9692" y="8613"/>
                </a:lnTo>
                <a:lnTo>
                  <a:pt x="9692" y="5137"/>
                </a:lnTo>
                <a:lnTo>
                  <a:pt x="9196" y="1032"/>
                </a:lnTo>
                <a:lnTo>
                  <a:pt x="6816" y="583"/>
                </a:lnTo>
                <a:lnTo>
                  <a:pt x="5484" y="0"/>
                </a:lnTo>
                <a:close/>
              </a:path>
            </a:pathLst>
          </a:custGeom>
          <a:solidFill>
            <a:srgbClr val="ADA5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9" name="bg object 629"/>
          <p:cNvSpPr/>
          <p:nvPr/>
        </p:nvSpPr>
        <p:spPr>
          <a:xfrm>
            <a:off x="2255271" y="3866646"/>
            <a:ext cx="10160" cy="12700"/>
          </a:xfrm>
          <a:custGeom>
            <a:avLst/>
            <a:gdLst/>
            <a:ahLst/>
            <a:cxnLst/>
            <a:rect l="l" t="t" r="r" b="b"/>
            <a:pathLst>
              <a:path w="10160" h="12700">
                <a:moveTo>
                  <a:pt x="5476" y="0"/>
                </a:moveTo>
                <a:lnTo>
                  <a:pt x="5555" y="2214"/>
                </a:lnTo>
                <a:lnTo>
                  <a:pt x="5358" y="3908"/>
                </a:lnTo>
                <a:lnTo>
                  <a:pt x="1442" y="4499"/>
                </a:lnTo>
                <a:lnTo>
                  <a:pt x="803" y="6879"/>
                </a:lnTo>
                <a:lnTo>
                  <a:pt x="0" y="8242"/>
                </a:lnTo>
                <a:lnTo>
                  <a:pt x="2931" y="8156"/>
                </a:lnTo>
                <a:lnTo>
                  <a:pt x="6036" y="7840"/>
                </a:lnTo>
                <a:lnTo>
                  <a:pt x="5476" y="12387"/>
                </a:lnTo>
                <a:lnTo>
                  <a:pt x="9598" y="12395"/>
                </a:lnTo>
                <a:lnTo>
                  <a:pt x="9582" y="15"/>
                </a:lnTo>
                <a:close/>
              </a:path>
            </a:pathLst>
          </a:custGeom>
          <a:solidFill>
            <a:srgbClr val="BEB5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0" name="bg object 630"/>
          <p:cNvSpPr/>
          <p:nvPr/>
        </p:nvSpPr>
        <p:spPr>
          <a:xfrm>
            <a:off x="2264851" y="3866620"/>
            <a:ext cx="4445" cy="12700"/>
          </a:xfrm>
          <a:custGeom>
            <a:avLst/>
            <a:gdLst/>
            <a:ahLst/>
            <a:cxnLst/>
            <a:rect l="l" t="t" r="r" b="b"/>
            <a:pathLst>
              <a:path w="4444" h="12700">
                <a:moveTo>
                  <a:pt x="2167" y="0"/>
                </a:moveTo>
                <a:lnTo>
                  <a:pt x="0" y="39"/>
                </a:lnTo>
                <a:lnTo>
                  <a:pt x="47" y="12427"/>
                </a:lnTo>
                <a:lnTo>
                  <a:pt x="2230" y="12450"/>
                </a:lnTo>
                <a:lnTo>
                  <a:pt x="4247" y="12324"/>
                </a:lnTo>
                <a:lnTo>
                  <a:pt x="4042" y="7234"/>
                </a:lnTo>
                <a:lnTo>
                  <a:pt x="4058" y="5169"/>
                </a:lnTo>
                <a:lnTo>
                  <a:pt x="4223" y="39"/>
                </a:lnTo>
                <a:lnTo>
                  <a:pt x="2167" y="0"/>
                </a:lnTo>
                <a:close/>
              </a:path>
            </a:pathLst>
          </a:custGeom>
          <a:solidFill>
            <a:srgbClr val="B4AA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1" name="bg object 631"/>
          <p:cNvSpPr/>
          <p:nvPr/>
        </p:nvSpPr>
        <p:spPr>
          <a:xfrm>
            <a:off x="2247252" y="3861142"/>
            <a:ext cx="9525" cy="5715"/>
          </a:xfrm>
          <a:custGeom>
            <a:avLst/>
            <a:gdLst/>
            <a:ahLst/>
            <a:cxnLst/>
            <a:rect l="l" t="t" r="r" b="b"/>
            <a:pathLst>
              <a:path w="9525" h="5714">
                <a:moveTo>
                  <a:pt x="9361" y="0"/>
                </a:moveTo>
                <a:lnTo>
                  <a:pt x="3884" y="0"/>
                </a:lnTo>
                <a:lnTo>
                  <a:pt x="0" y="1615"/>
                </a:lnTo>
                <a:lnTo>
                  <a:pt x="977" y="2529"/>
                </a:lnTo>
                <a:lnTo>
                  <a:pt x="1804" y="3869"/>
                </a:lnTo>
                <a:lnTo>
                  <a:pt x="4996" y="4988"/>
                </a:lnTo>
                <a:lnTo>
                  <a:pt x="7242" y="5130"/>
                </a:lnTo>
                <a:lnTo>
                  <a:pt x="9393" y="5508"/>
                </a:lnTo>
                <a:lnTo>
                  <a:pt x="9361" y="0"/>
                </a:lnTo>
                <a:close/>
              </a:path>
            </a:pathLst>
          </a:custGeom>
          <a:solidFill>
            <a:srgbClr val="BBAF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2" name="bg object 632"/>
          <p:cNvSpPr/>
          <p:nvPr/>
        </p:nvSpPr>
        <p:spPr>
          <a:xfrm>
            <a:off x="2251139" y="3857017"/>
            <a:ext cx="5715" cy="4445"/>
          </a:xfrm>
          <a:custGeom>
            <a:avLst/>
            <a:gdLst/>
            <a:ahLst/>
            <a:cxnLst/>
            <a:rect l="l" t="t" r="r" b="b"/>
            <a:pathLst>
              <a:path w="5714" h="4445">
                <a:moveTo>
                  <a:pt x="5508" y="0"/>
                </a:moveTo>
                <a:lnTo>
                  <a:pt x="7" y="7"/>
                </a:lnTo>
                <a:lnTo>
                  <a:pt x="0" y="4121"/>
                </a:lnTo>
                <a:lnTo>
                  <a:pt x="5476" y="4121"/>
                </a:lnTo>
                <a:lnTo>
                  <a:pt x="5492" y="2742"/>
                </a:lnTo>
                <a:lnTo>
                  <a:pt x="5492" y="1371"/>
                </a:lnTo>
                <a:lnTo>
                  <a:pt x="5508" y="0"/>
                </a:lnTo>
                <a:close/>
              </a:path>
            </a:pathLst>
          </a:custGeom>
          <a:solidFill>
            <a:srgbClr val="C1B8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3" name="bg object 633"/>
          <p:cNvSpPr/>
          <p:nvPr/>
        </p:nvSpPr>
        <p:spPr>
          <a:xfrm>
            <a:off x="2249769" y="3901048"/>
            <a:ext cx="23495" cy="27940"/>
          </a:xfrm>
          <a:custGeom>
            <a:avLst/>
            <a:gdLst/>
            <a:ahLst/>
            <a:cxnLst/>
            <a:rect l="l" t="t" r="r" b="b"/>
            <a:pathLst>
              <a:path w="23494" h="27939">
                <a:moveTo>
                  <a:pt x="5484" y="0"/>
                </a:moveTo>
                <a:lnTo>
                  <a:pt x="1371" y="7"/>
                </a:lnTo>
                <a:lnTo>
                  <a:pt x="1371" y="9637"/>
                </a:lnTo>
                <a:lnTo>
                  <a:pt x="4129" y="9385"/>
                </a:lnTo>
                <a:lnTo>
                  <a:pt x="5563" y="10275"/>
                </a:lnTo>
                <a:lnTo>
                  <a:pt x="5563" y="16525"/>
                </a:lnTo>
                <a:lnTo>
                  <a:pt x="4799" y="18313"/>
                </a:lnTo>
                <a:lnTo>
                  <a:pt x="1363" y="17896"/>
                </a:lnTo>
                <a:lnTo>
                  <a:pt x="0" y="23396"/>
                </a:lnTo>
                <a:lnTo>
                  <a:pt x="2269" y="23546"/>
                </a:lnTo>
                <a:lnTo>
                  <a:pt x="4302" y="23073"/>
                </a:lnTo>
                <a:lnTo>
                  <a:pt x="6981" y="27470"/>
                </a:lnTo>
                <a:lnTo>
                  <a:pt x="11071" y="27061"/>
                </a:lnTo>
                <a:lnTo>
                  <a:pt x="13727" y="27525"/>
                </a:lnTo>
                <a:lnTo>
                  <a:pt x="13294" y="24271"/>
                </a:lnTo>
                <a:lnTo>
                  <a:pt x="14775" y="20945"/>
                </a:lnTo>
                <a:lnTo>
                  <a:pt x="7084" y="16131"/>
                </a:lnTo>
                <a:lnTo>
                  <a:pt x="9960" y="7517"/>
                </a:lnTo>
                <a:lnTo>
                  <a:pt x="16257" y="5295"/>
                </a:lnTo>
                <a:lnTo>
                  <a:pt x="18266" y="4806"/>
                </a:lnTo>
                <a:lnTo>
                  <a:pt x="19834" y="8849"/>
                </a:lnTo>
                <a:lnTo>
                  <a:pt x="21970" y="9078"/>
                </a:lnTo>
                <a:lnTo>
                  <a:pt x="23294" y="9613"/>
                </a:lnTo>
                <a:lnTo>
                  <a:pt x="23325" y="1379"/>
                </a:lnTo>
                <a:lnTo>
                  <a:pt x="9598" y="1379"/>
                </a:lnTo>
                <a:lnTo>
                  <a:pt x="5484" y="0"/>
                </a:lnTo>
                <a:close/>
              </a:path>
            </a:pathLst>
          </a:custGeom>
          <a:solidFill>
            <a:srgbClr val="B9B1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4" name="bg object 634"/>
          <p:cNvSpPr/>
          <p:nvPr/>
        </p:nvSpPr>
        <p:spPr>
          <a:xfrm>
            <a:off x="2256848" y="3905853"/>
            <a:ext cx="16510" cy="22860"/>
          </a:xfrm>
          <a:custGeom>
            <a:avLst/>
            <a:gdLst/>
            <a:ahLst/>
            <a:cxnLst/>
            <a:rect l="l" t="t" r="r" b="b"/>
            <a:pathLst>
              <a:path w="16510" h="22860">
                <a:moveTo>
                  <a:pt x="11182" y="0"/>
                </a:moveTo>
                <a:lnTo>
                  <a:pt x="9180" y="488"/>
                </a:lnTo>
                <a:lnTo>
                  <a:pt x="2884" y="2710"/>
                </a:lnTo>
                <a:lnTo>
                  <a:pt x="0" y="11324"/>
                </a:lnTo>
                <a:lnTo>
                  <a:pt x="7691" y="16146"/>
                </a:lnTo>
                <a:lnTo>
                  <a:pt x="6217" y="19464"/>
                </a:lnTo>
                <a:lnTo>
                  <a:pt x="6650" y="22718"/>
                </a:lnTo>
                <a:lnTo>
                  <a:pt x="10740" y="22726"/>
                </a:lnTo>
                <a:lnTo>
                  <a:pt x="10843" y="17068"/>
                </a:lnTo>
                <a:lnTo>
                  <a:pt x="9724" y="11032"/>
                </a:lnTo>
                <a:lnTo>
                  <a:pt x="16398" y="7163"/>
                </a:lnTo>
                <a:lnTo>
                  <a:pt x="16146" y="5705"/>
                </a:lnTo>
                <a:lnTo>
                  <a:pt x="16209" y="4814"/>
                </a:lnTo>
                <a:lnTo>
                  <a:pt x="14893" y="4271"/>
                </a:lnTo>
                <a:lnTo>
                  <a:pt x="12758" y="4042"/>
                </a:lnTo>
                <a:lnTo>
                  <a:pt x="11182" y="0"/>
                </a:lnTo>
                <a:close/>
              </a:path>
            </a:pathLst>
          </a:custGeom>
          <a:solidFill>
            <a:srgbClr val="B4A8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5" name="bg object 635"/>
          <p:cNvSpPr/>
          <p:nvPr/>
        </p:nvSpPr>
        <p:spPr>
          <a:xfrm>
            <a:off x="2249764" y="3924127"/>
            <a:ext cx="18415" cy="22860"/>
          </a:xfrm>
          <a:custGeom>
            <a:avLst/>
            <a:gdLst/>
            <a:ahLst/>
            <a:cxnLst/>
            <a:rect l="l" t="t" r="r" b="b"/>
            <a:pathLst>
              <a:path w="18414" h="22860">
                <a:moveTo>
                  <a:pt x="17830" y="8384"/>
                </a:moveTo>
                <a:lnTo>
                  <a:pt x="12246" y="8384"/>
                </a:lnTo>
                <a:lnTo>
                  <a:pt x="13916" y="9093"/>
                </a:lnTo>
                <a:lnTo>
                  <a:pt x="13593" y="15603"/>
                </a:lnTo>
                <a:lnTo>
                  <a:pt x="13727" y="18975"/>
                </a:lnTo>
                <a:lnTo>
                  <a:pt x="13735" y="22340"/>
                </a:lnTo>
                <a:lnTo>
                  <a:pt x="17848" y="22340"/>
                </a:lnTo>
                <a:lnTo>
                  <a:pt x="17830" y="8384"/>
                </a:lnTo>
                <a:close/>
              </a:path>
              <a:path w="18414" h="22860">
                <a:moveTo>
                  <a:pt x="0" y="323"/>
                </a:moveTo>
                <a:lnTo>
                  <a:pt x="126" y="8581"/>
                </a:lnTo>
                <a:lnTo>
                  <a:pt x="9613" y="8581"/>
                </a:lnTo>
                <a:lnTo>
                  <a:pt x="12246" y="8384"/>
                </a:lnTo>
                <a:lnTo>
                  <a:pt x="17830" y="8384"/>
                </a:lnTo>
                <a:lnTo>
                  <a:pt x="17825" y="4452"/>
                </a:lnTo>
                <a:lnTo>
                  <a:pt x="7028" y="4452"/>
                </a:lnTo>
                <a:lnTo>
                  <a:pt x="4587" y="464"/>
                </a:lnTo>
                <a:lnTo>
                  <a:pt x="2277" y="464"/>
                </a:lnTo>
                <a:lnTo>
                  <a:pt x="0" y="323"/>
                </a:lnTo>
                <a:close/>
              </a:path>
              <a:path w="18414" h="22860">
                <a:moveTo>
                  <a:pt x="11071" y="3979"/>
                </a:moveTo>
                <a:lnTo>
                  <a:pt x="6361" y="4452"/>
                </a:lnTo>
                <a:lnTo>
                  <a:pt x="13780" y="4452"/>
                </a:lnTo>
                <a:lnTo>
                  <a:pt x="11071" y="3979"/>
                </a:lnTo>
                <a:close/>
              </a:path>
              <a:path w="18414" h="22860">
                <a:moveTo>
                  <a:pt x="4302" y="0"/>
                </a:moveTo>
                <a:lnTo>
                  <a:pt x="2277" y="464"/>
                </a:lnTo>
                <a:lnTo>
                  <a:pt x="4587" y="464"/>
                </a:lnTo>
                <a:lnTo>
                  <a:pt x="4302" y="0"/>
                </a:lnTo>
                <a:close/>
              </a:path>
            </a:pathLst>
          </a:custGeom>
          <a:solidFill>
            <a:srgbClr val="B6AD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6" name="bg object 636"/>
          <p:cNvSpPr/>
          <p:nvPr/>
        </p:nvSpPr>
        <p:spPr>
          <a:xfrm>
            <a:off x="2277211" y="3916206"/>
            <a:ext cx="10160" cy="26670"/>
          </a:xfrm>
          <a:custGeom>
            <a:avLst/>
            <a:gdLst/>
            <a:ahLst/>
            <a:cxnLst/>
            <a:rect l="l" t="t" r="r" b="b"/>
            <a:pathLst>
              <a:path w="10160" h="26670">
                <a:moveTo>
                  <a:pt x="4089" y="0"/>
                </a:moveTo>
                <a:lnTo>
                  <a:pt x="31" y="0"/>
                </a:lnTo>
                <a:lnTo>
                  <a:pt x="0" y="26131"/>
                </a:lnTo>
                <a:lnTo>
                  <a:pt x="4097" y="26131"/>
                </a:lnTo>
                <a:lnTo>
                  <a:pt x="4184" y="25256"/>
                </a:lnTo>
                <a:lnTo>
                  <a:pt x="3987" y="23798"/>
                </a:lnTo>
                <a:lnTo>
                  <a:pt x="9558" y="21135"/>
                </a:lnTo>
                <a:lnTo>
                  <a:pt x="8093" y="16501"/>
                </a:lnTo>
                <a:lnTo>
                  <a:pt x="8234" y="12387"/>
                </a:lnTo>
                <a:lnTo>
                  <a:pt x="5642" y="12537"/>
                </a:lnTo>
                <a:lnTo>
                  <a:pt x="3924" y="11859"/>
                </a:lnTo>
                <a:lnTo>
                  <a:pt x="4263" y="5815"/>
                </a:lnTo>
                <a:lnTo>
                  <a:pt x="4105" y="2907"/>
                </a:lnTo>
                <a:lnTo>
                  <a:pt x="4089" y="0"/>
                </a:lnTo>
                <a:close/>
              </a:path>
            </a:pathLst>
          </a:custGeom>
          <a:solidFill>
            <a:srgbClr val="B5A8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7" name="bg object 637"/>
          <p:cNvSpPr/>
          <p:nvPr/>
        </p:nvSpPr>
        <p:spPr>
          <a:xfrm>
            <a:off x="2267612" y="3931934"/>
            <a:ext cx="10160" cy="16510"/>
          </a:xfrm>
          <a:custGeom>
            <a:avLst/>
            <a:gdLst/>
            <a:ahLst/>
            <a:cxnLst/>
            <a:rect l="l" t="t" r="r" b="b"/>
            <a:pathLst>
              <a:path w="10160" h="16510">
                <a:moveTo>
                  <a:pt x="6784" y="0"/>
                </a:moveTo>
                <a:lnTo>
                  <a:pt x="3065" y="866"/>
                </a:lnTo>
                <a:lnTo>
                  <a:pt x="7" y="756"/>
                </a:lnTo>
                <a:lnTo>
                  <a:pt x="0" y="14531"/>
                </a:lnTo>
                <a:lnTo>
                  <a:pt x="6863" y="15910"/>
                </a:lnTo>
                <a:lnTo>
                  <a:pt x="9590" y="10386"/>
                </a:lnTo>
                <a:lnTo>
                  <a:pt x="6193" y="10551"/>
                </a:lnTo>
                <a:lnTo>
                  <a:pt x="2702" y="10402"/>
                </a:lnTo>
                <a:lnTo>
                  <a:pt x="6784" y="0"/>
                </a:lnTo>
                <a:close/>
              </a:path>
            </a:pathLst>
          </a:custGeom>
          <a:solidFill>
            <a:srgbClr val="ADA4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8" name="bg object 638"/>
          <p:cNvSpPr/>
          <p:nvPr/>
        </p:nvSpPr>
        <p:spPr>
          <a:xfrm>
            <a:off x="2277157" y="3906500"/>
            <a:ext cx="4445" cy="10160"/>
          </a:xfrm>
          <a:custGeom>
            <a:avLst/>
            <a:gdLst/>
            <a:ahLst/>
            <a:cxnLst/>
            <a:rect l="l" t="t" r="r" b="b"/>
            <a:pathLst>
              <a:path w="4444" h="10160">
                <a:moveTo>
                  <a:pt x="0" y="0"/>
                </a:moveTo>
                <a:lnTo>
                  <a:pt x="126" y="5248"/>
                </a:lnTo>
                <a:lnTo>
                  <a:pt x="86" y="7478"/>
                </a:lnTo>
                <a:lnTo>
                  <a:pt x="86" y="9708"/>
                </a:lnTo>
                <a:lnTo>
                  <a:pt x="4145" y="9708"/>
                </a:lnTo>
                <a:lnTo>
                  <a:pt x="4200" y="4168"/>
                </a:lnTo>
                <a:lnTo>
                  <a:pt x="4160" y="70"/>
                </a:lnTo>
                <a:lnTo>
                  <a:pt x="2080" y="47"/>
                </a:lnTo>
                <a:lnTo>
                  <a:pt x="0" y="0"/>
                </a:lnTo>
                <a:close/>
              </a:path>
            </a:pathLst>
          </a:custGeom>
          <a:solidFill>
            <a:srgbClr val="ABA0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9" name="bg object 639"/>
          <p:cNvSpPr/>
          <p:nvPr/>
        </p:nvSpPr>
        <p:spPr>
          <a:xfrm>
            <a:off x="2113888" y="3568974"/>
            <a:ext cx="27940" cy="31115"/>
          </a:xfrm>
          <a:custGeom>
            <a:avLst/>
            <a:gdLst/>
            <a:ahLst/>
            <a:cxnLst/>
            <a:rect l="l" t="t" r="r" b="b"/>
            <a:pathLst>
              <a:path w="27939" h="31114">
                <a:moveTo>
                  <a:pt x="9046" y="0"/>
                </a:moveTo>
                <a:lnTo>
                  <a:pt x="9606" y="4570"/>
                </a:lnTo>
                <a:lnTo>
                  <a:pt x="9613" y="8684"/>
                </a:lnTo>
                <a:lnTo>
                  <a:pt x="10937" y="9275"/>
                </a:lnTo>
                <a:lnTo>
                  <a:pt x="13317" y="9724"/>
                </a:lnTo>
                <a:lnTo>
                  <a:pt x="13814" y="13829"/>
                </a:lnTo>
                <a:lnTo>
                  <a:pt x="13814" y="17313"/>
                </a:lnTo>
                <a:lnTo>
                  <a:pt x="13317" y="21418"/>
                </a:lnTo>
                <a:lnTo>
                  <a:pt x="10937" y="21867"/>
                </a:lnTo>
                <a:lnTo>
                  <a:pt x="9613" y="22451"/>
                </a:lnTo>
                <a:lnTo>
                  <a:pt x="1379" y="26572"/>
                </a:lnTo>
                <a:lnTo>
                  <a:pt x="0" y="30701"/>
                </a:lnTo>
                <a:lnTo>
                  <a:pt x="17407" y="30709"/>
                </a:lnTo>
                <a:lnTo>
                  <a:pt x="17841" y="26580"/>
                </a:lnTo>
                <a:lnTo>
                  <a:pt x="18298" y="23719"/>
                </a:lnTo>
                <a:lnTo>
                  <a:pt x="19086" y="20851"/>
                </a:lnTo>
                <a:lnTo>
                  <a:pt x="19188" y="14885"/>
                </a:lnTo>
                <a:lnTo>
                  <a:pt x="20520" y="13924"/>
                </a:lnTo>
                <a:lnTo>
                  <a:pt x="23302" y="14223"/>
                </a:lnTo>
                <a:lnTo>
                  <a:pt x="23286" y="11331"/>
                </a:lnTo>
                <a:lnTo>
                  <a:pt x="22821" y="8100"/>
                </a:lnTo>
                <a:lnTo>
                  <a:pt x="27439" y="8699"/>
                </a:lnTo>
                <a:lnTo>
                  <a:pt x="27447" y="4570"/>
                </a:lnTo>
                <a:lnTo>
                  <a:pt x="24531" y="4562"/>
                </a:lnTo>
                <a:lnTo>
                  <a:pt x="21623" y="4428"/>
                </a:lnTo>
                <a:lnTo>
                  <a:pt x="15571" y="4759"/>
                </a:lnTo>
                <a:lnTo>
                  <a:pt x="14901" y="3041"/>
                </a:lnTo>
                <a:lnTo>
                  <a:pt x="15114" y="417"/>
                </a:lnTo>
                <a:lnTo>
                  <a:pt x="12159" y="330"/>
                </a:lnTo>
                <a:lnTo>
                  <a:pt x="9046" y="0"/>
                </a:lnTo>
                <a:close/>
              </a:path>
            </a:pathLst>
          </a:custGeom>
          <a:solidFill>
            <a:srgbClr val="B9A9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0" name="bg object 640"/>
          <p:cNvSpPr/>
          <p:nvPr/>
        </p:nvSpPr>
        <p:spPr>
          <a:xfrm>
            <a:off x="2123502" y="3577660"/>
            <a:ext cx="4445" cy="13970"/>
          </a:xfrm>
          <a:custGeom>
            <a:avLst/>
            <a:gdLst/>
            <a:ahLst/>
            <a:cxnLst/>
            <a:rect l="l" t="t" r="r" b="b"/>
            <a:pathLst>
              <a:path w="4444" h="13970">
                <a:moveTo>
                  <a:pt x="0" y="0"/>
                </a:moveTo>
                <a:lnTo>
                  <a:pt x="0" y="13759"/>
                </a:lnTo>
                <a:lnTo>
                  <a:pt x="1323" y="13183"/>
                </a:lnTo>
                <a:lnTo>
                  <a:pt x="3703" y="12726"/>
                </a:lnTo>
                <a:lnTo>
                  <a:pt x="4200" y="8621"/>
                </a:lnTo>
                <a:lnTo>
                  <a:pt x="4200" y="5145"/>
                </a:lnTo>
                <a:lnTo>
                  <a:pt x="3703" y="1040"/>
                </a:lnTo>
                <a:lnTo>
                  <a:pt x="1323" y="583"/>
                </a:lnTo>
                <a:lnTo>
                  <a:pt x="0" y="0"/>
                </a:lnTo>
                <a:close/>
              </a:path>
            </a:pathLst>
          </a:custGeom>
          <a:solidFill>
            <a:srgbClr val="B2A4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1" name="bg object 641"/>
          <p:cNvSpPr/>
          <p:nvPr/>
        </p:nvSpPr>
        <p:spPr>
          <a:xfrm>
            <a:off x="2109747" y="3581599"/>
            <a:ext cx="10160" cy="5715"/>
          </a:xfrm>
          <a:custGeom>
            <a:avLst/>
            <a:gdLst/>
            <a:ahLst/>
            <a:cxnLst/>
            <a:rect l="l" t="t" r="r" b="b"/>
            <a:pathLst>
              <a:path w="10160" h="5714">
                <a:moveTo>
                  <a:pt x="4397" y="0"/>
                </a:moveTo>
                <a:lnTo>
                  <a:pt x="1347" y="669"/>
                </a:lnTo>
                <a:lnTo>
                  <a:pt x="772" y="2955"/>
                </a:lnTo>
                <a:lnTo>
                  <a:pt x="0" y="4302"/>
                </a:lnTo>
                <a:lnTo>
                  <a:pt x="5524" y="5705"/>
                </a:lnTo>
                <a:lnTo>
                  <a:pt x="6832" y="5145"/>
                </a:lnTo>
                <a:lnTo>
                  <a:pt x="8345" y="4822"/>
                </a:lnTo>
                <a:lnTo>
                  <a:pt x="9747" y="3561"/>
                </a:lnTo>
                <a:lnTo>
                  <a:pt x="9235" y="1150"/>
                </a:lnTo>
                <a:lnTo>
                  <a:pt x="6706" y="520"/>
                </a:lnTo>
                <a:lnTo>
                  <a:pt x="4397" y="0"/>
                </a:lnTo>
                <a:close/>
              </a:path>
            </a:pathLst>
          </a:custGeom>
          <a:solidFill>
            <a:srgbClr val="BEB1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2" name="bg object 642"/>
          <p:cNvSpPr/>
          <p:nvPr/>
        </p:nvSpPr>
        <p:spPr>
          <a:xfrm>
            <a:off x="2119410" y="3539793"/>
            <a:ext cx="29209" cy="20320"/>
          </a:xfrm>
          <a:custGeom>
            <a:avLst/>
            <a:gdLst/>
            <a:ahLst/>
            <a:cxnLst/>
            <a:rect l="l" t="t" r="r" b="b"/>
            <a:pathLst>
              <a:path w="29210" h="20320">
                <a:moveTo>
                  <a:pt x="13664" y="0"/>
                </a:moveTo>
                <a:lnTo>
                  <a:pt x="8770" y="2639"/>
                </a:lnTo>
                <a:lnTo>
                  <a:pt x="5468" y="2088"/>
                </a:lnTo>
                <a:lnTo>
                  <a:pt x="1323" y="2096"/>
                </a:lnTo>
                <a:lnTo>
                  <a:pt x="0" y="11702"/>
                </a:lnTo>
                <a:lnTo>
                  <a:pt x="3152" y="11678"/>
                </a:lnTo>
                <a:lnTo>
                  <a:pt x="8526" y="11867"/>
                </a:lnTo>
                <a:lnTo>
                  <a:pt x="12545" y="15587"/>
                </a:lnTo>
                <a:lnTo>
                  <a:pt x="13695" y="19984"/>
                </a:lnTo>
                <a:lnTo>
                  <a:pt x="15011" y="19495"/>
                </a:lnTo>
                <a:lnTo>
                  <a:pt x="17250" y="19275"/>
                </a:lnTo>
                <a:lnTo>
                  <a:pt x="18463" y="14980"/>
                </a:lnTo>
                <a:lnTo>
                  <a:pt x="21103" y="16075"/>
                </a:lnTo>
                <a:lnTo>
                  <a:pt x="23302" y="15847"/>
                </a:lnTo>
                <a:lnTo>
                  <a:pt x="23451" y="14775"/>
                </a:lnTo>
                <a:lnTo>
                  <a:pt x="23325" y="12907"/>
                </a:lnTo>
                <a:lnTo>
                  <a:pt x="28802" y="11048"/>
                </a:lnTo>
                <a:lnTo>
                  <a:pt x="27179" y="6911"/>
                </a:lnTo>
                <a:lnTo>
                  <a:pt x="27391" y="3451"/>
                </a:lnTo>
                <a:lnTo>
                  <a:pt x="25587" y="3459"/>
                </a:lnTo>
                <a:lnTo>
                  <a:pt x="23782" y="3569"/>
                </a:lnTo>
                <a:lnTo>
                  <a:pt x="19882" y="3262"/>
                </a:lnTo>
                <a:lnTo>
                  <a:pt x="17462" y="2222"/>
                </a:lnTo>
                <a:lnTo>
                  <a:pt x="17470" y="6107"/>
                </a:lnTo>
                <a:lnTo>
                  <a:pt x="15216" y="6264"/>
                </a:lnTo>
                <a:lnTo>
                  <a:pt x="14019" y="6406"/>
                </a:lnTo>
                <a:lnTo>
                  <a:pt x="13664" y="0"/>
                </a:lnTo>
                <a:close/>
              </a:path>
            </a:pathLst>
          </a:custGeom>
          <a:solidFill>
            <a:srgbClr val="7F70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3" name="bg object 643"/>
          <p:cNvSpPr/>
          <p:nvPr/>
        </p:nvSpPr>
        <p:spPr>
          <a:xfrm>
            <a:off x="2128988" y="3555638"/>
            <a:ext cx="22225" cy="18415"/>
          </a:xfrm>
          <a:custGeom>
            <a:avLst/>
            <a:gdLst/>
            <a:ahLst/>
            <a:cxnLst/>
            <a:rect l="l" t="t" r="r" b="b"/>
            <a:pathLst>
              <a:path w="22225" h="18414">
                <a:moveTo>
                  <a:pt x="21954" y="0"/>
                </a:moveTo>
                <a:lnTo>
                  <a:pt x="13727" y="7"/>
                </a:lnTo>
                <a:lnTo>
                  <a:pt x="13357" y="1773"/>
                </a:lnTo>
                <a:lnTo>
                  <a:pt x="11197" y="9629"/>
                </a:lnTo>
                <a:lnTo>
                  <a:pt x="0" y="9637"/>
                </a:lnTo>
                <a:lnTo>
                  <a:pt x="15" y="13759"/>
                </a:lnTo>
                <a:lnTo>
                  <a:pt x="2915" y="13766"/>
                </a:lnTo>
                <a:lnTo>
                  <a:pt x="5815" y="13900"/>
                </a:lnTo>
                <a:lnTo>
                  <a:pt x="11851" y="13569"/>
                </a:lnTo>
                <a:lnTo>
                  <a:pt x="12545" y="15272"/>
                </a:lnTo>
                <a:lnTo>
                  <a:pt x="12340" y="17896"/>
                </a:lnTo>
                <a:lnTo>
                  <a:pt x="17841" y="17888"/>
                </a:lnTo>
                <a:lnTo>
                  <a:pt x="17841" y="15823"/>
                </a:lnTo>
                <a:lnTo>
                  <a:pt x="17770" y="13759"/>
                </a:lnTo>
                <a:lnTo>
                  <a:pt x="17974" y="9141"/>
                </a:lnTo>
                <a:lnTo>
                  <a:pt x="16919" y="6193"/>
                </a:lnTo>
                <a:lnTo>
                  <a:pt x="21631" y="4680"/>
                </a:lnTo>
                <a:lnTo>
                  <a:pt x="21592" y="1717"/>
                </a:lnTo>
                <a:lnTo>
                  <a:pt x="21954" y="0"/>
                </a:lnTo>
                <a:close/>
              </a:path>
            </a:pathLst>
          </a:custGeom>
          <a:solidFill>
            <a:srgbClr val="A094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4" name="bg object 644"/>
          <p:cNvSpPr/>
          <p:nvPr/>
        </p:nvSpPr>
        <p:spPr>
          <a:xfrm>
            <a:off x="2133097" y="3554776"/>
            <a:ext cx="10160" cy="10795"/>
          </a:xfrm>
          <a:custGeom>
            <a:avLst/>
            <a:gdLst/>
            <a:ahLst/>
            <a:cxnLst/>
            <a:rect l="l" t="t" r="r" b="b"/>
            <a:pathLst>
              <a:path w="10160" h="10795">
                <a:moveTo>
                  <a:pt x="4783" y="0"/>
                </a:moveTo>
                <a:lnTo>
                  <a:pt x="3561" y="4286"/>
                </a:lnTo>
                <a:lnTo>
                  <a:pt x="1323" y="4507"/>
                </a:lnTo>
                <a:lnTo>
                  <a:pt x="7" y="4996"/>
                </a:lnTo>
                <a:lnTo>
                  <a:pt x="0" y="10480"/>
                </a:lnTo>
                <a:lnTo>
                  <a:pt x="7076" y="10480"/>
                </a:lnTo>
                <a:lnTo>
                  <a:pt x="9251" y="2632"/>
                </a:lnTo>
                <a:lnTo>
                  <a:pt x="9416" y="1741"/>
                </a:lnTo>
                <a:lnTo>
                  <a:pt x="9613" y="866"/>
                </a:lnTo>
                <a:lnTo>
                  <a:pt x="7415" y="1095"/>
                </a:lnTo>
                <a:lnTo>
                  <a:pt x="4783" y="0"/>
                </a:lnTo>
                <a:close/>
              </a:path>
            </a:pathLst>
          </a:custGeom>
          <a:solidFill>
            <a:srgbClr val="9586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5" name="bg object 645"/>
          <p:cNvSpPr/>
          <p:nvPr/>
        </p:nvSpPr>
        <p:spPr>
          <a:xfrm>
            <a:off x="2231962" y="4329014"/>
            <a:ext cx="19685" cy="27940"/>
          </a:xfrm>
          <a:custGeom>
            <a:avLst/>
            <a:gdLst/>
            <a:ahLst/>
            <a:cxnLst/>
            <a:rect l="l" t="t" r="r" b="b"/>
            <a:pathLst>
              <a:path w="19685" h="27939">
                <a:moveTo>
                  <a:pt x="10906" y="0"/>
                </a:moveTo>
                <a:lnTo>
                  <a:pt x="5453" y="7"/>
                </a:lnTo>
                <a:lnTo>
                  <a:pt x="5445" y="13766"/>
                </a:lnTo>
                <a:lnTo>
                  <a:pt x="5358" y="14673"/>
                </a:lnTo>
                <a:lnTo>
                  <a:pt x="5563" y="16194"/>
                </a:lnTo>
                <a:lnTo>
                  <a:pt x="0" y="18818"/>
                </a:lnTo>
                <a:lnTo>
                  <a:pt x="1449" y="23412"/>
                </a:lnTo>
                <a:lnTo>
                  <a:pt x="1308" y="27486"/>
                </a:lnTo>
                <a:lnTo>
                  <a:pt x="19164" y="27518"/>
                </a:lnTo>
                <a:lnTo>
                  <a:pt x="19164" y="19267"/>
                </a:lnTo>
                <a:lnTo>
                  <a:pt x="16753" y="18794"/>
                </a:lnTo>
                <a:lnTo>
                  <a:pt x="14168" y="18699"/>
                </a:lnTo>
                <a:lnTo>
                  <a:pt x="10827" y="17186"/>
                </a:lnTo>
                <a:lnTo>
                  <a:pt x="10362" y="15130"/>
                </a:lnTo>
                <a:lnTo>
                  <a:pt x="9582" y="13759"/>
                </a:lnTo>
                <a:lnTo>
                  <a:pt x="10937" y="5516"/>
                </a:lnTo>
                <a:lnTo>
                  <a:pt x="10906" y="0"/>
                </a:lnTo>
                <a:close/>
              </a:path>
            </a:pathLst>
          </a:custGeom>
          <a:solidFill>
            <a:srgbClr val="7A70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6" name="bg object 646"/>
          <p:cNvSpPr/>
          <p:nvPr/>
        </p:nvSpPr>
        <p:spPr>
          <a:xfrm>
            <a:off x="2251144" y="4330402"/>
            <a:ext cx="13970" cy="22860"/>
          </a:xfrm>
          <a:custGeom>
            <a:avLst/>
            <a:gdLst/>
            <a:ahLst/>
            <a:cxnLst/>
            <a:rect l="l" t="t" r="r" b="b"/>
            <a:pathLst>
              <a:path w="13969" h="22860">
                <a:moveTo>
                  <a:pt x="4105" y="7"/>
                </a:moveTo>
                <a:lnTo>
                  <a:pt x="0" y="0"/>
                </a:lnTo>
                <a:lnTo>
                  <a:pt x="15" y="22049"/>
                </a:lnTo>
                <a:lnTo>
                  <a:pt x="3112" y="22395"/>
                </a:lnTo>
                <a:lnTo>
                  <a:pt x="4499" y="21016"/>
                </a:lnTo>
                <a:lnTo>
                  <a:pt x="4137" y="17904"/>
                </a:lnTo>
                <a:lnTo>
                  <a:pt x="4704" y="11465"/>
                </a:lnTo>
                <a:lnTo>
                  <a:pt x="5847" y="10969"/>
                </a:lnTo>
                <a:lnTo>
                  <a:pt x="13711" y="13774"/>
                </a:lnTo>
                <a:lnTo>
                  <a:pt x="13632" y="11197"/>
                </a:lnTo>
                <a:lnTo>
                  <a:pt x="13940" y="9196"/>
                </a:lnTo>
                <a:lnTo>
                  <a:pt x="7959" y="6777"/>
                </a:lnTo>
                <a:lnTo>
                  <a:pt x="3680" y="4554"/>
                </a:lnTo>
                <a:lnTo>
                  <a:pt x="4105" y="7"/>
                </a:lnTo>
                <a:close/>
              </a:path>
            </a:pathLst>
          </a:custGeom>
          <a:solidFill>
            <a:srgbClr val="8177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7" name="bg object 647"/>
          <p:cNvSpPr/>
          <p:nvPr/>
        </p:nvSpPr>
        <p:spPr>
          <a:xfrm>
            <a:off x="2255282" y="4341377"/>
            <a:ext cx="10160" cy="6985"/>
          </a:xfrm>
          <a:custGeom>
            <a:avLst/>
            <a:gdLst/>
            <a:ahLst/>
            <a:cxnLst/>
            <a:rect l="l" t="t" r="r" b="b"/>
            <a:pathLst>
              <a:path w="10160" h="6985">
                <a:moveTo>
                  <a:pt x="1710" y="0"/>
                </a:moveTo>
                <a:lnTo>
                  <a:pt x="567" y="496"/>
                </a:lnTo>
                <a:lnTo>
                  <a:pt x="0" y="6926"/>
                </a:lnTo>
                <a:lnTo>
                  <a:pt x="9543" y="6926"/>
                </a:lnTo>
                <a:lnTo>
                  <a:pt x="9574" y="2797"/>
                </a:lnTo>
                <a:lnTo>
                  <a:pt x="1710" y="0"/>
                </a:lnTo>
                <a:close/>
              </a:path>
            </a:pathLst>
          </a:custGeom>
          <a:solidFill>
            <a:srgbClr val="928B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8" name="bg object 648"/>
          <p:cNvSpPr/>
          <p:nvPr/>
        </p:nvSpPr>
        <p:spPr>
          <a:xfrm>
            <a:off x="2241520" y="4356551"/>
            <a:ext cx="4445" cy="13970"/>
          </a:xfrm>
          <a:custGeom>
            <a:avLst/>
            <a:gdLst/>
            <a:ahLst/>
            <a:cxnLst/>
            <a:rect l="l" t="t" r="r" b="b"/>
            <a:pathLst>
              <a:path w="4444" h="13970">
                <a:moveTo>
                  <a:pt x="15" y="0"/>
                </a:moveTo>
                <a:lnTo>
                  <a:pt x="0" y="13751"/>
                </a:lnTo>
                <a:lnTo>
                  <a:pt x="4097" y="13751"/>
                </a:lnTo>
                <a:lnTo>
                  <a:pt x="4152" y="15"/>
                </a:lnTo>
                <a:lnTo>
                  <a:pt x="15" y="0"/>
                </a:lnTo>
                <a:close/>
              </a:path>
            </a:pathLst>
          </a:custGeom>
          <a:solidFill>
            <a:srgbClr val="7E79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9" name="bg object 649"/>
          <p:cNvSpPr/>
          <p:nvPr/>
        </p:nvSpPr>
        <p:spPr>
          <a:xfrm>
            <a:off x="2068595" y="4300116"/>
            <a:ext cx="23495" cy="40005"/>
          </a:xfrm>
          <a:custGeom>
            <a:avLst/>
            <a:gdLst/>
            <a:ahLst/>
            <a:cxnLst/>
            <a:rect l="l" t="t" r="r" b="b"/>
            <a:pathLst>
              <a:path w="23494" h="40004">
                <a:moveTo>
                  <a:pt x="9606" y="0"/>
                </a:moveTo>
                <a:lnTo>
                  <a:pt x="5437" y="0"/>
                </a:lnTo>
                <a:lnTo>
                  <a:pt x="4105" y="1363"/>
                </a:lnTo>
                <a:lnTo>
                  <a:pt x="5423" y="8266"/>
                </a:lnTo>
                <a:lnTo>
                  <a:pt x="5494" y="8991"/>
                </a:lnTo>
                <a:lnTo>
                  <a:pt x="5629" y="12592"/>
                </a:lnTo>
                <a:lnTo>
                  <a:pt x="5745" y="15724"/>
                </a:lnTo>
                <a:lnTo>
                  <a:pt x="5074" y="22285"/>
                </a:lnTo>
                <a:lnTo>
                  <a:pt x="2072" y="31111"/>
                </a:lnTo>
                <a:lnTo>
                  <a:pt x="1379" y="31663"/>
                </a:lnTo>
                <a:lnTo>
                  <a:pt x="0" y="34413"/>
                </a:lnTo>
                <a:lnTo>
                  <a:pt x="15" y="39905"/>
                </a:lnTo>
                <a:lnTo>
                  <a:pt x="9590" y="39905"/>
                </a:lnTo>
                <a:lnTo>
                  <a:pt x="9495" y="32837"/>
                </a:lnTo>
                <a:lnTo>
                  <a:pt x="9376" y="31663"/>
                </a:lnTo>
                <a:lnTo>
                  <a:pt x="9276" y="30678"/>
                </a:lnTo>
                <a:lnTo>
                  <a:pt x="9180" y="29732"/>
                </a:lnTo>
                <a:lnTo>
                  <a:pt x="13450" y="29732"/>
                </a:lnTo>
                <a:lnTo>
                  <a:pt x="12986" y="28873"/>
                </a:lnTo>
                <a:lnTo>
                  <a:pt x="12096" y="27533"/>
                </a:lnTo>
                <a:lnTo>
                  <a:pt x="10764" y="24176"/>
                </a:lnTo>
                <a:lnTo>
                  <a:pt x="9855" y="22285"/>
                </a:lnTo>
                <a:lnTo>
                  <a:pt x="9937" y="19409"/>
                </a:lnTo>
                <a:lnTo>
                  <a:pt x="12364" y="18684"/>
                </a:lnTo>
                <a:lnTo>
                  <a:pt x="13719" y="17911"/>
                </a:lnTo>
                <a:lnTo>
                  <a:pt x="13735" y="17250"/>
                </a:lnTo>
                <a:lnTo>
                  <a:pt x="14452" y="15724"/>
                </a:lnTo>
                <a:lnTo>
                  <a:pt x="15981" y="12592"/>
                </a:lnTo>
                <a:lnTo>
                  <a:pt x="23338" y="12592"/>
                </a:lnTo>
                <a:lnTo>
                  <a:pt x="23334" y="8991"/>
                </a:lnTo>
                <a:lnTo>
                  <a:pt x="9724" y="8991"/>
                </a:lnTo>
                <a:lnTo>
                  <a:pt x="8603" y="8266"/>
                </a:lnTo>
                <a:lnTo>
                  <a:pt x="9714" y="8266"/>
                </a:lnTo>
                <a:lnTo>
                  <a:pt x="9606" y="0"/>
                </a:lnTo>
                <a:close/>
              </a:path>
              <a:path w="23494" h="40004">
                <a:moveTo>
                  <a:pt x="13450" y="29732"/>
                </a:moveTo>
                <a:lnTo>
                  <a:pt x="9180" y="29732"/>
                </a:lnTo>
                <a:lnTo>
                  <a:pt x="13743" y="30276"/>
                </a:lnTo>
                <a:lnTo>
                  <a:pt x="13450" y="29732"/>
                </a:lnTo>
                <a:close/>
              </a:path>
              <a:path w="23494" h="40004">
                <a:moveTo>
                  <a:pt x="16328" y="17911"/>
                </a:moveTo>
                <a:lnTo>
                  <a:pt x="13719" y="17911"/>
                </a:lnTo>
                <a:lnTo>
                  <a:pt x="13605" y="19409"/>
                </a:lnTo>
                <a:lnTo>
                  <a:pt x="13522" y="20496"/>
                </a:lnTo>
                <a:lnTo>
                  <a:pt x="14176" y="22285"/>
                </a:lnTo>
                <a:lnTo>
                  <a:pt x="23349" y="22285"/>
                </a:lnTo>
                <a:lnTo>
                  <a:pt x="23344" y="18053"/>
                </a:lnTo>
                <a:lnTo>
                  <a:pt x="18077" y="18053"/>
                </a:lnTo>
                <a:lnTo>
                  <a:pt x="16328" y="17911"/>
                </a:lnTo>
                <a:close/>
              </a:path>
              <a:path w="23494" h="40004">
                <a:moveTo>
                  <a:pt x="23338" y="12592"/>
                </a:moveTo>
                <a:lnTo>
                  <a:pt x="15981" y="12592"/>
                </a:lnTo>
                <a:lnTo>
                  <a:pt x="16580" y="13380"/>
                </a:lnTo>
                <a:lnTo>
                  <a:pt x="17596" y="14121"/>
                </a:lnTo>
                <a:lnTo>
                  <a:pt x="17978" y="17250"/>
                </a:lnTo>
                <a:lnTo>
                  <a:pt x="18077" y="18053"/>
                </a:lnTo>
                <a:lnTo>
                  <a:pt x="23344" y="18053"/>
                </a:lnTo>
                <a:lnTo>
                  <a:pt x="23338" y="12592"/>
                </a:lnTo>
                <a:close/>
              </a:path>
              <a:path w="23494" h="40004">
                <a:moveTo>
                  <a:pt x="9714" y="8266"/>
                </a:moveTo>
                <a:lnTo>
                  <a:pt x="8603" y="8266"/>
                </a:lnTo>
                <a:lnTo>
                  <a:pt x="9724" y="8991"/>
                </a:lnTo>
                <a:lnTo>
                  <a:pt x="9714" y="8266"/>
                </a:lnTo>
                <a:close/>
              </a:path>
              <a:path w="23494" h="40004">
                <a:moveTo>
                  <a:pt x="23333" y="8266"/>
                </a:moveTo>
                <a:lnTo>
                  <a:pt x="9714" y="8266"/>
                </a:lnTo>
                <a:lnTo>
                  <a:pt x="9724" y="8991"/>
                </a:lnTo>
                <a:lnTo>
                  <a:pt x="23334" y="8991"/>
                </a:lnTo>
                <a:lnTo>
                  <a:pt x="23333" y="8266"/>
                </a:lnTo>
                <a:close/>
              </a:path>
            </a:pathLst>
          </a:custGeom>
          <a:solidFill>
            <a:srgbClr val="665B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0" name="bg object 650"/>
          <p:cNvSpPr/>
          <p:nvPr/>
        </p:nvSpPr>
        <p:spPr>
          <a:xfrm>
            <a:off x="2094638" y="4335925"/>
            <a:ext cx="24130" cy="32384"/>
          </a:xfrm>
          <a:custGeom>
            <a:avLst/>
            <a:gdLst/>
            <a:ahLst/>
            <a:cxnLst/>
            <a:rect l="l" t="t" r="r" b="b"/>
            <a:pathLst>
              <a:path w="24130" h="32385">
                <a:moveTo>
                  <a:pt x="1434" y="0"/>
                </a:moveTo>
                <a:lnTo>
                  <a:pt x="0" y="4089"/>
                </a:lnTo>
                <a:lnTo>
                  <a:pt x="583" y="5413"/>
                </a:lnTo>
                <a:lnTo>
                  <a:pt x="1111" y="7864"/>
                </a:lnTo>
                <a:lnTo>
                  <a:pt x="6075" y="8108"/>
                </a:lnTo>
                <a:lnTo>
                  <a:pt x="5555" y="11000"/>
                </a:lnTo>
                <a:lnTo>
                  <a:pt x="5484" y="13766"/>
                </a:lnTo>
                <a:lnTo>
                  <a:pt x="5658" y="15177"/>
                </a:lnTo>
                <a:lnTo>
                  <a:pt x="6146" y="16635"/>
                </a:lnTo>
                <a:lnTo>
                  <a:pt x="5531" y="20725"/>
                </a:lnTo>
                <a:lnTo>
                  <a:pt x="4743" y="23412"/>
                </a:lnTo>
                <a:lnTo>
                  <a:pt x="4113" y="26115"/>
                </a:lnTo>
                <a:lnTo>
                  <a:pt x="4168" y="31623"/>
                </a:lnTo>
                <a:lnTo>
                  <a:pt x="6926" y="31670"/>
                </a:lnTo>
                <a:lnTo>
                  <a:pt x="9795" y="32128"/>
                </a:lnTo>
                <a:lnTo>
                  <a:pt x="10015" y="27202"/>
                </a:lnTo>
                <a:lnTo>
                  <a:pt x="12458" y="26674"/>
                </a:lnTo>
                <a:lnTo>
                  <a:pt x="13790" y="26099"/>
                </a:lnTo>
                <a:lnTo>
                  <a:pt x="13766" y="17880"/>
                </a:lnTo>
                <a:lnTo>
                  <a:pt x="13231" y="13688"/>
                </a:lnTo>
                <a:lnTo>
                  <a:pt x="15949" y="13491"/>
                </a:lnTo>
                <a:lnTo>
                  <a:pt x="22017" y="14034"/>
                </a:lnTo>
                <a:lnTo>
                  <a:pt x="23790" y="13041"/>
                </a:lnTo>
                <a:lnTo>
                  <a:pt x="23333" y="9590"/>
                </a:lnTo>
                <a:lnTo>
                  <a:pt x="21993" y="9590"/>
                </a:lnTo>
                <a:lnTo>
                  <a:pt x="20646" y="9519"/>
                </a:lnTo>
                <a:lnTo>
                  <a:pt x="15311" y="9929"/>
                </a:lnTo>
                <a:lnTo>
                  <a:pt x="13388" y="8203"/>
                </a:lnTo>
                <a:lnTo>
                  <a:pt x="13759" y="4121"/>
                </a:lnTo>
                <a:lnTo>
                  <a:pt x="9677" y="4074"/>
                </a:lnTo>
                <a:lnTo>
                  <a:pt x="1434" y="0"/>
                </a:lnTo>
                <a:close/>
              </a:path>
            </a:pathLst>
          </a:custGeom>
          <a:solidFill>
            <a:srgbClr val="918A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1" name="bg object 651"/>
          <p:cNvSpPr/>
          <p:nvPr/>
        </p:nvSpPr>
        <p:spPr>
          <a:xfrm>
            <a:off x="2091933" y="4300143"/>
            <a:ext cx="19050" cy="22225"/>
          </a:xfrm>
          <a:custGeom>
            <a:avLst/>
            <a:gdLst/>
            <a:ahLst/>
            <a:cxnLst/>
            <a:rect l="l" t="t" r="r" b="b"/>
            <a:pathLst>
              <a:path w="19050" h="22225">
                <a:moveTo>
                  <a:pt x="0" y="8234"/>
                </a:moveTo>
                <a:lnTo>
                  <a:pt x="7" y="22017"/>
                </a:lnTo>
                <a:lnTo>
                  <a:pt x="4101" y="22017"/>
                </a:lnTo>
                <a:lnTo>
                  <a:pt x="5642" y="14034"/>
                </a:lnTo>
                <a:lnTo>
                  <a:pt x="17821" y="14034"/>
                </a:lnTo>
                <a:lnTo>
                  <a:pt x="17864" y="12167"/>
                </a:lnTo>
                <a:lnTo>
                  <a:pt x="17667" y="10583"/>
                </a:lnTo>
                <a:lnTo>
                  <a:pt x="17970" y="8416"/>
                </a:lnTo>
                <a:lnTo>
                  <a:pt x="2553" y="8416"/>
                </a:lnTo>
                <a:lnTo>
                  <a:pt x="0" y="8234"/>
                </a:lnTo>
                <a:close/>
              </a:path>
              <a:path w="19050" h="22225">
                <a:moveTo>
                  <a:pt x="17821" y="14034"/>
                </a:moveTo>
                <a:lnTo>
                  <a:pt x="5642" y="14034"/>
                </a:lnTo>
                <a:lnTo>
                  <a:pt x="7722" y="15610"/>
                </a:lnTo>
                <a:lnTo>
                  <a:pt x="9929" y="17053"/>
                </a:lnTo>
                <a:lnTo>
                  <a:pt x="12419" y="19432"/>
                </a:lnTo>
                <a:lnTo>
                  <a:pt x="12175" y="20930"/>
                </a:lnTo>
                <a:lnTo>
                  <a:pt x="12351" y="22017"/>
                </a:lnTo>
                <a:lnTo>
                  <a:pt x="16501" y="22017"/>
                </a:lnTo>
                <a:lnTo>
                  <a:pt x="17821" y="14034"/>
                </a:lnTo>
                <a:close/>
              </a:path>
              <a:path w="19050" h="22225">
                <a:moveTo>
                  <a:pt x="4129" y="0"/>
                </a:moveTo>
                <a:lnTo>
                  <a:pt x="4121" y="4657"/>
                </a:lnTo>
                <a:lnTo>
                  <a:pt x="4365" y="7801"/>
                </a:lnTo>
                <a:lnTo>
                  <a:pt x="2553" y="8416"/>
                </a:lnTo>
                <a:lnTo>
                  <a:pt x="17970" y="8416"/>
                </a:lnTo>
                <a:lnTo>
                  <a:pt x="18496" y="4657"/>
                </a:lnTo>
                <a:lnTo>
                  <a:pt x="18791" y="4657"/>
                </a:lnTo>
                <a:lnTo>
                  <a:pt x="17256" y="4097"/>
                </a:lnTo>
                <a:lnTo>
                  <a:pt x="12372" y="4097"/>
                </a:lnTo>
                <a:lnTo>
                  <a:pt x="4129" y="0"/>
                </a:lnTo>
                <a:close/>
              </a:path>
              <a:path w="19050" h="22225">
                <a:moveTo>
                  <a:pt x="16067" y="3664"/>
                </a:moveTo>
                <a:lnTo>
                  <a:pt x="12372" y="4097"/>
                </a:lnTo>
                <a:lnTo>
                  <a:pt x="17256" y="4097"/>
                </a:lnTo>
                <a:lnTo>
                  <a:pt x="16067" y="3664"/>
                </a:lnTo>
                <a:close/>
              </a:path>
            </a:pathLst>
          </a:custGeom>
          <a:solidFill>
            <a:srgbClr val="5C51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2" name="bg object 652"/>
          <p:cNvSpPr/>
          <p:nvPr/>
        </p:nvSpPr>
        <p:spPr>
          <a:xfrm>
            <a:off x="2078387" y="4318025"/>
            <a:ext cx="12700" cy="18415"/>
          </a:xfrm>
          <a:custGeom>
            <a:avLst/>
            <a:gdLst/>
            <a:ahLst/>
            <a:cxnLst/>
            <a:rect l="l" t="t" r="r" b="b"/>
            <a:pathLst>
              <a:path w="12700" h="18414">
                <a:moveTo>
                  <a:pt x="3924" y="0"/>
                </a:moveTo>
                <a:lnTo>
                  <a:pt x="2576" y="780"/>
                </a:lnTo>
                <a:lnTo>
                  <a:pt x="141" y="1497"/>
                </a:lnTo>
                <a:lnTo>
                  <a:pt x="0" y="4247"/>
                </a:lnTo>
                <a:lnTo>
                  <a:pt x="977" y="6264"/>
                </a:lnTo>
                <a:lnTo>
                  <a:pt x="2301" y="9621"/>
                </a:lnTo>
                <a:lnTo>
                  <a:pt x="3199" y="10961"/>
                </a:lnTo>
                <a:lnTo>
                  <a:pt x="3955" y="12364"/>
                </a:lnTo>
                <a:lnTo>
                  <a:pt x="8494" y="11828"/>
                </a:lnTo>
                <a:lnTo>
                  <a:pt x="8132" y="14956"/>
                </a:lnTo>
                <a:lnTo>
                  <a:pt x="8053" y="17880"/>
                </a:lnTo>
                <a:lnTo>
                  <a:pt x="10685" y="18085"/>
                </a:lnTo>
                <a:lnTo>
                  <a:pt x="12364" y="17376"/>
                </a:lnTo>
                <a:lnTo>
                  <a:pt x="12033" y="10866"/>
                </a:lnTo>
                <a:lnTo>
                  <a:pt x="12159" y="7494"/>
                </a:lnTo>
                <a:lnTo>
                  <a:pt x="12159" y="4121"/>
                </a:lnTo>
                <a:lnTo>
                  <a:pt x="10606" y="4121"/>
                </a:lnTo>
                <a:lnTo>
                  <a:pt x="9046" y="4011"/>
                </a:lnTo>
                <a:lnTo>
                  <a:pt x="4381" y="4381"/>
                </a:lnTo>
                <a:lnTo>
                  <a:pt x="3735" y="2584"/>
                </a:lnTo>
                <a:lnTo>
                  <a:pt x="3924" y="0"/>
                </a:lnTo>
                <a:close/>
              </a:path>
            </a:pathLst>
          </a:custGeom>
          <a:solidFill>
            <a:srgbClr val="5C50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3" name="bg object 653"/>
          <p:cNvSpPr/>
          <p:nvPr/>
        </p:nvSpPr>
        <p:spPr>
          <a:xfrm>
            <a:off x="2076899" y="4347630"/>
            <a:ext cx="10160" cy="14604"/>
          </a:xfrm>
          <a:custGeom>
            <a:avLst/>
            <a:gdLst/>
            <a:ahLst/>
            <a:cxnLst/>
            <a:rect l="l" t="t" r="r" b="b"/>
            <a:pathLst>
              <a:path w="10160" h="14604">
                <a:moveTo>
                  <a:pt x="1544" y="661"/>
                </a:moveTo>
                <a:lnTo>
                  <a:pt x="0" y="661"/>
                </a:lnTo>
                <a:lnTo>
                  <a:pt x="23" y="14444"/>
                </a:lnTo>
                <a:lnTo>
                  <a:pt x="4043" y="14444"/>
                </a:lnTo>
                <a:lnTo>
                  <a:pt x="5003" y="11079"/>
                </a:lnTo>
                <a:lnTo>
                  <a:pt x="3405" y="6162"/>
                </a:lnTo>
                <a:lnTo>
                  <a:pt x="3357" y="6012"/>
                </a:lnTo>
                <a:lnTo>
                  <a:pt x="9552" y="6012"/>
                </a:lnTo>
                <a:lnTo>
                  <a:pt x="9960" y="2490"/>
                </a:lnTo>
                <a:lnTo>
                  <a:pt x="9421" y="851"/>
                </a:lnTo>
                <a:lnTo>
                  <a:pt x="3120" y="851"/>
                </a:lnTo>
                <a:lnTo>
                  <a:pt x="1544" y="661"/>
                </a:lnTo>
                <a:close/>
              </a:path>
              <a:path w="10160" h="14604">
                <a:moveTo>
                  <a:pt x="9141" y="0"/>
                </a:moveTo>
                <a:lnTo>
                  <a:pt x="3120" y="851"/>
                </a:lnTo>
                <a:lnTo>
                  <a:pt x="9421" y="851"/>
                </a:lnTo>
                <a:lnTo>
                  <a:pt x="9141" y="0"/>
                </a:lnTo>
                <a:close/>
              </a:path>
            </a:pathLst>
          </a:custGeom>
          <a:solidFill>
            <a:srgbClr val="5C5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4" name="bg object 654"/>
          <p:cNvSpPr/>
          <p:nvPr/>
        </p:nvSpPr>
        <p:spPr>
          <a:xfrm>
            <a:off x="2086435" y="4353790"/>
            <a:ext cx="8890" cy="12700"/>
          </a:xfrm>
          <a:custGeom>
            <a:avLst/>
            <a:gdLst/>
            <a:ahLst/>
            <a:cxnLst/>
            <a:rect l="l" t="t" r="r" b="b"/>
            <a:pathLst>
              <a:path w="8889" h="12700">
                <a:moveTo>
                  <a:pt x="4111" y="0"/>
                </a:moveTo>
                <a:lnTo>
                  <a:pt x="0" y="0"/>
                </a:lnTo>
                <a:lnTo>
                  <a:pt x="15" y="12403"/>
                </a:lnTo>
                <a:lnTo>
                  <a:pt x="4113" y="12403"/>
                </a:lnTo>
                <a:lnTo>
                  <a:pt x="6903" y="11024"/>
                </a:lnTo>
                <a:lnTo>
                  <a:pt x="8274" y="8250"/>
                </a:lnTo>
                <a:lnTo>
                  <a:pt x="8224" y="4531"/>
                </a:lnTo>
                <a:lnTo>
                  <a:pt x="5059" y="4531"/>
                </a:lnTo>
                <a:lnTo>
                  <a:pt x="3727" y="3104"/>
                </a:lnTo>
                <a:lnTo>
                  <a:pt x="4111" y="0"/>
                </a:lnTo>
                <a:close/>
              </a:path>
              <a:path w="8889" h="12700">
                <a:moveTo>
                  <a:pt x="8219" y="4145"/>
                </a:moveTo>
                <a:lnTo>
                  <a:pt x="5059" y="4531"/>
                </a:lnTo>
                <a:lnTo>
                  <a:pt x="8224" y="4531"/>
                </a:lnTo>
                <a:lnTo>
                  <a:pt x="8219" y="4145"/>
                </a:lnTo>
                <a:close/>
              </a:path>
            </a:pathLst>
          </a:custGeom>
          <a:solidFill>
            <a:srgbClr val="8882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5" name="bg object 655"/>
          <p:cNvSpPr/>
          <p:nvPr/>
        </p:nvSpPr>
        <p:spPr>
          <a:xfrm>
            <a:off x="2096046" y="4322137"/>
            <a:ext cx="8255" cy="10160"/>
          </a:xfrm>
          <a:custGeom>
            <a:avLst/>
            <a:gdLst/>
            <a:ahLst/>
            <a:cxnLst/>
            <a:rect l="l" t="t" r="r" b="b"/>
            <a:pathLst>
              <a:path w="8255" h="10160">
                <a:moveTo>
                  <a:pt x="7" y="9645"/>
                </a:moveTo>
                <a:lnTo>
                  <a:pt x="0" y="0"/>
                </a:lnTo>
                <a:lnTo>
                  <a:pt x="8219" y="15"/>
                </a:lnTo>
                <a:lnTo>
                  <a:pt x="8242" y="9629"/>
                </a:lnTo>
                <a:lnTo>
                  <a:pt x="7" y="9645"/>
                </a:lnTo>
                <a:close/>
              </a:path>
            </a:pathLst>
          </a:custGeom>
          <a:solidFill>
            <a:srgbClr val="7667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6" name="bg object 656"/>
          <p:cNvSpPr/>
          <p:nvPr/>
        </p:nvSpPr>
        <p:spPr>
          <a:xfrm>
            <a:off x="2077778" y="4329844"/>
            <a:ext cx="9525" cy="14604"/>
          </a:xfrm>
          <a:custGeom>
            <a:avLst/>
            <a:gdLst/>
            <a:ahLst/>
            <a:cxnLst/>
            <a:rect l="l" t="t" r="r" b="b"/>
            <a:pathLst>
              <a:path w="9525" h="14604">
                <a:moveTo>
                  <a:pt x="9101" y="7"/>
                </a:moveTo>
                <a:lnTo>
                  <a:pt x="4562" y="543"/>
                </a:lnTo>
                <a:lnTo>
                  <a:pt x="0" y="0"/>
                </a:lnTo>
                <a:lnTo>
                  <a:pt x="307" y="3104"/>
                </a:lnTo>
                <a:lnTo>
                  <a:pt x="449" y="6083"/>
                </a:lnTo>
                <a:lnTo>
                  <a:pt x="3049" y="5847"/>
                </a:lnTo>
                <a:lnTo>
                  <a:pt x="4799" y="6532"/>
                </a:lnTo>
                <a:lnTo>
                  <a:pt x="4444" y="11197"/>
                </a:lnTo>
                <a:lnTo>
                  <a:pt x="4539" y="12758"/>
                </a:lnTo>
                <a:lnTo>
                  <a:pt x="4546" y="14310"/>
                </a:lnTo>
                <a:lnTo>
                  <a:pt x="7123" y="14515"/>
                </a:lnTo>
                <a:lnTo>
                  <a:pt x="8928" y="13877"/>
                </a:lnTo>
                <a:lnTo>
                  <a:pt x="8558" y="9180"/>
                </a:lnTo>
                <a:lnTo>
                  <a:pt x="8668" y="7612"/>
                </a:lnTo>
                <a:lnTo>
                  <a:pt x="8668" y="6059"/>
                </a:lnTo>
                <a:lnTo>
                  <a:pt x="8739" y="3136"/>
                </a:lnTo>
                <a:lnTo>
                  <a:pt x="9101" y="7"/>
                </a:lnTo>
                <a:close/>
              </a:path>
            </a:pathLst>
          </a:custGeom>
          <a:solidFill>
            <a:srgbClr val="6D65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7" name="bg object 657"/>
          <p:cNvSpPr/>
          <p:nvPr/>
        </p:nvSpPr>
        <p:spPr>
          <a:xfrm>
            <a:off x="2090288" y="4339849"/>
            <a:ext cx="10795" cy="10160"/>
          </a:xfrm>
          <a:custGeom>
            <a:avLst/>
            <a:gdLst/>
            <a:ahLst/>
            <a:cxnLst/>
            <a:rect l="l" t="t" r="r" b="b"/>
            <a:pathLst>
              <a:path w="10794" h="10160">
                <a:moveTo>
                  <a:pt x="1773" y="0"/>
                </a:moveTo>
                <a:lnTo>
                  <a:pt x="0" y="677"/>
                </a:lnTo>
                <a:lnTo>
                  <a:pt x="378" y="5334"/>
                </a:lnTo>
                <a:lnTo>
                  <a:pt x="275" y="6895"/>
                </a:lnTo>
                <a:lnTo>
                  <a:pt x="275" y="8447"/>
                </a:lnTo>
                <a:lnTo>
                  <a:pt x="4397" y="9818"/>
                </a:lnTo>
                <a:lnTo>
                  <a:pt x="9834" y="9842"/>
                </a:lnTo>
                <a:lnTo>
                  <a:pt x="9905" y="7076"/>
                </a:lnTo>
                <a:lnTo>
                  <a:pt x="10425" y="4184"/>
                </a:lnTo>
                <a:lnTo>
                  <a:pt x="5461" y="3940"/>
                </a:lnTo>
                <a:lnTo>
                  <a:pt x="4933" y="1489"/>
                </a:lnTo>
                <a:lnTo>
                  <a:pt x="4349" y="165"/>
                </a:lnTo>
                <a:lnTo>
                  <a:pt x="1773" y="0"/>
                </a:lnTo>
                <a:close/>
              </a:path>
            </a:pathLst>
          </a:custGeom>
          <a:solidFill>
            <a:srgbClr val="7574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8" name="bg object 658"/>
          <p:cNvSpPr/>
          <p:nvPr/>
        </p:nvSpPr>
        <p:spPr>
          <a:xfrm>
            <a:off x="2096054" y="4331783"/>
            <a:ext cx="8890" cy="8255"/>
          </a:xfrm>
          <a:custGeom>
            <a:avLst/>
            <a:gdLst/>
            <a:ahLst/>
            <a:cxnLst/>
            <a:rect l="l" t="t" r="r" b="b"/>
            <a:pathLst>
              <a:path w="8889" h="8254">
                <a:moveTo>
                  <a:pt x="0" y="0"/>
                </a:moveTo>
                <a:lnTo>
                  <a:pt x="23" y="4145"/>
                </a:lnTo>
                <a:lnTo>
                  <a:pt x="4121" y="6209"/>
                </a:lnTo>
                <a:lnTo>
                  <a:pt x="8266" y="8219"/>
                </a:lnTo>
                <a:lnTo>
                  <a:pt x="8179" y="23"/>
                </a:lnTo>
                <a:lnTo>
                  <a:pt x="0" y="0"/>
                </a:lnTo>
                <a:close/>
              </a:path>
            </a:pathLst>
          </a:custGeom>
          <a:solidFill>
            <a:srgbClr val="8177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9" name="bg object 659"/>
          <p:cNvSpPr/>
          <p:nvPr/>
        </p:nvSpPr>
        <p:spPr>
          <a:xfrm>
            <a:off x="2090158" y="4348298"/>
            <a:ext cx="5080" cy="10160"/>
          </a:xfrm>
          <a:custGeom>
            <a:avLst/>
            <a:gdLst/>
            <a:ahLst/>
            <a:cxnLst/>
            <a:rect l="l" t="t" r="r" b="b"/>
            <a:pathLst>
              <a:path w="5080" h="10160">
                <a:moveTo>
                  <a:pt x="409" y="0"/>
                </a:moveTo>
                <a:lnTo>
                  <a:pt x="394" y="5476"/>
                </a:lnTo>
                <a:lnTo>
                  <a:pt x="0" y="8597"/>
                </a:lnTo>
                <a:lnTo>
                  <a:pt x="1339" y="10023"/>
                </a:lnTo>
                <a:lnTo>
                  <a:pt x="4491" y="9637"/>
                </a:lnTo>
                <a:lnTo>
                  <a:pt x="4523" y="1371"/>
                </a:lnTo>
                <a:lnTo>
                  <a:pt x="409" y="0"/>
                </a:lnTo>
                <a:close/>
              </a:path>
            </a:pathLst>
          </a:custGeom>
          <a:solidFill>
            <a:srgbClr val="7D76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0" name="bg object 660"/>
          <p:cNvSpPr/>
          <p:nvPr/>
        </p:nvSpPr>
        <p:spPr>
          <a:xfrm>
            <a:off x="2076830" y="4335697"/>
            <a:ext cx="6350" cy="8890"/>
          </a:xfrm>
          <a:custGeom>
            <a:avLst/>
            <a:gdLst/>
            <a:ahLst/>
            <a:cxnLst/>
            <a:rect l="l" t="t" r="r" b="b"/>
            <a:pathLst>
              <a:path w="6350" h="8889">
                <a:moveTo>
                  <a:pt x="3995" y="0"/>
                </a:moveTo>
                <a:lnTo>
                  <a:pt x="1394" y="228"/>
                </a:lnTo>
                <a:lnTo>
                  <a:pt x="1355" y="4326"/>
                </a:lnTo>
                <a:lnTo>
                  <a:pt x="0" y="8479"/>
                </a:lnTo>
                <a:lnTo>
                  <a:pt x="5492" y="8455"/>
                </a:lnTo>
                <a:lnTo>
                  <a:pt x="5484" y="6911"/>
                </a:lnTo>
                <a:lnTo>
                  <a:pt x="5390" y="5350"/>
                </a:lnTo>
                <a:lnTo>
                  <a:pt x="5752" y="685"/>
                </a:lnTo>
                <a:lnTo>
                  <a:pt x="3995" y="0"/>
                </a:lnTo>
                <a:close/>
              </a:path>
            </a:pathLst>
          </a:custGeom>
          <a:solidFill>
            <a:srgbClr val="7972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1" name="bg object 661"/>
          <p:cNvSpPr/>
          <p:nvPr/>
        </p:nvSpPr>
        <p:spPr>
          <a:xfrm>
            <a:off x="2080258" y="4353643"/>
            <a:ext cx="6350" cy="8890"/>
          </a:xfrm>
          <a:custGeom>
            <a:avLst/>
            <a:gdLst/>
            <a:ahLst/>
            <a:cxnLst/>
            <a:rect l="l" t="t" r="r" b="b"/>
            <a:pathLst>
              <a:path w="6350" h="8889">
                <a:moveTo>
                  <a:pt x="0" y="0"/>
                </a:moveTo>
                <a:lnTo>
                  <a:pt x="1646" y="5074"/>
                </a:lnTo>
                <a:lnTo>
                  <a:pt x="693" y="8408"/>
                </a:lnTo>
                <a:lnTo>
                  <a:pt x="6138" y="8447"/>
                </a:lnTo>
                <a:lnTo>
                  <a:pt x="6178" y="149"/>
                </a:lnTo>
                <a:lnTo>
                  <a:pt x="0" y="0"/>
                </a:lnTo>
                <a:close/>
              </a:path>
            </a:pathLst>
          </a:custGeom>
          <a:solidFill>
            <a:srgbClr val="736F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2" name="bg object 662"/>
          <p:cNvSpPr/>
          <p:nvPr/>
        </p:nvSpPr>
        <p:spPr>
          <a:xfrm>
            <a:off x="2063572" y="4301479"/>
            <a:ext cx="10795" cy="30480"/>
          </a:xfrm>
          <a:custGeom>
            <a:avLst/>
            <a:gdLst/>
            <a:ahLst/>
            <a:cxnLst/>
            <a:rect l="l" t="t" r="r" b="b"/>
            <a:pathLst>
              <a:path w="10794" h="30479">
                <a:moveTo>
                  <a:pt x="9125" y="0"/>
                </a:moveTo>
                <a:lnTo>
                  <a:pt x="6430" y="2805"/>
                </a:lnTo>
                <a:lnTo>
                  <a:pt x="5941" y="6123"/>
                </a:lnTo>
                <a:lnTo>
                  <a:pt x="5752" y="9527"/>
                </a:lnTo>
                <a:lnTo>
                  <a:pt x="4491" y="13806"/>
                </a:lnTo>
                <a:lnTo>
                  <a:pt x="2293" y="14334"/>
                </a:lnTo>
                <a:lnTo>
                  <a:pt x="945" y="15122"/>
                </a:lnTo>
                <a:lnTo>
                  <a:pt x="1126" y="17344"/>
                </a:lnTo>
                <a:lnTo>
                  <a:pt x="0" y="19976"/>
                </a:lnTo>
                <a:lnTo>
                  <a:pt x="4302" y="21245"/>
                </a:lnTo>
                <a:lnTo>
                  <a:pt x="4515" y="23483"/>
                </a:lnTo>
                <a:lnTo>
                  <a:pt x="5003" y="24807"/>
                </a:lnTo>
                <a:lnTo>
                  <a:pt x="5027" y="28928"/>
                </a:lnTo>
                <a:lnTo>
                  <a:pt x="6398" y="30299"/>
                </a:lnTo>
                <a:lnTo>
                  <a:pt x="7092" y="29748"/>
                </a:lnTo>
                <a:lnTo>
                  <a:pt x="8219" y="29314"/>
                </a:lnTo>
                <a:lnTo>
                  <a:pt x="8416" y="28621"/>
                </a:lnTo>
                <a:lnTo>
                  <a:pt x="10038" y="21504"/>
                </a:lnTo>
                <a:lnTo>
                  <a:pt x="10768" y="14360"/>
                </a:lnTo>
                <a:lnTo>
                  <a:pt x="10499" y="7192"/>
                </a:lnTo>
                <a:lnTo>
                  <a:pt x="9125" y="0"/>
                </a:lnTo>
                <a:close/>
              </a:path>
            </a:pathLst>
          </a:custGeom>
          <a:solidFill>
            <a:srgbClr val="796E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3" name="bg object 663"/>
          <p:cNvSpPr/>
          <p:nvPr/>
        </p:nvSpPr>
        <p:spPr>
          <a:xfrm>
            <a:off x="2264473" y="4289587"/>
            <a:ext cx="11430" cy="10160"/>
          </a:xfrm>
          <a:custGeom>
            <a:avLst/>
            <a:gdLst/>
            <a:ahLst/>
            <a:cxnLst/>
            <a:rect l="l" t="t" r="r" b="b"/>
            <a:pathLst>
              <a:path w="11430" h="10160">
                <a:moveTo>
                  <a:pt x="9957" y="977"/>
                </a:moveTo>
                <a:lnTo>
                  <a:pt x="424" y="977"/>
                </a:lnTo>
                <a:lnTo>
                  <a:pt x="386" y="5027"/>
                </a:lnTo>
                <a:lnTo>
                  <a:pt x="0" y="8179"/>
                </a:lnTo>
                <a:lnTo>
                  <a:pt x="1379" y="9558"/>
                </a:lnTo>
                <a:lnTo>
                  <a:pt x="4515" y="9172"/>
                </a:lnTo>
                <a:lnTo>
                  <a:pt x="9992" y="9172"/>
                </a:lnTo>
                <a:lnTo>
                  <a:pt x="9957" y="977"/>
                </a:lnTo>
                <a:close/>
              </a:path>
              <a:path w="11430" h="10160">
                <a:moveTo>
                  <a:pt x="9952" y="0"/>
                </a:moveTo>
                <a:lnTo>
                  <a:pt x="9957" y="977"/>
                </a:lnTo>
                <a:lnTo>
                  <a:pt x="10835" y="977"/>
                </a:lnTo>
                <a:lnTo>
                  <a:pt x="9952" y="0"/>
                </a:lnTo>
                <a:close/>
              </a:path>
            </a:pathLst>
          </a:custGeom>
          <a:solidFill>
            <a:srgbClr val="938C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4" name="bg object 664"/>
          <p:cNvSpPr/>
          <p:nvPr/>
        </p:nvSpPr>
        <p:spPr>
          <a:xfrm>
            <a:off x="2268960" y="4298762"/>
            <a:ext cx="5715" cy="13970"/>
          </a:xfrm>
          <a:custGeom>
            <a:avLst/>
            <a:gdLst/>
            <a:ahLst/>
            <a:cxnLst/>
            <a:rect l="l" t="t" r="r" b="b"/>
            <a:pathLst>
              <a:path w="5714" h="13970">
                <a:moveTo>
                  <a:pt x="5508" y="0"/>
                </a:moveTo>
                <a:lnTo>
                  <a:pt x="31" y="0"/>
                </a:lnTo>
                <a:lnTo>
                  <a:pt x="0" y="13743"/>
                </a:lnTo>
                <a:lnTo>
                  <a:pt x="5500" y="13727"/>
                </a:lnTo>
                <a:lnTo>
                  <a:pt x="5539" y="9629"/>
                </a:lnTo>
                <a:lnTo>
                  <a:pt x="5508" y="0"/>
                </a:lnTo>
                <a:close/>
              </a:path>
            </a:pathLst>
          </a:custGeom>
          <a:solidFill>
            <a:srgbClr val="8786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5" name="bg object 665"/>
          <p:cNvSpPr/>
          <p:nvPr/>
        </p:nvSpPr>
        <p:spPr>
          <a:xfrm>
            <a:off x="2260756" y="4276725"/>
            <a:ext cx="10160" cy="8890"/>
          </a:xfrm>
          <a:custGeom>
            <a:avLst/>
            <a:gdLst/>
            <a:ahLst/>
            <a:cxnLst/>
            <a:rect l="l" t="t" r="r" b="b"/>
            <a:pathLst>
              <a:path w="10160" h="8889">
                <a:moveTo>
                  <a:pt x="9598" y="7"/>
                </a:moveTo>
                <a:lnTo>
                  <a:pt x="0" y="0"/>
                </a:lnTo>
                <a:lnTo>
                  <a:pt x="4105" y="8266"/>
                </a:lnTo>
                <a:lnTo>
                  <a:pt x="9598" y="8258"/>
                </a:lnTo>
                <a:lnTo>
                  <a:pt x="9598" y="7"/>
                </a:lnTo>
                <a:close/>
              </a:path>
            </a:pathLst>
          </a:custGeom>
          <a:solidFill>
            <a:srgbClr val="9D97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6" name="bg object 666"/>
          <p:cNvSpPr/>
          <p:nvPr/>
        </p:nvSpPr>
        <p:spPr>
          <a:xfrm>
            <a:off x="2260502" y="4284985"/>
            <a:ext cx="4445" cy="10160"/>
          </a:xfrm>
          <a:custGeom>
            <a:avLst/>
            <a:gdLst/>
            <a:ahLst/>
            <a:cxnLst/>
            <a:rect l="l" t="t" r="r" b="b"/>
            <a:pathLst>
              <a:path w="4444" h="10160">
                <a:moveTo>
                  <a:pt x="4373" y="0"/>
                </a:moveTo>
                <a:lnTo>
                  <a:pt x="244" y="7"/>
                </a:lnTo>
                <a:lnTo>
                  <a:pt x="252" y="2009"/>
                </a:lnTo>
                <a:lnTo>
                  <a:pt x="370" y="4026"/>
                </a:lnTo>
                <a:lnTo>
                  <a:pt x="0" y="9164"/>
                </a:lnTo>
                <a:lnTo>
                  <a:pt x="1757" y="9842"/>
                </a:lnTo>
                <a:lnTo>
                  <a:pt x="4357" y="9629"/>
                </a:lnTo>
                <a:lnTo>
                  <a:pt x="4397" y="5500"/>
                </a:lnTo>
                <a:lnTo>
                  <a:pt x="4373" y="0"/>
                </a:lnTo>
                <a:close/>
              </a:path>
            </a:pathLst>
          </a:custGeom>
          <a:solidFill>
            <a:srgbClr val="7E79B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7" name="bg object 667"/>
          <p:cNvSpPr/>
          <p:nvPr/>
        </p:nvSpPr>
        <p:spPr>
          <a:xfrm>
            <a:off x="2282117" y="4294159"/>
            <a:ext cx="6350" cy="5715"/>
          </a:xfrm>
          <a:custGeom>
            <a:avLst/>
            <a:gdLst/>
            <a:ahLst/>
            <a:cxnLst/>
            <a:rect l="l" t="t" r="r" b="b"/>
            <a:pathLst>
              <a:path w="6350" h="5714">
                <a:moveTo>
                  <a:pt x="0" y="0"/>
                </a:moveTo>
                <a:lnTo>
                  <a:pt x="614" y="4609"/>
                </a:lnTo>
                <a:lnTo>
                  <a:pt x="3932" y="5208"/>
                </a:lnTo>
                <a:lnTo>
                  <a:pt x="5074" y="2931"/>
                </a:lnTo>
                <a:lnTo>
                  <a:pt x="6075" y="464"/>
                </a:lnTo>
                <a:lnTo>
                  <a:pt x="3152" y="378"/>
                </a:lnTo>
                <a:lnTo>
                  <a:pt x="0" y="0"/>
                </a:lnTo>
                <a:close/>
              </a:path>
            </a:pathLst>
          </a:custGeom>
          <a:solidFill>
            <a:srgbClr val="A7A3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8" name="bg object 668"/>
          <p:cNvSpPr/>
          <p:nvPr/>
        </p:nvSpPr>
        <p:spPr>
          <a:xfrm>
            <a:off x="2152213" y="3475830"/>
            <a:ext cx="8890" cy="18415"/>
          </a:xfrm>
          <a:custGeom>
            <a:avLst/>
            <a:gdLst/>
            <a:ahLst/>
            <a:cxnLst/>
            <a:rect l="l" t="t" r="r" b="b"/>
            <a:pathLst>
              <a:path w="8889" h="18414">
                <a:moveTo>
                  <a:pt x="4223" y="0"/>
                </a:moveTo>
                <a:lnTo>
                  <a:pt x="189" y="47"/>
                </a:lnTo>
                <a:lnTo>
                  <a:pt x="0" y="13806"/>
                </a:lnTo>
                <a:lnTo>
                  <a:pt x="220" y="17880"/>
                </a:lnTo>
                <a:lnTo>
                  <a:pt x="8329" y="17880"/>
                </a:lnTo>
                <a:lnTo>
                  <a:pt x="8368" y="13782"/>
                </a:lnTo>
                <a:lnTo>
                  <a:pt x="5721" y="13971"/>
                </a:lnTo>
                <a:lnTo>
                  <a:pt x="3971" y="13294"/>
                </a:lnTo>
                <a:lnTo>
                  <a:pt x="4342" y="8156"/>
                </a:lnTo>
                <a:lnTo>
                  <a:pt x="4231" y="6138"/>
                </a:lnTo>
                <a:lnTo>
                  <a:pt x="4223" y="0"/>
                </a:lnTo>
                <a:close/>
              </a:path>
            </a:pathLst>
          </a:custGeom>
          <a:solidFill>
            <a:srgbClr val="C6BF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9" name="bg object 669"/>
          <p:cNvSpPr/>
          <p:nvPr/>
        </p:nvSpPr>
        <p:spPr>
          <a:xfrm>
            <a:off x="2142731" y="3484112"/>
            <a:ext cx="10160" cy="10160"/>
          </a:xfrm>
          <a:custGeom>
            <a:avLst/>
            <a:gdLst/>
            <a:ahLst/>
            <a:cxnLst/>
            <a:rect l="l" t="t" r="r" b="b"/>
            <a:pathLst>
              <a:path w="10160" h="10160">
                <a:moveTo>
                  <a:pt x="1402" y="0"/>
                </a:moveTo>
                <a:lnTo>
                  <a:pt x="0" y="9629"/>
                </a:lnTo>
                <a:lnTo>
                  <a:pt x="9700" y="9598"/>
                </a:lnTo>
                <a:lnTo>
                  <a:pt x="9480" y="5524"/>
                </a:lnTo>
                <a:lnTo>
                  <a:pt x="8140" y="4799"/>
                </a:lnTo>
                <a:lnTo>
                  <a:pt x="6737" y="4176"/>
                </a:lnTo>
                <a:lnTo>
                  <a:pt x="4050" y="2316"/>
                </a:lnTo>
                <a:lnTo>
                  <a:pt x="2758" y="1111"/>
                </a:lnTo>
                <a:lnTo>
                  <a:pt x="1402" y="0"/>
                </a:lnTo>
                <a:close/>
              </a:path>
            </a:pathLst>
          </a:custGeom>
          <a:solidFill>
            <a:srgbClr val="8F84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0" name="bg object 670"/>
          <p:cNvSpPr/>
          <p:nvPr/>
        </p:nvSpPr>
        <p:spPr>
          <a:xfrm>
            <a:off x="2161941" y="3471310"/>
            <a:ext cx="8890" cy="10160"/>
          </a:xfrm>
          <a:custGeom>
            <a:avLst/>
            <a:gdLst/>
            <a:ahLst/>
            <a:cxnLst/>
            <a:rect l="l" t="t" r="r" b="b"/>
            <a:pathLst>
              <a:path w="8889" h="10160">
                <a:moveTo>
                  <a:pt x="7234" y="0"/>
                </a:moveTo>
                <a:lnTo>
                  <a:pt x="4105" y="394"/>
                </a:lnTo>
                <a:lnTo>
                  <a:pt x="0" y="409"/>
                </a:lnTo>
                <a:lnTo>
                  <a:pt x="0" y="4499"/>
                </a:lnTo>
                <a:lnTo>
                  <a:pt x="4578" y="3955"/>
                </a:lnTo>
                <a:lnTo>
                  <a:pt x="4168" y="7139"/>
                </a:lnTo>
                <a:lnTo>
                  <a:pt x="4129" y="10055"/>
                </a:lnTo>
                <a:lnTo>
                  <a:pt x="8219" y="10023"/>
                </a:lnTo>
                <a:lnTo>
                  <a:pt x="8227" y="4515"/>
                </a:lnTo>
                <a:lnTo>
                  <a:pt x="8605" y="1371"/>
                </a:lnTo>
                <a:lnTo>
                  <a:pt x="7234" y="0"/>
                </a:lnTo>
                <a:close/>
              </a:path>
            </a:pathLst>
          </a:custGeom>
          <a:solidFill>
            <a:srgbClr val="B4A9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1" name="bg object 671"/>
          <p:cNvSpPr/>
          <p:nvPr/>
        </p:nvSpPr>
        <p:spPr>
          <a:xfrm>
            <a:off x="2146770" y="3497795"/>
            <a:ext cx="18415" cy="22225"/>
          </a:xfrm>
          <a:custGeom>
            <a:avLst/>
            <a:gdLst/>
            <a:ahLst/>
            <a:cxnLst/>
            <a:rect l="l" t="t" r="r" b="b"/>
            <a:pathLst>
              <a:path w="18414" h="22225">
                <a:moveTo>
                  <a:pt x="5587" y="0"/>
                </a:moveTo>
                <a:lnTo>
                  <a:pt x="5571" y="1560"/>
                </a:lnTo>
                <a:lnTo>
                  <a:pt x="5374" y="3152"/>
                </a:lnTo>
                <a:lnTo>
                  <a:pt x="6186" y="9149"/>
                </a:lnTo>
                <a:lnTo>
                  <a:pt x="3845" y="10165"/>
                </a:lnTo>
                <a:lnTo>
                  <a:pt x="78" y="9700"/>
                </a:lnTo>
                <a:lnTo>
                  <a:pt x="0" y="17911"/>
                </a:lnTo>
                <a:lnTo>
                  <a:pt x="63" y="22064"/>
                </a:lnTo>
                <a:lnTo>
                  <a:pt x="5531" y="22080"/>
                </a:lnTo>
                <a:lnTo>
                  <a:pt x="5169" y="18944"/>
                </a:lnTo>
                <a:lnTo>
                  <a:pt x="6509" y="17517"/>
                </a:lnTo>
                <a:lnTo>
                  <a:pt x="9692" y="17967"/>
                </a:lnTo>
                <a:lnTo>
                  <a:pt x="17904" y="17943"/>
                </a:lnTo>
                <a:lnTo>
                  <a:pt x="17904" y="13814"/>
                </a:lnTo>
                <a:lnTo>
                  <a:pt x="15240" y="12978"/>
                </a:lnTo>
                <a:lnTo>
                  <a:pt x="11497" y="15847"/>
                </a:lnTo>
                <a:lnTo>
                  <a:pt x="9921" y="11410"/>
                </a:lnTo>
                <a:lnTo>
                  <a:pt x="17896" y="9708"/>
                </a:lnTo>
                <a:lnTo>
                  <a:pt x="17423" y="8361"/>
                </a:lnTo>
                <a:lnTo>
                  <a:pt x="17202" y="6107"/>
                </a:lnTo>
                <a:lnTo>
                  <a:pt x="12931" y="4909"/>
                </a:lnTo>
                <a:lnTo>
                  <a:pt x="14019" y="2261"/>
                </a:lnTo>
                <a:lnTo>
                  <a:pt x="13766" y="70"/>
                </a:lnTo>
                <a:lnTo>
                  <a:pt x="5587" y="0"/>
                </a:lnTo>
                <a:close/>
              </a:path>
            </a:pathLst>
          </a:custGeom>
          <a:solidFill>
            <a:srgbClr val="8E81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2" name="bg object 672"/>
          <p:cNvSpPr/>
          <p:nvPr/>
        </p:nvSpPr>
        <p:spPr>
          <a:xfrm>
            <a:off x="2146849" y="3493721"/>
            <a:ext cx="6350" cy="14604"/>
          </a:xfrm>
          <a:custGeom>
            <a:avLst/>
            <a:gdLst/>
            <a:ahLst/>
            <a:cxnLst/>
            <a:rect l="l" t="t" r="r" b="b"/>
            <a:pathLst>
              <a:path w="6350" h="14604">
                <a:moveTo>
                  <a:pt x="5303" y="0"/>
                </a:moveTo>
                <a:lnTo>
                  <a:pt x="1347" y="7"/>
                </a:lnTo>
                <a:lnTo>
                  <a:pt x="0" y="13774"/>
                </a:lnTo>
                <a:lnTo>
                  <a:pt x="3766" y="14239"/>
                </a:lnTo>
                <a:lnTo>
                  <a:pt x="6107" y="13223"/>
                </a:lnTo>
                <a:lnTo>
                  <a:pt x="5295" y="7226"/>
                </a:lnTo>
                <a:lnTo>
                  <a:pt x="5492" y="5634"/>
                </a:lnTo>
                <a:lnTo>
                  <a:pt x="5508" y="4074"/>
                </a:lnTo>
                <a:lnTo>
                  <a:pt x="5303" y="0"/>
                </a:lnTo>
                <a:close/>
              </a:path>
            </a:pathLst>
          </a:custGeom>
          <a:solidFill>
            <a:srgbClr val="8274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3" name="bg object 673"/>
          <p:cNvSpPr/>
          <p:nvPr/>
        </p:nvSpPr>
        <p:spPr>
          <a:xfrm>
            <a:off x="2160538" y="3475271"/>
            <a:ext cx="6350" cy="14604"/>
          </a:xfrm>
          <a:custGeom>
            <a:avLst/>
            <a:gdLst/>
            <a:ahLst/>
            <a:cxnLst/>
            <a:rect l="l" t="t" r="r" b="b"/>
            <a:pathLst>
              <a:path w="6350" h="14604">
                <a:moveTo>
                  <a:pt x="5981" y="0"/>
                </a:moveTo>
                <a:lnTo>
                  <a:pt x="1402" y="535"/>
                </a:lnTo>
                <a:lnTo>
                  <a:pt x="1379" y="4696"/>
                </a:lnTo>
                <a:lnTo>
                  <a:pt x="0" y="14310"/>
                </a:lnTo>
                <a:lnTo>
                  <a:pt x="5508" y="14318"/>
                </a:lnTo>
                <a:lnTo>
                  <a:pt x="5531" y="6091"/>
                </a:lnTo>
                <a:lnTo>
                  <a:pt x="5571" y="3183"/>
                </a:lnTo>
                <a:lnTo>
                  <a:pt x="5981" y="0"/>
                </a:lnTo>
                <a:close/>
              </a:path>
            </a:pathLst>
          </a:custGeom>
          <a:solidFill>
            <a:srgbClr val="C1B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4" name="bg object 674"/>
          <p:cNvSpPr/>
          <p:nvPr/>
        </p:nvSpPr>
        <p:spPr>
          <a:xfrm>
            <a:off x="2268993" y="4312494"/>
            <a:ext cx="12700" cy="13970"/>
          </a:xfrm>
          <a:custGeom>
            <a:avLst/>
            <a:gdLst/>
            <a:ahLst/>
            <a:cxnLst/>
            <a:rect l="l" t="t" r="r" b="b"/>
            <a:pathLst>
              <a:path w="12700" h="13970">
                <a:moveTo>
                  <a:pt x="5461" y="0"/>
                </a:moveTo>
                <a:lnTo>
                  <a:pt x="7" y="39"/>
                </a:lnTo>
                <a:lnTo>
                  <a:pt x="0" y="8258"/>
                </a:lnTo>
                <a:lnTo>
                  <a:pt x="4546" y="7722"/>
                </a:lnTo>
                <a:lnTo>
                  <a:pt x="4208" y="10835"/>
                </a:lnTo>
                <a:lnTo>
                  <a:pt x="4105" y="13774"/>
                </a:lnTo>
                <a:lnTo>
                  <a:pt x="9582" y="13790"/>
                </a:lnTo>
                <a:lnTo>
                  <a:pt x="8865" y="10031"/>
                </a:lnTo>
                <a:lnTo>
                  <a:pt x="12190" y="4420"/>
                </a:lnTo>
                <a:lnTo>
                  <a:pt x="4964" y="3624"/>
                </a:lnTo>
                <a:lnTo>
                  <a:pt x="5461" y="0"/>
                </a:lnTo>
                <a:close/>
              </a:path>
            </a:pathLst>
          </a:custGeom>
          <a:solidFill>
            <a:srgbClr val="9690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5" name="bg object 675"/>
          <p:cNvSpPr/>
          <p:nvPr/>
        </p:nvSpPr>
        <p:spPr>
          <a:xfrm>
            <a:off x="2031513" y="3960211"/>
            <a:ext cx="13970" cy="8890"/>
          </a:xfrm>
          <a:custGeom>
            <a:avLst/>
            <a:gdLst/>
            <a:ahLst/>
            <a:cxnLst/>
            <a:rect l="l" t="t" r="r" b="b"/>
            <a:pathLst>
              <a:path w="13969" h="8889">
                <a:moveTo>
                  <a:pt x="4097" y="3963"/>
                </a:moveTo>
                <a:lnTo>
                  <a:pt x="0" y="4168"/>
                </a:lnTo>
                <a:lnTo>
                  <a:pt x="31" y="8274"/>
                </a:lnTo>
                <a:lnTo>
                  <a:pt x="8266" y="8274"/>
                </a:lnTo>
                <a:lnTo>
                  <a:pt x="13719" y="7769"/>
                </a:lnTo>
                <a:lnTo>
                  <a:pt x="13726" y="5468"/>
                </a:lnTo>
                <a:lnTo>
                  <a:pt x="8755" y="5468"/>
                </a:lnTo>
                <a:lnTo>
                  <a:pt x="4097" y="3963"/>
                </a:lnTo>
                <a:close/>
              </a:path>
              <a:path w="13969" h="8889">
                <a:moveTo>
                  <a:pt x="13743" y="0"/>
                </a:moveTo>
                <a:lnTo>
                  <a:pt x="11354" y="0"/>
                </a:lnTo>
                <a:lnTo>
                  <a:pt x="8755" y="5468"/>
                </a:lnTo>
                <a:lnTo>
                  <a:pt x="13726" y="5468"/>
                </a:lnTo>
                <a:lnTo>
                  <a:pt x="13743" y="0"/>
                </a:lnTo>
                <a:close/>
              </a:path>
            </a:pathLst>
          </a:custGeom>
          <a:solidFill>
            <a:srgbClr val="978F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6" name="bg object 676"/>
          <p:cNvSpPr/>
          <p:nvPr/>
        </p:nvSpPr>
        <p:spPr>
          <a:xfrm>
            <a:off x="2044877" y="3941930"/>
            <a:ext cx="5080" cy="18415"/>
          </a:xfrm>
          <a:custGeom>
            <a:avLst/>
            <a:gdLst/>
            <a:ahLst/>
            <a:cxnLst/>
            <a:rect l="l" t="t" r="r" b="b"/>
            <a:pathLst>
              <a:path w="5080" h="18414">
                <a:moveTo>
                  <a:pt x="1347" y="0"/>
                </a:moveTo>
                <a:lnTo>
                  <a:pt x="0" y="1386"/>
                </a:lnTo>
                <a:lnTo>
                  <a:pt x="378" y="4523"/>
                </a:lnTo>
                <a:lnTo>
                  <a:pt x="378" y="18282"/>
                </a:lnTo>
                <a:lnTo>
                  <a:pt x="4483" y="18290"/>
                </a:lnTo>
                <a:lnTo>
                  <a:pt x="4499" y="409"/>
                </a:lnTo>
                <a:lnTo>
                  <a:pt x="1347" y="0"/>
                </a:lnTo>
                <a:close/>
              </a:path>
            </a:pathLst>
          </a:custGeom>
          <a:solidFill>
            <a:srgbClr val="9690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7" name="bg object 677"/>
          <p:cNvSpPr/>
          <p:nvPr/>
        </p:nvSpPr>
        <p:spPr>
          <a:xfrm>
            <a:off x="2036831" y="3946453"/>
            <a:ext cx="8890" cy="4445"/>
          </a:xfrm>
          <a:custGeom>
            <a:avLst/>
            <a:gdLst/>
            <a:ahLst/>
            <a:cxnLst/>
            <a:rect l="l" t="t" r="r" b="b"/>
            <a:pathLst>
              <a:path w="8889" h="4445">
                <a:moveTo>
                  <a:pt x="8424" y="0"/>
                </a:moveTo>
                <a:lnTo>
                  <a:pt x="212" y="0"/>
                </a:lnTo>
                <a:lnTo>
                  <a:pt x="0" y="2584"/>
                </a:lnTo>
                <a:lnTo>
                  <a:pt x="622" y="4405"/>
                </a:lnTo>
                <a:lnTo>
                  <a:pt x="5311" y="4034"/>
                </a:lnTo>
                <a:lnTo>
                  <a:pt x="6879" y="4137"/>
                </a:lnTo>
                <a:lnTo>
                  <a:pt x="8424" y="4137"/>
                </a:lnTo>
                <a:lnTo>
                  <a:pt x="8424" y="0"/>
                </a:lnTo>
                <a:close/>
              </a:path>
            </a:pathLst>
          </a:custGeom>
          <a:solidFill>
            <a:srgbClr val="9389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8" name="bg object 678"/>
          <p:cNvSpPr/>
          <p:nvPr/>
        </p:nvSpPr>
        <p:spPr>
          <a:xfrm>
            <a:off x="2044404" y="3928572"/>
            <a:ext cx="14604" cy="31750"/>
          </a:xfrm>
          <a:custGeom>
            <a:avLst/>
            <a:gdLst/>
            <a:ahLst/>
            <a:cxnLst/>
            <a:rect l="l" t="t" r="r" b="b"/>
            <a:pathLst>
              <a:path w="14605" h="31750">
                <a:moveTo>
                  <a:pt x="10465" y="0"/>
                </a:moveTo>
                <a:lnTo>
                  <a:pt x="882" y="23"/>
                </a:lnTo>
                <a:lnTo>
                  <a:pt x="858" y="4129"/>
                </a:lnTo>
                <a:lnTo>
                  <a:pt x="1103" y="6327"/>
                </a:lnTo>
                <a:lnTo>
                  <a:pt x="0" y="8983"/>
                </a:lnTo>
                <a:lnTo>
                  <a:pt x="4279" y="10189"/>
                </a:lnTo>
                <a:lnTo>
                  <a:pt x="4491" y="12443"/>
                </a:lnTo>
                <a:lnTo>
                  <a:pt x="4972" y="13766"/>
                </a:lnTo>
                <a:lnTo>
                  <a:pt x="4956" y="31647"/>
                </a:lnTo>
                <a:lnTo>
                  <a:pt x="6304" y="31158"/>
                </a:lnTo>
                <a:lnTo>
                  <a:pt x="8534" y="30938"/>
                </a:lnTo>
                <a:lnTo>
                  <a:pt x="9747" y="26666"/>
                </a:lnTo>
                <a:lnTo>
                  <a:pt x="12372" y="27746"/>
                </a:lnTo>
                <a:lnTo>
                  <a:pt x="14570" y="27518"/>
                </a:lnTo>
                <a:lnTo>
                  <a:pt x="14578" y="17896"/>
                </a:lnTo>
                <a:lnTo>
                  <a:pt x="11930" y="18085"/>
                </a:lnTo>
                <a:lnTo>
                  <a:pt x="10315" y="17336"/>
                </a:lnTo>
                <a:lnTo>
                  <a:pt x="10599" y="9464"/>
                </a:lnTo>
                <a:lnTo>
                  <a:pt x="10465" y="4728"/>
                </a:lnTo>
                <a:close/>
              </a:path>
            </a:pathLst>
          </a:custGeom>
          <a:solidFill>
            <a:srgbClr val="AEA9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9" name="bg object 679"/>
          <p:cNvSpPr/>
          <p:nvPr/>
        </p:nvSpPr>
        <p:spPr>
          <a:xfrm>
            <a:off x="2041170" y="3892799"/>
            <a:ext cx="13970" cy="22225"/>
          </a:xfrm>
          <a:custGeom>
            <a:avLst/>
            <a:gdLst/>
            <a:ahLst/>
            <a:cxnLst/>
            <a:rect l="l" t="t" r="r" b="b"/>
            <a:pathLst>
              <a:path w="13969" h="22225">
                <a:moveTo>
                  <a:pt x="13703" y="0"/>
                </a:moveTo>
                <a:lnTo>
                  <a:pt x="1355" y="0"/>
                </a:lnTo>
                <a:lnTo>
                  <a:pt x="1323" y="4137"/>
                </a:lnTo>
                <a:lnTo>
                  <a:pt x="0" y="13727"/>
                </a:lnTo>
                <a:lnTo>
                  <a:pt x="2915" y="13672"/>
                </a:lnTo>
                <a:lnTo>
                  <a:pt x="6059" y="13317"/>
                </a:lnTo>
                <a:lnTo>
                  <a:pt x="5445" y="17896"/>
                </a:lnTo>
                <a:lnTo>
                  <a:pt x="5476" y="22009"/>
                </a:lnTo>
                <a:lnTo>
                  <a:pt x="9566" y="22025"/>
                </a:lnTo>
                <a:lnTo>
                  <a:pt x="9574" y="19109"/>
                </a:lnTo>
                <a:lnTo>
                  <a:pt x="9716" y="16186"/>
                </a:lnTo>
                <a:lnTo>
                  <a:pt x="9377" y="10134"/>
                </a:lnTo>
                <a:lnTo>
                  <a:pt x="11063" y="9424"/>
                </a:lnTo>
                <a:lnTo>
                  <a:pt x="13695" y="9629"/>
                </a:lnTo>
                <a:lnTo>
                  <a:pt x="13703" y="0"/>
                </a:lnTo>
                <a:close/>
              </a:path>
            </a:pathLst>
          </a:custGeom>
          <a:solidFill>
            <a:srgbClr val="ADA0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0" name="bg object 680"/>
          <p:cNvSpPr/>
          <p:nvPr/>
        </p:nvSpPr>
        <p:spPr>
          <a:xfrm>
            <a:off x="2045289" y="3914813"/>
            <a:ext cx="5715" cy="13970"/>
          </a:xfrm>
          <a:custGeom>
            <a:avLst/>
            <a:gdLst/>
            <a:ahLst/>
            <a:cxnLst/>
            <a:rect l="l" t="t" r="r" b="b"/>
            <a:pathLst>
              <a:path w="5714" h="13970">
                <a:moveTo>
                  <a:pt x="5453" y="7"/>
                </a:moveTo>
                <a:lnTo>
                  <a:pt x="1355" y="0"/>
                </a:lnTo>
                <a:lnTo>
                  <a:pt x="0" y="13782"/>
                </a:lnTo>
                <a:lnTo>
                  <a:pt x="5461" y="13759"/>
                </a:lnTo>
                <a:lnTo>
                  <a:pt x="5484" y="1371"/>
                </a:lnTo>
                <a:lnTo>
                  <a:pt x="5453" y="7"/>
                </a:lnTo>
                <a:close/>
              </a:path>
            </a:pathLst>
          </a:custGeom>
          <a:solidFill>
            <a:srgbClr val="A195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1" name="bg object 681"/>
          <p:cNvSpPr/>
          <p:nvPr/>
        </p:nvSpPr>
        <p:spPr>
          <a:xfrm>
            <a:off x="2037048" y="3888260"/>
            <a:ext cx="6350" cy="8890"/>
          </a:xfrm>
          <a:custGeom>
            <a:avLst/>
            <a:gdLst/>
            <a:ahLst/>
            <a:cxnLst/>
            <a:rect l="l" t="t" r="r" b="b"/>
            <a:pathLst>
              <a:path w="6350" h="8889">
                <a:moveTo>
                  <a:pt x="6028" y="0"/>
                </a:moveTo>
                <a:lnTo>
                  <a:pt x="2931" y="307"/>
                </a:lnTo>
                <a:lnTo>
                  <a:pt x="0" y="394"/>
                </a:lnTo>
                <a:lnTo>
                  <a:pt x="0" y="8652"/>
                </a:lnTo>
                <a:lnTo>
                  <a:pt x="5445" y="8676"/>
                </a:lnTo>
                <a:lnTo>
                  <a:pt x="5476" y="4539"/>
                </a:lnTo>
                <a:lnTo>
                  <a:pt x="6028" y="0"/>
                </a:lnTo>
                <a:close/>
              </a:path>
            </a:pathLst>
          </a:custGeom>
          <a:solidFill>
            <a:srgbClr val="968C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2" name="bg object 682"/>
          <p:cNvSpPr/>
          <p:nvPr/>
        </p:nvSpPr>
        <p:spPr>
          <a:xfrm>
            <a:off x="2040541" y="3906117"/>
            <a:ext cx="6985" cy="5080"/>
          </a:xfrm>
          <a:custGeom>
            <a:avLst/>
            <a:gdLst/>
            <a:ahLst/>
            <a:cxnLst/>
            <a:rect l="l" t="t" r="r" b="b"/>
            <a:pathLst>
              <a:path w="6985" h="5079">
                <a:moveTo>
                  <a:pt x="6690" y="0"/>
                </a:moveTo>
                <a:lnTo>
                  <a:pt x="3546" y="354"/>
                </a:lnTo>
                <a:lnTo>
                  <a:pt x="630" y="409"/>
                </a:lnTo>
                <a:lnTo>
                  <a:pt x="0" y="5003"/>
                </a:lnTo>
                <a:lnTo>
                  <a:pt x="3152" y="4641"/>
                </a:lnTo>
                <a:lnTo>
                  <a:pt x="6075" y="4578"/>
                </a:lnTo>
                <a:lnTo>
                  <a:pt x="6690" y="0"/>
                </a:lnTo>
                <a:close/>
              </a:path>
            </a:pathLst>
          </a:custGeom>
          <a:solidFill>
            <a:srgbClr val="9D8F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3" name="bg object 683"/>
          <p:cNvSpPr/>
          <p:nvPr/>
        </p:nvSpPr>
        <p:spPr>
          <a:xfrm>
            <a:off x="2196234" y="3678115"/>
            <a:ext cx="27940" cy="58419"/>
          </a:xfrm>
          <a:custGeom>
            <a:avLst/>
            <a:gdLst/>
            <a:ahLst/>
            <a:cxnLst/>
            <a:rect l="l" t="t" r="r" b="b"/>
            <a:pathLst>
              <a:path w="27939" h="58420">
                <a:moveTo>
                  <a:pt x="27415" y="7"/>
                </a:moveTo>
                <a:lnTo>
                  <a:pt x="19227" y="0"/>
                </a:lnTo>
                <a:lnTo>
                  <a:pt x="17872" y="803"/>
                </a:lnTo>
                <a:lnTo>
                  <a:pt x="15272" y="1757"/>
                </a:lnTo>
                <a:lnTo>
                  <a:pt x="16194" y="9188"/>
                </a:lnTo>
                <a:lnTo>
                  <a:pt x="11686" y="8392"/>
                </a:lnTo>
                <a:lnTo>
                  <a:pt x="5500" y="8258"/>
                </a:lnTo>
                <a:lnTo>
                  <a:pt x="5996" y="12080"/>
                </a:lnTo>
                <a:lnTo>
                  <a:pt x="3593" y="16919"/>
                </a:lnTo>
                <a:lnTo>
                  <a:pt x="9219" y="18936"/>
                </a:lnTo>
                <a:lnTo>
                  <a:pt x="5492" y="26154"/>
                </a:lnTo>
                <a:lnTo>
                  <a:pt x="0" y="30284"/>
                </a:lnTo>
                <a:lnTo>
                  <a:pt x="31" y="39921"/>
                </a:lnTo>
                <a:lnTo>
                  <a:pt x="3404" y="39874"/>
                </a:lnTo>
                <a:lnTo>
                  <a:pt x="6706" y="39440"/>
                </a:lnTo>
                <a:lnTo>
                  <a:pt x="3624" y="47534"/>
                </a:lnTo>
                <a:lnTo>
                  <a:pt x="4231" y="50741"/>
                </a:lnTo>
                <a:lnTo>
                  <a:pt x="4121" y="53680"/>
                </a:lnTo>
                <a:lnTo>
                  <a:pt x="4137" y="57794"/>
                </a:lnTo>
                <a:lnTo>
                  <a:pt x="8014" y="58330"/>
                </a:lnTo>
                <a:lnTo>
                  <a:pt x="10031" y="57171"/>
                </a:lnTo>
                <a:lnTo>
                  <a:pt x="9409" y="48920"/>
                </a:lnTo>
                <a:lnTo>
                  <a:pt x="8518" y="44602"/>
                </a:lnTo>
                <a:lnTo>
                  <a:pt x="13837" y="42340"/>
                </a:lnTo>
                <a:lnTo>
                  <a:pt x="13656" y="40820"/>
                </a:lnTo>
                <a:lnTo>
                  <a:pt x="13743" y="39921"/>
                </a:lnTo>
                <a:lnTo>
                  <a:pt x="13727" y="30284"/>
                </a:lnTo>
                <a:lnTo>
                  <a:pt x="10023" y="29243"/>
                </a:lnTo>
                <a:lnTo>
                  <a:pt x="10528" y="28219"/>
                </a:lnTo>
                <a:lnTo>
                  <a:pt x="10788" y="26611"/>
                </a:lnTo>
                <a:lnTo>
                  <a:pt x="15295" y="24681"/>
                </a:lnTo>
                <a:lnTo>
                  <a:pt x="13128" y="21544"/>
                </a:lnTo>
                <a:lnTo>
                  <a:pt x="14184" y="17226"/>
                </a:lnTo>
                <a:lnTo>
                  <a:pt x="12632" y="14137"/>
                </a:lnTo>
                <a:lnTo>
                  <a:pt x="20386" y="13727"/>
                </a:lnTo>
                <a:lnTo>
                  <a:pt x="18889" y="17147"/>
                </a:lnTo>
                <a:lnTo>
                  <a:pt x="19330" y="20197"/>
                </a:lnTo>
                <a:lnTo>
                  <a:pt x="19235" y="22009"/>
                </a:lnTo>
                <a:lnTo>
                  <a:pt x="23333" y="22025"/>
                </a:lnTo>
                <a:lnTo>
                  <a:pt x="23333" y="18660"/>
                </a:lnTo>
                <a:lnTo>
                  <a:pt x="23475" y="15287"/>
                </a:lnTo>
                <a:lnTo>
                  <a:pt x="23152" y="8786"/>
                </a:lnTo>
                <a:lnTo>
                  <a:pt x="24815" y="8061"/>
                </a:lnTo>
                <a:lnTo>
                  <a:pt x="27455" y="8266"/>
                </a:lnTo>
                <a:lnTo>
                  <a:pt x="27415" y="7"/>
                </a:lnTo>
                <a:close/>
              </a:path>
            </a:pathLst>
          </a:custGeom>
          <a:solidFill>
            <a:srgbClr val="C0B3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4" name="bg object 684"/>
          <p:cNvSpPr/>
          <p:nvPr/>
        </p:nvSpPr>
        <p:spPr>
          <a:xfrm>
            <a:off x="2201709" y="3664172"/>
            <a:ext cx="13970" cy="23495"/>
          </a:xfrm>
          <a:custGeom>
            <a:avLst/>
            <a:gdLst/>
            <a:ahLst/>
            <a:cxnLst/>
            <a:rect l="l" t="t" r="r" b="b"/>
            <a:pathLst>
              <a:path w="13969" h="23495">
                <a:moveTo>
                  <a:pt x="12246" y="0"/>
                </a:moveTo>
                <a:lnTo>
                  <a:pt x="9629" y="181"/>
                </a:lnTo>
                <a:lnTo>
                  <a:pt x="5500" y="189"/>
                </a:lnTo>
                <a:lnTo>
                  <a:pt x="5027" y="3979"/>
                </a:lnTo>
                <a:lnTo>
                  <a:pt x="4830" y="7833"/>
                </a:lnTo>
                <a:lnTo>
                  <a:pt x="3664" y="12584"/>
                </a:lnTo>
                <a:lnTo>
                  <a:pt x="1394" y="13160"/>
                </a:lnTo>
                <a:lnTo>
                  <a:pt x="39" y="13963"/>
                </a:lnTo>
                <a:lnTo>
                  <a:pt x="0" y="22198"/>
                </a:lnTo>
                <a:lnTo>
                  <a:pt x="1394" y="22183"/>
                </a:lnTo>
                <a:lnTo>
                  <a:pt x="6209" y="22332"/>
                </a:lnTo>
                <a:lnTo>
                  <a:pt x="10717" y="23136"/>
                </a:lnTo>
                <a:lnTo>
                  <a:pt x="9795" y="15705"/>
                </a:lnTo>
                <a:lnTo>
                  <a:pt x="12395" y="14744"/>
                </a:lnTo>
                <a:lnTo>
                  <a:pt x="13751" y="13940"/>
                </a:lnTo>
                <a:lnTo>
                  <a:pt x="13751" y="10575"/>
                </a:lnTo>
                <a:lnTo>
                  <a:pt x="13609" y="7210"/>
                </a:lnTo>
                <a:lnTo>
                  <a:pt x="13932" y="693"/>
                </a:lnTo>
                <a:lnTo>
                  <a:pt x="12246" y="0"/>
                </a:lnTo>
                <a:close/>
              </a:path>
            </a:pathLst>
          </a:custGeom>
          <a:solidFill>
            <a:srgbClr val="B9AE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5" name="bg object 685"/>
          <p:cNvSpPr/>
          <p:nvPr/>
        </p:nvSpPr>
        <p:spPr>
          <a:xfrm>
            <a:off x="2197634" y="3632483"/>
            <a:ext cx="13970" cy="32384"/>
          </a:xfrm>
          <a:custGeom>
            <a:avLst/>
            <a:gdLst/>
            <a:ahLst/>
            <a:cxnLst/>
            <a:rect l="l" t="t" r="r" b="b"/>
            <a:pathLst>
              <a:path w="13969" h="32385">
                <a:moveTo>
                  <a:pt x="6808" y="0"/>
                </a:moveTo>
                <a:lnTo>
                  <a:pt x="5256" y="890"/>
                </a:lnTo>
                <a:lnTo>
                  <a:pt x="5610" y="7186"/>
                </a:lnTo>
                <a:lnTo>
                  <a:pt x="5366" y="17250"/>
                </a:lnTo>
                <a:lnTo>
                  <a:pt x="6619" y="21505"/>
                </a:lnTo>
                <a:lnTo>
                  <a:pt x="346" y="23010"/>
                </a:lnTo>
                <a:lnTo>
                  <a:pt x="330" y="26052"/>
                </a:lnTo>
                <a:lnTo>
                  <a:pt x="0" y="27770"/>
                </a:lnTo>
                <a:lnTo>
                  <a:pt x="3160" y="27336"/>
                </a:lnTo>
                <a:lnTo>
                  <a:pt x="4468" y="28771"/>
                </a:lnTo>
                <a:lnTo>
                  <a:pt x="4105" y="31875"/>
                </a:lnTo>
                <a:lnTo>
                  <a:pt x="13703" y="31867"/>
                </a:lnTo>
                <a:lnTo>
                  <a:pt x="12309" y="24964"/>
                </a:lnTo>
                <a:lnTo>
                  <a:pt x="9227" y="24870"/>
                </a:lnTo>
                <a:lnTo>
                  <a:pt x="9582" y="22600"/>
                </a:lnTo>
                <a:lnTo>
                  <a:pt x="9598" y="228"/>
                </a:lnTo>
                <a:lnTo>
                  <a:pt x="6808" y="0"/>
                </a:lnTo>
                <a:close/>
              </a:path>
            </a:pathLst>
          </a:custGeom>
          <a:solidFill>
            <a:srgbClr val="B7AC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6" name="bg object 686"/>
          <p:cNvSpPr/>
          <p:nvPr/>
        </p:nvSpPr>
        <p:spPr>
          <a:xfrm>
            <a:off x="2206656" y="3610313"/>
            <a:ext cx="6350" cy="22860"/>
          </a:xfrm>
          <a:custGeom>
            <a:avLst/>
            <a:gdLst/>
            <a:ahLst/>
            <a:cxnLst/>
            <a:rect l="l" t="t" r="r" b="b"/>
            <a:pathLst>
              <a:path w="6350" h="22860">
                <a:moveTo>
                  <a:pt x="0" y="0"/>
                </a:moveTo>
                <a:lnTo>
                  <a:pt x="543" y="4515"/>
                </a:lnTo>
                <a:lnTo>
                  <a:pt x="520" y="22372"/>
                </a:lnTo>
                <a:lnTo>
                  <a:pt x="4665" y="22380"/>
                </a:lnTo>
                <a:lnTo>
                  <a:pt x="6020" y="362"/>
                </a:lnTo>
                <a:lnTo>
                  <a:pt x="3073" y="260"/>
                </a:lnTo>
                <a:lnTo>
                  <a:pt x="0" y="0"/>
                </a:lnTo>
                <a:close/>
              </a:path>
            </a:pathLst>
          </a:custGeom>
          <a:solidFill>
            <a:srgbClr val="B5A9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7" name="bg object 687"/>
          <p:cNvSpPr/>
          <p:nvPr/>
        </p:nvSpPr>
        <p:spPr>
          <a:xfrm>
            <a:off x="2144061" y="4395080"/>
            <a:ext cx="8890" cy="29209"/>
          </a:xfrm>
          <a:custGeom>
            <a:avLst/>
            <a:gdLst/>
            <a:ahLst/>
            <a:cxnLst/>
            <a:rect l="l" t="t" r="r" b="b"/>
            <a:pathLst>
              <a:path w="8889" h="29210">
                <a:moveTo>
                  <a:pt x="8250" y="0"/>
                </a:moveTo>
                <a:lnTo>
                  <a:pt x="4137" y="0"/>
                </a:lnTo>
                <a:lnTo>
                  <a:pt x="4129" y="4113"/>
                </a:lnTo>
                <a:lnTo>
                  <a:pt x="3672" y="7683"/>
                </a:lnTo>
                <a:lnTo>
                  <a:pt x="3136" y="11245"/>
                </a:lnTo>
                <a:lnTo>
                  <a:pt x="2616" y="16871"/>
                </a:lnTo>
                <a:lnTo>
                  <a:pt x="3073" y="19141"/>
                </a:lnTo>
                <a:lnTo>
                  <a:pt x="0" y="19283"/>
                </a:lnTo>
                <a:lnTo>
                  <a:pt x="4184" y="28881"/>
                </a:lnTo>
                <a:lnTo>
                  <a:pt x="5571" y="28873"/>
                </a:lnTo>
                <a:lnTo>
                  <a:pt x="6926" y="26170"/>
                </a:lnTo>
                <a:lnTo>
                  <a:pt x="8274" y="17911"/>
                </a:lnTo>
                <a:lnTo>
                  <a:pt x="8250" y="0"/>
                </a:lnTo>
                <a:close/>
              </a:path>
            </a:pathLst>
          </a:custGeom>
          <a:solidFill>
            <a:srgbClr val="645D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8" name="bg object 688"/>
          <p:cNvSpPr/>
          <p:nvPr/>
        </p:nvSpPr>
        <p:spPr>
          <a:xfrm>
            <a:off x="2150987" y="4412504"/>
            <a:ext cx="11430" cy="8890"/>
          </a:xfrm>
          <a:custGeom>
            <a:avLst/>
            <a:gdLst/>
            <a:ahLst/>
            <a:cxnLst/>
            <a:rect l="l" t="t" r="r" b="b"/>
            <a:pathLst>
              <a:path w="11430" h="8889">
                <a:moveTo>
                  <a:pt x="9404" y="488"/>
                </a:moveTo>
                <a:lnTo>
                  <a:pt x="1347" y="488"/>
                </a:lnTo>
                <a:lnTo>
                  <a:pt x="0" y="8747"/>
                </a:lnTo>
                <a:lnTo>
                  <a:pt x="9591" y="8747"/>
                </a:lnTo>
                <a:lnTo>
                  <a:pt x="9404" y="488"/>
                </a:lnTo>
                <a:close/>
              </a:path>
              <a:path w="11430" h="8889">
                <a:moveTo>
                  <a:pt x="9393" y="0"/>
                </a:moveTo>
                <a:lnTo>
                  <a:pt x="9404" y="488"/>
                </a:lnTo>
                <a:lnTo>
                  <a:pt x="11024" y="488"/>
                </a:lnTo>
                <a:lnTo>
                  <a:pt x="9393" y="0"/>
                </a:lnTo>
                <a:close/>
              </a:path>
            </a:pathLst>
          </a:custGeom>
          <a:solidFill>
            <a:srgbClr val="7A7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9" name="bg object 689"/>
          <p:cNvSpPr/>
          <p:nvPr/>
        </p:nvSpPr>
        <p:spPr>
          <a:xfrm>
            <a:off x="2142637" y="4423948"/>
            <a:ext cx="8890" cy="6985"/>
          </a:xfrm>
          <a:custGeom>
            <a:avLst/>
            <a:gdLst/>
            <a:ahLst/>
            <a:cxnLst/>
            <a:rect l="l" t="t" r="r" b="b"/>
            <a:pathLst>
              <a:path w="8889" h="6985">
                <a:moveTo>
                  <a:pt x="6989" y="0"/>
                </a:moveTo>
                <a:lnTo>
                  <a:pt x="5610" y="15"/>
                </a:lnTo>
                <a:lnTo>
                  <a:pt x="0" y="1465"/>
                </a:lnTo>
                <a:lnTo>
                  <a:pt x="86" y="6895"/>
                </a:lnTo>
                <a:lnTo>
                  <a:pt x="8297" y="6895"/>
                </a:lnTo>
                <a:lnTo>
                  <a:pt x="8361" y="1379"/>
                </a:lnTo>
                <a:lnTo>
                  <a:pt x="6989" y="0"/>
                </a:lnTo>
                <a:close/>
              </a:path>
            </a:pathLst>
          </a:custGeom>
          <a:solidFill>
            <a:srgbClr val="6250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0" name="bg object 690"/>
          <p:cNvSpPr/>
          <p:nvPr/>
        </p:nvSpPr>
        <p:spPr>
          <a:xfrm>
            <a:off x="2150935" y="4425145"/>
            <a:ext cx="5715" cy="10160"/>
          </a:xfrm>
          <a:custGeom>
            <a:avLst/>
            <a:gdLst/>
            <a:ahLst/>
            <a:cxnLst/>
            <a:rect l="l" t="t" r="r" b="b"/>
            <a:pathLst>
              <a:path w="5714" h="10160">
                <a:moveTo>
                  <a:pt x="3483" y="0"/>
                </a:moveTo>
                <a:lnTo>
                  <a:pt x="63" y="181"/>
                </a:lnTo>
                <a:lnTo>
                  <a:pt x="0" y="5697"/>
                </a:lnTo>
                <a:lnTo>
                  <a:pt x="15" y="9834"/>
                </a:lnTo>
                <a:lnTo>
                  <a:pt x="3435" y="10078"/>
                </a:lnTo>
                <a:lnTo>
                  <a:pt x="5516" y="8944"/>
                </a:lnTo>
                <a:lnTo>
                  <a:pt x="5555" y="1166"/>
                </a:lnTo>
                <a:lnTo>
                  <a:pt x="3483" y="0"/>
                </a:lnTo>
                <a:close/>
              </a:path>
            </a:pathLst>
          </a:custGeom>
          <a:solidFill>
            <a:srgbClr val="7A7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1" name="bg object 691"/>
          <p:cNvSpPr/>
          <p:nvPr/>
        </p:nvSpPr>
        <p:spPr>
          <a:xfrm>
            <a:off x="2160299" y="4421209"/>
            <a:ext cx="4445" cy="10160"/>
          </a:xfrm>
          <a:custGeom>
            <a:avLst/>
            <a:gdLst/>
            <a:ahLst/>
            <a:cxnLst/>
            <a:rect l="l" t="t" r="r" b="b"/>
            <a:pathLst>
              <a:path w="4444" h="10160">
                <a:moveTo>
                  <a:pt x="283" y="0"/>
                </a:moveTo>
                <a:lnTo>
                  <a:pt x="252" y="2017"/>
                </a:lnTo>
                <a:lnTo>
                  <a:pt x="386" y="4026"/>
                </a:lnTo>
                <a:lnTo>
                  <a:pt x="0" y="9109"/>
                </a:lnTo>
                <a:lnTo>
                  <a:pt x="1710" y="9834"/>
                </a:lnTo>
                <a:lnTo>
                  <a:pt x="4302" y="9684"/>
                </a:lnTo>
                <a:lnTo>
                  <a:pt x="4349" y="15"/>
                </a:lnTo>
                <a:lnTo>
                  <a:pt x="283" y="0"/>
                </a:lnTo>
                <a:close/>
              </a:path>
            </a:pathLst>
          </a:custGeom>
          <a:solidFill>
            <a:srgbClr val="766E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2" name="bg object 692"/>
          <p:cNvSpPr/>
          <p:nvPr/>
        </p:nvSpPr>
        <p:spPr>
          <a:xfrm>
            <a:off x="2152324" y="4395110"/>
            <a:ext cx="22225" cy="26670"/>
          </a:xfrm>
          <a:custGeom>
            <a:avLst/>
            <a:gdLst/>
            <a:ahLst/>
            <a:cxnLst/>
            <a:rect l="l" t="t" r="r" b="b"/>
            <a:pathLst>
              <a:path w="22225" h="26670">
                <a:moveTo>
                  <a:pt x="8061" y="17391"/>
                </a:moveTo>
                <a:lnTo>
                  <a:pt x="8165" y="22001"/>
                </a:lnTo>
                <a:lnTo>
                  <a:pt x="8259" y="26154"/>
                </a:lnTo>
                <a:lnTo>
                  <a:pt x="16398" y="26154"/>
                </a:lnTo>
                <a:lnTo>
                  <a:pt x="16485" y="22001"/>
                </a:lnTo>
                <a:lnTo>
                  <a:pt x="16926" y="20260"/>
                </a:lnTo>
                <a:lnTo>
                  <a:pt x="17691" y="18534"/>
                </a:lnTo>
                <a:lnTo>
                  <a:pt x="17717" y="17880"/>
                </a:lnTo>
                <a:lnTo>
                  <a:pt x="9684" y="17880"/>
                </a:lnTo>
                <a:lnTo>
                  <a:pt x="8061" y="17391"/>
                </a:lnTo>
                <a:close/>
              </a:path>
              <a:path w="22225" h="26670">
                <a:moveTo>
                  <a:pt x="4649" y="8242"/>
                </a:moveTo>
                <a:lnTo>
                  <a:pt x="0" y="8242"/>
                </a:lnTo>
                <a:lnTo>
                  <a:pt x="7" y="17880"/>
                </a:lnTo>
                <a:lnTo>
                  <a:pt x="8072" y="17880"/>
                </a:lnTo>
                <a:lnTo>
                  <a:pt x="8061" y="17391"/>
                </a:lnTo>
                <a:lnTo>
                  <a:pt x="17737" y="17391"/>
                </a:lnTo>
                <a:lnTo>
                  <a:pt x="17762" y="16785"/>
                </a:lnTo>
                <a:lnTo>
                  <a:pt x="17880" y="13766"/>
                </a:lnTo>
                <a:lnTo>
                  <a:pt x="21923" y="13766"/>
                </a:lnTo>
                <a:lnTo>
                  <a:pt x="21914" y="8494"/>
                </a:lnTo>
                <a:lnTo>
                  <a:pt x="7785" y="8494"/>
                </a:lnTo>
                <a:lnTo>
                  <a:pt x="4649" y="8242"/>
                </a:lnTo>
                <a:close/>
              </a:path>
              <a:path w="22225" h="26670">
                <a:moveTo>
                  <a:pt x="17737" y="17391"/>
                </a:moveTo>
                <a:lnTo>
                  <a:pt x="8061" y="17391"/>
                </a:lnTo>
                <a:lnTo>
                  <a:pt x="9684" y="17880"/>
                </a:lnTo>
                <a:lnTo>
                  <a:pt x="17717" y="17880"/>
                </a:lnTo>
                <a:lnTo>
                  <a:pt x="17737" y="17391"/>
                </a:lnTo>
                <a:close/>
              </a:path>
              <a:path w="22225" h="26670">
                <a:moveTo>
                  <a:pt x="21899" y="0"/>
                </a:moveTo>
                <a:lnTo>
                  <a:pt x="13719" y="0"/>
                </a:lnTo>
                <a:lnTo>
                  <a:pt x="13625" y="3656"/>
                </a:lnTo>
                <a:lnTo>
                  <a:pt x="11205" y="4247"/>
                </a:lnTo>
                <a:lnTo>
                  <a:pt x="8245" y="4247"/>
                </a:lnTo>
                <a:lnTo>
                  <a:pt x="8424" y="6690"/>
                </a:lnTo>
                <a:lnTo>
                  <a:pt x="7874" y="8242"/>
                </a:lnTo>
                <a:lnTo>
                  <a:pt x="7785" y="8494"/>
                </a:lnTo>
                <a:lnTo>
                  <a:pt x="21914" y="8494"/>
                </a:lnTo>
                <a:lnTo>
                  <a:pt x="21906" y="4247"/>
                </a:lnTo>
                <a:lnTo>
                  <a:pt x="11205" y="4247"/>
                </a:lnTo>
                <a:lnTo>
                  <a:pt x="8234" y="4105"/>
                </a:lnTo>
                <a:lnTo>
                  <a:pt x="21906" y="4105"/>
                </a:lnTo>
                <a:lnTo>
                  <a:pt x="21899" y="0"/>
                </a:lnTo>
                <a:close/>
              </a:path>
            </a:pathLst>
          </a:custGeom>
          <a:solidFill>
            <a:srgbClr val="675E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3" name="bg object 693"/>
          <p:cNvSpPr/>
          <p:nvPr/>
        </p:nvSpPr>
        <p:spPr>
          <a:xfrm>
            <a:off x="2075455" y="3733171"/>
            <a:ext cx="10160" cy="18415"/>
          </a:xfrm>
          <a:custGeom>
            <a:avLst/>
            <a:gdLst/>
            <a:ahLst/>
            <a:cxnLst/>
            <a:rect l="l" t="t" r="r" b="b"/>
            <a:pathLst>
              <a:path w="10160" h="18414">
                <a:moveTo>
                  <a:pt x="5492" y="0"/>
                </a:moveTo>
                <a:lnTo>
                  <a:pt x="1402" y="15"/>
                </a:lnTo>
                <a:lnTo>
                  <a:pt x="0" y="8250"/>
                </a:lnTo>
                <a:lnTo>
                  <a:pt x="15" y="13766"/>
                </a:lnTo>
                <a:lnTo>
                  <a:pt x="2978" y="13632"/>
                </a:lnTo>
                <a:lnTo>
                  <a:pt x="6044" y="13357"/>
                </a:lnTo>
                <a:lnTo>
                  <a:pt x="5508" y="17896"/>
                </a:lnTo>
                <a:lnTo>
                  <a:pt x="9582" y="17872"/>
                </a:lnTo>
                <a:lnTo>
                  <a:pt x="9598" y="4137"/>
                </a:lnTo>
                <a:lnTo>
                  <a:pt x="6485" y="4499"/>
                </a:lnTo>
                <a:lnTo>
                  <a:pt x="5098" y="3136"/>
                </a:lnTo>
                <a:lnTo>
                  <a:pt x="5492" y="0"/>
                </a:lnTo>
                <a:close/>
              </a:path>
            </a:pathLst>
          </a:custGeom>
          <a:solidFill>
            <a:srgbClr val="8C7E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4" name="bg object 694"/>
          <p:cNvSpPr/>
          <p:nvPr/>
        </p:nvSpPr>
        <p:spPr>
          <a:xfrm>
            <a:off x="2075461" y="3746529"/>
            <a:ext cx="6350" cy="8890"/>
          </a:xfrm>
          <a:custGeom>
            <a:avLst/>
            <a:gdLst/>
            <a:ahLst/>
            <a:cxnLst/>
            <a:rect l="l" t="t" r="r" b="b"/>
            <a:pathLst>
              <a:path w="6350" h="8889">
                <a:moveTo>
                  <a:pt x="6036" y="0"/>
                </a:moveTo>
                <a:lnTo>
                  <a:pt x="2970" y="275"/>
                </a:lnTo>
                <a:lnTo>
                  <a:pt x="7" y="409"/>
                </a:lnTo>
                <a:lnTo>
                  <a:pt x="0" y="8660"/>
                </a:lnTo>
                <a:lnTo>
                  <a:pt x="4145" y="8676"/>
                </a:lnTo>
                <a:lnTo>
                  <a:pt x="5508" y="4531"/>
                </a:lnTo>
                <a:lnTo>
                  <a:pt x="6036" y="0"/>
                </a:lnTo>
                <a:close/>
              </a:path>
            </a:pathLst>
          </a:custGeom>
          <a:solidFill>
            <a:srgbClr val="7E7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5" name="bg object 695"/>
          <p:cNvSpPr/>
          <p:nvPr/>
        </p:nvSpPr>
        <p:spPr>
          <a:xfrm>
            <a:off x="2079517" y="3732750"/>
            <a:ext cx="18415" cy="54610"/>
          </a:xfrm>
          <a:custGeom>
            <a:avLst/>
            <a:gdLst/>
            <a:ahLst/>
            <a:cxnLst/>
            <a:rect l="l" t="t" r="r" b="b"/>
            <a:pathLst>
              <a:path w="18414" h="54610">
                <a:moveTo>
                  <a:pt x="94" y="40355"/>
                </a:moveTo>
                <a:lnTo>
                  <a:pt x="0" y="54114"/>
                </a:lnTo>
                <a:lnTo>
                  <a:pt x="4146" y="54114"/>
                </a:lnTo>
                <a:lnTo>
                  <a:pt x="3664" y="49929"/>
                </a:lnTo>
                <a:lnTo>
                  <a:pt x="3624" y="49590"/>
                </a:lnTo>
                <a:lnTo>
                  <a:pt x="9643" y="49590"/>
                </a:lnTo>
                <a:lnTo>
                  <a:pt x="9708" y="45855"/>
                </a:lnTo>
                <a:lnTo>
                  <a:pt x="10103" y="40827"/>
                </a:lnTo>
                <a:lnTo>
                  <a:pt x="3955" y="40827"/>
                </a:lnTo>
                <a:lnTo>
                  <a:pt x="94" y="40355"/>
                </a:lnTo>
                <a:close/>
              </a:path>
              <a:path w="18414" h="54610">
                <a:moveTo>
                  <a:pt x="9643" y="49590"/>
                </a:moveTo>
                <a:lnTo>
                  <a:pt x="3624" y="49590"/>
                </a:lnTo>
                <a:lnTo>
                  <a:pt x="7877" y="49929"/>
                </a:lnTo>
                <a:lnTo>
                  <a:pt x="9637" y="49929"/>
                </a:lnTo>
                <a:lnTo>
                  <a:pt x="9643" y="49590"/>
                </a:lnTo>
                <a:close/>
              </a:path>
              <a:path w="18414" h="54610">
                <a:moveTo>
                  <a:pt x="6509" y="0"/>
                </a:moveTo>
                <a:lnTo>
                  <a:pt x="5169" y="1426"/>
                </a:lnTo>
                <a:lnTo>
                  <a:pt x="5448" y="3782"/>
                </a:lnTo>
                <a:lnTo>
                  <a:pt x="5347" y="27935"/>
                </a:lnTo>
                <a:lnTo>
                  <a:pt x="5271" y="29590"/>
                </a:lnTo>
                <a:lnTo>
                  <a:pt x="5925" y="39661"/>
                </a:lnTo>
                <a:lnTo>
                  <a:pt x="3955" y="40827"/>
                </a:lnTo>
                <a:lnTo>
                  <a:pt x="10103" y="40827"/>
                </a:lnTo>
                <a:lnTo>
                  <a:pt x="10140" y="40355"/>
                </a:lnTo>
                <a:lnTo>
                  <a:pt x="17904" y="40355"/>
                </a:lnTo>
                <a:lnTo>
                  <a:pt x="17896" y="36391"/>
                </a:lnTo>
                <a:lnTo>
                  <a:pt x="15319" y="36391"/>
                </a:lnTo>
                <a:lnTo>
                  <a:pt x="13522" y="35737"/>
                </a:lnTo>
                <a:lnTo>
                  <a:pt x="13766" y="32600"/>
                </a:lnTo>
                <a:lnTo>
                  <a:pt x="13781" y="28353"/>
                </a:lnTo>
                <a:lnTo>
                  <a:pt x="10354" y="28353"/>
                </a:lnTo>
                <a:lnTo>
                  <a:pt x="9519" y="26564"/>
                </a:lnTo>
                <a:lnTo>
                  <a:pt x="9613" y="17785"/>
                </a:lnTo>
                <a:lnTo>
                  <a:pt x="13781" y="17785"/>
                </a:lnTo>
                <a:lnTo>
                  <a:pt x="13775" y="14373"/>
                </a:lnTo>
                <a:lnTo>
                  <a:pt x="11142" y="14373"/>
                </a:lnTo>
                <a:lnTo>
                  <a:pt x="9480" y="13648"/>
                </a:lnTo>
                <a:lnTo>
                  <a:pt x="9803" y="7147"/>
                </a:lnTo>
                <a:lnTo>
                  <a:pt x="9699" y="4554"/>
                </a:lnTo>
                <a:lnTo>
                  <a:pt x="9669" y="425"/>
                </a:lnTo>
                <a:lnTo>
                  <a:pt x="6509" y="0"/>
                </a:lnTo>
                <a:close/>
              </a:path>
              <a:path w="18414" h="54610">
                <a:moveTo>
                  <a:pt x="17896" y="36202"/>
                </a:moveTo>
                <a:lnTo>
                  <a:pt x="15319" y="36391"/>
                </a:lnTo>
                <a:lnTo>
                  <a:pt x="17896" y="36391"/>
                </a:lnTo>
                <a:lnTo>
                  <a:pt x="17896" y="36202"/>
                </a:lnTo>
                <a:close/>
              </a:path>
              <a:path w="18414" h="54610">
                <a:moveTo>
                  <a:pt x="13782" y="27935"/>
                </a:moveTo>
                <a:lnTo>
                  <a:pt x="10354" y="28353"/>
                </a:lnTo>
                <a:lnTo>
                  <a:pt x="13781" y="28353"/>
                </a:lnTo>
                <a:lnTo>
                  <a:pt x="13782" y="27935"/>
                </a:lnTo>
                <a:close/>
              </a:path>
              <a:path w="18414" h="54610">
                <a:moveTo>
                  <a:pt x="13781" y="17785"/>
                </a:moveTo>
                <a:lnTo>
                  <a:pt x="9613" y="17785"/>
                </a:lnTo>
                <a:lnTo>
                  <a:pt x="13782" y="18298"/>
                </a:lnTo>
                <a:lnTo>
                  <a:pt x="13781" y="17785"/>
                </a:lnTo>
                <a:close/>
              </a:path>
              <a:path w="18414" h="54610">
                <a:moveTo>
                  <a:pt x="13774" y="14168"/>
                </a:moveTo>
                <a:lnTo>
                  <a:pt x="11142" y="14373"/>
                </a:lnTo>
                <a:lnTo>
                  <a:pt x="13775" y="14373"/>
                </a:lnTo>
                <a:lnTo>
                  <a:pt x="13774" y="14168"/>
                </a:lnTo>
                <a:close/>
              </a:path>
            </a:pathLst>
          </a:custGeom>
          <a:solidFill>
            <a:srgbClr val="A59B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6" name="bg object 696"/>
          <p:cNvSpPr/>
          <p:nvPr/>
        </p:nvSpPr>
        <p:spPr>
          <a:xfrm>
            <a:off x="2075467" y="3777160"/>
            <a:ext cx="8255" cy="27940"/>
          </a:xfrm>
          <a:custGeom>
            <a:avLst/>
            <a:gdLst/>
            <a:ahLst/>
            <a:cxnLst/>
            <a:rect l="l" t="t" r="r" b="b"/>
            <a:pathLst>
              <a:path w="8255" h="27939">
                <a:moveTo>
                  <a:pt x="4082" y="0"/>
                </a:moveTo>
                <a:lnTo>
                  <a:pt x="0" y="7"/>
                </a:lnTo>
                <a:lnTo>
                  <a:pt x="0" y="27557"/>
                </a:lnTo>
                <a:lnTo>
                  <a:pt x="4089" y="27549"/>
                </a:lnTo>
                <a:lnTo>
                  <a:pt x="4105" y="25547"/>
                </a:lnTo>
                <a:lnTo>
                  <a:pt x="4247" y="23546"/>
                </a:lnTo>
                <a:lnTo>
                  <a:pt x="3861" y="18432"/>
                </a:lnTo>
                <a:lnTo>
                  <a:pt x="5626" y="17762"/>
                </a:lnTo>
                <a:lnTo>
                  <a:pt x="8187" y="17896"/>
                </a:lnTo>
                <a:lnTo>
                  <a:pt x="8250" y="9669"/>
                </a:lnTo>
                <a:lnTo>
                  <a:pt x="4042" y="9708"/>
                </a:lnTo>
                <a:lnTo>
                  <a:pt x="4160" y="4468"/>
                </a:lnTo>
                <a:lnTo>
                  <a:pt x="4082" y="0"/>
                </a:lnTo>
                <a:close/>
              </a:path>
            </a:pathLst>
          </a:custGeom>
          <a:solidFill>
            <a:srgbClr val="9C95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7" name="bg object 697"/>
          <p:cNvSpPr/>
          <p:nvPr/>
        </p:nvSpPr>
        <p:spPr>
          <a:xfrm>
            <a:off x="2079603" y="3751041"/>
            <a:ext cx="6350" cy="22860"/>
          </a:xfrm>
          <a:custGeom>
            <a:avLst/>
            <a:gdLst/>
            <a:ahLst/>
            <a:cxnLst/>
            <a:rect l="l" t="t" r="r" b="b"/>
            <a:pathLst>
              <a:path w="6350" h="22860">
                <a:moveTo>
                  <a:pt x="5437" y="0"/>
                </a:moveTo>
                <a:lnTo>
                  <a:pt x="1363" y="23"/>
                </a:lnTo>
                <a:lnTo>
                  <a:pt x="0" y="4168"/>
                </a:lnTo>
                <a:lnTo>
                  <a:pt x="7" y="22064"/>
                </a:lnTo>
                <a:lnTo>
                  <a:pt x="3869" y="22537"/>
                </a:lnTo>
                <a:lnTo>
                  <a:pt x="5839" y="21371"/>
                </a:lnTo>
                <a:lnTo>
                  <a:pt x="5185" y="11300"/>
                </a:lnTo>
                <a:lnTo>
                  <a:pt x="5445" y="5642"/>
                </a:lnTo>
                <a:lnTo>
                  <a:pt x="5437" y="0"/>
                </a:lnTo>
                <a:close/>
              </a:path>
            </a:pathLst>
          </a:custGeom>
          <a:solidFill>
            <a:srgbClr val="9185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8" name="bg object 698"/>
          <p:cNvSpPr/>
          <p:nvPr/>
        </p:nvSpPr>
        <p:spPr>
          <a:xfrm>
            <a:off x="2231930" y="4356551"/>
            <a:ext cx="10160" cy="19050"/>
          </a:xfrm>
          <a:custGeom>
            <a:avLst/>
            <a:gdLst/>
            <a:ahLst/>
            <a:cxnLst/>
            <a:rect l="l" t="t" r="r" b="b"/>
            <a:pathLst>
              <a:path w="10160" h="19050">
                <a:moveTo>
                  <a:pt x="9606" y="0"/>
                </a:moveTo>
                <a:lnTo>
                  <a:pt x="5484" y="0"/>
                </a:lnTo>
                <a:lnTo>
                  <a:pt x="5484" y="1552"/>
                </a:lnTo>
                <a:lnTo>
                  <a:pt x="5374" y="3112"/>
                </a:lnTo>
                <a:lnTo>
                  <a:pt x="5752" y="7785"/>
                </a:lnTo>
                <a:lnTo>
                  <a:pt x="3963" y="8439"/>
                </a:lnTo>
                <a:lnTo>
                  <a:pt x="1394" y="8274"/>
                </a:lnTo>
                <a:lnTo>
                  <a:pt x="1355" y="12372"/>
                </a:lnTo>
                <a:lnTo>
                  <a:pt x="0" y="17888"/>
                </a:lnTo>
                <a:lnTo>
                  <a:pt x="2198" y="17659"/>
                </a:lnTo>
                <a:lnTo>
                  <a:pt x="4822" y="18747"/>
                </a:lnTo>
                <a:lnTo>
                  <a:pt x="6044" y="14460"/>
                </a:lnTo>
                <a:lnTo>
                  <a:pt x="8282" y="14239"/>
                </a:lnTo>
                <a:lnTo>
                  <a:pt x="9590" y="13751"/>
                </a:lnTo>
                <a:lnTo>
                  <a:pt x="9606" y="0"/>
                </a:lnTo>
                <a:close/>
              </a:path>
            </a:pathLst>
          </a:custGeom>
          <a:solidFill>
            <a:srgbClr val="776D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9" name="bg object 699"/>
          <p:cNvSpPr/>
          <p:nvPr/>
        </p:nvSpPr>
        <p:spPr>
          <a:xfrm>
            <a:off x="2256629" y="4057935"/>
            <a:ext cx="20320" cy="36195"/>
          </a:xfrm>
          <a:custGeom>
            <a:avLst/>
            <a:gdLst/>
            <a:ahLst/>
            <a:cxnLst/>
            <a:rect l="l" t="t" r="r" b="b"/>
            <a:pathLst>
              <a:path w="20319" h="36195">
                <a:moveTo>
                  <a:pt x="7" y="21993"/>
                </a:moveTo>
                <a:lnTo>
                  <a:pt x="0" y="31647"/>
                </a:lnTo>
                <a:lnTo>
                  <a:pt x="4113" y="31647"/>
                </a:lnTo>
                <a:lnTo>
                  <a:pt x="12364" y="35752"/>
                </a:lnTo>
                <a:lnTo>
                  <a:pt x="12434" y="22403"/>
                </a:lnTo>
                <a:lnTo>
                  <a:pt x="3372" y="22403"/>
                </a:lnTo>
                <a:lnTo>
                  <a:pt x="7" y="21993"/>
                </a:lnTo>
                <a:close/>
              </a:path>
              <a:path w="20319" h="36195">
                <a:moveTo>
                  <a:pt x="4121" y="0"/>
                </a:moveTo>
                <a:lnTo>
                  <a:pt x="4040" y="13026"/>
                </a:lnTo>
                <a:lnTo>
                  <a:pt x="4179" y="17825"/>
                </a:lnTo>
                <a:lnTo>
                  <a:pt x="4209" y="20811"/>
                </a:lnTo>
                <a:lnTo>
                  <a:pt x="3372" y="22403"/>
                </a:lnTo>
                <a:lnTo>
                  <a:pt x="12434" y="22403"/>
                </a:lnTo>
                <a:lnTo>
                  <a:pt x="12443" y="20811"/>
                </a:lnTo>
                <a:lnTo>
                  <a:pt x="12970" y="18526"/>
                </a:lnTo>
                <a:lnTo>
                  <a:pt x="19771" y="17825"/>
                </a:lnTo>
                <a:lnTo>
                  <a:pt x="17360" y="13026"/>
                </a:lnTo>
                <a:lnTo>
                  <a:pt x="17760" y="10197"/>
                </a:lnTo>
                <a:lnTo>
                  <a:pt x="13270" y="10197"/>
                </a:lnTo>
                <a:lnTo>
                  <a:pt x="13625" y="7060"/>
                </a:lnTo>
                <a:lnTo>
                  <a:pt x="13697" y="4988"/>
                </a:lnTo>
                <a:lnTo>
                  <a:pt x="8896" y="4988"/>
                </a:lnTo>
                <a:lnTo>
                  <a:pt x="7667" y="709"/>
                </a:lnTo>
                <a:lnTo>
                  <a:pt x="5429" y="480"/>
                </a:lnTo>
                <a:lnTo>
                  <a:pt x="4121" y="0"/>
                </a:lnTo>
                <a:close/>
              </a:path>
              <a:path w="20319" h="36195">
                <a:moveTo>
                  <a:pt x="17841" y="9629"/>
                </a:moveTo>
                <a:lnTo>
                  <a:pt x="13270" y="10197"/>
                </a:lnTo>
                <a:lnTo>
                  <a:pt x="17760" y="10197"/>
                </a:lnTo>
                <a:lnTo>
                  <a:pt x="17841" y="9629"/>
                </a:lnTo>
                <a:close/>
              </a:path>
              <a:path w="20319" h="36195">
                <a:moveTo>
                  <a:pt x="11528" y="3900"/>
                </a:moveTo>
                <a:lnTo>
                  <a:pt x="8896" y="4988"/>
                </a:lnTo>
                <a:lnTo>
                  <a:pt x="13697" y="4988"/>
                </a:lnTo>
                <a:lnTo>
                  <a:pt x="13727" y="4121"/>
                </a:lnTo>
                <a:lnTo>
                  <a:pt x="11528" y="3900"/>
                </a:lnTo>
                <a:close/>
              </a:path>
            </a:pathLst>
          </a:custGeom>
          <a:solidFill>
            <a:srgbClr val="B9B7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0" name="bg object 700"/>
          <p:cNvSpPr/>
          <p:nvPr/>
        </p:nvSpPr>
        <p:spPr>
          <a:xfrm>
            <a:off x="2260736" y="4085167"/>
            <a:ext cx="18415" cy="18415"/>
          </a:xfrm>
          <a:custGeom>
            <a:avLst/>
            <a:gdLst/>
            <a:ahLst/>
            <a:cxnLst/>
            <a:rect l="l" t="t" r="r" b="b"/>
            <a:pathLst>
              <a:path w="18414" h="18414">
                <a:moveTo>
                  <a:pt x="15153" y="0"/>
                </a:moveTo>
                <a:lnTo>
                  <a:pt x="13822" y="914"/>
                </a:lnTo>
                <a:lnTo>
                  <a:pt x="13301" y="6761"/>
                </a:lnTo>
                <a:lnTo>
                  <a:pt x="11812" y="9062"/>
                </a:lnTo>
                <a:lnTo>
                  <a:pt x="8258" y="8518"/>
                </a:lnTo>
                <a:lnTo>
                  <a:pt x="7" y="4412"/>
                </a:lnTo>
                <a:lnTo>
                  <a:pt x="0" y="12663"/>
                </a:lnTo>
                <a:lnTo>
                  <a:pt x="8250" y="12671"/>
                </a:lnTo>
                <a:lnTo>
                  <a:pt x="12852" y="12080"/>
                </a:lnTo>
                <a:lnTo>
                  <a:pt x="12450" y="15232"/>
                </a:lnTo>
                <a:lnTo>
                  <a:pt x="12340" y="18172"/>
                </a:lnTo>
                <a:lnTo>
                  <a:pt x="17841" y="18172"/>
                </a:lnTo>
                <a:lnTo>
                  <a:pt x="17856" y="291"/>
                </a:lnTo>
                <a:lnTo>
                  <a:pt x="15153" y="0"/>
                </a:lnTo>
                <a:close/>
              </a:path>
            </a:pathLst>
          </a:custGeom>
          <a:solidFill>
            <a:srgbClr val="AEAA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1" name="bg object 701"/>
          <p:cNvSpPr/>
          <p:nvPr/>
        </p:nvSpPr>
        <p:spPr>
          <a:xfrm>
            <a:off x="2278201" y="4085455"/>
            <a:ext cx="5080" cy="22860"/>
          </a:xfrm>
          <a:custGeom>
            <a:avLst/>
            <a:gdLst/>
            <a:ahLst/>
            <a:cxnLst/>
            <a:rect l="l" t="t" r="r" b="b"/>
            <a:pathLst>
              <a:path w="5080" h="22860">
                <a:moveTo>
                  <a:pt x="4523" y="0"/>
                </a:moveTo>
                <a:lnTo>
                  <a:pt x="394" y="0"/>
                </a:lnTo>
                <a:lnTo>
                  <a:pt x="378" y="17880"/>
                </a:lnTo>
                <a:lnTo>
                  <a:pt x="0" y="21001"/>
                </a:lnTo>
                <a:lnTo>
                  <a:pt x="1347" y="22403"/>
                </a:lnTo>
                <a:lnTo>
                  <a:pt x="4483" y="22025"/>
                </a:lnTo>
                <a:lnTo>
                  <a:pt x="4523" y="0"/>
                </a:lnTo>
                <a:close/>
              </a:path>
            </a:pathLst>
          </a:custGeom>
          <a:solidFill>
            <a:srgbClr val="B8B3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2" name="bg object 702"/>
          <p:cNvSpPr/>
          <p:nvPr/>
        </p:nvSpPr>
        <p:spPr>
          <a:xfrm>
            <a:off x="2278440" y="4071498"/>
            <a:ext cx="4445" cy="10160"/>
          </a:xfrm>
          <a:custGeom>
            <a:avLst/>
            <a:gdLst/>
            <a:ahLst/>
            <a:cxnLst/>
            <a:rect l="l" t="t" r="r" b="b"/>
            <a:pathLst>
              <a:path w="4444" h="10160">
                <a:moveTo>
                  <a:pt x="1717" y="0"/>
                </a:moveTo>
                <a:lnTo>
                  <a:pt x="0" y="591"/>
                </a:lnTo>
                <a:lnTo>
                  <a:pt x="204" y="6753"/>
                </a:lnTo>
                <a:lnTo>
                  <a:pt x="165" y="9645"/>
                </a:lnTo>
                <a:lnTo>
                  <a:pt x="4271" y="9826"/>
                </a:lnTo>
                <a:lnTo>
                  <a:pt x="4255" y="204"/>
                </a:lnTo>
                <a:lnTo>
                  <a:pt x="1717" y="0"/>
                </a:lnTo>
                <a:close/>
              </a:path>
            </a:pathLst>
          </a:custGeom>
          <a:solidFill>
            <a:srgbClr val="C6C3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3" name="bg object 703"/>
          <p:cNvSpPr/>
          <p:nvPr/>
        </p:nvSpPr>
        <p:spPr>
          <a:xfrm>
            <a:off x="2269900" y="4062056"/>
            <a:ext cx="5080" cy="6350"/>
          </a:xfrm>
          <a:custGeom>
            <a:avLst/>
            <a:gdLst/>
            <a:ahLst/>
            <a:cxnLst/>
            <a:rect l="l" t="t" r="r" b="b"/>
            <a:pathLst>
              <a:path w="5080" h="6350">
                <a:moveTo>
                  <a:pt x="4570" y="0"/>
                </a:moveTo>
                <a:lnTo>
                  <a:pt x="457" y="0"/>
                </a:lnTo>
                <a:lnTo>
                  <a:pt x="354" y="2939"/>
                </a:lnTo>
                <a:lnTo>
                  <a:pt x="0" y="6075"/>
                </a:lnTo>
                <a:lnTo>
                  <a:pt x="4570" y="5508"/>
                </a:lnTo>
                <a:lnTo>
                  <a:pt x="4570" y="0"/>
                </a:lnTo>
                <a:close/>
              </a:path>
            </a:pathLst>
          </a:custGeom>
          <a:solidFill>
            <a:srgbClr val="C0C3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4" name="bg object 704"/>
          <p:cNvSpPr/>
          <p:nvPr/>
        </p:nvSpPr>
        <p:spPr>
          <a:xfrm>
            <a:off x="2277410" y="4098831"/>
            <a:ext cx="17780" cy="34925"/>
          </a:xfrm>
          <a:custGeom>
            <a:avLst/>
            <a:gdLst/>
            <a:ahLst/>
            <a:cxnLst/>
            <a:rect l="l" t="t" r="r" b="b"/>
            <a:pathLst>
              <a:path w="17780" h="34925">
                <a:moveTo>
                  <a:pt x="12553" y="0"/>
                </a:moveTo>
                <a:lnTo>
                  <a:pt x="9424" y="378"/>
                </a:lnTo>
                <a:lnTo>
                  <a:pt x="9416" y="3286"/>
                </a:lnTo>
                <a:lnTo>
                  <a:pt x="9283" y="6201"/>
                </a:lnTo>
                <a:lnTo>
                  <a:pt x="9621" y="12253"/>
                </a:lnTo>
                <a:lnTo>
                  <a:pt x="7927" y="12970"/>
                </a:lnTo>
                <a:lnTo>
                  <a:pt x="5303" y="12766"/>
                </a:lnTo>
                <a:lnTo>
                  <a:pt x="5295" y="22395"/>
                </a:lnTo>
                <a:lnTo>
                  <a:pt x="4105" y="23806"/>
                </a:lnTo>
                <a:lnTo>
                  <a:pt x="2647" y="25059"/>
                </a:lnTo>
                <a:lnTo>
                  <a:pt x="866" y="28416"/>
                </a:lnTo>
                <a:lnTo>
                  <a:pt x="0" y="30512"/>
                </a:lnTo>
                <a:lnTo>
                  <a:pt x="118" y="33262"/>
                </a:lnTo>
                <a:lnTo>
                  <a:pt x="2568" y="34003"/>
                </a:lnTo>
                <a:lnTo>
                  <a:pt x="3924" y="34783"/>
                </a:lnTo>
                <a:lnTo>
                  <a:pt x="3727" y="32183"/>
                </a:lnTo>
                <a:lnTo>
                  <a:pt x="4389" y="30410"/>
                </a:lnTo>
                <a:lnTo>
                  <a:pt x="9527" y="30780"/>
                </a:lnTo>
                <a:lnTo>
                  <a:pt x="11536" y="30654"/>
                </a:lnTo>
                <a:lnTo>
                  <a:pt x="13538" y="30654"/>
                </a:lnTo>
                <a:lnTo>
                  <a:pt x="13538" y="29102"/>
                </a:lnTo>
                <a:lnTo>
                  <a:pt x="13632" y="27533"/>
                </a:lnTo>
                <a:lnTo>
                  <a:pt x="13270" y="22852"/>
                </a:lnTo>
                <a:lnTo>
                  <a:pt x="15035" y="22183"/>
                </a:lnTo>
                <a:lnTo>
                  <a:pt x="17636" y="22411"/>
                </a:lnTo>
                <a:lnTo>
                  <a:pt x="17636" y="8644"/>
                </a:lnTo>
                <a:lnTo>
                  <a:pt x="14499" y="9030"/>
                </a:lnTo>
                <a:lnTo>
                  <a:pt x="13136" y="7651"/>
                </a:lnTo>
                <a:lnTo>
                  <a:pt x="13908" y="1386"/>
                </a:lnTo>
                <a:lnTo>
                  <a:pt x="12553" y="0"/>
                </a:lnTo>
                <a:close/>
              </a:path>
            </a:pathLst>
          </a:custGeom>
          <a:solidFill>
            <a:srgbClr val="BCB7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5" name="bg object 705"/>
          <p:cNvSpPr/>
          <p:nvPr/>
        </p:nvSpPr>
        <p:spPr>
          <a:xfrm>
            <a:off x="2296244" y="4098950"/>
            <a:ext cx="8890" cy="18415"/>
          </a:xfrm>
          <a:custGeom>
            <a:avLst/>
            <a:gdLst/>
            <a:ahLst/>
            <a:cxnLst/>
            <a:rect l="l" t="t" r="r" b="b"/>
            <a:pathLst>
              <a:path w="8889" h="18414">
                <a:moveTo>
                  <a:pt x="606" y="0"/>
                </a:moveTo>
                <a:lnTo>
                  <a:pt x="0" y="1828"/>
                </a:lnTo>
                <a:lnTo>
                  <a:pt x="189" y="4397"/>
                </a:lnTo>
                <a:lnTo>
                  <a:pt x="2364" y="4357"/>
                </a:lnTo>
                <a:lnTo>
                  <a:pt x="4397" y="4436"/>
                </a:lnTo>
                <a:lnTo>
                  <a:pt x="4231" y="10015"/>
                </a:lnTo>
                <a:lnTo>
                  <a:pt x="4373" y="12537"/>
                </a:lnTo>
                <a:lnTo>
                  <a:pt x="4215" y="18108"/>
                </a:lnTo>
                <a:lnTo>
                  <a:pt x="6241" y="18195"/>
                </a:lnTo>
                <a:lnTo>
                  <a:pt x="8424" y="18148"/>
                </a:lnTo>
                <a:lnTo>
                  <a:pt x="8392" y="275"/>
                </a:lnTo>
                <a:lnTo>
                  <a:pt x="6847" y="275"/>
                </a:lnTo>
                <a:lnTo>
                  <a:pt x="5287" y="370"/>
                </a:lnTo>
                <a:lnTo>
                  <a:pt x="606" y="0"/>
                </a:lnTo>
                <a:close/>
              </a:path>
            </a:pathLst>
          </a:custGeom>
          <a:solidFill>
            <a:srgbClr val="9B95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6" name="bg object 706"/>
          <p:cNvSpPr/>
          <p:nvPr/>
        </p:nvSpPr>
        <p:spPr>
          <a:xfrm>
            <a:off x="2290548" y="4103347"/>
            <a:ext cx="6350" cy="5080"/>
          </a:xfrm>
          <a:custGeom>
            <a:avLst/>
            <a:gdLst/>
            <a:ahLst/>
            <a:cxnLst/>
            <a:rect l="l" t="t" r="r" b="b"/>
            <a:pathLst>
              <a:path w="6350" h="5079">
                <a:moveTo>
                  <a:pt x="5878" y="0"/>
                </a:moveTo>
                <a:lnTo>
                  <a:pt x="394" y="0"/>
                </a:lnTo>
                <a:lnTo>
                  <a:pt x="0" y="3136"/>
                </a:lnTo>
                <a:lnTo>
                  <a:pt x="1363" y="4515"/>
                </a:lnTo>
                <a:lnTo>
                  <a:pt x="4499" y="4129"/>
                </a:lnTo>
                <a:lnTo>
                  <a:pt x="5878" y="0"/>
                </a:lnTo>
                <a:close/>
              </a:path>
            </a:pathLst>
          </a:custGeom>
          <a:solidFill>
            <a:srgbClr val="B3AC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7" name="bg object 707"/>
          <p:cNvSpPr/>
          <p:nvPr/>
        </p:nvSpPr>
        <p:spPr>
          <a:xfrm>
            <a:off x="2273097" y="4103337"/>
            <a:ext cx="10160" cy="18415"/>
          </a:xfrm>
          <a:custGeom>
            <a:avLst/>
            <a:gdLst/>
            <a:ahLst/>
            <a:cxnLst/>
            <a:rect l="l" t="t" r="r" b="b"/>
            <a:pathLst>
              <a:path w="10160" h="18414">
                <a:moveTo>
                  <a:pt x="5484" y="0"/>
                </a:moveTo>
                <a:lnTo>
                  <a:pt x="23" y="7"/>
                </a:lnTo>
                <a:lnTo>
                  <a:pt x="0" y="17888"/>
                </a:lnTo>
                <a:lnTo>
                  <a:pt x="9606" y="17888"/>
                </a:lnTo>
                <a:lnTo>
                  <a:pt x="9613" y="8258"/>
                </a:lnTo>
                <a:lnTo>
                  <a:pt x="9590" y="4145"/>
                </a:lnTo>
                <a:lnTo>
                  <a:pt x="6453" y="4523"/>
                </a:lnTo>
                <a:lnTo>
                  <a:pt x="5106" y="3120"/>
                </a:lnTo>
                <a:lnTo>
                  <a:pt x="5484" y="0"/>
                </a:lnTo>
                <a:close/>
              </a:path>
            </a:pathLst>
          </a:custGeom>
          <a:solidFill>
            <a:srgbClr val="ACA5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8" name="bg object 708"/>
          <p:cNvSpPr/>
          <p:nvPr/>
        </p:nvSpPr>
        <p:spPr>
          <a:xfrm>
            <a:off x="2141268" y="3493726"/>
            <a:ext cx="6985" cy="22225"/>
          </a:xfrm>
          <a:custGeom>
            <a:avLst/>
            <a:gdLst/>
            <a:ahLst/>
            <a:cxnLst/>
            <a:rect l="l" t="t" r="r" b="b"/>
            <a:pathLst>
              <a:path w="6985" h="22225">
                <a:moveTo>
                  <a:pt x="6926" y="0"/>
                </a:moveTo>
                <a:lnTo>
                  <a:pt x="1465" y="15"/>
                </a:lnTo>
                <a:lnTo>
                  <a:pt x="0" y="15035"/>
                </a:lnTo>
                <a:lnTo>
                  <a:pt x="488" y="16438"/>
                </a:lnTo>
                <a:lnTo>
                  <a:pt x="1292" y="17825"/>
                </a:lnTo>
                <a:lnTo>
                  <a:pt x="1607" y="22159"/>
                </a:lnTo>
                <a:lnTo>
                  <a:pt x="3522" y="22001"/>
                </a:lnTo>
                <a:lnTo>
                  <a:pt x="5500" y="21986"/>
                </a:lnTo>
                <a:lnTo>
                  <a:pt x="5579" y="13766"/>
                </a:lnTo>
                <a:lnTo>
                  <a:pt x="6926" y="0"/>
                </a:lnTo>
                <a:close/>
              </a:path>
            </a:pathLst>
          </a:custGeom>
          <a:solidFill>
            <a:srgbClr val="7265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9" name="bg object 709"/>
          <p:cNvSpPr/>
          <p:nvPr/>
        </p:nvSpPr>
        <p:spPr>
          <a:xfrm>
            <a:off x="2138585" y="3508763"/>
            <a:ext cx="8255" cy="17145"/>
          </a:xfrm>
          <a:custGeom>
            <a:avLst/>
            <a:gdLst/>
            <a:ahLst/>
            <a:cxnLst/>
            <a:rect l="l" t="t" r="r" b="b"/>
            <a:pathLst>
              <a:path w="8255" h="17145">
                <a:moveTo>
                  <a:pt x="2687" y="0"/>
                </a:moveTo>
                <a:lnTo>
                  <a:pt x="23" y="23"/>
                </a:lnTo>
                <a:lnTo>
                  <a:pt x="0" y="181"/>
                </a:lnTo>
                <a:lnTo>
                  <a:pt x="31" y="11127"/>
                </a:lnTo>
                <a:lnTo>
                  <a:pt x="4649" y="10512"/>
                </a:lnTo>
                <a:lnTo>
                  <a:pt x="4160" y="13743"/>
                </a:lnTo>
                <a:lnTo>
                  <a:pt x="4152" y="16619"/>
                </a:lnTo>
                <a:lnTo>
                  <a:pt x="8227" y="16619"/>
                </a:lnTo>
                <a:lnTo>
                  <a:pt x="8250" y="11095"/>
                </a:lnTo>
                <a:lnTo>
                  <a:pt x="8179" y="6942"/>
                </a:lnTo>
                <a:lnTo>
                  <a:pt x="6209" y="6966"/>
                </a:lnTo>
                <a:lnTo>
                  <a:pt x="4286" y="7123"/>
                </a:lnTo>
                <a:lnTo>
                  <a:pt x="3971" y="2789"/>
                </a:lnTo>
                <a:lnTo>
                  <a:pt x="3175" y="1402"/>
                </a:lnTo>
                <a:lnTo>
                  <a:pt x="2687" y="0"/>
                </a:lnTo>
                <a:close/>
              </a:path>
            </a:pathLst>
          </a:custGeom>
          <a:solidFill>
            <a:srgbClr val="7A6D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0" name="bg object 710"/>
          <p:cNvSpPr/>
          <p:nvPr/>
        </p:nvSpPr>
        <p:spPr>
          <a:xfrm>
            <a:off x="2134472" y="3508927"/>
            <a:ext cx="4445" cy="16510"/>
          </a:xfrm>
          <a:custGeom>
            <a:avLst/>
            <a:gdLst/>
            <a:ahLst/>
            <a:cxnLst/>
            <a:rect l="l" t="t" r="r" b="b"/>
            <a:pathLst>
              <a:path w="4444" h="16510">
                <a:moveTo>
                  <a:pt x="4113" y="15"/>
                </a:moveTo>
                <a:lnTo>
                  <a:pt x="1355" y="0"/>
                </a:lnTo>
                <a:lnTo>
                  <a:pt x="0" y="2695"/>
                </a:lnTo>
                <a:lnTo>
                  <a:pt x="39" y="15098"/>
                </a:lnTo>
                <a:lnTo>
                  <a:pt x="4113" y="16430"/>
                </a:lnTo>
                <a:lnTo>
                  <a:pt x="4145" y="10961"/>
                </a:lnTo>
                <a:lnTo>
                  <a:pt x="4113" y="15"/>
                </a:lnTo>
                <a:close/>
              </a:path>
            </a:pathLst>
          </a:custGeom>
          <a:solidFill>
            <a:srgbClr val="7064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1" name="bg object 711"/>
          <p:cNvSpPr/>
          <p:nvPr/>
        </p:nvSpPr>
        <p:spPr>
          <a:xfrm>
            <a:off x="2128978" y="3506135"/>
            <a:ext cx="6985" cy="5715"/>
          </a:xfrm>
          <a:custGeom>
            <a:avLst/>
            <a:gdLst/>
            <a:ahLst/>
            <a:cxnLst/>
            <a:rect l="l" t="t" r="r" b="b"/>
            <a:pathLst>
              <a:path w="6985" h="5714">
                <a:moveTo>
                  <a:pt x="1394" y="0"/>
                </a:moveTo>
                <a:lnTo>
                  <a:pt x="7" y="5453"/>
                </a:lnTo>
                <a:lnTo>
                  <a:pt x="1828" y="5500"/>
                </a:lnTo>
                <a:lnTo>
                  <a:pt x="3664" y="5500"/>
                </a:lnTo>
                <a:lnTo>
                  <a:pt x="5492" y="5484"/>
                </a:lnTo>
                <a:lnTo>
                  <a:pt x="6847" y="2789"/>
                </a:lnTo>
                <a:lnTo>
                  <a:pt x="1394" y="0"/>
                </a:lnTo>
                <a:close/>
              </a:path>
            </a:pathLst>
          </a:custGeom>
          <a:solidFill>
            <a:srgbClr val="6964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2" name="bg object 712"/>
          <p:cNvSpPr/>
          <p:nvPr/>
        </p:nvSpPr>
        <p:spPr>
          <a:xfrm>
            <a:off x="2103670" y="3622420"/>
            <a:ext cx="43180" cy="45085"/>
          </a:xfrm>
          <a:custGeom>
            <a:avLst/>
            <a:gdLst/>
            <a:ahLst/>
            <a:cxnLst/>
            <a:rect l="l" t="t" r="r" b="b"/>
            <a:pathLst>
              <a:path w="43180" h="45085">
                <a:moveTo>
                  <a:pt x="6501" y="26611"/>
                </a:moveTo>
                <a:lnTo>
                  <a:pt x="3258" y="26611"/>
                </a:lnTo>
                <a:lnTo>
                  <a:pt x="4882" y="27352"/>
                </a:lnTo>
                <a:lnTo>
                  <a:pt x="4776" y="30173"/>
                </a:lnTo>
                <a:lnTo>
                  <a:pt x="4662" y="33538"/>
                </a:lnTo>
                <a:lnTo>
                  <a:pt x="4606" y="35217"/>
                </a:lnTo>
                <a:lnTo>
                  <a:pt x="4740" y="40039"/>
                </a:lnTo>
                <a:lnTo>
                  <a:pt x="4748" y="44705"/>
                </a:lnTo>
                <a:lnTo>
                  <a:pt x="14306" y="44705"/>
                </a:lnTo>
                <a:lnTo>
                  <a:pt x="14321" y="40756"/>
                </a:lnTo>
                <a:lnTo>
                  <a:pt x="11698" y="40756"/>
                </a:lnTo>
                <a:lnTo>
                  <a:pt x="10020" y="40039"/>
                </a:lnTo>
                <a:lnTo>
                  <a:pt x="10271" y="35217"/>
                </a:lnTo>
                <a:lnTo>
                  <a:pt x="10224" y="27218"/>
                </a:lnTo>
                <a:lnTo>
                  <a:pt x="6804" y="27218"/>
                </a:lnTo>
                <a:lnTo>
                  <a:pt x="6603" y="26816"/>
                </a:lnTo>
                <a:lnTo>
                  <a:pt x="6501" y="26611"/>
                </a:lnTo>
                <a:close/>
              </a:path>
              <a:path w="43180" h="45085">
                <a:moveTo>
                  <a:pt x="14322" y="40575"/>
                </a:moveTo>
                <a:lnTo>
                  <a:pt x="11698" y="40756"/>
                </a:lnTo>
                <a:lnTo>
                  <a:pt x="14321" y="40756"/>
                </a:lnTo>
                <a:lnTo>
                  <a:pt x="14322" y="40575"/>
                </a:lnTo>
                <a:close/>
              </a:path>
              <a:path w="43180" h="45085">
                <a:moveTo>
                  <a:pt x="10224" y="26816"/>
                </a:moveTo>
                <a:lnTo>
                  <a:pt x="6804" y="27218"/>
                </a:lnTo>
                <a:lnTo>
                  <a:pt x="10224" y="27218"/>
                </a:lnTo>
                <a:lnTo>
                  <a:pt x="10224" y="26816"/>
                </a:lnTo>
                <a:close/>
              </a:path>
              <a:path w="43180" h="45085">
                <a:moveTo>
                  <a:pt x="4385" y="4862"/>
                </a:moveTo>
                <a:lnTo>
                  <a:pt x="3143" y="5957"/>
                </a:lnTo>
                <a:lnTo>
                  <a:pt x="2240" y="6824"/>
                </a:lnTo>
                <a:lnTo>
                  <a:pt x="1466" y="13270"/>
                </a:lnTo>
                <a:lnTo>
                  <a:pt x="1359" y="14160"/>
                </a:lnTo>
                <a:lnTo>
                  <a:pt x="1247" y="16651"/>
                </a:lnTo>
                <a:lnTo>
                  <a:pt x="1162" y="18550"/>
                </a:lnTo>
                <a:lnTo>
                  <a:pt x="1065" y="20614"/>
                </a:lnTo>
                <a:lnTo>
                  <a:pt x="719" y="25469"/>
                </a:lnTo>
                <a:lnTo>
                  <a:pt x="623" y="26816"/>
                </a:lnTo>
                <a:lnTo>
                  <a:pt x="0" y="26816"/>
                </a:lnTo>
                <a:lnTo>
                  <a:pt x="3258" y="26611"/>
                </a:lnTo>
                <a:lnTo>
                  <a:pt x="6501" y="26611"/>
                </a:lnTo>
                <a:lnTo>
                  <a:pt x="5930" y="25469"/>
                </a:lnTo>
                <a:lnTo>
                  <a:pt x="6040" y="16651"/>
                </a:lnTo>
                <a:lnTo>
                  <a:pt x="10428" y="16651"/>
                </a:lnTo>
                <a:lnTo>
                  <a:pt x="11950" y="13270"/>
                </a:lnTo>
                <a:lnTo>
                  <a:pt x="23992" y="13270"/>
                </a:lnTo>
                <a:lnTo>
                  <a:pt x="24377" y="11844"/>
                </a:lnTo>
                <a:lnTo>
                  <a:pt x="24492" y="11142"/>
                </a:lnTo>
                <a:lnTo>
                  <a:pt x="24604" y="10465"/>
                </a:lnTo>
                <a:lnTo>
                  <a:pt x="24700" y="9874"/>
                </a:lnTo>
                <a:lnTo>
                  <a:pt x="24771" y="9440"/>
                </a:lnTo>
                <a:lnTo>
                  <a:pt x="26056" y="9046"/>
                </a:lnTo>
                <a:lnTo>
                  <a:pt x="32208" y="9046"/>
                </a:lnTo>
                <a:lnTo>
                  <a:pt x="32321" y="6824"/>
                </a:lnTo>
                <a:lnTo>
                  <a:pt x="15091" y="6824"/>
                </a:lnTo>
                <a:lnTo>
                  <a:pt x="14981" y="5350"/>
                </a:lnTo>
                <a:lnTo>
                  <a:pt x="9279" y="5350"/>
                </a:lnTo>
                <a:lnTo>
                  <a:pt x="4385" y="4862"/>
                </a:lnTo>
                <a:close/>
              </a:path>
              <a:path w="43180" h="45085">
                <a:moveTo>
                  <a:pt x="23992" y="13270"/>
                </a:moveTo>
                <a:lnTo>
                  <a:pt x="11950" y="13270"/>
                </a:lnTo>
                <a:lnTo>
                  <a:pt x="12738" y="14350"/>
                </a:lnTo>
                <a:lnTo>
                  <a:pt x="13991" y="15342"/>
                </a:lnTo>
                <a:lnTo>
                  <a:pt x="14593" y="18550"/>
                </a:lnTo>
                <a:lnTo>
                  <a:pt x="14333" y="20473"/>
                </a:lnTo>
                <a:lnTo>
                  <a:pt x="14362" y="22671"/>
                </a:lnTo>
                <a:lnTo>
                  <a:pt x="22588" y="26816"/>
                </a:lnTo>
                <a:lnTo>
                  <a:pt x="28042" y="26296"/>
                </a:lnTo>
                <a:lnTo>
                  <a:pt x="28065" y="18550"/>
                </a:lnTo>
                <a:lnTo>
                  <a:pt x="26710" y="17770"/>
                </a:lnTo>
                <a:lnTo>
                  <a:pt x="24433" y="17202"/>
                </a:lnTo>
                <a:lnTo>
                  <a:pt x="23800" y="14350"/>
                </a:lnTo>
                <a:lnTo>
                  <a:pt x="23758" y="14160"/>
                </a:lnTo>
                <a:lnTo>
                  <a:pt x="23902" y="13601"/>
                </a:lnTo>
                <a:lnTo>
                  <a:pt x="23992" y="13270"/>
                </a:lnTo>
                <a:close/>
              </a:path>
              <a:path w="43180" h="45085">
                <a:moveTo>
                  <a:pt x="32208" y="9046"/>
                </a:moveTo>
                <a:lnTo>
                  <a:pt x="26056" y="9046"/>
                </a:lnTo>
                <a:lnTo>
                  <a:pt x="27080" y="9669"/>
                </a:lnTo>
                <a:lnTo>
                  <a:pt x="27861" y="10465"/>
                </a:lnTo>
                <a:lnTo>
                  <a:pt x="27972" y="11844"/>
                </a:lnTo>
                <a:lnTo>
                  <a:pt x="28065" y="18550"/>
                </a:lnTo>
                <a:lnTo>
                  <a:pt x="32163" y="18550"/>
                </a:lnTo>
                <a:lnTo>
                  <a:pt x="32208" y="9046"/>
                </a:lnTo>
                <a:close/>
              </a:path>
              <a:path w="43180" h="45085">
                <a:moveTo>
                  <a:pt x="10428" y="16651"/>
                </a:moveTo>
                <a:lnTo>
                  <a:pt x="6040" y="16651"/>
                </a:lnTo>
                <a:lnTo>
                  <a:pt x="10591" y="17202"/>
                </a:lnTo>
                <a:lnTo>
                  <a:pt x="10179" y="17202"/>
                </a:lnTo>
                <a:lnTo>
                  <a:pt x="10428" y="16651"/>
                </a:lnTo>
                <a:close/>
              </a:path>
              <a:path w="43180" h="45085">
                <a:moveTo>
                  <a:pt x="41769" y="709"/>
                </a:moveTo>
                <a:lnTo>
                  <a:pt x="28069" y="709"/>
                </a:lnTo>
                <a:lnTo>
                  <a:pt x="28231" y="2907"/>
                </a:lnTo>
                <a:lnTo>
                  <a:pt x="28255" y="3230"/>
                </a:lnTo>
                <a:lnTo>
                  <a:pt x="27697" y="4862"/>
                </a:lnTo>
                <a:lnTo>
                  <a:pt x="27624" y="5074"/>
                </a:lnTo>
                <a:lnTo>
                  <a:pt x="33731" y="5074"/>
                </a:lnTo>
                <a:lnTo>
                  <a:pt x="34567" y="5595"/>
                </a:lnTo>
                <a:lnTo>
                  <a:pt x="35898" y="5957"/>
                </a:lnTo>
                <a:lnTo>
                  <a:pt x="37027" y="9440"/>
                </a:lnTo>
                <a:lnTo>
                  <a:pt x="37101" y="9669"/>
                </a:lnTo>
                <a:lnTo>
                  <a:pt x="37167" y="9874"/>
                </a:lnTo>
                <a:lnTo>
                  <a:pt x="39752" y="8597"/>
                </a:lnTo>
                <a:lnTo>
                  <a:pt x="41784" y="8597"/>
                </a:lnTo>
                <a:lnTo>
                  <a:pt x="41769" y="709"/>
                </a:lnTo>
                <a:close/>
              </a:path>
              <a:path w="43180" h="45085">
                <a:moveTo>
                  <a:pt x="41784" y="8597"/>
                </a:moveTo>
                <a:lnTo>
                  <a:pt x="39752" y="8597"/>
                </a:lnTo>
                <a:lnTo>
                  <a:pt x="42578" y="9046"/>
                </a:lnTo>
                <a:lnTo>
                  <a:pt x="41785" y="9046"/>
                </a:lnTo>
                <a:lnTo>
                  <a:pt x="41784" y="8597"/>
                </a:lnTo>
                <a:close/>
              </a:path>
              <a:path w="43180" h="45085">
                <a:moveTo>
                  <a:pt x="25274" y="4862"/>
                </a:moveTo>
                <a:lnTo>
                  <a:pt x="19642" y="4862"/>
                </a:lnTo>
                <a:lnTo>
                  <a:pt x="14955" y="6824"/>
                </a:lnTo>
                <a:lnTo>
                  <a:pt x="32321" y="6824"/>
                </a:lnTo>
                <a:lnTo>
                  <a:pt x="33219" y="5957"/>
                </a:lnTo>
                <a:lnTo>
                  <a:pt x="33731" y="5074"/>
                </a:lnTo>
                <a:lnTo>
                  <a:pt x="27927" y="5074"/>
                </a:lnTo>
                <a:lnTo>
                  <a:pt x="25274" y="4862"/>
                </a:lnTo>
                <a:close/>
              </a:path>
              <a:path w="43180" h="45085">
                <a:moveTo>
                  <a:pt x="10784" y="0"/>
                </a:moveTo>
                <a:lnTo>
                  <a:pt x="10256" y="2907"/>
                </a:lnTo>
                <a:lnTo>
                  <a:pt x="9474" y="4862"/>
                </a:lnTo>
                <a:lnTo>
                  <a:pt x="9389" y="5074"/>
                </a:lnTo>
                <a:lnTo>
                  <a:pt x="9279" y="5350"/>
                </a:lnTo>
                <a:lnTo>
                  <a:pt x="14981" y="5350"/>
                </a:lnTo>
                <a:lnTo>
                  <a:pt x="14637" y="709"/>
                </a:lnTo>
                <a:lnTo>
                  <a:pt x="10784" y="0"/>
                </a:lnTo>
                <a:close/>
              </a:path>
            </a:pathLst>
          </a:custGeom>
          <a:solidFill>
            <a:srgbClr val="B8AB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3" name="bg object 713"/>
          <p:cNvSpPr/>
          <p:nvPr/>
        </p:nvSpPr>
        <p:spPr>
          <a:xfrm>
            <a:off x="2090566" y="3652987"/>
            <a:ext cx="13970" cy="22860"/>
          </a:xfrm>
          <a:custGeom>
            <a:avLst/>
            <a:gdLst/>
            <a:ahLst/>
            <a:cxnLst/>
            <a:rect l="l" t="t" r="r" b="b"/>
            <a:pathLst>
              <a:path w="13969" h="22860">
                <a:moveTo>
                  <a:pt x="12837" y="0"/>
                </a:moveTo>
                <a:lnTo>
                  <a:pt x="9566" y="323"/>
                </a:lnTo>
                <a:lnTo>
                  <a:pt x="7" y="346"/>
                </a:lnTo>
                <a:lnTo>
                  <a:pt x="0" y="22372"/>
                </a:lnTo>
                <a:lnTo>
                  <a:pt x="13703" y="22364"/>
                </a:lnTo>
                <a:lnTo>
                  <a:pt x="13711" y="16485"/>
                </a:lnTo>
                <a:lnTo>
                  <a:pt x="13577" y="10606"/>
                </a:lnTo>
                <a:lnTo>
                  <a:pt x="13877" y="1552"/>
                </a:lnTo>
                <a:lnTo>
                  <a:pt x="12837" y="0"/>
                </a:lnTo>
                <a:close/>
              </a:path>
            </a:pathLst>
          </a:custGeom>
          <a:solidFill>
            <a:srgbClr val="877C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4" name="bg object 714"/>
          <p:cNvSpPr/>
          <p:nvPr/>
        </p:nvSpPr>
        <p:spPr>
          <a:xfrm>
            <a:off x="2109783" y="3599676"/>
            <a:ext cx="18415" cy="18415"/>
          </a:xfrm>
          <a:custGeom>
            <a:avLst/>
            <a:gdLst/>
            <a:ahLst/>
            <a:cxnLst/>
            <a:rect l="l" t="t" r="r" b="b"/>
            <a:pathLst>
              <a:path w="18414" h="18414">
                <a:moveTo>
                  <a:pt x="9606" y="7"/>
                </a:moveTo>
                <a:lnTo>
                  <a:pt x="4105" y="0"/>
                </a:lnTo>
                <a:lnTo>
                  <a:pt x="0" y="7"/>
                </a:lnTo>
                <a:lnTo>
                  <a:pt x="1599" y="4357"/>
                </a:lnTo>
                <a:lnTo>
                  <a:pt x="3144" y="8739"/>
                </a:lnTo>
                <a:lnTo>
                  <a:pt x="5137" y="13625"/>
                </a:lnTo>
                <a:lnTo>
                  <a:pt x="6769" y="13593"/>
                </a:lnTo>
                <a:lnTo>
                  <a:pt x="7754" y="15287"/>
                </a:lnTo>
                <a:lnTo>
                  <a:pt x="7888" y="16651"/>
                </a:lnTo>
                <a:lnTo>
                  <a:pt x="8227" y="17896"/>
                </a:lnTo>
                <a:lnTo>
                  <a:pt x="13711" y="17904"/>
                </a:lnTo>
                <a:lnTo>
                  <a:pt x="13333" y="14775"/>
                </a:lnTo>
                <a:lnTo>
                  <a:pt x="14665" y="13357"/>
                </a:lnTo>
                <a:lnTo>
                  <a:pt x="17825" y="13774"/>
                </a:lnTo>
                <a:lnTo>
                  <a:pt x="17021" y="12411"/>
                </a:lnTo>
                <a:lnTo>
                  <a:pt x="16075" y="9803"/>
                </a:lnTo>
                <a:lnTo>
                  <a:pt x="8668" y="10732"/>
                </a:lnTo>
                <a:lnTo>
                  <a:pt x="9472" y="6201"/>
                </a:lnTo>
                <a:lnTo>
                  <a:pt x="9598" y="2056"/>
                </a:lnTo>
                <a:lnTo>
                  <a:pt x="9606" y="7"/>
                </a:lnTo>
                <a:close/>
              </a:path>
            </a:pathLst>
          </a:custGeom>
          <a:solidFill>
            <a:srgbClr val="BAB1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5" name="bg object 715"/>
          <p:cNvSpPr/>
          <p:nvPr/>
        </p:nvSpPr>
        <p:spPr>
          <a:xfrm>
            <a:off x="2099764" y="3648835"/>
            <a:ext cx="8890" cy="33020"/>
          </a:xfrm>
          <a:custGeom>
            <a:avLst/>
            <a:gdLst/>
            <a:ahLst/>
            <a:cxnLst/>
            <a:rect l="l" t="t" r="r" b="b"/>
            <a:pathLst>
              <a:path w="8889" h="33020">
                <a:moveTo>
                  <a:pt x="1449" y="0"/>
                </a:moveTo>
                <a:lnTo>
                  <a:pt x="0" y="1316"/>
                </a:lnTo>
                <a:lnTo>
                  <a:pt x="370" y="4468"/>
                </a:lnTo>
                <a:lnTo>
                  <a:pt x="3640" y="4152"/>
                </a:lnTo>
                <a:lnTo>
                  <a:pt x="4680" y="5705"/>
                </a:lnTo>
                <a:lnTo>
                  <a:pt x="4381" y="14759"/>
                </a:lnTo>
                <a:lnTo>
                  <a:pt x="4515" y="20638"/>
                </a:lnTo>
                <a:lnTo>
                  <a:pt x="4507" y="26517"/>
                </a:lnTo>
                <a:lnTo>
                  <a:pt x="4515" y="30654"/>
                </a:lnTo>
                <a:lnTo>
                  <a:pt x="6351" y="31395"/>
                </a:lnTo>
                <a:lnTo>
                  <a:pt x="8534" y="32971"/>
                </a:lnTo>
                <a:lnTo>
                  <a:pt x="8684" y="25500"/>
                </a:lnTo>
                <a:lnTo>
                  <a:pt x="8644" y="13530"/>
                </a:lnTo>
                <a:lnTo>
                  <a:pt x="8510" y="8802"/>
                </a:lnTo>
                <a:lnTo>
                  <a:pt x="8786" y="929"/>
                </a:lnTo>
                <a:lnTo>
                  <a:pt x="7171" y="197"/>
                </a:lnTo>
                <a:lnTo>
                  <a:pt x="4531" y="362"/>
                </a:lnTo>
                <a:lnTo>
                  <a:pt x="1449" y="0"/>
                </a:lnTo>
                <a:close/>
              </a:path>
            </a:pathLst>
          </a:custGeom>
          <a:solidFill>
            <a:srgbClr val="9F9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6" name="bg object 716"/>
          <p:cNvSpPr/>
          <p:nvPr/>
        </p:nvSpPr>
        <p:spPr>
          <a:xfrm>
            <a:off x="2123115" y="3613039"/>
            <a:ext cx="9525" cy="14604"/>
          </a:xfrm>
          <a:custGeom>
            <a:avLst/>
            <a:gdLst/>
            <a:ahLst/>
            <a:cxnLst/>
            <a:rect l="l" t="t" r="r" b="b"/>
            <a:pathLst>
              <a:path w="9525" h="14604">
                <a:moveTo>
                  <a:pt x="1331" y="0"/>
                </a:moveTo>
                <a:lnTo>
                  <a:pt x="0" y="1410"/>
                </a:lnTo>
                <a:lnTo>
                  <a:pt x="378" y="4539"/>
                </a:lnTo>
                <a:lnTo>
                  <a:pt x="386" y="14168"/>
                </a:lnTo>
                <a:lnTo>
                  <a:pt x="1938" y="14160"/>
                </a:lnTo>
                <a:lnTo>
                  <a:pt x="3498" y="14058"/>
                </a:lnTo>
                <a:lnTo>
                  <a:pt x="8187" y="14428"/>
                </a:lnTo>
                <a:lnTo>
                  <a:pt x="8810" y="12608"/>
                </a:lnTo>
                <a:lnTo>
                  <a:pt x="8621" y="10031"/>
                </a:lnTo>
                <a:lnTo>
                  <a:pt x="8368" y="7840"/>
                </a:lnTo>
                <a:lnTo>
                  <a:pt x="9480" y="5185"/>
                </a:lnTo>
                <a:lnTo>
                  <a:pt x="5201" y="3971"/>
                </a:lnTo>
                <a:lnTo>
                  <a:pt x="4972" y="1725"/>
                </a:lnTo>
                <a:lnTo>
                  <a:pt x="4491" y="409"/>
                </a:lnTo>
                <a:lnTo>
                  <a:pt x="1331" y="0"/>
                </a:lnTo>
                <a:close/>
              </a:path>
            </a:pathLst>
          </a:custGeom>
          <a:solidFill>
            <a:srgbClr val="C0B6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7" name="bg object 717"/>
          <p:cNvSpPr/>
          <p:nvPr/>
        </p:nvSpPr>
        <p:spPr>
          <a:xfrm>
            <a:off x="2182522" y="4417115"/>
            <a:ext cx="10160" cy="18415"/>
          </a:xfrm>
          <a:custGeom>
            <a:avLst/>
            <a:gdLst/>
            <a:ahLst/>
            <a:cxnLst/>
            <a:rect l="l" t="t" r="r" b="b"/>
            <a:pathLst>
              <a:path w="10160" h="18414">
                <a:moveTo>
                  <a:pt x="47" y="0"/>
                </a:moveTo>
                <a:lnTo>
                  <a:pt x="0" y="5492"/>
                </a:lnTo>
                <a:lnTo>
                  <a:pt x="2600" y="5271"/>
                </a:lnTo>
                <a:lnTo>
                  <a:pt x="4381" y="5949"/>
                </a:lnTo>
                <a:lnTo>
                  <a:pt x="4003" y="10638"/>
                </a:lnTo>
                <a:lnTo>
                  <a:pt x="4097" y="12198"/>
                </a:lnTo>
                <a:lnTo>
                  <a:pt x="4137" y="17848"/>
                </a:lnTo>
                <a:lnTo>
                  <a:pt x="8227" y="17880"/>
                </a:lnTo>
                <a:lnTo>
                  <a:pt x="9613" y="1347"/>
                </a:lnTo>
                <a:lnTo>
                  <a:pt x="47" y="0"/>
                </a:lnTo>
                <a:close/>
              </a:path>
            </a:pathLst>
          </a:custGeom>
          <a:solidFill>
            <a:srgbClr val="4B439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8" name="bg object 718"/>
          <p:cNvSpPr/>
          <p:nvPr/>
        </p:nvSpPr>
        <p:spPr>
          <a:xfrm>
            <a:off x="2178037" y="4408442"/>
            <a:ext cx="5080" cy="14604"/>
          </a:xfrm>
          <a:custGeom>
            <a:avLst/>
            <a:gdLst/>
            <a:ahLst/>
            <a:cxnLst/>
            <a:rect l="l" t="t" r="r" b="b"/>
            <a:pathLst>
              <a:path w="5080" h="14604">
                <a:moveTo>
                  <a:pt x="1268" y="0"/>
                </a:moveTo>
                <a:lnTo>
                  <a:pt x="0" y="1465"/>
                </a:lnTo>
                <a:lnTo>
                  <a:pt x="362" y="4531"/>
                </a:lnTo>
                <a:lnTo>
                  <a:pt x="378" y="14176"/>
                </a:lnTo>
                <a:lnTo>
                  <a:pt x="4491" y="14160"/>
                </a:lnTo>
                <a:lnTo>
                  <a:pt x="4531" y="8676"/>
                </a:lnTo>
                <a:lnTo>
                  <a:pt x="4562" y="417"/>
                </a:lnTo>
                <a:lnTo>
                  <a:pt x="1268" y="0"/>
                </a:lnTo>
                <a:close/>
              </a:path>
            </a:pathLst>
          </a:custGeom>
          <a:solidFill>
            <a:srgbClr val="6D63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9" name="bg object 719"/>
          <p:cNvSpPr/>
          <p:nvPr/>
        </p:nvSpPr>
        <p:spPr>
          <a:xfrm>
            <a:off x="2174251" y="4399229"/>
            <a:ext cx="8890" cy="13970"/>
          </a:xfrm>
          <a:custGeom>
            <a:avLst/>
            <a:gdLst/>
            <a:ahLst/>
            <a:cxnLst/>
            <a:rect l="l" t="t" r="r" b="b"/>
            <a:pathLst>
              <a:path w="8889" h="13970">
                <a:moveTo>
                  <a:pt x="8219" y="0"/>
                </a:moveTo>
                <a:lnTo>
                  <a:pt x="6871" y="795"/>
                </a:lnTo>
                <a:lnTo>
                  <a:pt x="4507" y="1442"/>
                </a:lnTo>
                <a:lnTo>
                  <a:pt x="3948" y="5311"/>
                </a:lnTo>
                <a:lnTo>
                  <a:pt x="2293" y="5563"/>
                </a:lnTo>
                <a:lnTo>
                  <a:pt x="94" y="5508"/>
                </a:lnTo>
                <a:lnTo>
                  <a:pt x="0" y="9598"/>
                </a:lnTo>
                <a:lnTo>
                  <a:pt x="39" y="13735"/>
                </a:lnTo>
                <a:lnTo>
                  <a:pt x="4145" y="13743"/>
                </a:lnTo>
                <a:lnTo>
                  <a:pt x="3790" y="10677"/>
                </a:lnTo>
                <a:lnTo>
                  <a:pt x="5059" y="9212"/>
                </a:lnTo>
                <a:lnTo>
                  <a:pt x="8203" y="9598"/>
                </a:lnTo>
                <a:lnTo>
                  <a:pt x="8313" y="5500"/>
                </a:lnTo>
                <a:lnTo>
                  <a:pt x="8219" y="0"/>
                </a:lnTo>
                <a:close/>
              </a:path>
            </a:pathLst>
          </a:custGeom>
          <a:solidFill>
            <a:srgbClr val="8782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0" name="bg object 720"/>
          <p:cNvSpPr/>
          <p:nvPr/>
        </p:nvSpPr>
        <p:spPr>
          <a:xfrm>
            <a:off x="2168804" y="4408784"/>
            <a:ext cx="6350" cy="8890"/>
          </a:xfrm>
          <a:custGeom>
            <a:avLst/>
            <a:gdLst/>
            <a:ahLst/>
            <a:cxnLst/>
            <a:rect l="l" t="t" r="r" b="b"/>
            <a:pathLst>
              <a:path w="6350" h="8889">
                <a:moveTo>
                  <a:pt x="3286" y="0"/>
                </a:moveTo>
                <a:lnTo>
                  <a:pt x="1402" y="94"/>
                </a:lnTo>
                <a:lnTo>
                  <a:pt x="1213" y="4862"/>
                </a:lnTo>
                <a:lnTo>
                  <a:pt x="449" y="6587"/>
                </a:lnTo>
                <a:lnTo>
                  <a:pt x="0" y="8329"/>
                </a:lnTo>
                <a:lnTo>
                  <a:pt x="2931" y="8408"/>
                </a:lnTo>
                <a:lnTo>
                  <a:pt x="6036" y="8723"/>
                </a:lnTo>
                <a:lnTo>
                  <a:pt x="5484" y="4176"/>
                </a:lnTo>
                <a:lnTo>
                  <a:pt x="5445" y="39"/>
                </a:lnTo>
                <a:lnTo>
                  <a:pt x="3286" y="0"/>
                </a:lnTo>
                <a:close/>
              </a:path>
            </a:pathLst>
          </a:custGeom>
          <a:solidFill>
            <a:srgbClr val="706F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1" name="bg object 721"/>
          <p:cNvSpPr/>
          <p:nvPr/>
        </p:nvSpPr>
        <p:spPr>
          <a:xfrm>
            <a:off x="2090548" y="4364814"/>
            <a:ext cx="4445" cy="11430"/>
          </a:xfrm>
          <a:custGeom>
            <a:avLst/>
            <a:gdLst/>
            <a:ahLst/>
            <a:cxnLst/>
            <a:rect l="l" t="t" r="r" b="b"/>
            <a:pathLst>
              <a:path w="4444" h="11429">
                <a:moveTo>
                  <a:pt x="2789" y="0"/>
                </a:moveTo>
                <a:lnTo>
                  <a:pt x="0" y="1379"/>
                </a:lnTo>
                <a:lnTo>
                  <a:pt x="7" y="11000"/>
                </a:lnTo>
                <a:lnTo>
                  <a:pt x="4121" y="10993"/>
                </a:lnTo>
                <a:lnTo>
                  <a:pt x="2789" y="0"/>
                </a:lnTo>
                <a:close/>
              </a:path>
            </a:pathLst>
          </a:custGeom>
          <a:solidFill>
            <a:srgbClr val="8174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2" name="bg object 722"/>
          <p:cNvSpPr/>
          <p:nvPr/>
        </p:nvSpPr>
        <p:spPr>
          <a:xfrm>
            <a:off x="2231958" y="3718040"/>
            <a:ext cx="14604" cy="24130"/>
          </a:xfrm>
          <a:custGeom>
            <a:avLst/>
            <a:gdLst/>
            <a:ahLst/>
            <a:cxnLst/>
            <a:rect l="l" t="t" r="r" b="b"/>
            <a:pathLst>
              <a:path w="14605" h="24129">
                <a:moveTo>
                  <a:pt x="4089" y="0"/>
                </a:moveTo>
                <a:lnTo>
                  <a:pt x="23" y="7"/>
                </a:lnTo>
                <a:lnTo>
                  <a:pt x="0" y="17880"/>
                </a:lnTo>
                <a:lnTo>
                  <a:pt x="4586" y="17313"/>
                </a:lnTo>
                <a:lnTo>
                  <a:pt x="4137" y="20496"/>
                </a:lnTo>
                <a:lnTo>
                  <a:pt x="4082" y="23388"/>
                </a:lnTo>
                <a:lnTo>
                  <a:pt x="5634" y="23388"/>
                </a:lnTo>
                <a:lnTo>
                  <a:pt x="7218" y="23207"/>
                </a:lnTo>
                <a:lnTo>
                  <a:pt x="13207" y="24034"/>
                </a:lnTo>
                <a:lnTo>
                  <a:pt x="14160" y="21639"/>
                </a:lnTo>
                <a:lnTo>
                  <a:pt x="13695" y="17896"/>
                </a:lnTo>
                <a:lnTo>
                  <a:pt x="10488" y="18298"/>
                </a:lnTo>
                <a:lnTo>
                  <a:pt x="8006" y="18022"/>
                </a:lnTo>
                <a:lnTo>
                  <a:pt x="9613" y="13711"/>
                </a:lnTo>
                <a:lnTo>
                  <a:pt x="9519" y="9629"/>
                </a:lnTo>
                <a:lnTo>
                  <a:pt x="5776" y="10094"/>
                </a:lnTo>
                <a:lnTo>
                  <a:pt x="3435" y="9086"/>
                </a:lnTo>
                <a:lnTo>
                  <a:pt x="4263" y="3128"/>
                </a:lnTo>
                <a:lnTo>
                  <a:pt x="4089" y="1552"/>
                </a:lnTo>
                <a:close/>
              </a:path>
            </a:pathLst>
          </a:custGeom>
          <a:solidFill>
            <a:srgbClr val="9B90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3" name="bg object 723"/>
          <p:cNvSpPr/>
          <p:nvPr/>
        </p:nvSpPr>
        <p:spPr>
          <a:xfrm>
            <a:off x="2230964" y="3695961"/>
            <a:ext cx="6985" cy="13970"/>
          </a:xfrm>
          <a:custGeom>
            <a:avLst/>
            <a:gdLst/>
            <a:ahLst/>
            <a:cxnLst/>
            <a:rect l="l" t="t" r="r" b="b"/>
            <a:pathLst>
              <a:path w="6985" h="13970">
                <a:moveTo>
                  <a:pt x="6414" y="0"/>
                </a:moveTo>
                <a:lnTo>
                  <a:pt x="0" y="622"/>
                </a:lnTo>
                <a:lnTo>
                  <a:pt x="1646" y="5831"/>
                </a:lnTo>
                <a:lnTo>
                  <a:pt x="929" y="9692"/>
                </a:lnTo>
                <a:lnTo>
                  <a:pt x="1008" y="13774"/>
                </a:lnTo>
                <a:lnTo>
                  <a:pt x="6446" y="13798"/>
                </a:lnTo>
                <a:lnTo>
                  <a:pt x="6414" y="0"/>
                </a:lnTo>
                <a:close/>
              </a:path>
            </a:pathLst>
          </a:custGeom>
          <a:solidFill>
            <a:srgbClr val="9886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4" name="bg object 724"/>
          <p:cNvSpPr/>
          <p:nvPr/>
        </p:nvSpPr>
        <p:spPr>
          <a:xfrm>
            <a:off x="2231884" y="3709733"/>
            <a:ext cx="5715" cy="8890"/>
          </a:xfrm>
          <a:custGeom>
            <a:avLst/>
            <a:gdLst/>
            <a:ahLst/>
            <a:cxnLst/>
            <a:rect l="l" t="t" r="r" b="b"/>
            <a:pathLst>
              <a:path w="5714" h="8889">
                <a:moveTo>
                  <a:pt x="86" y="0"/>
                </a:moveTo>
                <a:lnTo>
                  <a:pt x="0" y="4184"/>
                </a:lnTo>
                <a:lnTo>
                  <a:pt x="94" y="8313"/>
                </a:lnTo>
                <a:lnTo>
                  <a:pt x="4160" y="8305"/>
                </a:lnTo>
                <a:lnTo>
                  <a:pt x="5524" y="31"/>
                </a:lnTo>
                <a:lnTo>
                  <a:pt x="86" y="0"/>
                </a:lnTo>
                <a:close/>
              </a:path>
            </a:pathLst>
          </a:custGeom>
          <a:solidFill>
            <a:srgbClr val="A598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5" name="bg object 725"/>
          <p:cNvSpPr/>
          <p:nvPr/>
        </p:nvSpPr>
        <p:spPr>
          <a:xfrm>
            <a:off x="2227804" y="3691871"/>
            <a:ext cx="10160" cy="13970"/>
          </a:xfrm>
          <a:custGeom>
            <a:avLst/>
            <a:gdLst/>
            <a:ahLst/>
            <a:cxnLst/>
            <a:rect l="l" t="t" r="r" b="b"/>
            <a:pathLst>
              <a:path w="10160" h="13970">
                <a:moveTo>
                  <a:pt x="9590" y="0"/>
                </a:moveTo>
                <a:lnTo>
                  <a:pt x="7" y="7"/>
                </a:lnTo>
                <a:lnTo>
                  <a:pt x="0" y="12387"/>
                </a:lnTo>
                <a:lnTo>
                  <a:pt x="4089" y="13782"/>
                </a:lnTo>
                <a:lnTo>
                  <a:pt x="4806" y="9921"/>
                </a:lnTo>
                <a:lnTo>
                  <a:pt x="3160" y="4712"/>
                </a:lnTo>
                <a:lnTo>
                  <a:pt x="9574" y="4089"/>
                </a:lnTo>
                <a:lnTo>
                  <a:pt x="9590" y="0"/>
                </a:lnTo>
                <a:close/>
              </a:path>
            </a:pathLst>
          </a:custGeom>
          <a:solidFill>
            <a:srgbClr val="AF9D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6" name="bg object 726"/>
          <p:cNvSpPr/>
          <p:nvPr/>
        </p:nvSpPr>
        <p:spPr>
          <a:xfrm>
            <a:off x="2239966" y="3731754"/>
            <a:ext cx="5715" cy="5080"/>
          </a:xfrm>
          <a:custGeom>
            <a:avLst/>
            <a:gdLst/>
            <a:ahLst/>
            <a:cxnLst/>
            <a:rect l="l" t="t" r="r" b="b"/>
            <a:pathLst>
              <a:path w="5714" h="5079">
                <a:moveTo>
                  <a:pt x="1607" y="0"/>
                </a:moveTo>
                <a:lnTo>
                  <a:pt x="0" y="4310"/>
                </a:lnTo>
                <a:lnTo>
                  <a:pt x="2482" y="4578"/>
                </a:lnTo>
                <a:lnTo>
                  <a:pt x="5681" y="4145"/>
                </a:lnTo>
                <a:lnTo>
                  <a:pt x="5665" y="7"/>
                </a:lnTo>
                <a:lnTo>
                  <a:pt x="1607" y="0"/>
                </a:lnTo>
                <a:close/>
              </a:path>
            </a:pathLst>
          </a:custGeom>
          <a:solidFill>
            <a:srgbClr val="8682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7" name="bg object 727"/>
          <p:cNvSpPr/>
          <p:nvPr/>
        </p:nvSpPr>
        <p:spPr>
          <a:xfrm>
            <a:off x="2295048" y="4103308"/>
            <a:ext cx="10160" cy="22225"/>
          </a:xfrm>
          <a:custGeom>
            <a:avLst/>
            <a:gdLst/>
            <a:ahLst/>
            <a:cxnLst/>
            <a:rect l="l" t="t" r="r" b="b"/>
            <a:pathLst>
              <a:path w="10160" h="22225">
                <a:moveTo>
                  <a:pt x="3561" y="0"/>
                </a:moveTo>
                <a:lnTo>
                  <a:pt x="1379" y="39"/>
                </a:lnTo>
                <a:lnTo>
                  <a:pt x="0" y="4168"/>
                </a:lnTo>
                <a:lnTo>
                  <a:pt x="0" y="17935"/>
                </a:lnTo>
                <a:lnTo>
                  <a:pt x="55" y="22017"/>
                </a:lnTo>
                <a:lnTo>
                  <a:pt x="4129" y="22057"/>
                </a:lnTo>
                <a:lnTo>
                  <a:pt x="4145" y="20071"/>
                </a:lnTo>
                <a:lnTo>
                  <a:pt x="3963" y="17959"/>
                </a:lnTo>
                <a:lnTo>
                  <a:pt x="9795" y="17880"/>
                </a:lnTo>
                <a:lnTo>
                  <a:pt x="9606" y="15768"/>
                </a:lnTo>
                <a:lnTo>
                  <a:pt x="9613" y="13790"/>
                </a:lnTo>
                <a:lnTo>
                  <a:pt x="7431" y="13837"/>
                </a:lnTo>
                <a:lnTo>
                  <a:pt x="5405" y="13751"/>
                </a:lnTo>
                <a:lnTo>
                  <a:pt x="5571" y="8179"/>
                </a:lnTo>
                <a:lnTo>
                  <a:pt x="5429" y="5658"/>
                </a:lnTo>
                <a:lnTo>
                  <a:pt x="5587" y="78"/>
                </a:lnTo>
                <a:lnTo>
                  <a:pt x="3561" y="0"/>
                </a:lnTo>
                <a:close/>
              </a:path>
            </a:pathLst>
          </a:custGeom>
          <a:solidFill>
            <a:srgbClr val="A8A2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8" name="bg object 728"/>
          <p:cNvSpPr/>
          <p:nvPr/>
        </p:nvSpPr>
        <p:spPr>
          <a:xfrm>
            <a:off x="2298791" y="4133481"/>
            <a:ext cx="7620" cy="6350"/>
          </a:xfrm>
          <a:custGeom>
            <a:avLst/>
            <a:gdLst/>
            <a:ahLst/>
            <a:cxnLst/>
            <a:rect l="l" t="t" r="r" b="b"/>
            <a:pathLst>
              <a:path w="7619" h="6350">
                <a:moveTo>
                  <a:pt x="7336" y="0"/>
                </a:moveTo>
                <a:lnTo>
                  <a:pt x="2702" y="1938"/>
                </a:lnTo>
                <a:lnTo>
                  <a:pt x="378" y="1536"/>
                </a:lnTo>
                <a:lnTo>
                  <a:pt x="0" y="4680"/>
                </a:lnTo>
                <a:lnTo>
                  <a:pt x="1386" y="6036"/>
                </a:lnTo>
                <a:lnTo>
                  <a:pt x="4507" y="5634"/>
                </a:lnTo>
                <a:lnTo>
                  <a:pt x="7336" y="0"/>
                </a:lnTo>
                <a:close/>
              </a:path>
            </a:pathLst>
          </a:custGeom>
          <a:solidFill>
            <a:srgbClr val="A79D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9" name="bg object 729"/>
          <p:cNvSpPr/>
          <p:nvPr/>
        </p:nvSpPr>
        <p:spPr>
          <a:xfrm>
            <a:off x="2093339" y="4362037"/>
            <a:ext cx="10160" cy="13970"/>
          </a:xfrm>
          <a:custGeom>
            <a:avLst/>
            <a:gdLst/>
            <a:ahLst/>
            <a:cxnLst/>
            <a:rect l="l" t="t" r="r" b="b"/>
            <a:pathLst>
              <a:path w="10160" h="13970">
                <a:moveTo>
                  <a:pt x="5413" y="7"/>
                </a:moveTo>
                <a:lnTo>
                  <a:pt x="1371" y="0"/>
                </a:lnTo>
                <a:lnTo>
                  <a:pt x="0" y="2773"/>
                </a:lnTo>
                <a:lnTo>
                  <a:pt x="1331" y="13774"/>
                </a:lnTo>
                <a:lnTo>
                  <a:pt x="9566" y="13774"/>
                </a:lnTo>
                <a:lnTo>
                  <a:pt x="5468" y="5508"/>
                </a:lnTo>
                <a:lnTo>
                  <a:pt x="5413" y="7"/>
                </a:lnTo>
                <a:close/>
              </a:path>
            </a:pathLst>
          </a:custGeom>
          <a:solidFill>
            <a:srgbClr val="766B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0" name="bg object 730"/>
          <p:cNvSpPr/>
          <p:nvPr/>
        </p:nvSpPr>
        <p:spPr>
          <a:xfrm>
            <a:off x="2102899" y="4375811"/>
            <a:ext cx="5715" cy="10160"/>
          </a:xfrm>
          <a:custGeom>
            <a:avLst/>
            <a:gdLst/>
            <a:ahLst/>
            <a:cxnLst/>
            <a:rect l="l" t="t" r="r" b="b"/>
            <a:pathLst>
              <a:path w="5714" h="10160">
                <a:moveTo>
                  <a:pt x="5500" y="0"/>
                </a:moveTo>
                <a:lnTo>
                  <a:pt x="0" y="7"/>
                </a:lnTo>
                <a:lnTo>
                  <a:pt x="0" y="9637"/>
                </a:lnTo>
                <a:lnTo>
                  <a:pt x="5484" y="9653"/>
                </a:lnTo>
                <a:close/>
              </a:path>
            </a:pathLst>
          </a:custGeom>
          <a:solidFill>
            <a:srgbClr val="8F85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1" name="bg object 731"/>
          <p:cNvSpPr/>
          <p:nvPr/>
        </p:nvSpPr>
        <p:spPr>
          <a:xfrm>
            <a:off x="2107001" y="4385435"/>
            <a:ext cx="5715" cy="8890"/>
          </a:xfrm>
          <a:custGeom>
            <a:avLst/>
            <a:gdLst/>
            <a:ahLst/>
            <a:cxnLst/>
            <a:rect l="l" t="t" r="r" b="b"/>
            <a:pathLst>
              <a:path w="5714" h="8889">
                <a:moveTo>
                  <a:pt x="5500" y="0"/>
                </a:moveTo>
                <a:lnTo>
                  <a:pt x="1394" y="7"/>
                </a:lnTo>
                <a:lnTo>
                  <a:pt x="0" y="8282"/>
                </a:lnTo>
                <a:lnTo>
                  <a:pt x="5508" y="8266"/>
                </a:lnTo>
                <a:close/>
              </a:path>
            </a:pathLst>
          </a:custGeom>
          <a:solidFill>
            <a:srgbClr val="877C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2" name="bg object 732"/>
          <p:cNvSpPr/>
          <p:nvPr/>
        </p:nvSpPr>
        <p:spPr>
          <a:xfrm>
            <a:off x="2098544" y="4375815"/>
            <a:ext cx="4445" cy="10160"/>
          </a:xfrm>
          <a:custGeom>
            <a:avLst/>
            <a:gdLst/>
            <a:ahLst/>
            <a:cxnLst/>
            <a:rect l="l" t="t" r="r" b="b"/>
            <a:pathLst>
              <a:path w="4444" h="10160">
                <a:moveTo>
                  <a:pt x="4357" y="0"/>
                </a:moveTo>
                <a:lnTo>
                  <a:pt x="244" y="0"/>
                </a:lnTo>
                <a:lnTo>
                  <a:pt x="244" y="2001"/>
                </a:lnTo>
                <a:lnTo>
                  <a:pt x="370" y="4018"/>
                </a:lnTo>
                <a:lnTo>
                  <a:pt x="0" y="9156"/>
                </a:lnTo>
                <a:lnTo>
                  <a:pt x="1757" y="9834"/>
                </a:lnTo>
                <a:lnTo>
                  <a:pt x="4357" y="9629"/>
                </a:lnTo>
                <a:lnTo>
                  <a:pt x="4357" y="0"/>
                </a:lnTo>
                <a:close/>
              </a:path>
            </a:pathLst>
          </a:custGeom>
          <a:solidFill>
            <a:srgbClr val="756C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3" name="bg object 733"/>
          <p:cNvSpPr/>
          <p:nvPr/>
        </p:nvSpPr>
        <p:spPr>
          <a:xfrm>
            <a:off x="2295774" y="4215062"/>
            <a:ext cx="6350" cy="9525"/>
          </a:xfrm>
          <a:custGeom>
            <a:avLst/>
            <a:gdLst/>
            <a:ahLst/>
            <a:cxnLst/>
            <a:rect l="l" t="t" r="r" b="b"/>
            <a:pathLst>
              <a:path w="6350" h="9525">
                <a:moveTo>
                  <a:pt x="4412" y="0"/>
                </a:moveTo>
                <a:lnTo>
                  <a:pt x="0" y="1591"/>
                </a:lnTo>
                <a:lnTo>
                  <a:pt x="2868" y="5350"/>
                </a:lnTo>
                <a:lnTo>
                  <a:pt x="2033" y="8006"/>
                </a:lnTo>
                <a:lnTo>
                  <a:pt x="6138" y="9369"/>
                </a:lnTo>
                <a:lnTo>
                  <a:pt x="6138" y="8912"/>
                </a:lnTo>
                <a:lnTo>
                  <a:pt x="6225" y="8439"/>
                </a:lnTo>
                <a:lnTo>
                  <a:pt x="5579" y="5334"/>
                </a:lnTo>
                <a:lnTo>
                  <a:pt x="4412" y="0"/>
                </a:lnTo>
                <a:close/>
              </a:path>
            </a:pathLst>
          </a:custGeom>
          <a:solidFill>
            <a:srgbClr val="B5AD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4" name="bg object 734"/>
          <p:cNvSpPr/>
          <p:nvPr/>
        </p:nvSpPr>
        <p:spPr>
          <a:xfrm>
            <a:off x="2065861" y="3795088"/>
            <a:ext cx="10160" cy="5715"/>
          </a:xfrm>
          <a:custGeom>
            <a:avLst/>
            <a:gdLst/>
            <a:ahLst/>
            <a:cxnLst/>
            <a:rect l="l" t="t" r="r" b="b"/>
            <a:pathLst>
              <a:path w="10160" h="5714">
                <a:moveTo>
                  <a:pt x="9598" y="0"/>
                </a:moveTo>
                <a:lnTo>
                  <a:pt x="0" y="7"/>
                </a:lnTo>
                <a:lnTo>
                  <a:pt x="15" y="4160"/>
                </a:lnTo>
                <a:lnTo>
                  <a:pt x="9574" y="5531"/>
                </a:lnTo>
                <a:lnTo>
                  <a:pt x="9598" y="0"/>
                </a:lnTo>
                <a:close/>
              </a:path>
            </a:pathLst>
          </a:custGeom>
          <a:solidFill>
            <a:srgbClr val="A294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5" name="bg object 735"/>
          <p:cNvSpPr/>
          <p:nvPr/>
        </p:nvSpPr>
        <p:spPr>
          <a:xfrm>
            <a:off x="2065814" y="3799246"/>
            <a:ext cx="10160" cy="10160"/>
          </a:xfrm>
          <a:custGeom>
            <a:avLst/>
            <a:gdLst/>
            <a:ahLst/>
            <a:cxnLst/>
            <a:rect l="l" t="t" r="r" b="b"/>
            <a:pathLst>
              <a:path w="10160" h="10160">
                <a:moveTo>
                  <a:pt x="63" y="0"/>
                </a:moveTo>
                <a:lnTo>
                  <a:pt x="0" y="5453"/>
                </a:lnTo>
                <a:lnTo>
                  <a:pt x="47" y="9606"/>
                </a:lnTo>
                <a:lnTo>
                  <a:pt x="2048" y="9606"/>
                </a:lnTo>
                <a:lnTo>
                  <a:pt x="4058" y="9487"/>
                </a:lnTo>
                <a:lnTo>
                  <a:pt x="9204" y="9850"/>
                </a:lnTo>
                <a:lnTo>
                  <a:pt x="9826" y="8053"/>
                </a:lnTo>
                <a:lnTo>
                  <a:pt x="9653" y="5468"/>
                </a:lnTo>
                <a:lnTo>
                  <a:pt x="9621" y="1379"/>
                </a:lnTo>
                <a:lnTo>
                  <a:pt x="63" y="0"/>
                </a:lnTo>
                <a:close/>
              </a:path>
            </a:pathLst>
          </a:custGeom>
          <a:solidFill>
            <a:srgbClr val="B3A5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6" name="bg object 736"/>
          <p:cNvSpPr/>
          <p:nvPr/>
        </p:nvSpPr>
        <p:spPr>
          <a:xfrm>
            <a:off x="2039772" y="4187249"/>
            <a:ext cx="22225" cy="53975"/>
          </a:xfrm>
          <a:custGeom>
            <a:avLst/>
            <a:gdLst/>
            <a:ahLst/>
            <a:cxnLst/>
            <a:rect l="l" t="t" r="r" b="b"/>
            <a:pathLst>
              <a:path w="22225" h="53975">
                <a:moveTo>
                  <a:pt x="13648" y="0"/>
                </a:moveTo>
                <a:lnTo>
                  <a:pt x="9574" y="7"/>
                </a:lnTo>
                <a:lnTo>
                  <a:pt x="8219" y="1386"/>
                </a:lnTo>
                <a:lnTo>
                  <a:pt x="8676" y="4491"/>
                </a:lnTo>
                <a:lnTo>
                  <a:pt x="9243" y="7580"/>
                </a:lnTo>
                <a:lnTo>
                  <a:pt x="9858" y="13759"/>
                </a:lnTo>
                <a:lnTo>
                  <a:pt x="5484" y="13798"/>
                </a:lnTo>
                <a:lnTo>
                  <a:pt x="5484" y="22057"/>
                </a:lnTo>
                <a:lnTo>
                  <a:pt x="9606" y="22057"/>
                </a:lnTo>
                <a:lnTo>
                  <a:pt x="11930" y="18108"/>
                </a:lnTo>
                <a:lnTo>
                  <a:pt x="12529" y="19393"/>
                </a:lnTo>
                <a:lnTo>
                  <a:pt x="13451" y="20622"/>
                </a:lnTo>
                <a:lnTo>
                  <a:pt x="13940" y="23940"/>
                </a:lnTo>
                <a:lnTo>
                  <a:pt x="13601" y="26005"/>
                </a:lnTo>
                <a:lnTo>
                  <a:pt x="13979" y="31198"/>
                </a:lnTo>
                <a:lnTo>
                  <a:pt x="12214" y="31875"/>
                </a:lnTo>
                <a:lnTo>
                  <a:pt x="6643" y="31568"/>
                </a:lnTo>
                <a:lnTo>
                  <a:pt x="3561" y="31261"/>
                </a:lnTo>
                <a:lnTo>
                  <a:pt x="4105" y="35800"/>
                </a:lnTo>
                <a:lnTo>
                  <a:pt x="4105" y="44563"/>
                </a:lnTo>
                <a:lnTo>
                  <a:pt x="7" y="44074"/>
                </a:lnTo>
                <a:lnTo>
                  <a:pt x="0" y="49575"/>
                </a:lnTo>
                <a:lnTo>
                  <a:pt x="8234" y="53704"/>
                </a:lnTo>
                <a:lnTo>
                  <a:pt x="8234" y="49385"/>
                </a:lnTo>
                <a:lnTo>
                  <a:pt x="8045" y="45051"/>
                </a:lnTo>
                <a:lnTo>
                  <a:pt x="8455" y="39180"/>
                </a:lnTo>
                <a:lnTo>
                  <a:pt x="9724" y="37691"/>
                </a:lnTo>
                <a:lnTo>
                  <a:pt x="10457" y="36154"/>
                </a:lnTo>
                <a:lnTo>
                  <a:pt x="11662" y="37076"/>
                </a:lnTo>
                <a:lnTo>
                  <a:pt x="12789" y="38156"/>
                </a:lnTo>
                <a:lnTo>
                  <a:pt x="15232" y="39456"/>
                </a:lnTo>
                <a:lnTo>
                  <a:pt x="16588" y="39606"/>
                </a:lnTo>
                <a:lnTo>
                  <a:pt x="17833" y="39953"/>
                </a:lnTo>
                <a:lnTo>
                  <a:pt x="17470" y="36887"/>
                </a:lnTo>
                <a:lnTo>
                  <a:pt x="18739" y="35422"/>
                </a:lnTo>
                <a:lnTo>
                  <a:pt x="21899" y="35800"/>
                </a:lnTo>
                <a:lnTo>
                  <a:pt x="21946" y="27565"/>
                </a:lnTo>
                <a:lnTo>
                  <a:pt x="19291" y="27754"/>
                </a:lnTo>
                <a:lnTo>
                  <a:pt x="17699" y="26990"/>
                </a:lnTo>
                <a:lnTo>
                  <a:pt x="17974" y="19125"/>
                </a:lnTo>
                <a:lnTo>
                  <a:pt x="17848" y="14397"/>
                </a:lnTo>
                <a:lnTo>
                  <a:pt x="17809" y="5595"/>
                </a:lnTo>
                <a:lnTo>
                  <a:pt x="14129" y="5453"/>
                </a:lnTo>
                <a:lnTo>
                  <a:pt x="13625" y="2931"/>
                </a:lnTo>
                <a:lnTo>
                  <a:pt x="13648" y="0"/>
                </a:lnTo>
                <a:close/>
              </a:path>
            </a:pathLst>
          </a:custGeom>
          <a:solidFill>
            <a:srgbClr val="968E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7" name="bg object 737"/>
          <p:cNvSpPr/>
          <p:nvPr/>
        </p:nvSpPr>
        <p:spPr>
          <a:xfrm>
            <a:off x="2043870" y="4223408"/>
            <a:ext cx="13970" cy="31750"/>
          </a:xfrm>
          <a:custGeom>
            <a:avLst/>
            <a:gdLst/>
            <a:ahLst/>
            <a:cxnLst/>
            <a:rect l="l" t="t" r="r" b="b"/>
            <a:pathLst>
              <a:path w="13969" h="31750">
                <a:moveTo>
                  <a:pt x="6359" y="0"/>
                </a:moveTo>
                <a:lnTo>
                  <a:pt x="5626" y="1528"/>
                </a:lnTo>
                <a:lnTo>
                  <a:pt x="4357" y="3026"/>
                </a:lnTo>
                <a:lnTo>
                  <a:pt x="3948" y="8896"/>
                </a:lnTo>
                <a:lnTo>
                  <a:pt x="4137" y="13231"/>
                </a:lnTo>
                <a:lnTo>
                  <a:pt x="4137" y="17541"/>
                </a:lnTo>
                <a:lnTo>
                  <a:pt x="0" y="25831"/>
                </a:lnTo>
                <a:lnTo>
                  <a:pt x="31" y="31292"/>
                </a:lnTo>
                <a:lnTo>
                  <a:pt x="4121" y="31292"/>
                </a:lnTo>
                <a:lnTo>
                  <a:pt x="3758" y="28219"/>
                </a:lnTo>
                <a:lnTo>
                  <a:pt x="5090" y="26808"/>
                </a:lnTo>
                <a:lnTo>
                  <a:pt x="8195" y="27139"/>
                </a:lnTo>
                <a:lnTo>
                  <a:pt x="8313" y="21773"/>
                </a:lnTo>
                <a:lnTo>
                  <a:pt x="9645" y="17517"/>
                </a:lnTo>
                <a:lnTo>
                  <a:pt x="9637" y="15973"/>
                </a:lnTo>
                <a:lnTo>
                  <a:pt x="9732" y="14420"/>
                </a:lnTo>
                <a:lnTo>
                  <a:pt x="9369" y="9779"/>
                </a:lnTo>
                <a:lnTo>
                  <a:pt x="11103" y="9078"/>
                </a:lnTo>
                <a:lnTo>
                  <a:pt x="13703" y="9314"/>
                </a:lnTo>
                <a:lnTo>
                  <a:pt x="13735" y="3798"/>
                </a:lnTo>
                <a:lnTo>
                  <a:pt x="12490" y="3451"/>
                </a:lnTo>
                <a:lnTo>
                  <a:pt x="11134" y="3293"/>
                </a:lnTo>
                <a:lnTo>
                  <a:pt x="8691" y="2001"/>
                </a:lnTo>
                <a:lnTo>
                  <a:pt x="7572" y="914"/>
                </a:lnTo>
                <a:lnTo>
                  <a:pt x="6359" y="0"/>
                </a:lnTo>
                <a:close/>
              </a:path>
            </a:pathLst>
          </a:custGeom>
          <a:solidFill>
            <a:srgbClr val="A499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8" name="bg object 738"/>
          <p:cNvSpPr/>
          <p:nvPr/>
        </p:nvSpPr>
        <p:spPr>
          <a:xfrm>
            <a:off x="2234207" y="3803344"/>
            <a:ext cx="14604" cy="14604"/>
          </a:xfrm>
          <a:custGeom>
            <a:avLst/>
            <a:gdLst/>
            <a:ahLst/>
            <a:cxnLst/>
            <a:rect l="l" t="t" r="r" b="b"/>
            <a:pathLst>
              <a:path w="14605" h="14604">
                <a:moveTo>
                  <a:pt x="14176" y="0"/>
                </a:moveTo>
                <a:lnTo>
                  <a:pt x="10078" y="0"/>
                </a:lnTo>
                <a:lnTo>
                  <a:pt x="10047" y="677"/>
                </a:lnTo>
                <a:lnTo>
                  <a:pt x="10244" y="1812"/>
                </a:lnTo>
                <a:lnTo>
                  <a:pt x="6517" y="3648"/>
                </a:lnTo>
                <a:lnTo>
                  <a:pt x="4877" y="8077"/>
                </a:lnTo>
                <a:lnTo>
                  <a:pt x="472" y="8250"/>
                </a:lnTo>
                <a:lnTo>
                  <a:pt x="0" y="11985"/>
                </a:lnTo>
                <a:lnTo>
                  <a:pt x="906" y="14413"/>
                </a:lnTo>
                <a:lnTo>
                  <a:pt x="6926" y="13585"/>
                </a:lnTo>
                <a:lnTo>
                  <a:pt x="8510" y="13766"/>
                </a:lnTo>
                <a:lnTo>
                  <a:pt x="14176" y="13774"/>
                </a:lnTo>
                <a:lnTo>
                  <a:pt x="14184" y="7"/>
                </a:lnTo>
                <a:close/>
              </a:path>
            </a:pathLst>
          </a:custGeom>
          <a:solidFill>
            <a:srgbClr val="A096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9" name="bg object 739"/>
          <p:cNvSpPr/>
          <p:nvPr/>
        </p:nvSpPr>
        <p:spPr>
          <a:xfrm>
            <a:off x="2248379" y="3785489"/>
            <a:ext cx="4445" cy="18415"/>
          </a:xfrm>
          <a:custGeom>
            <a:avLst/>
            <a:gdLst/>
            <a:ahLst/>
            <a:cxnLst/>
            <a:rect l="l" t="t" r="r" b="b"/>
            <a:pathLst>
              <a:path w="4444" h="18414">
                <a:moveTo>
                  <a:pt x="4097" y="0"/>
                </a:moveTo>
                <a:lnTo>
                  <a:pt x="23" y="0"/>
                </a:lnTo>
                <a:lnTo>
                  <a:pt x="0" y="17856"/>
                </a:lnTo>
                <a:lnTo>
                  <a:pt x="4145" y="17848"/>
                </a:lnTo>
                <a:lnTo>
                  <a:pt x="4176" y="4082"/>
                </a:lnTo>
                <a:lnTo>
                  <a:pt x="4097" y="0"/>
                </a:lnTo>
                <a:close/>
              </a:path>
            </a:pathLst>
          </a:custGeom>
          <a:solidFill>
            <a:srgbClr val="A193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0" name="bg object 740"/>
          <p:cNvSpPr/>
          <p:nvPr/>
        </p:nvSpPr>
        <p:spPr>
          <a:xfrm>
            <a:off x="2242873" y="3825356"/>
            <a:ext cx="5715" cy="10160"/>
          </a:xfrm>
          <a:custGeom>
            <a:avLst/>
            <a:gdLst/>
            <a:ahLst/>
            <a:cxnLst/>
            <a:rect l="l" t="t" r="r" b="b"/>
            <a:pathLst>
              <a:path w="5714" h="10160">
                <a:moveTo>
                  <a:pt x="5508" y="0"/>
                </a:moveTo>
                <a:lnTo>
                  <a:pt x="0" y="7"/>
                </a:lnTo>
                <a:lnTo>
                  <a:pt x="31" y="9645"/>
                </a:lnTo>
                <a:lnTo>
                  <a:pt x="5524" y="9637"/>
                </a:lnTo>
                <a:lnTo>
                  <a:pt x="5508" y="0"/>
                </a:lnTo>
                <a:close/>
              </a:path>
            </a:pathLst>
          </a:custGeom>
          <a:solidFill>
            <a:srgbClr val="9F95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1" name="bg object 741"/>
          <p:cNvSpPr/>
          <p:nvPr/>
        </p:nvSpPr>
        <p:spPr>
          <a:xfrm>
            <a:off x="2247001" y="3834795"/>
            <a:ext cx="6350" cy="8890"/>
          </a:xfrm>
          <a:custGeom>
            <a:avLst/>
            <a:gdLst/>
            <a:ahLst/>
            <a:cxnLst/>
            <a:rect l="l" t="t" r="r" b="b"/>
            <a:pathLst>
              <a:path w="6350" h="8889">
                <a:moveTo>
                  <a:pt x="3995" y="0"/>
                </a:moveTo>
                <a:lnTo>
                  <a:pt x="1402" y="212"/>
                </a:lnTo>
                <a:lnTo>
                  <a:pt x="0" y="8455"/>
                </a:lnTo>
                <a:lnTo>
                  <a:pt x="5508" y="8463"/>
                </a:lnTo>
                <a:lnTo>
                  <a:pt x="5516" y="6911"/>
                </a:lnTo>
                <a:lnTo>
                  <a:pt x="5405" y="5342"/>
                </a:lnTo>
                <a:lnTo>
                  <a:pt x="5768" y="661"/>
                </a:lnTo>
                <a:close/>
              </a:path>
            </a:pathLst>
          </a:custGeom>
          <a:solidFill>
            <a:srgbClr val="BAB3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2" name="bg object 742"/>
          <p:cNvSpPr/>
          <p:nvPr/>
        </p:nvSpPr>
        <p:spPr>
          <a:xfrm>
            <a:off x="2242920" y="3817105"/>
            <a:ext cx="5715" cy="8255"/>
          </a:xfrm>
          <a:custGeom>
            <a:avLst/>
            <a:gdLst/>
            <a:ahLst/>
            <a:cxnLst/>
            <a:rect l="l" t="t" r="r" b="b"/>
            <a:pathLst>
              <a:path w="5714" h="8254">
                <a:moveTo>
                  <a:pt x="1347" y="0"/>
                </a:moveTo>
                <a:lnTo>
                  <a:pt x="0" y="8258"/>
                </a:lnTo>
                <a:lnTo>
                  <a:pt x="5461" y="8250"/>
                </a:lnTo>
                <a:lnTo>
                  <a:pt x="5461" y="15"/>
                </a:lnTo>
                <a:lnTo>
                  <a:pt x="1347" y="0"/>
                </a:lnTo>
                <a:close/>
              </a:path>
            </a:pathLst>
          </a:custGeom>
          <a:solidFill>
            <a:srgbClr val="958B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3" name="bg object 743"/>
          <p:cNvSpPr/>
          <p:nvPr/>
        </p:nvSpPr>
        <p:spPr>
          <a:xfrm>
            <a:off x="2055880" y="4290096"/>
            <a:ext cx="9525" cy="18415"/>
          </a:xfrm>
          <a:custGeom>
            <a:avLst/>
            <a:gdLst/>
            <a:ahLst/>
            <a:cxnLst/>
            <a:rect l="l" t="t" r="r" b="b"/>
            <a:pathLst>
              <a:path w="9525" h="18414">
                <a:moveTo>
                  <a:pt x="7628" y="0"/>
                </a:moveTo>
                <a:lnTo>
                  <a:pt x="4483" y="394"/>
                </a:lnTo>
                <a:lnTo>
                  <a:pt x="4468" y="1970"/>
                </a:lnTo>
                <a:lnTo>
                  <a:pt x="4925" y="3719"/>
                </a:lnTo>
                <a:lnTo>
                  <a:pt x="3380" y="7407"/>
                </a:lnTo>
                <a:lnTo>
                  <a:pt x="1126" y="9361"/>
                </a:lnTo>
                <a:lnTo>
                  <a:pt x="0" y="14531"/>
                </a:lnTo>
                <a:lnTo>
                  <a:pt x="5965" y="14342"/>
                </a:lnTo>
                <a:lnTo>
                  <a:pt x="4476" y="18282"/>
                </a:lnTo>
                <a:lnTo>
                  <a:pt x="8550" y="18321"/>
                </a:lnTo>
                <a:lnTo>
                  <a:pt x="8628" y="14137"/>
                </a:lnTo>
                <a:lnTo>
                  <a:pt x="8605" y="4531"/>
                </a:lnTo>
                <a:lnTo>
                  <a:pt x="8975" y="1410"/>
                </a:lnTo>
                <a:lnTo>
                  <a:pt x="7628" y="0"/>
                </a:lnTo>
                <a:close/>
              </a:path>
            </a:pathLst>
          </a:custGeom>
          <a:solidFill>
            <a:srgbClr val="7B70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4" name="bg object 744"/>
          <p:cNvSpPr/>
          <p:nvPr/>
        </p:nvSpPr>
        <p:spPr>
          <a:xfrm>
            <a:off x="2046631" y="4290531"/>
            <a:ext cx="5715" cy="8255"/>
          </a:xfrm>
          <a:custGeom>
            <a:avLst/>
            <a:gdLst/>
            <a:ahLst/>
            <a:cxnLst/>
            <a:rect l="l" t="t" r="r" b="b"/>
            <a:pathLst>
              <a:path w="5714" h="8254">
                <a:moveTo>
                  <a:pt x="5437" y="0"/>
                </a:moveTo>
                <a:lnTo>
                  <a:pt x="1355" y="0"/>
                </a:lnTo>
                <a:lnTo>
                  <a:pt x="0" y="4089"/>
                </a:lnTo>
                <a:lnTo>
                  <a:pt x="31" y="8250"/>
                </a:lnTo>
                <a:lnTo>
                  <a:pt x="5469" y="8250"/>
                </a:lnTo>
                <a:lnTo>
                  <a:pt x="5437" y="0"/>
                </a:lnTo>
                <a:close/>
              </a:path>
            </a:pathLst>
          </a:custGeom>
          <a:solidFill>
            <a:srgbClr val="5243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5" name="bg object 745"/>
          <p:cNvSpPr/>
          <p:nvPr/>
        </p:nvSpPr>
        <p:spPr>
          <a:xfrm>
            <a:off x="2052068" y="4286355"/>
            <a:ext cx="8890" cy="4445"/>
          </a:xfrm>
          <a:custGeom>
            <a:avLst/>
            <a:gdLst/>
            <a:ahLst/>
            <a:cxnLst/>
            <a:rect l="l" t="t" r="r" b="b"/>
            <a:pathLst>
              <a:path w="8889" h="4445">
                <a:moveTo>
                  <a:pt x="8290" y="0"/>
                </a:moveTo>
                <a:lnTo>
                  <a:pt x="31" y="23"/>
                </a:lnTo>
                <a:lnTo>
                  <a:pt x="0" y="4176"/>
                </a:lnTo>
                <a:lnTo>
                  <a:pt x="8282" y="4152"/>
                </a:lnTo>
                <a:close/>
              </a:path>
            </a:pathLst>
          </a:custGeom>
          <a:solidFill>
            <a:srgbClr val="7B7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6" name="bg object 746"/>
          <p:cNvSpPr/>
          <p:nvPr/>
        </p:nvSpPr>
        <p:spPr>
          <a:xfrm>
            <a:off x="2046663" y="4298726"/>
            <a:ext cx="6350" cy="5080"/>
          </a:xfrm>
          <a:custGeom>
            <a:avLst/>
            <a:gdLst/>
            <a:ahLst/>
            <a:cxnLst/>
            <a:rect l="l" t="t" r="r" b="b"/>
            <a:pathLst>
              <a:path w="6350" h="5079">
                <a:moveTo>
                  <a:pt x="5437" y="0"/>
                </a:moveTo>
                <a:lnTo>
                  <a:pt x="0" y="55"/>
                </a:lnTo>
                <a:lnTo>
                  <a:pt x="0" y="4168"/>
                </a:lnTo>
                <a:lnTo>
                  <a:pt x="2923" y="4239"/>
                </a:lnTo>
                <a:lnTo>
                  <a:pt x="6067" y="4594"/>
                </a:lnTo>
                <a:lnTo>
                  <a:pt x="5437" y="0"/>
                </a:lnTo>
                <a:close/>
              </a:path>
            </a:pathLst>
          </a:custGeom>
          <a:solidFill>
            <a:srgbClr val="6454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7" name="bg object 747"/>
          <p:cNvSpPr/>
          <p:nvPr/>
        </p:nvSpPr>
        <p:spPr>
          <a:xfrm>
            <a:off x="2064431" y="4304233"/>
            <a:ext cx="5715" cy="12700"/>
          </a:xfrm>
          <a:custGeom>
            <a:avLst/>
            <a:gdLst/>
            <a:ahLst/>
            <a:cxnLst/>
            <a:rect l="l" t="t" r="r" b="b"/>
            <a:pathLst>
              <a:path w="5714" h="12700">
                <a:moveTo>
                  <a:pt x="78" y="0"/>
                </a:moveTo>
                <a:lnTo>
                  <a:pt x="0" y="4184"/>
                </a:lnTo>
                <a:lnTo>
                  <a:pt x="86" y="12372"/>
                </a:lnTo>
                <a:lnTo>
                  <a:pt x="1434" y="11584"/>
                </a:lnTo>
                <a:lnTo>
                  <a:pt x="3632" y="11048"/>
                </a:lnTo>
                <a:lnTo>
                  <a:pt x="4893" y="6777"/>
                </a:lnTo>
                <a:lnTo>
                  <a:pt x="5082" y="3372"/>
                </a:lnTo>
                <a:lnTo>
                  <a:pt x="5571" y="55"/>
                </a:lnTo>
                <a:lnTo>
                  <a:pt x="78" y="0"/>
                </a:lnTo>
                <a:close/>
              </a:path>
            </a:pathLst>
          </a:custGeom>
          <a:solidFill>
            <a:srgbClr val="8C82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8" name="bg object 748"/>
          <p:cNvSpPr/>
          <p:nvPr/>
        </p:nvSpPr>
        <p:spPr>
          <a:xfrm>
            <a:off x="2122376" y="4399224"/>
            <a:ext cx="12700" cy="18415"/>
          </a:xfrm>
          <a:custGeom>
            <a:avLst/>
            <a:gdLst/>
            <a:ahLst/>
            <a:cxnLst/>
            <a:rect l="l" t="t" r="r" b="b"/>
            <a:pathLst>
              <a:path w="12700" h="18414">
                <a:moveTo>
                  <a:pt x="12112" y="7"/>
                </a:moveTo>
                <a:lnTo>
                  <a:pt x="7998" y="0"/>
                </a:lnTo>
                <a:lnTo>
                  <a:pt x="7809" y="1111"/>
                </a:lnTo>
                <a:lnTo>
                  <a:pt x="7675" y="3152"/>
                </a:lnTo>
                <a:lnTo>
                  <a:pt x="0" y="3664"/>
                </a:lnTo>
                <a:lnTo>
                  <a:pt x="2616" y="9054"/>
                </a:lnTo>
                <a:lnTo>
                  <a:pt x="2450" y="14657"/>
                </a:lnTo>
                <a:lnTo>
                  <a:pt x="2505" y="16264"/>
                </a:lnTo>
                <a:lnTo>
                  <a:pt x="2505" y="17872"/>
                </a:lnTo>
                <a:lnTo>
                  <a:pt x="6611" y="17872"/>
                </a:lnTo>
                <a:lnTo>
                  <a:pt x="6611" y="16312"/>
                </a:lnTo>
                <a:lnTo>
                  <a:pt x="6784" y="14728"/>
                </a:lnTo>
                <a:lnTo>
                  <a:pt x="5957" y="8691"/>
                </a:lnTo>
                <a:lnTo>
                  <a:pt x="8392" y="7785"/>
                </a:lnTo>
                <a:lnTo>
                  <a:pt x="12104" y="8234"/>
                </a:lnTo>
                <a:lnTo>
                  <a:pt x="12112" y="7"/>
                </a:lnTo>
                <a:close/>
              </a:path>
            </a:pathLst>
          </a:custGeom>
          <a:solidFill>
            <a:srgbClr val="9B90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9" name="bg object 749"/>
          <p:cNvSpPr/>
          <p:nvPr/>
        </p:nvSpPr>
        <p:spPr>
          <a:xfrm>
            <a:off x="2106988" y="4393701"/>
            <a:ext cx="10160" cy="14604"/>
          </a:xfrm>
          <a:custGeom>
            <a:avLst/>
            <a:gdLst/>
            <a:ahLst/>
            <a:cxnLst/>
            <a:rect l="l" t="t" r="r" b="b"/>
            <a:pathLst>
              <a:path w="10160" h="14604">
                <a:moveTo>
                  <a:pt x="5524" y="0"/>
                </a:moveTo>
                <a:lnTo>
                  <a:pt x="55" y="0"/>
                </a:lnTo>
                <a:lnTo>
                  <a:pt x="0" y="9629"/>
                </a:lnTo>
                <a:lnTo>
                  <a:pt x="1560" y="10055"/>
                </a:lnTo>
                <a:lnTo>
                  <a:pt x="4499" y="10599"/>
                </a:lnTo>
                <a:lnTo>
                  <a:pt x="4208" y="13869"/>
                </a:lnTo>
                <a:lnTo>
                  <a:pt x="6099" y="14208"/>
                </a:lnTo>
                <a:lnTo>
                  <a:pt x="8825" y="12947"/>
                </a:lnTo>
                <a:lnTo>
                  <a:pt x="9409" y="10937"/>
                </a:lnTo>
                <a:lnTo>
                  <a:pt x="10134" y="4523"/>
                </a:lnTo>
                <a:lnTo>
                  <a:pt x="5996" y="3443"/>
                </a:lnTo>
                <a:lnTo>
                  <a:pt x="5886" y="1260"/>
                </a:lnTo>
                <a:lnTo>
                  <a:pt x="5524" y="0"/>
                </a:lnTo>
                <a:close/>
              </a:path>
            </a:pathLst>
          </a:custGeom>
          <a:solidFill>
            <a:srgbClr val="958A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0" name="bg object 750"/>
          <p:cNvSpPr/>
          <p:nvPr/>
        </p:nvSpPr>
        <p:spPr>
          <a:xfrm>
            <a:off x="2120297" y="4393695"/>
            <a:ext cx="10160" cy="6350"/>
          </a:xfrm>
          <a:custGeom>
            <a:avLst/>
            <a:gdLst/>
            <a:ahLst/>
            <a:cxnLst/>
            <a:rect l="l" t="t" r="r" b="b"/>
            <a:pathLst>
              <a:path w="10160" h="6350">
                <a:moveTo>
                  <a:pt x="10063" y="7"/>
                </a:moveTo>
                <a:lnTo>
                  <a:pt x="464" y="0"/>
                </a:lnTo>
                <a:lnTo>
                  <a:pt x="0" y="3751"/>
                </a:lnTo>
                <a:lnTo>
                  <a:pt x="929" y="6170"/>
                </a:lnTo>
                <a:lnTo>
                  <a:pt x="6942" y="5334"/>
                </a:lnTo>
                <a:lnTo>
                  <a:pt x="8526" y="5531"/>
                </a:lnTo>
                <a:lnTo>
                  <a:pt x="10086" y="5539"/>
                </a:lnTo>
                <a:close/>
              </a:path>
            </a:pathLst>
          </a:custGeom>
          <a:solidFill>
            <a:srgbClr val="796F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1" name="bg object 751"/>
          <p:cNvSpPr/>
          <p:nvPr/>
        </p:nvSpPr>
        <p:spPr>
          <a:xfrm>
            <a:off x="2112502" y="4385435"/>
            <a:ext cx="8255" cy="8890"/>
          </a:xfrm>
          <a:custGeom>
            <a:avLst/>
            <a:gdLst/>
            <a:ahLst/>
            <a:cxnLst/>
            <a:rect l="l" t="t" r="r" b="b"/>
            <a:pathLst>
              <a:path w="8255" h="8889">
                <a:moveTo>
                  <a:pt x="0" y="0"/>
                </a:moveTo>
                <a:lnTo>
                  <a:pt x="39" y="8250"/>
                </a:lnTo>
                <a:lnTo>
                  <a:pt x="8258" y="8266"/>
                </a:lnTo>
                <a:lnTo>
                  <a:pt x="8234" y="4152"/>
                </a:lnTo>
                <a:lnTo>
                  <a:pt x="0" y="0"/>
                </a:lnTo>
                <a:close/>
              </a:path>
            </a:pathLst>
          </a:custGeom>
          <a:solidFill>
            <a:srgbClr val="796D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2" name="bg object 752"/>
          <p:cNvSpPr/>
          <p:nvPr/>
        </p:nvSpPr>
        <p:spPr>
          <a:xfrm>
            <a:off x="2028784" y="4075814"/>
            <a:ext cx="13970" cy="22225"/>
          </a:xfrm>
          <a:custGeom>
            <a:avLst/>
            <a:gdLst/>
            <a:ahLst/>
            <a:cxnLst/>
            <a:rect l="l" t="t" r="r" b="b"/>
            <a:pathLst>
              <a:path w="13969" h="22225">
                <a:moveTo>
                  <a:pt x="4255" y="0"/>
                </a:moveTo>
                <a:lnTo>
                  <a:pt x="1591" y="220"/>
                </a:lnTo>
                <a:lnTo>
                  <a:pt x="47" y="15"/>
                </a:lnTo>
                <a:lnTo>
                  <a:pt x="0" y="2750"/>
                </a:lnTo>
                <a:lnTo>
                  <a:pt x="31" y="13751"/>
                </a:lnTo>
                <a:lnTo>
                  <a:pt x="2608" y="13569"/>
                </a:lnTo>
                <a:lnTo>
                  <a:pt x="4389" y="14231"/>
                </a:lnTo>
                <a:lnTo>
                  <a:pt x="4018" y="18896"/>
                </a:lnTo>
                <a:lnTo>
                  <a:pt x="4137" y="20457"/>
                </a:lnTo>
                <a:lnTo>
                  <a:pt x="4137" y="22009"/>
                </a:lnTo>
                <a:lnTo>
                  <a:pt x="13719" y="22009"/>
                </a:lnTo>
                <a:lnTo>
                  <a:pt x="13727" y="4129"/>
                </a:lnTo>
                <a:lnTo>
                  <a:pt x="10386" y="3814"/>
                </a:lnTo>
                <a:lnTo>
                  <a:pt x="6375" y="5595"/>
                </a:lnTo>
                <a:lnTo>
                  <a:pt x="4255" y="0"/>
                </a:lnTo>
                <a:close/>
              </a:path>
            </a:pathLst>
          </a:custGeom>
          <a:solidFill>
            <a:srgbClr val="B3A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3" name="bg object 753"/>
          <p:cNvSpPr/>
          <p:nvPr/>
        </p:nvSpPr>
        <p:spPr>
          <a:xfrm>
            <a:off x="2021953" y="4062044"/>
            <a:ext cx="8255" cy="10160"/>
          </a:xfrm>
          <a:custGeom>
            <a:avLst/>
            <a:gdLst/>
            <a:ahLst/>
            <a:cxnLst/>
            <a:rect l="l" t="t" r="r" b="b"/>
            <a:pathLst>
              <a:path w="8255" h="10160">
                <a:moveTo>
                  <a:pt x="8195" y="0"/>
                </a:moveTo>
                <a:lnTo>
                  <a:pt x="0" y="2813"/>
                </a:lnTo>
                <a:lnTo>
                  <a:pt x="3372" y="4089"/>
                </a:lnTo>
                <a:lnTo>
                  <a:pt x="2632" y="7037"/>
                </a:lnTo>
                <a:lnTo>
                  <a:pt x="2734" y="9637"/>
                </a:lnTo>
                <a:lnTo>
                  <a:pt x="6879" y="9677"/>
                </a:lnTo>
                <a:lnTo>
                  <a:pt x="8179" y="9629"/>
                </a:lnTo>
                <a:lnTo>
                  <a:pt x="8242" y="4152"/>
                </a:lnTo>
                <a:lnTo>
                  <a:pt x="8195" y="0"/>
                </a:lnTo>
                <a:close/>
              </a:path>
            </a:pathLst>
          </a:custGeom>
          <a:solidFill>
            <a:srgbClr val="9183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4" name="bg object 754"/>
          <p:cNvSpPr/>
          <p:nvPr/>
        </p:nvSpPr>
        <p:spPr>
          <a:xfrm>
            <a:off x="2024414" y="4071679"/>
            <a:ext cx="4445" cy="8890"/>
          </a:xfrm>
          <a:custGeom>
            <a:avLst/>
            <a:gdLst/>
            <a:ahLst/>
            <a:cxnLst/>
            <a:rect l="l" t="t" r="r" b="b"/>
            <a:pathLst>
              <a:path w="4444" h="8889">
                <a:moveTo>
                  <a:pt x="275" y="0"/>
                </a:moveTo>
                <a:lnTo>
                  <a:pt x="275" y="1552"/>
                </a:lnTo>
                <a:lnTo>
                  <a:pt x="370" y="3112"/>
                </a:lnTo>
                <a:lnTo>
                  <a:pt x="0" y="7777"/>
                </a:lnTo>
                <a:lnTo>
                  <a:pt x="1741" y="8479"/>
                </a:lnTo>
                <a:lnTo>
                  <a:pt x="4349" y="8250"/>
                </a:lnTo>
                <a:lnTo>
                  <a:pt x="4420" y="4152"/>
                </a:lnTo>
                <a:lnTo>
                  <a:pt x="4420" y="39"/>
                </a:lnTo>
                <a:lnTo>
                  <a:pt x="275" y="0"/>
                </a:lnTo>
                <a:close/>
              </a:path>
            </a:pathLst>
          </a:custGeom>
          <a:solidFill>
            <a:srgbClr val="9E8E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5" name="bg object 755"/>
          <p:cNvSpPr/>
          <p:nvPr/>
        </p:nvSpPr>
        <p:spPr>
          <a:xfrm>
            <a:off x="2030147" y="4053810"/>
            <a:ext cx="4445" cy="12700"/>
          </a:xfrm>
          <a:custGeom>
            <a:avLst/>
            <a:gdLst/>
            <a:ahLst/>
            <a:cxnLst/>
            <a:rect l="l" t="t" r="r" b="b"/>
            <a:pathLst>
              <a:path w="4444" h="12700">
                <a:moveTo>
                  <a:pt x="4137" y="0"/>
                </a:moveTo>
                <a:lnTo>
                  <a:pt x="31" y="7"/>
                </a:lnTo>
                <a:lnTo>
                  <a:pt x="0" y="8234"/>
                </a:lnTo>
                <a:lnTo>
                  <a:pt x="47" y="12387"/>
                </a:lnTo>
                <a:lnTo>
                  <a:pt x="4137" y="12379"/>
                </a:lnTo>
                <a:lnTo>
                  <a:pt x="4137" y="0"/>
                </a:lnTo>
                <a:close/>
              </a:path>
            </a:pathLst>
          </a:custGeom>
          <a:solidFill>
            <a:srgbClr val="9B8C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6" name="bg object 756"/>
          <p:cNvSpPr/>
          <p:nvPr/>
        </p:nvSpPr>
        <p:spPr>
          <a:xfrm>
            <a:off x="2030170" y="4044164"/>
            <a:ext cx="4445" cy="10160"/>
          </a:xfrm>
          <a:custGeom>
            <a:avLst/>
            <a:gdLst/>
            <a:ahLst/>
            <a:cxnLst/>
            <a:rect l="l" t="t" r="r" b="b"/>
            <a:pathLst>
              <a:path w="4444" h="10160">
                <a:moveTo>
                  <a:pt x="4105" y="0"/>
                </a:moveTo>
                <a:lnTo>
                  <a:pt x="0" y="15"/>
                </a:lnTo>
                <a:lnTo>
                  <a:pt x="7" y="9653"/>
                </a:lnTo>
                <a:lnTo>
                  <a:pt x="4113" y="9645"/>
                </a:lnTo>
                <a:lnTo>
                  <a:pt x="4129" y="4129"/>
                </a:lnTo>
                <a:lnTo>
                  <a:pt x="4105" y="0"/>
                </a:lnTo>
                <a:close/>
              </a:path>
            </a:pathLst>
          </a:custGeom>
          <a:solidFill>
            <a:srgbClr val="887B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7" name="bg object 757"/>
          <p:cNvSpPr/>
          <p:nvPr/>
        </p:nvSpPr>
        <p:spPr>
          <a:xfrm>
            <a:off x="2025661" y="4035897"/>
            <a:ext cx="8890" cy="8890"/>
          </a:xfrm>
          <a:custGeom>
            <a:avLst/>
            <a:gdLst/>
            <a:ahLst/>
            <a:cxnLst/>
            <a:rect l="l" t="t" r="r" b="b"/>
            <a:pathLst>
              <a:path w="8889" h="8889">
                <a:moveTo>
                  <a:pt x="409" y="0"/>
                </a:moveTo>
                <a:lnTo>
                  <a:pt x="378" y="4137"/>
                </a:lnTo>
                <a:lnTo>
                  <a:pt x="0" y="7281"/>
                </a:lnTo>
                <a:lnTo>
                  <a:pt x="1363" y="8668"/>
                </a:lnTo>
                <a:lnTo>
                  <a:pt x="4507" y="8282"/>
                </a:lnTo>
                <a:lnTo>
                  <a:pt x="8613" y="8266"/>
                </a:lnTo>
                <a:lnTo>
                  <a:pt x="8613" y="4137"/>
                </a:lnTo>
                <a:lnTo>
                  <a:pt x="3136" y="1394"/>
                </a:lnTo>
                <a:lnTo>
                  <a:pt x="409" y="0"/>
                </a:lnTo>
                <a:close/>
              </a:path>
            </a:pathLst>
          </a:custGeom>
          <a:solidFill>
            <a:srgbClr val="746E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8" name="bg object 758"/>
          <p:cNvSpPr/>
          <p:nvPr/>
        </p:nvSpPr>
        <p:spPr>
          <a:xfrm>
            <a:off x="2042361" y="4290485"/>
            <a:ext cx="5715" cy="4445"/>
          </a:xfrm>
          <a:custGeom>
            <a:avLst/>
            <a:gdLst/>
            <a:ahLst/>
            <a:cxnLst/>
            <a:rect l="l" t="t" r="r" b="b"/>
            <a:pathLst>
              <a:path w="5714" h="4445">
                <a:moveTo>
                  <a:pt x="5642" y="0"/>
                </a:moveTo>
                <a:lnTo>
                  <a:pt x="228" y="86"/>
                </a:lnTo>
                <a:lnTo>
                  <a:pt x="0" y="4034"/>
                </a:lnTo>
                <a:lnTo>
                  <a:pt x="4271" y="4129"/>
                </a:lnTo>
                <a:lnTo>
                  <a:pt x="4736" y="2758"/>
                </a:lnTo>
                <a:lnTo>
                  <a:pt x="5642" y="0"/>
                </a:lnTo>
                <a:close/>
              </a:path>
            </a:pathLst>
          </a:custGeom>
          <a:solidFill>
            <a:srgbClr val="5956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9" name="bg object 759"/>
          <p:cNvSpPr/>
          <p:nvPr/>
        </p:nvSpPr>
        <p:spPr>
          <a:xfrm>
            <a:off x="2056238" y="3835512"/>
            <a:ext cx="27940" cy="35560"/>
          </a:xfrm>
          <a:custGeom>
            <a:avLst/>
            <a:gdLst/>
            <a:ahLst/>
            <a:cxnLst/>
            <a:rect l="l" t="t" r="r" b="b"/>
            <a:pathLst>
              <a:path w="27939" h="35560">
                <a:moveTo>
                  <a:pt x="0" y="31143"/>
                </a:moveTo>
                <a:lnTo>
                  <a:pt x="7" y="35264"/>
                </a:lnTo>
                <a:lnTo>
                  <a:pt x="12348" y="35264"/>
                </a:lnTo>
                <a:lnTo>
                  <a:pt x="12379" y="31521"/>
                </a:lnTo>
                <a:lnTo>
                  <a:pt x="3325" y="31521"/>
                </a:lnTo>
                <a:lnTo>
                  <a:pt x="0" y="31143"/>
                </a:lnTo>
                <a:close/>
              </a:path>
              <a:path w="27939" h="35560">
                <a:moveTo>
                  <a:pt x="8234" y="9141"/>
                </a:moveTo>
                <a:lnTo>
                  <a:pt x="4121" y="9141"/>
                </a:lnTo>
                <a:lnTo>
                  <a:pt x="4063" y="23057"/>
                </a:lnTo>
                <a:lnTo>
                  <a:pt x="4203" y="27494"/>
                </a:lnTo>
                <a:lnTo>
                  <a:pt x="4279" y="29897"/>
                </a:lnTo>
                <a:lnTo>
                  <a:pt x="3325" y="31521"/>
                </a:lnTo>
                <a:lnTo>
                  <a:pt x="12379" y="31521"/>
                </a:lnTo>
                <a:lnTo>
                  <a:pt x="12289" y="29897"/>
                </a:lnTo>
                <a:lnTo>
                  <a:pt x="12190" y="29330"/>
                </a:lnTo>
                <a:lnTo>
                  <a:pt x="15918" y="27494"/>
                </a:lnTo>
                <a:lnTo>
                  <a:pt x="17557" y="23057"/>
                </a:lnTo>
                <a:lnTo>
                  <a:pt x="21962" y="22868"/>
                </a:lnTo>
                <a:lnTo>
                  <a:pt x="22047" y="17573"/>
                </a:lnTo>
                <a:lnTo>
                  <a:pt x="16343" y="17573"/>
                </a:lnTo>
                <a:lnTo>
                  <a:pt x="8358" y="16887"/>
                </a:lnTo>
                <a:lnTo>
                  <a:pt x="8234" y="9141"/>
                </a:lnTo>
                <a:close/>
              </a:path>
              <a:path w="27939" h="35560">
                <a:moveTo>
                  <a:pt x="22624" y="0"/>
                </a:moveTo>
                <a:lnTo>
                  <a:pt x="21402" y="4286"/>
                </a:lnTo>
                <a:lnTo>
                  <a:pt x="19164" y="4499"/>
                </a:lnTo>
                <a:lnTo>
                  <a:pt x="17848" y="4988"/>
                </a:lnTo>
                <a:lnTo>
                  <a:pt x="17841" y="7903"/>
                </a:lnTo>
                <a:lnTo>
                  <a:pt x="17714" y="10819"/>
                </a:lnTo>
                <a:lnTo>
                  <a:pt x="18005" y="16138"/>
                </a:lnTo>
                <a:lnTo>
                  <a:pt x="18045" y="16887"/>
                </a:lnTo>
                <a:lnTo>
                  <a:pt x="16343" y="17573"/>
                </a:lnTo>
                <a:lnTo>
                  <a:pt x="22047" y="17573"/>
                </a:lnTo>
                <a:lnTo>
                  <a:pt x="22104" y="16138"/>
                </a:lnTo>
                <a:lnTo>
                  <a:pt x="21840" y="10819"/>
                </a:lnTo>
                <a:lnTo>
                  <a:pt x="21781" y="9629"/>
                </a:lnTo>
                <a:lnTo>
                  <a:pt x="23451" y="8912"/>
                </a:lnTo>
                <a:lnTo>
                  <a:pt x="26151" y="8912"/>
                </a:lnTo>
                <a:lnTo>
                  <a:pt x="27455" y="4988"/>
                </a:lnTo>
                <a:lnTo>
                  <a:pt x="27447" y="1087"/>
                </a:lnTo>
                <a:lnTo>
                  <a:pt x="25256" y="1087"/>
                </a:lnTo>
                <a:lnTo>
                  <a:pt x="22624" y="0"/>
                </a:lnTo>
                <a:close/>
              </a:path>
              <a:path w="27939" h="35560">
                <a:moveTo>
                  <a:pt x="26151" y="8912"/>
                </a:moveTo>
                <a:lnTo>
                  <a:pt x="23451" y="8912"/>
                </a:lnTo>
                <a:lnTo>
                  <a:pt x="26387" y="9141"/>
                </a:lnTo>
                <a:lnTo>
                  <a:pt x="26075" y="9141"/>
                </a:lnTo>
                <a:lnTo>
                  <a:pt x="26151" y="8912"/>
                </a:lnTo>
                <a:close/>
              </a:path>
              <a:path w="27939" h="35560">
                <a:moveTo>
                  <a:pt x="27447" y="858"/>
                </a:moveTo>
                <a:lnTo>
                  <a:pt x="25256" y="1087"/>
                </a:lnTo>
                <a:lnTo>
                  <a:pt x="27447" y="1087"/>
                </a:lnTo>
                <a:lnTo>
                  <a:pt x="27447" y="858"/>
                </a:lnTo>
                <a:close/>
              </a:path>
            </a:pathLst>
          </a:custGeom>
          <a:solidFill>
            <a:srgbClr val="C0B6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0" name="bg object 760"/>
          <p:cNvSpPr/>
          <p:nvPr/>
        </p:nvSpPr>
        <p:spPr>
          <a:xfrm>
            <a:off x="2064465" y="3826746"/>
            <a:ext cx="10160" cy="26670"/>
          </a:xfrm>
          <a:custGeom>
            <a:avLst/>
            <a:gdLst/>
            <a:ahLst/>
            <a:cxnLst/>
            <a:rect l="l" t="t" r="r" b="b"/>
            <a:pathLst>
              <a:path w="10160" h="26670">
                <a:moveTo>
                  <a:pt x="5491" y="0"/>
                </a:moveTo>
                <a:lnTo>
                  <a:pt x="1386" y="0"/>
                </a:lnTo>
                <a:lnTo>
                  <a:pt x="0" y="17904"/>
                </a:lnTo>
                <a:lnTo>
                  <a:pt x="39" y="25650"/>
                </a:lnTo>
                <a:lnTo>
                  <a:pt x="5492" y="26123"/>
                </a:lnTo>
                <a:lnTo>
                  <a:pt x="5500" y="23215"/>
                </a:lnTo>
                <a:lnTo>
                  <a:pt x="5634" y="20299"/>
                </a:lnTo>
                <a:lnTo>
                  <a:pt x="5295" y="14247"/>
                </a:lnTo>
                <a:lnTo>
                  <a:pt x="7013" y="13569"/>
                </a:lnTo>
                <a:lnTo>
                  <a:pt x="9621" y="13569"/>
                </a:lnTo>
                <a:lnTo>
                  <a:pt x="9614" y="4523"/>
                </a:lnTo>
                <a:lnTo>
                  <a:pt x="6469" y="4523"/>
                </a:lnTo>
                <a:lnTo>
                  <a:pt x="5114" y="3120"/>
                </a:lnTo>
                <a:lnTo>
                  <a:pt x="5491" y="0"/>
                </a:lnTo>
                <a:close/>
              </a:path>
              <a:path w="10160" h="26670">
                <a:moveTo>
                  <a:pt x="9621" y="13569"/>
                </a:moveTo>
                <a:lnTo>
                  <a:pt x="7013" y="13569"/>
                </a:lnTo>
                <a:lnTo>
                  <a:pt x="9621" y="13759"/>
                </a:lnTo>
                <a:lnTo>
                  <a:pt x="9621" y="13569"/>
                </a:lnTo>
                <a:close/>
              </a:path>
              <a:path w="10160" h="26670">
                <a:moveTo>
                  <a:pt x="9613" y="4121"/>
                </a:moveTo>
                <a:lnTo>
                  <a:pt x="6469" y="4523"/>
                </a:lnTo>
                <a:lnTo>
                  <a:pt x="9614" y="4523"/>
                </a:lnTo>
                <a:lnTo>
                  <a:pt x="9613" y="4121"/>
                </a:lnTo>
                <a:close/>
              </a:path>
            </a:pathLst>
          </a:custGeom>
          <a:solidFill>
            <a:srgbClr val="ADA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1" name="bg object 761"/>
          <p:cNvSpPr/>
          <p:nvPr/>
        </p:nvSpPr>
        <p:spPr>
          <a:xfrm>
            <a:off x="2065856" y="3804708"/>
            <a:ext cx="13970" cy="26670"/>
          </a:xfrm>
          <a:custGeom>
            <a:avLst/>
            <a:gdLst/>
            <a:ahLst/>
            <a:cxnLst/>
            <a:rect l="l" t="t" r="r" b="b"/>
            <a:pathLst>
              <a:path w="13969" h="26670">
                <a:moveTo>
                  <a:pt x="13703" y="0"/>
                </a:moveTo>
                <a:lnTo>
                  <a:pt x="9606" y="7"/>
                </a:lnTo>
                <a:lnTo>
                  <a:pt x="9787" y="2592"/>
                </a:lnTo>
                <a:lnTo>
                  <a:pt x="9164" y="4389"/>
                </a:lnTo>
                <a:lnTo>
                  <a:pt x="4018" y="4018"/>
                </a:lnTo>
                <a:lnTo>
                  <a:pt x="2009" y="4145"/>
                </a:lnTo>
                <a:lnTo>
                  <a:pt x="7" y="4145"/>
                </a:lnTo>
                <a:lnTo>
                  <a:pt x="0" y="8274"/>
                </a:lnTo>
                <a:lnTo>
                  <a:pt x="2624" y="8077"/>
                </a:lnTo>
                <a:lnTo>
                  <a:pt x="4310" y="8786"/>
                </a:lnTo>
                <a:lnTo>
                  <a:pt x="3979" y="15287"/>
                </a:lnTo>
                <a:lnTo>
                  <a:pt x="4105" y="18660"/>
                </a:lnTo>
                <a:lnTo>
                  <a:pt x="4105" y="22025"/>
                </a:lnTo>
                <a:lnTo>
                  <a:pt x="3719" y="25161"/>
                </a:lnTo>
                <a:lnTo>
                  <a:pt x="5074" y="26564"/>
                </a:lnTo>
                <a:lnTo>
                  <a:pt x="8227" y="26162"/>
                </a:lnTo>
                <a:lnTo>
                  <a:pt x="8266" y="11851"/>
                </a:lnTo>
                <a:lnTo>
                  <a:pt x="7368" y="8282"/>
                </a:lnTo>
                <a:lnTo>
                  <a:pt x="13301" y="7439"/>
                </a:lnTo>
                <a:lnTo>
                  <a:pt x="13365" y="2647"/>
                </a:lnTo>
                <a:lnTo>
                  <a:pt x="13735" y="31"/>
                </a:lnTo>
                <a:close/>
              </a:path>
            </a:pathLst>
          </a:custGeom>
          <a:solidFill>
            <a:srgbClr val="B0A7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2" name="bg object 762"/>
          <p:cNvSpPr/>
          <p:nvPr/>
        </p:nvSpPr>
        <p:spPr>
          <a:xfrm>
            <a:off x="2052155" y="3820986"/>
            <a:ext cx="8890" cy="19685"/>
          </a:xfrm>
          <a:custGeom>
            <a:avLst/>
            <a:gdLst/>
            <a:ahLst/>
            <a:cxnLst/>
            <a:rect l="l" t="t" r="r" b="b"/>
            <a:pathLst>
              <a:path w="8889" h="19685">
                <a:moveTo>
                  <a:pt x="2710" y="0"/>
                </a:moveTo>
                <a:lnTo>
                  <a:pt x="0" y="267"/>
                </a:lnTo>
                <a:lnTo>
                  <a:pt x="23" y="14042"/>
                </a:lnTo>
                <a:lnTo>
                  <a:pt x="1371" y="14736"/>
                </a:lnTo>
                <a:lnTo>
                  <a:pt x="2813" y="15319"/>
                </a:lnTo>
                <a:lnTo>
                  <a:pt x="5516" y="17163"/>
                </a:lnTo>
                <a:lnTo>
                  <a:pt x="6816" y="18400"/>
                </a:lnTo>
                <a:lnTo>
                  <a:pt x="8179" y="19535"/>
                </a:lnTo>
                <a:lnTo>
                  <a:pt x="7864" y="16461"/>
                </a:lnTo>
                <a:lnTo>
                  <a:pt x="8605" y="11710"/>
                </a:lnTo>
                <a:lnTo>
                  <a:pt x="3900" y="8739"/>
                </a:lnTo>
                <a:lnTo>
                  <a:pt x="3979" y="6564"/>
                </a:lnTo>
                <a:lnTo>
                  <a:pt x="4286" y="835"/>
                </a:lnTo>
                <a:lnTo>
                  <a:pt x="2710" y="0"/>
                </a:lnTo>
                <a:close/>
              </a:path>
            </a:pathLst>
          </a:custGeom>
          <a:solidFill>
            <a:srgbClr val="AFA4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3" name="bg object 763"/>
          <p:cNvSpPr/>
          <p:nvPr/>
        </p:nvSpPr>
        <p:spPr>
          <a:xfrm>
            <a:off x="2065859" y="3812786"/>
            <a:ext cx="4445" cy="13970"/>
          </a:xfrm>
          <a:custGeom>
            <a:avLst/>
            <a:gdLst/>
            <a:ahLst/>
            <a:cxnLst/>
            <a:rect l="l" t="t" r="r" b="b"/>
            <a:pathLst>
              <a:path w="4444" h="13970">
                <a:moveTo>
                  <a:pt x="2624" y="0"/>
                </a:moveTo>
                <a:lnTo>
                  <a:pt x="0" y="197"/>
                </a:lnTo>
                <a:lnTo>
                  <a:pt x="0" y="13956"/>
                </a:lnTo>
                <a:lnTo>
                  <a:pt x="4105" y="13948"/>
                </a:lnTo>
                <a:lnTo>
                  <a:pt x="4105" y="10583"/>
                </a:lnTo>
                <a:lnTo>
                  <a:pt x="3971" y="7210"/>
                </a:lnTo>
                <a:lnTo>
                  <a:pt x="4302" y="709"/>
                </a:lnTo>
                <a:lnTo>
                  <a:pt x="2624" y="0"/>
                </a:lnTo>
                <a:close/>
              </a:path>
            </a:pathLst>
          </a:custGeom>
          <a:solidFill>
            <a:srgbClr val="A49B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4" name="bg object 764"/>
          <p:cNvSpPr/>
          <p:nvPr/>
        </p:nvSpPr>
        <p:spPr>
          <a:xfrm>
            <a:off x="2085051" y="3711139"/>
            <a:ext cx="10160" cy="18415"/>
          </a:xfrm>
          <a:custGeom>
            <a:avLst/>
            <a:gdLst/>
            <a:ahLst/>
            <a:cxnLst/>
            <a:rect l="l" t="t" r="r" b="b"/>
            <a:pathLst>
              <a:path w="10160" h="18414">
                <a:moveTo>
                  <a:pt x="5476" y="15"/>
                </a:moveTo>
                <a:lnTo>
                  <a:pt x="0" y="0"/>
                </a:lnTo>
                <a:lnTo>
                  <a:pt x="15" y="17896"/>
                </a:lnTo>
                <a:lnTo>
                  <a:pt x="9598" y="17872"/>
                </a:lnTo>
                <a:lnTo>
                  <a:pt x="9574" y="17210"/>
                </a:lnTo>
                <a:lnTo>
                  <a:pt x="9803" y="16391"/>
                </a:lnTo>
                <a:lnTo>
                  <a:pt x="5547" y="9464"/>
                </a:lnTo>
                <a:lnTo>
                  <a:pt x="5476" y="15"/>
                </a:lnTo>
                <a:close/>
              </a:path>
            </a:pathLst>
          </a:custGeom>
          <a:solidFill>
            <a:srgbClr val="8A80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5" name="bg object 765"/>
          <p:cNvSpPr/>
          <p:nvPr/>
        </p:nvSpPr>
        <p:spPr>
          <a:xfrm>
            <a:off x="2080551" y="3728634"/>
            <a:ext cx="14604" cy="9525"/>
          </a:xfrm>
          <a:custGeom>
            <a:avLst/>
            <a:gdLst/>
            <a:ahLst/>
            <a:cxnLst/>
            <a:rect l="l" t="t" r="r" b="b"/>
            <a:pathLst>
              <a:path w="14605" h="9525">
                <a:moveTo>
                  <a:pt x="1371" y="0"/>
                </a:moveTo>
                <a:lnTo>
                  <a:pt x="0" y="1386"/>
                </a:lnTo>
                <a:lnTo>
                  <a:pt x="394" y="4539"/>
                </a:lnTo>
                <a:lnTo>
                  <a:pt x="7" y="7675"/>
                </a:lnTo>
                <a:lnTo>
                  <a:pt x="1386" y="9030"/>
                </a:lnTo>
                <a:lnTo>
                  <a:pt x="4499" y="8676"/>
                </a:lnTo>
                <a:lnTo>
                  <a:pt x="4137" y="5539"/>
                </a:lnTo>
                <a:lnTo>
                  <a:pt x="5468" y="4113"/>
                </a:lnTo>
                <a:lnTo>
                  <a:pt x="8636" y="4539"/>
                </a:lnTo>
                <a:lnTo>
                  <a:pt x="14121" y="4523"/>
                </a:lnTo>
                <a:lnTo>
                  <a:pt x="14129" y="409"/>
                </a:lnTo>
                <a:lnTo>
                  <a:pt x="4515" y="401"/>
                </a:lnTo>
                <a:lnTo>
                  <a:pt x="1371" y="0"/>
                </a:lnTo>
                <a:close/>
              </a:path>
            </a:pathLst>
          </a:custGeom>
          <a:solidFill>
            <a:srgbClr val="998F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6" name="bg object 766"/>
          <p:cNvSpPr/>
          <p:nvPr/>
        </p:nvSpPr>
        <p:spPr>
          <a:xfrm>
            <a:off x="2219180" y="3686174"/>
            <a:ext cx="8890" cy="19050"/>
          </a:xfrm>
          <a:custGeom>
            <a:avLst/>
            <a:gdLst/>
            <a:ahLst/>
            <a:cxnLst/>
            <a:rect l="l" t="t" r="r" b="b"/>
            <a:pathLst>
              <a:path w="8889" h="19050">
                <a:moveTo>
                  <a:pt x="1867" y="0"/>
                </a:moveTo>
                <a:lnTo>
                  <a:pt x="204" y="724"/>
                </a:lnTo>
                <a:lnTo>
                  <a:pt x="527" y="7234"/>
                </a:lnTo>
                <a:lnTo>
                  <a:pt x="386" y="10606"/>
                </a:lnTo>
                <a:lnTo>
                  <a:pt x="386" y="13971"/>
                </a:lnTo>
                <a:lnTo>
                  <a:pt x="0" y="17100"/>
                </a:lnTo>
                <a:lnTo>
                  <a:pt x="1355" y="18495"/>
                </a:lnTo>
                <a:lnTo>
                  <a:pt x="4499" y="18085"/>
                </a:lnTo>
                <a:lnTo>
                  <a:pt x="4507" y="16532"/>
                </a:lnTo>
                <a:lnTo>
                  <a:pt x="4625" y="14972"/>
                </a:lnTo>
                <a:lnTo>
                  <a:pt x="4255" y="10291"/>
                </a:lnTo>
                <a:lnTo>
                  <a:pt x="6052" y="9653"/>
                </a:lnTo>
                <a:lnTo>
                  <a:pt x="8621" y="9834"/>
                </a:lnTo>
                <a:lnTo>
                  <a:pt x="8628" y="5705"/>
                </a:lnTo>
                <a:lnTo>
                  <a:pt x="4082" y="6272"/>
                </a:lnTo>
                <a:lnTo>
                  <a:pt x="4428" y="3136"/>
                </a:lnTo>
                <a:lnTo>
                  <a:pt x="4507" y="204"/>
                </a:lnTo>
                <a:lnTo>
                  <a:pt x="1867" y="0"/>
                </a:lnTo>
                <a:close/>
              </a:path>
            </a:pathLst>
          </a:custGeom>
          <a:solidFill>
            <a:srgbClr val="C4B6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7" name="bg object 767"/>
          <p:cNvSpPr/>
          <p:nvPr/>
        </p:nvSpPr>
        <p:spPr>
          <a:xfrm>
            <a:off x="2177030" y="3547193"/>
            <a:ext cx="10160" cy="24130"/>
          </a:xfrm>
          <a:custGeom>
            <a:avLst/>
            <a:gdLst/>
            <a:ahLst/>
            <a:cxnLst/>
            <a:rect l="l" t="t" r="r" b="b"/>
            <a:pathLst>
              <a:path w="10160" h="24129">
                <a:moveTo>
                  <a:pt x="0" y="9826"/>
                </a:moveTo>
                <a:lnTo>
                  <a:pt x="23" y="23593"/>
                </a:lnTo>
                <a:lnTo>
                  <a:pt x="9598" y="23593"/>
                </a:lnTo>
                <a:lnTo>
                  <a:pt x="9586" y="10307"/>
                </a:lnTo>
                <a:lnTo>
                  <a:pt x="3727" y="10307"/>
                </a:lnTo>
                <a:lnTo>
                  <a:pt x="0" y="9826"/>
                </a:lnTo>
                <a:close/>
              </a:path>
              <a:path w="10160" h="24129">
                <a:moveTo>
                  <a:pt x="8124" y="0"/>
                </a:moveTo>
                <a:lnTo>
                  <a:pt x="5492" y="197"/>
                </a:lnTo>
                <a:lnTo>
                  <a:pt x="5492" y="1757"/>
                </a:lnTo>
                <a:lnTo>
                  <a:pt x="5311" y="3341"/>
                </a:lnTo>
                <a:lnTo>
                  <a:pt x="6130" y="9361"/>
                </a:lnTo>
                <a:lnTo>
                  <a:pt x="3727" y="10307"/>
                </a:lnTo>
                <a:lnTo>
                  <a:pt x="9586" y="10307"/>
                </a:lnTo>
                <a:lnTo>
                  <a:pt x="9464" y="7226"/>
                </a:lnTo>
                <a:lnTo>
                  <a:pt x="9657" y="3341"/>
                </a:lnTo>
                <a:lnTo>
                  <a:pt x="9736" y="1757"/>
                </a:lnTo>
                <a:lnTo>
                  <a:pt x="9787" y="724"/>
                </a:lnTo>
                <a:lnTo>
                  <a:pt x="8124" y="0"/>
                </a:lnTo>
                <a:close/>
              </a:path>
            </a:pathLst>
          </a:custGeom>
          <a:solidFill>
            <a:srgbClr val="B9AA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8" name="bg object 768"/>
          <p:cNvSpPr/>
          <p:nvPr/>
        </p:nvSpPr>
        <p:spPr>
          <a:xfrm>
            <a:off x="2177026" y="3570789"/>
            <a:ext cx="10160" cy="18415"/>
          </a:xfrm>
          <a:custGeom>
            <a:avLst/>
            <a:gdLst/>
            <a:ahLst/>
            <a:cxnLst/>
            <a:rect l="l" t="t" r="r" b="b"/>
            <a:pathLst>
              <a:path w="10160" h="18414">
                <a:moveTo>
                  <a:pt x="9606" y="0"/>
                </a:moveTo>
                <a:lnTo>
                  <a:pt x="4113" y="0"/>
                </a:lnTo>
                <a:lnTo>
                  <a:pt x="4113" y="1552"/>
                </a:lnTo>
                <a:lnTo>
                  <a:pt x="4003" y="3112"/>
                </a:lnTo>
                <a:lnTo>
                  <a:pt x="4381" y="7785"/>
                </a:lnTo>
                <a:lnTo>
                  <a:pt x="2592" y="8439"/>
                </a:lnTo>
                <a:lnTo>
                  <a:pt x="15" y="8266"/>
                </a:lnTo>
                <a:lnTo>
                  <a:pt x="0" y="16509"/>
                </a:lnTo>
                <a:lnTo>
                  <a:pt x="4105" y="17888"/>
                </a:lnTo>
                <a:lnTo>
                  <a:pt x="3427" y="13538"/>
                </a:lnTo>
                <a:lnTo>
                  <a:pt x="5232" y="11670"/>
                </a:lnTo>
                <a:lnTo>
                  <a:pt x="9606" y="12379"/>
                </a:lnTo>
                <a:lnTo>
                  <a:pt x="9606" y="0"/>
                </a:lnTo>
                <a:close/>
              </a:path>
            </a:pathLst>
          </a:custGeom>
          <a:solidFill>
            <a:srgbClr val="BAAF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9" name="bg object 769"/>
          <p:cNvSpPr/>
          <p:nvPr/>
        </p:nvSpPr>
        <p:spPr>
          <a:xfrm>
            <a:off x="2180456" y="3582461"/>
            <a:ext cx="10795" cy="19050"/>
          </a:xfrm>
          <a:custGeom>
            <a:avLst/>
            <a:gdLst/>
            <a:ahLst/>
            <a:cxnLst/>
            <a:rect l="l" t="t" r="r" b="b"/>
            <a:pathLst>
              <a:path w="10794" h="19050">
                <a:moveTo>
                  <a:pt x="1804" y="0"/>
                </a:moveTo>
                <a:lnTo>
                  <a:pt x="0" y="1867"/>
                </a:lnTo>
                <a:lnTo>
                  <a:pt x="677" y="6217"/>
                </a:lnTo>
                <a:lnTo>
                  <a:pt x="685" y="18597"/>
                </a:lnTo>
                <a:lnTo>
                  <a:pt x="10315" y="18589"/>
                </a:lnTo>
                <a:lnTo>
                  <a:pt x="10283" y="14468"/>
                </a:lnTo>
                <a:lnTo>
                  <a:pt x="5555" y="15279"/>
                </a:lnTo>
                <a:lnTo>
                  <a:pt x="4176" y="12892"/>
                </a:lnTo>
                <a:lnTo>
                  <a:pt x="5216" y="5996"/>
                </a:lnTo>
                <a:lnTo>
                  <a:pt x="5713" y="3357"/>
                </a:lnTo>
                <a:lnTo>
                  <a:pt x="6170" y="709"/>
                </a:lnTo>
                <a:lnTo>
                  <a:pt x="1804" y="0"/>
                </a:lnTo>
                <a:close/>
              </a:path>
            </a:pathLst>
          </a:custGeom>
          <a:solidFill>
            <a:srgbClr val="B2A3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0" name="bg object 770"/>
          <p:cNvSpPr/>
          <p:nvPr/>
        </p:nvSpPr>
        <p:spPr>
          <a:xfrm>
            <a:off x="2190469" y="3574720"/>
            <a:ext cx="5080" cy="8890"/>
          </a:xfrm>
          <a:custGeom>
            <a:avLst/>
            <a:gdLst/>
            <a:ahLst/>
            <a:cxnLst/>
            <a:rect l="l" t="t" r="r" b="b"/>
            <a:pathLst>
              <a:path w="5080" h="8889">
                <a:moveTo>
                  <a:pt x="1788" y="0"/>
                </a:moveTo>
                <a:lnTo>
                  <a:pt x="0" y="669"/>
                </a:lnTo>
                <a:lnTo>
                  <a:pt x="386" y="5350"/>
                </a:lnTo>
                <a:lnTo>
                  <a:pt x="299" y="6911"/>
                </a:lnTo>
                <a:lnTo>
                  <a:pt x="307" y="8471"/>
                </a:lnTo>
                <a:lnTo>
                  <a:pt x="2892" y="8636"/>
                </a:lnTo>
                <a:lnTo>
                  <a:pt x="4665" y="7959"/>
                </a:lnTo>
                <a:lnTo>
                  <a:pt x="4279" y="3286"/>
                </a:lnTo>
                <a:lnTo>
                  <a:pt x="4381" y="1725"/>
                </a:lnTo>
                <a:lnTo>
                  <a:pt x="4373" y="173"/>
                </a:lnTo>
                <a:lnTo>
                  <a:pt x="1788" y="0"/>
                </a:lnTo>
                <a:close/>
              </a:path>
            </a:pathLst>
          </a:custGeom>
          <a:solidFill>
            <a:srgbClr val="9F92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1" name="bg object 771"/>
          <p:cNvSpPr/>
          <p:nvPr/>
        </p:nvSpPr>
        <p:spPr>
          <a:xfrm>
            <a:off x="2172720" y="3538880"/>
            <a:ext cx="18415" cy="18415"/>
          </a:xfrm>
          <a:custGeom>
            <a:avLst/>
            <a:gdLst/>
            <a:ahLst/>
            <a:cxnLst/>
            <a:rect l="l" t="t" r="r" b="b"/>
            <a:pathLst>
              <a:path w="18414" h="18414">
                <a:moveTo>
                  <a:pt x="622" y="0"/>
                </a:moveTo>
                <a:lnTo>
                  <a:pt x="0" y="1804"/>
                </a:lnTo>
                <a:lnTo>
                  <a:pt x="158" y="4176"/>
                </a:lnTo>
                <a:lnTo>
                  <a:pt x="220" y="18164"/>
                </a:lnTo>
                <a:lnTo>
                  <a:pt x="4300" y="18164"/>
                </a:lnTo>
                <a:lnTo>
                  <a:pt x="5681" y="8510"/>
                </a:lnTo>
                <a:lnTo>
                  <a:pt x="5476" y="5886"/>
                </a:lnTo>
                <a:lnTo>
                  <a:pt x="6178" y="4176"/>
                </a:lnTo>
                <a:lnTo>
                  <a:pt x="18037" y="4176"/>
                </a:lnTo>
                <a:lnTo>
                  <a:pt x="18030" y="370"/>
                </a:lnTo>
                <a:lnTo>
                  <a:pt x="5776" y="370"/>
                </a:lnTo>
                <a:lnTo>
                  <a:pt x="622" y="0"/>
                </a:lnTo>
                <a:close/>
              </a:path>
              <a:path w="18414" h="18414">
                <a:moveTo>
                  <a:pt x="18037" y="4176"/>
                </a:moveTo>
                <a:lnTo>
                  <a:pt x="6178" y="4176"/>
                </a:lnTo>
                <a:lnTo>
                  <a:pt x="12214" y="4515"/>
                </a:lnTo>
                <a:lnTo>
                  <a:pt x="18038" y="4515"/>
                </a:lnTo>
                <a:lnTo>
                  <a:pt x="18037" y="4176"/>
                </a:lnTo>
                <a:close/>
              </a:path>
            </a:pathLst>
          </a:custGeom>
          <a:solidFill>
            <a:srgbClr val="BAB0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2" name="bg object 772"/>
          <p:cNvSpPr/>
          <p:nvPr/>
        </p:nvSpPr>
        <p:spPr>
          <a:xfrm>
            <a:off x="2177024" y="3547389"/>
            <a:ext cx="6350" cy="10160"/>
          </a:xfrm>
          <a:custGeom>
            <a:avLst/>
            <a:gdLst/>
            <a:ahLst/>
            <a:cxnLst/>
            <a:rect l="l" t="t" r="r" b="b"/>
            <a:pathLst>
              <a:path w="6350" h="10160">
                <a:moveTo>
                  <a:pt x="5500" y="0"/>
                </a:moveTo>
                <a:lnTo>
                  <a:pt x="1379" y="7"/>
                </a:lnTo>
                <a:lnTo>
                  <a:pt x="0" y="9637"/>
                </a:lnTo>
                <a:lnTo>
                  <a:pt x="3735" y="10110"/>
                </a:lnTo>
                <a:lnTo>
                  <a:pt x="6138" y="9164"/>
                </a:lnTo>
                <a:lnTo>
                  <a:pt x="5311" y="3144"/>
                </a:lnTo>
                <a:lnTo>
                  <a:pt x="5492" y="1560"/>
                </a:lnTo>
                <a:lnTo>
                  <a:pt x="5500" y="0"/>
                </a:lnTo>
                <a:close/>
              </a:path>
            </a:pathLst>
          </a:custGeom>
          <a:solidFill>
            <a:srgbClr val="C9BC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3" name="bg object 773"/>
          <p:cNvSpPr/>
          <p:nvPr/>
        </p:nvSpPr>
        <p:spPr>
          <a:xfrm>
            <a:off x="2260420" y="4312265"/>
            <a:ext cx="12700" cy="22860"/>
          </a:xfrm>
          <a:custGeom>
            <a:avLst/>
            <a:gdLst/>
            <a:ahLst/>
            <a:cxnLst/>
            <a:rect l="l" t="t" r="r" b="b"/>
            <a:pathLst>
              <a:path w="12700" h="22860">
                <a:moveTo>
                  <a:pt x="5784" y="0"/>
                </a:moveTo>
                <a:lnTo>
                  <a:pt x="4089" y="914"/>
                </a:lnTo>
                <a:lnTo>
                  <a:pt x="4799" y="7123"/>
                </a:lnTo>
                <a:lnTo>
                  <a:pt x="3751" y="8920"/>
                </a:lnTo>
                <a:lnTo>
                  <a:pt x="330" y="8502"/>
                </a:lnTo>
                <a:lnTo>
                  <a:pt x="330" y="10102"/>
                </a:lnTo>
                <a:lnTo>
                  <a:pt x="449" y="11710"/>
                </a:lnTo>
                <a:lnTo>
                  <a:pt x="0" y="16651"/>
                </a:lnTo>
                <a:lnTo>
                  <a:pt x="1048" y="18597"/>
                </a:lnTo>
                <a:lnTo>
                  <a:pt x="7927" y="17770"/>
                </a:lnTo>
                <a:lnTo>
                  <a:pt x="8786" y="19535"/>
                </a:lnTo>
                <a:lnTo>
                  <a:pt x="8558" y="22269"/>
                </a:lnTo>
                <a:lnTo>
                  <a:pt x="12655" y="22269"/>
                </a:lnTo>
                <a:lnTo>
                  <a:pt x="12687" y="14003"/>
                </a:lnTo>
                <a:lnTo>
                  <a:pt x="8093" y="14578"/>
                </a:lnTo>
                <a:lnTo>
                  <a:pt x="8463" y="11434"/>
                </a:lnTo>
                <a:lnTo>
                  <a:pt x="8573" y="8487"/>
                </a:lnTo>
                <a:lnTo>
                  <a:pt x="8581" y="267"/>
                </a:lnTo>
                <a:close/>
              </a:path>
            </a:pathLst>
          </a:custGeom>
          <a:solidFill>
            <a:srgbClr val="7D77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4" name="bg object 774"/>
          <p:cNvSpPr/>
          <p:nvPr/>
        </p:nvSpPr>
        <p:spPr>
          <a:xfrm>
            <a:off x="2264857" y="4334536"/>
            <a:ext cx="8255" cy="13970"/>
          </a:xfrm>
          <a:custGeom>
            <a:avLst/>
            <a:gdLst/>
            <a:ahLst/>
            <a:cxnLst/>
            <a:rect l="l" t="t" r="r" b="b"/>
            <a:pathLst>
              <a:path w="8255" h="13970">
                <a:moveTo>
                  <a:pt x="8219" y="0"/>
                </a:moveTo>
                <a:lnTo>
                  <a:pt x="4121" y="0"/>
                </a:lnTo>
                <a:lnTo>
                  <a:pt x="4113" y="2222"/>
                </a:lnTo>
                <a:lnTo>
                  <a:pt x="4066" y="4444"/>
                </a:lnTo>
                <a:lnTo>
                  <a:pt x="4176" y="9661"/>
                </a:lnTo>
                <a:lnTo>
                  <a:pt x="47" y="9613"/>
                </a:lnTo>
                <a:lnTo>
                  <a:pt x="47" y="13743"/>
                </a:lnTo>
                <a:lnTo>
                  <a:pt x="8227" y="13743"/>
                </a:lnTo>
                <a:lnTo>
                  <a:pt x="8219" y="0"/>
                </a:lnTo>
                <a:close/>
              </a:path>
            </a:pathLst>
          </a:custGeom>
          <a:solidFill>
            <a:srgbClr val="7B74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5" name="bg object 775"/>
          <p:cNvSpPr/>
          <p:nvPr/>
        </p:nvSpPr>
        <p:spPr>
          <a:xfrm>
            <a:off x="2085104" y="3683589"/>
            <a:ext cx="13970" cy="27940"/>
          </a:xfrm>
          <a:custGeom>
            <a:avLst/>
            <a:gdLst/>
            <a:ahLst/>
            <a:cxnLst/>
            <a:rect l="l" t="t" r="r" b="b"/>
            <a:pathLst>
              <a:path w="13969" h="27939">
                <a:moveTo>
                  <a:pt x="1308" y="0"/>
                </a:moveTo>
                <a:lnTo>
                  <a:pt x="1300" y="17951"/>
                </a:lnTo>
                <a:lnTo>
                  <a:pt x="0" y="27565"/>
                </a:lnTo>
                <a:lnTo>
                  <a:pt x="5421" y="27565"/>
                </a:lnTo>
                <a:lnTo>
                  <a:pt x="5476" y="24176"/>
                </a:lnTo>
                <a:lnTo>
                  <a:pt x="5595" y="20811"/>
                </a:lnTo>
                <a:lnTo>
                  <a:pt x="5264" y="14318"/>
                </a:lnTo>
                <a:lnTo>
                  <a:pt x="6911" y="13562"/>
                </a:lnTo>
                <a:lnTo>
                  <a:pt x="9566" y="13798"/>
                </a:lnTo>
                <a:lnTo>
                  <a:pt x="13672" y="13774"/>
                </a:lnTo>
                <a:lnTo>
                  <a:pt x="13632" y="9629"/>
                </a:lnTo>
                <a:lnTo>
                  <a:pt x="12332" y="9086"/>
                </a:lnTo>
                <a:lnTo>
                  <a:pt x="9858" y="8392"/>
                </a:lnTo>
                <a:lnTo>
                  <a:pt x="10788" y="1158"/>
                </a:lnTo>
                <a:lnTo>
                  <a:pt x="5768" y="914"/>
                </a:lnTo>
                <a:close/>
              </a:path>
            </a:pathLst>
          </a:custGeom>
          <a:solidFill>
            <a:srgbClr val="9288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6" name="bg object 776"/>
          <p:cNvSpPr/>
          <p:nvPr/>
        </p:nvSpPr>
        <p:spPr>
          <a:xfrm>
            <a:off x="2189044" y="3614829"/>
            <a:ext cx="18415" cy="50165"/>
          </a:xfrm>
          <a:custGeom>
            <a:avLst/>
            <a:gdLst/>
            <a:ahLst/>
            <a:cxnLst/>
            <a:rect l="l" t="t" r="r" b="b"/>
            <a:pathLst>
              <a:path w="18414" h="50164">
                <a:moveTo>
                  <a:pt x="15500" y="0"/>
                </a:moveTo>
                <a:lnTo>
                  <a:pt x="14082" y="1796"/>
                </a:lnTo>
                <a:lnTo>
                  <a:pt x="14153" y="3758"/>
                </a:lnTo>
                <a:lnTo>
                  <a:pt x="10910" y="7375"/>
                </a:lnTo>
                <a:lnTo>
                  <a:pt x="10843" y="7565"/>
                </a:lnTo>
                <a:lnTo>
                  <a:pt x="13420" y="10654"/>
                </a:lnTo>
                <a:lnTo>
                  <a:pt x="13759" y="12569"/>
                </a:lnTo>
                <a:lnTo>
                  <a:pt x="8983" y="15705"/>
                </a:lnTo>
                <a:lnTo>
                  <a:pt x="6004" y="20811"/>
                </a:lnTo>
                <a:lnTo>
                  <a:pt x="330" y="22009"/>
                </a:lnTo>
                <a:lnTo>
                  <a:pt x="480" y="24287"/>
                </a:lnTo>
                <a:lnTo>
                  <a:pt x="0" y="26320"/>
                </a:lnTo>
                <a:lnTo>
                  <a:pt x="4389" y="29007"/>
                </a:lnTo>
                <a:lnTo>
                  <a:pt x="3979" y="33097"/>
                </a:lnTo>
                <a:lnTo>
                  <a:pt x="4452" y="35768"/>
                </a:lnTo>
                <a:lnTo>
                  <a:pt x="4460" y="49543"/>
                </a:lnTo>
                <a:lnTo>
                  <a:pt x="8541" y="49543"/>
                </a:lnTo>
                <a:lnTo>
                  <a:pt x="8597" y="45430"/>
                </a:lnTo>
                <a:lnTo>
                  <a:pt x="8920" y="43712"/>
                </a:lnTo>
                <a:lnTo>
                  <a:pt x="8936" y="40662"/>
                </a:lnTo>
                <a:lnTo>
                  <a:pt x="15209" y="39157"/>
                </a:lnTo>
                <a:lnTo>
                  <a:pt x="13956" y="34901"/>
                </a:lnTo>
                <a:lnTo>
                  <a:pt x="14042" y="31206"/>
                </a:lnTo>
                <a:lnTo>
                  <a:pt x="14168" y="24287"/>
                </a:lnTo>
                <a:lnTo>
                  <a:pt x="13845" y="18542"/>
                </a:lnTo>
                <a:lnTo>
                  <a:pt x="15398" y="17651"/>
                </a:lnTo>
                <a:lnTo>
                  <a:pt x="18132" y="17651"/>
                </a:lnTo>
                <a:lnTo>
                  <a:pt x="18155" y="189"/>
                </a:lnTo>
                <a:lnTo>
                  <a:pt x="17068" y="189"/>
                </a:lnTo>
                <a:lnTo>
                  <a:pt x="15500" y="0"/>
                </a:lnTo>
                <a:close/>
              </a:path>
              <a:path w="18414" h="50164">
                <a:moveTo>
                  <a:pt x="18132" y="17651"/>
                </a:moveTo>
                <a:lnTo>
                  <a:pt x="15398" y="17651"/>
                </a:lnTo>
                <a:lnTo>
                  <a:pt x="18132" y="17856"/>
                </a:lnTo>
                <a:lnTo>
                  <a:pt x="18132" y="17651"/>
                </a:lnTo>
                <a:close/>
              </a:path>
              <a:path w="18414" h="50164">
                <a:moveTo>
                  <a:pt x="18156" y="0"/>
                </a:moveTo>
                <a:lnTo>
                  <a:pt x="17068" y="189"/>
                </a:lnTo>
                <a:lnTo>
                  <a:pt x="18155" y="189"/>
                </a:lnTo>
                <a:lnTo>
                  <a:pt x="18156" y="0"/>
                </a:lnTo>
                <a:close/>
              </a:path>
            </a:pathLst>
          </a:custGeom>
          <a:solidFill>
            <a:srgbClr val="C3B7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7" name="bg object 777"/>
          <p:cNvSpPr/>
          <p:nvPr/>
        </p:nvSpPr>
        <p:spPr>
          <a:xfrm>
            <a:off x="2171181" y="3623077"/>
            <a:ext cx="22860" cy="27940"/>
          </a:xfrm>
          <a:custGeom>
            <a:avLst/>
            <a:gdLst/>
            <a:ahLst/>
            <a:cxnLst/>
            <a:rect l="l" t="t" r="r" b="b"/>
            <a:pathLst>
              <a:path w="22860" h="27939">
                <a:moveTo>
                  <a:pt x="5839" y="0"/>
                </a:moveTo>
                <a:lnTo>
                  <a:pt x="3617" y="1434"/>
                </a:lnTo>
                <a:lnTo>
                  <a:pt x="5366" y="6847"/>
                </a:lnTo>
                <a:lnTo>
                  <a:pt x="362" y="5500"/>
                </a:lnTo>
                <a:lnTo>
                  <a:pt x="354" y="7746"/>
                </a:lnTo>
                <a:lnTo>
                  <a:pt x="512" y="10007"/>
                </a:lnTo>
                <a:lnTo>
                  <a:pt x="0" y="15957"/>
                </a:lnTo>
                <a:lnTo>
                  <a:pt x="724" y="18361"/>
                </a:lnTo>
                <a:lnTo>
                  <a:pt x="6304" y="17967"/>
                </a:lnTo>
                <a:lnTo>
                  <a:pt x="8250" y="19440"/>
                </a:lnTo>
                <a:lnTo>
                  <a:pt x="8991" y="24318"/>
                </a:lnTo>
                <a:lnTo>
                  <a:pt x="11820" y="23144"/>
                </a:lnTo>
                <a:lnTo>
                  <a:pt x="14074" y="23396"/>
                </a:lnTo>
                <a:lnTo>
                  <a:pt x="22309" y="27518"/>
                </a:lnTo>
                <a:lnTo>
                  <a:pt x="21844" y="24846"/>
                </a:lnTo>
                <a:lnTo>
                  <a:pt x="22246" y="20756"/>
                </a:lnTo>
                <a:lnTo>
                  <a:pt x="17864" y="18077"/>
                </a:lnTo>
                <a:lnTo>
                  <a:pt x="18337" y="16036"/>
                </a:lnTo>
                <a:lnTo>
                  <a:pt x="18195" y="13759"/>
                </a:lnTo>
                <a:lnTo>
                  <a:pt x="18187" y="12387"/>
                </a:lnTo>
                <a:lnTo>
                  <a:pt x="14948" y="12758"/>
                </a:lnTo>
                <a:lnTo>
                  <a:pt x="14397" y="11103"/>
                </a:lnTo>
                <a:lnTo>
                  <a:pt x="13215" y="3892"/>
                </a:lnTo>
                <a:lnTo>
                  <a:pt x="10512" y="724"/>
                </a:lnTo>
                <a:lnTo>
                  <a:pt x="5839" y="0"/>
                </a:lnTo>
                <a:close/>
              </a:path>
            </a:pathLst>
          </a:custGeom>
          <a:solidFill>
            <a:srgbClr val="CDC2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8" name="bg object 778"/>
          <p:cNvSpPr/>
          <p:nvPr/>
        </p:nvSpPr>
        <p:spPr>
          <a:xfrm>
            <a:off x="2177019" y="3605176"/>
            <a:ext cx="16510" cy="31115"/>
          </a:xfrm>
          <a:custGeom>
            <a:avLst/>
            <a:gdLst/>
            <a:ahLst/>
            <a:cxnLst/>
            <a:rect l="l" t="t" r="r" b="b"/>
            <a:pathLst>
              <a:path w="16510" h="31114">
                <a:moveTo>
                  <a:pt x="7" y="0"/>
                </a:moveTo>
                <a:lnTo>
                  <a:pt x="0" y="17896"/>
                </a:lnTo>
                <a:lnTo>
                  <a:pt x="4680" y="18629"/>
                </a:lnTo>
                <a:lnTo>
                  <a:pt x="7375" y="21796"/>
                </a:lnTo>
                <a:lnTo>
                  <a:pt x="8558" y="29007"/>
                </a:lnTo>
                <a:lnTo>
                  <a:pt x="9109" y="30662"/>
                </a:lnTo>
                <a:lnTo>
                  <a:pt x="12348" y="30291"/>
                </a:lnTo>
                <a:lnTo>
                  <a:pt x="12238" y="27061"/>
                </a:lnTo>
                <a:lnTo>
                  <a:pt x="11796" y="23735"/>
                </a:lnTo>
                <a:lnTo>
                  <a:pt x="16438" y="22222"/>
                </a:lnTo>
                <a:lnTo>
                  <a:pt x="16328" y="20354"/>
                </a:lnTo>
                <a:lnTo>
                  <a:pt x="16469" y="19291"/>
                </a:lnTo>
                <a:lnTo>
                  <a:pt x="12364" y="19267"/>
                </a:lnTo>
                <a:lnTo>
                  <a:pt x="11032" y="18692"/>
                </a:lnTo>
                <a:lnTo>
                  <a:pt x="8652" y="18242"/>
                </a:lnTo>
                <a:lnTo>
                  <a:pt x="8148" y="14137"/>
                </a:lnTo>
                <a:lnTo>
                  <a:pt x="8148" y="10654"/>
                </a:lnTo>
                <a:lnTo>
                  <a:pt x="8652" y="6548"/>
                </a:lnTo>
                <a:lnTo>
                  <a:pt x="11032" y="6091"/>
                </a:lnTo>
                <a:lnTo>
                  <a:pt x="12356" y="5508"/>
                </a:lnTo>
                <a:lnTo>
                  <a:pt x="12364" y="1386"/>
                </a:lnTo>
                <a:lnTo>
                  <a:pt x="7" y="0"/>
                </a:lnTo>
                <a:close/>
              </a:path>
            </a:pathLst>
          </a:custGeom>
          <a:solidFill>
            <a:srgbClr val="C3B7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9" name="bg object 779"/>
          <p:cNvSpPr/>
          <p:nvPr/>
        </p:nvSpPr>
        <p:spPr>
          <a:xfrm>
            <a:off x="2189374" y="3606559"/>
            <a:ext cx="10160" cy="18415"/>
          </a:xfrm>
          <a:custGeom>
            <a:avLst/>
            <a:gdLst/>
            <a:ahLst/>
            <a:cxnLst/>
            <a:rect l="l" t="t" r="r" b="b"/>
            <a:pathLst>
              <a:path w="10160" h="18414">
                <a:moveTo>
                  <a:pt x="9613" y="7"/>
                </a:moveTo>
                <a:lnTo>
                  <a:pt x="15" y="0"/>
                </a:lnTo>
                <a:lnTo>
                  <a:pt x="0" y="4129"/>
                </a:lnTo>
                <a:lnTo>
                  <a:pt x="7" y="17888"/>
                </a:lnTo>
                <a:lnTo>
                  <a:pt x="4121" y="17904"/>
                </a:lnTo>
                <a:lnTo>
                  <a:pt x="5831" y="12584"/>
                </a:lnTo>
                <a:lnTo>
                  <a:pt x="3845" y="6004"/>
                </a:lnTo>
                <a:lnTo>
                  <a:pt x="9826" y="1725"/>
                </a:lnTo>
                <a:lnTo>
                  <a:pt x="9582" y="677"/>
                </a:lnTo>
                <a:lnTo>
                  <a:pt x="9613" y="7"/>
                </a:lnTo>
                <a:close/>
              </a:path>
            </a:pathLst>
          </a:custGeom>
          <a:solidFill>
            <a:srgbClr val="B7AA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0" name="bg object 780"/>
          <p:cNvSpPr/>
          <p:nvPr/>
        </p:nvSpPr>
        <p:spPr>
          <a:xfrm>
            <a:off x="2189371" y="3601055"/>
            <a:ext cx="10160" cy="5715"/>
          </a:xfrm>
          <a:custGeom>
            <a:avLst/>
            <a:gdLst/>
            <a:ahLst/>
            <a:cxnLst/>
            <a:rect l="l" t="t" r="r" b="b"/>
            <a:pathLst>
              <a:path w="10160" h="5714">
                <a:moveTo>
                  <a:pt x="1402" y="0"/>
                </a:moveTo>
                <a:lnTo>
                  <a:pt x="0" y="5508"/>
                </a:lnTo>
                <a:lnTo>
                  <a:pt x="9613" y="5508"/>
                </a:lnTo>
                <a:lnTo>
                  <a:pt x="9613" y="1379"/>
                </a:lnTo>
                <a:lnTo>
                  <a:pt x="1402" y="0"/>
                </a:lnTo>
                <a:close/>
              </a:path>
            </a:pathLst>
          </a:custGeom>
          <a:solidFill>
            <a:srgbClr val="AA9D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1" name="bg object 781"/>
          <p:cNvSpPr/>
          <p:nvPr/>
        </p:nvSpPr>
        <p:spPr>
          <a:xfrm>
            <a:off x="2024414" y="4097619"/>
            <a:ext cx="8890" cy="18415"/>
          </a:xfrm>
          <a:custGeom>
            <a:avLst/>
            <a:gdLst/>
            <a:ahLst/>
            <a:cxnLst/>
            <a:rect l="l" t="t" r="r" b="b"/>
            <a:pathLst>
              <a:path w="8889" h="18414">
                <a:moveTo>
                  <a:pt x="1725" y="0"/>
                </a:moveTo>
                <a:lnTo>
                  <a:pt x="0" y="724"/>
                </a:lnTo>
                <a:lnTo>
                  <a:pt x="354" y="5390"/>
                </a:lnTo>
                <a:lnTo>
                  <a:pt x="220" y="6958"/>
                </a:lnTo>
                <a:lnTo>
                  <a:pt x="220" y="18101"/>
                </a:lnTo>
                <a:lnTo>
                  <a:pt x="8463" y="18116"/>
                </a:lnTo>
                <a:lnTo>
                  <a:pt x="8455" y="9889"/>
                </a:lnTo>
                <a:lnTo>
                  <a:pt x="3861" y="10378"/>
                </a:lnTo>
                <a:lnTo>
                  <a:pt x="4286" y="7242"/>
                </a:lnTo>
                <a:lnTo>
                  <a:pt x="4444" y="4294"/>
                </a:lnTo>
                <a:lnTo>
                  <a:pt x="4349" y="244"/>
                </a:lnTo>
                <a:lnTo>
                  <a:pt x="1725" y="0"/>
                </a:lnTo>
                <a:close/>
              </a:path>
            </a:pathLst>
          </a:custGeom>
          <a:solidFill>
            <a:srgbClr val="776F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2" name="bg object 782"/>
          <p:cNvSpPr/>
          <p:nvPr/>
        </p:nvSpPr>
        <p:spPr>
          <a:xfrm>
            <a:off x="2032913" y="4097824"/>
            <a:ext cx="10160" cy="13970"/>
          </a:xfrm>
          <a:custGeom>
            <a:avLst/>
            <a:gdLst/>
            <a:ahLst/>
            <a:cxnLst/>
            <a:rect l="l" t="t" r="r" b="b"/>
            <a:pathLst>
              <a:path w="10160" h="13970">
                <a:moveTo>
                  <a:pt x="9590" y="0"/>
                </a:moveTo>
                <a:lnTo>
                  <a:pt x="7" y="0"/>
                </a:lnTo>
                <a:lnTo>
                  <a:pt x="0" y="4145"/>
                </a:lnTo>
                <a:lnTo>
                  <a:pt x="5248" y="4602"/>
                </a:lnTo>
                <a:lnTo>
                  <a:pt x="4058" y="11016"/>
                </a:lnTo>
                <a:lnTo>
                  <a:pt x="4113" y="13759"/>
                </a:lnTo>
                <a:lnTo>
                  <a:pt x="9598" y="13759"/>
                </a:lnTo>
                <a:lnTo>
                  <a:pt x="9590" y="0"/>
                </a:lnTo>
                <a:close/>
              </a:path>
            </a:pathLst>
          </a:custGeom>
          <a:solidFill>
            <a:srgbClr val="A19B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3" name="bg object 783"/>
          <p:cNvSpPr/>
          <p:nvPr/>
        </p:nvSpPr>
        <p:spPr>
          <a:xfrm>
            <a:off x="2020560" y="4093797"/>
            <a:ext cx="8890" cy="12700"/>
          </a:xfrm>
          <a:custGeom>
            <a:avLst/>
            <a:gdLst/>
            <a:ahLst/>
            <a:cxnLst/>
            <a:rect l="l" t="t" r="r" b="b"/>
            <a:pathLst>
              <a:path w="8889" h="12700">
                <a:moveTo>
                  <a:pt x="8743" y="0"/>
                </a:moveTo>
                <a:lnTo>
                  <a:pt x="126" y="0"/>
                </a:lnTo>
                <a:lnTo>
                  <a:pt x="0" y="12340"/>
                </a:lnTo>
                <a:lnTo>
                  <a:pt x="4058" y="12340"/>
                </a:lnTo>
                <a:lnTo>
                  <a:pt x="4089" y="7667"/>
                </a:lnTo>
                <a:lnTo>
                  <a:pt x="3853" y="4546"/>
                </a:lnTo>
                <a:lnTo>
                  <a:pt x="5579" y="3821"/>
                </a:lnTo>
                <a:lnTo>
                  <a:pt x="8235" y="3821"/>
                </a:lnTo>
                <a:lnTo>
                  <a:pt x="8743" y="0"/>
                </a:lnTo>
                <a:close/>
              </a:path>
              <a:path w="8889" h="12700">
                <a:moveTo>
                  <a:pt x="8235" y="3821"/>
                </a:moveTo>
                <a:lnTo>
                  <a:pt x="5579" y="3821"/>
                </a:lnTo>
                <a:lnTo>
                  <a:pt x="8203" y="4066"/>
                </a:lnTo>
                <a:lnTo>
                  <a:pt x="8235" y="3821"/>
                </a:lnTo>
                <a:close/>
              </a:path>
            </a:pathLst>
          </a:custGeom>
          <a:solidFill>
            <a:srgbClr val="8B84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4" name="bg object 784"/>
          <p:cNvSpPr/>
          <p:nvPr/>
        </p:nvSpPr>
        <p:spPr>
          <a:xfrm>
            <a:off x="2028278" y="4101918"/>
            <a:ext cx="5080" cy="6350"/>
          </a:xfrm>
          <a:custGeom>
            <a:avLst/>
            <a:gdLst/>
            <a:ahLst/>
            <a:cxnLst/>
            <a:rect l="l" t="t" r="r" b="b"/>
            <a:pathLst>
              <a:path w="5080" h="6350">
                <a:moveTo>
                  <a:pt x="575" y="0"/>
                </a:moveTo>
                <a:lnTo>
                  <a:pt x="417" y="2947"/>
                </a:lnTo>
                <a:lnTo>
                  <a:pt x="0" y="6083"/>
                </a:lnTo>
                <a:lnTo>
                  <a:pt x="4594" y="5595"/>
                </a:lnTo>
                <a:lnTo>
                  <a:pt x="4633" y="55"/>
                </a:lnTo>
                <a:lnTo>
                  <a:pt x="575" y="0"/>
                </a:lnTo>
                <a:close/>
              </a:path>
            </a:pathLst>
          </a:custGeom>
          <a:solidFill>
            <a:srgbClr val="8882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5" name="bg object 785"/>
          <p:cNvSpPr/>
          <p:nvPr/>
        </p:nvSpPr>
        <p:spPr>
          <a:xfrm>
            <a:off x="2017831" y="4106090"/>
            <a:ext cx="6985" cy="10160"/>
          </a:xfrm>
          <a:custGeom>
            <a:avLst/>
            <a:gdLst/>
            <a:ahLst/>
            <a:cxnLst/>
            <a:rect l="l" t="t" r="r" b="b"/>
            <a:pathLst>
              <a:path w="6985" h="10160">
                <a:moveTo>
                  <a:pt x="2726" y="0"/>
                </a:moveTo>
                <a:lnTo>
                  <a:pt x="0" y="7793"/>
                </a:lnTo>
                <a:lnTo>
                  <a:pt x="520" y="9022"/>
                </a:lnTo>
                <a:lnTo>
                  <a:pt x="6800" y="9629"/>
                </a:lnTo>
                <a:lnTo>
                  <a:pt x="6784" y="47"/>
                </a:lnTo>
                <a:lnTo>
                  <a:pt x="2726" y="0"/>
                </a:lnTo>
                <a:close/>
              </a:path>
            </a:pathLst>
          </a:custGeom>
          <a:solidFill>
            <a:srgbClr val="9C94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6" name="bg object 786"/>
          <p:cNvSpPr/>
          <p:nvPr/>
        </p:nvSpPr>
        <p:spPr>
          <a:xfrm>
            <a:off x="2024663" y="4115718"/>
            <a:ext cx="8255" cy="4445"/>
          </a:xfrm>
          <a:custGeom>
            <a:avLst/>
            <a:gdLst/>
            <a:ahLst/>
            <a:cxnLst/>
            <a:rect l="l" t="t" r="r" b="b"/>
            <a:pathLst>
              <a:path w="8255" h="4445">
                <a:moveTo>
                  <a:pt x="55" y="0"/>
                </a:moveTo>
                <a:lnTo>
                  <a:pt x="0" y="4121"/>
                </a:lnTo>
                <a:lnTo>
                  <a:pt x="8234" y="4160"/>
                </a:lnTo>
                <a:lnTo>
                  <a:pt x="8250" y="15"/>
                </a:lnTo>
                <a:lnTo>
                  <a:pt x="55" y="0"/>
                </a:lnTo>
                <a:close/>
              </a:path>
            </a:pathLst>
          </a:custGeom>
          <a:solidFill>
            <a:srgbClr val="7369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7" name="bg object 787"/>
          <p:cNvSpPr/>
          <p:nvPr/>
        </p:nvSpPr>
        <p:spPr>
          <a:xfrm>
            <a:off x="2018588" y="4119385"/>
            <a:ext cx="6985" cy="5080"/>
          </a:xfrm>
          <a:custGeom>
            <a:avLst/>
            <a:gdLst/>
            <a:ahLst/>
            <a:cxnLst/>
            <a:rect l="l" t="t" r="r" b="b"/>
            <a:pathLst>
              <a:path w="6985" h="5079">
                <a:moveTo>
                  <a:pt x="0" y="0"/>
                </a:moveTo>
                <a:lnTo>
                  <a:pt x="614" y="4602"/>
                </a:lnTo>
                <a:lnTo>
                  <a:pt x="3554" y="4696"/>
                </a:lnTo>
                <a:lnTo>
                  <a:pt x="6674" y="5035"/>
                </a:lnTo>
                <a:lnTo>
                  <a:pt x="6075" y="457"/>
                </a:lnTo>
                <a:lnTo>
                  <a:pt x="3160" y="394"/>
                </a:lnTo>
                <a:lnTo>
                  <a:pt x="0" y="0"/>
                </a:lnTo>
                <a:close/>
              </a:path>
            </a:pathLst>
          </a:custGeom>
          <a:solidFill>
            <a:srgbClr val="7469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8" name="bg object 788"/>
          <p:cNvSpPr/>
          <p:nvPr/>
        </p:nvSpPr>
        <p:spPr>
          <a:xfrm>
            <a:off x="2240014" y="3763061"/>
            <a:ext cx="8890" cy="40640"/>
          </a:xfrm>
          <a:custGeom>
            <a:avLst/>
            <a:gdLst/>
            <a:ahLst/>
            <a:cxnLst/>
            <a:rect l="l" t="t" r="r" b="b"/>
            <a:pathLst>
              <a:path w="8889" h="40639">
                <a:moveTo>
                  <a:pt x="898" y="0"/>
                </a:moveTo>
                <a:lnTo>
                  <a:pt x="0" y="1670"/>
                </a:lnTo>
                <a:lnTo>
                  <a:pt x="275" y="10654"/>
                </a:lnTo>
                <a:lnTo>
                  <a:pt x="141" y="16525"/>
                </a:lnTo>
                <a:lnTo>
                  <a:pt x="110" y="36139"/>
                </a:lnTo>
                <a:lnTo>
                  <a:pt x="3293" y="35752"/>
                </a:lnTo>
                <a:lnTo>
                  <a:pt x="4657" y="37139"/>
                </a:lnTo>
                <a:lnTo>
                  <a:pt x="4271" y="40284"/>
                </a:lnTo>
                <a:lnTo>
                  <a:pt x="8368" y="40284"/>
                </a:lnTo>
                <a:lnTo>
                  <a:pt x="8392" y="22427"/>
                </a:lnTo>
                <a:lnTo>
                  <a:pt x="5264" y="22781"/>
                </a:lnTo>
                <a:lnTo>
                  <a:pt x="3837" y="21442"/>
                </a:lnTo>
                <a:lnTo>
                  <a:pt x="4286" y="18258"/>
                </a:lnTo>
                <a:lnTo>
                  <a:pt x="4286" y="394"/>
                </a:lnTo>
                <a:lnTo>
                  <a:pt x="898" y="0"/>
                </a:lnTo>
                <a:close/>
              </a:path>
            </a:pathLst>
          </a:custGeom>
          <a:solidFill>
            <a:srgbClr val="9E90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9" name="bg object 789"/>
          <p:cNvSpPr/>
          <p:nvPr/>
        </p:nvSpPr>
        <p:spPr>
          <a:xfrm>
            <a:off x="2243852" y="3781320"/>
            <a:ext cx="10160" cy="5080"/>
          </a:xfrm>
          <a:custGeom>
            <a:avLst/>
            <a:gdLst/>
            <a:ahLst/>
            <a:cxnLst/>
            <a:rect l="l" t="t" r="r" b="b"/>
            <a:pathLst>
              <a:path w="10160" h="5079">
                <a:moveTo>
                  <a:pt x="449" y="0"/>
                </a:moveTo>
                <a:lnTo>
                  <a:pt x="0" y="3183"/>
                </a:lnTo>
                <a:lnTo>
                  <a:pt x="1426" y="4523"/>
                </a:lnTo>
                <a:lnTo>
                  <a:pt x="4554" y="4168"/>
                </a:lnTo>
                <a:lnTo>
                  <a:pt x="8628" y="4168"/>
                </a:lnTo>
                <a:lnTo>
                  <a:pt x="10023" y="15"/>
                </a:lnTo>
                <a:lnTo>
                  <a:pt x="449" y="0"/>
                </a:lnTo>
                <a:close/>
              </a:path>
            </a:pathLst>
          </a:custGeom>
          <a:solidFill>
            <a:srgbClr val="9380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0" name="bg object 790"/>
          <p:cNvSpPr/>
          <p:nvPr/>
        </p:nvSpPr>
        <p:spPr>
          <a:xfrm>
            <a:off x="2034281" y="3982232"/>
            <a:ext cx="11430" cy="18415"/>
          </a:xfrm>
          <a:custGeom>
            <a:avLst/>
            <a:gdLst/>
            <a:ahLst/>
            <a:cxnLst/>
            <a:rect l="l" t="t" r="r" b="b"/>
            <a:pathLst>
              <a:path w="11430" h="18414">
                <a:moveTo>
                  <a:pt x="10977" y="15"/>
                </a:moveTo>
                <a:lnTo>
                  <a:pt x="1363" y="0"/>
                </a:lnTo>
                <a:lnTo>
                  <a:pt x="0" y="1379"/>
                </a:lnTo>
                <a:lnTo>
                  <a:pt x="535" y="2072"/>
                </a:lnTo>
                <a:lnTo>
                  <a:pt x="921" y="3073"/>
                </a:lnTo>
                <a:lnTo>
                  <a:pt x="4649" y="4877"/>
                </a:lnTo>
                <a:lnTo>
                  <a:pt x="8597" y="5862"/>
                </a:lnTo>
                <a:lnTo>
                  <a:pt x="1497" y="9314"/>
                </a:lnTo>
                <a:lnTo>
                  <a:pt x="1694" y="12088"/>
                </a:lnTo>
                <a:lnTo>
                  <a:pt x="1379" y="13782"/>
                </a:lnTo>
                <a:lnTo>
                  <a:pt x="1379" y="17904"/>
                </a:lnTo>
                <a:lnTo>
                  <a:pt x="9590" y="17888"/>
                </a:lnTo>
                <a:lnTo>
                  <a:pt x="9613" y="9645"/>
                </a:lnTo>
                <a:lnTo>
                  <a:pt x="10977" y="15"/>
                </a:lnTo>
                <a:close/>
              </a:path>
            </a:pathLst>
          </a:custGeom>
          <a:solidFill>
            <a:srgbClr val="998F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1" name="bg object 791"/>
          <p:cNvSpPr/>
          <p:nvPr/>
        </p:nvSpPr>
        <p:spPr>
          <a:xfrm>
            <a:off x="2029616" y="4013431"/>
            <a:ext cx="10795" cy="19050"/>
          </a:xfrm>
          <a:custGeom>
            <a:avLst/>
            <a:gdLst/>
            <a:ahLst/>
            <a:cxnLst/>
            <a:rect l="l" t="t" r="r" b="b"/>
            <a:pathLst>
              <a:path w="10794" h="19050">
                <a:moveTo>
                  <a:pt x="0" y="0"/>
                </a:moveTo>
                <a:lnTo>
                  <a:pt x="535" y="4570"/>
                </a:lnTo>
                <a:lnTo>
                  <a:pt x="3640" y="4239"/>
                </a:lnTo>
                <a:lnTo>
                  <a:pt x="6288" y="4365"/>
                </a:lnTo>
                <a:lnTo>
                  <a:pt x="4649" y="8739"/>
                </a:lnTo>
                <a:lnTo>
                  <a:pt x="4720" y="18369"/>
                </a:lnTo>
                <a:lnTo>
                  <a:pt x="8534" y="18841"/>
                </a:lnTo>
                <a:lnTo>
                  <a:pt x="10701" y="17730"/>
                </a:lnTo>
                <a:lnTo>
                  <a:pt x="9905" y="10425"/>
                </a:lnTo>
                <a:lnTo>
                  <a:pt x="10165" y="7494"/>
                </a:lnTo>
                <a:lnTo>
                  <a:pt x="10134" y="512"/>
                </a:lnTo>
                <a:lnTo>
                  <a:pt x="3128" y="370"/>
                </a:lnTo>
                <a:lnTo>
                  <a:pt x="0" y="0"/>
                </a:lnTo>
                <a:close/>
              </a:path>
            </a:pathLst>
          </a:custGeom>
          <a:solidFill>
            <a:srgbClr val="8D80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2" name="bg object 792"/>
          <p:cNvSpPr/>
          <p:nvPr/>
        </p:nvSpPr>
        <p:spPr>
          <a:xfrm>
            <a:off x="2021736" y="4017669"/>
            <a:ext cx="14604" cy="5080"/>
          </a:xfrm>
          <a:custGeom>
            <a:avLst/>
            <a:gdLst/>
            <a:ahLst/>
            <a:cxnLst/>
            <a:rect l="l" t="t" r="r" b="b"/>
            <a:pathLst>
              <a:path w="14605" h="5079">
                <a:moveTo>
                  <a:pt x="11521" y="0"/>
                </a:moveTo>
                <a:lnTo>
                  <a:pt x="8416" y="330"/>
                </a:lnTo>
                <a:lnTo>
                  <a:pt x="204" y="346"/>
                </a:lnTo>
                <a:lnTo>
                  <a:pt x="0" y="2962"/>
                </a:lnTo>
                <a:lnTo>
                  <a:pt x="677" y="4680"/>
                </a:lnTo>
                <a:lnTo>
                  <a:pt x="6721" y="4349"/>
                </a:lnTo>
                <a:lnTo>
                  <a:pt x="9621" y="4491"/>
                </a:lnTo>
                <a:lnTo>
                  <a:pt x="12521" y="4499"/>
                </a:lnTo>
                <a:lnTo>
                  <a:pt x="14168" y="126"/>
                </a:lnTo>
                <a:lnTo>
                  <a:pt x="11521" y="0"/>
                </a:lnTo>
                <a:close/>
              </a:path>
            </a:pathLst>
          </a:custGeom>
          <a:solidFill>
            <a:srgbClr val="746D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3" name="bg object 793"/>
          <p:cNvSpPr/>
          <p:nvPr/>
        </p:nvSpPr>
        <p:spPr>
          <a:xfrm>
            <a:off x="2035664" y="4004268"/>
            <a:ext cx="4445" cy="10160"/>
          </a:xfrm>
          <a:custGeom>
            <a:avLst/>
            <a:gdLst/>
            <a:ahLst/>
            <a:cxnLst/>
            <a:rect l="l" t="t" r="r" b="b"/>
            <a:pathLst>
              <a:path w="4444" h="10160">
                <a:moveTo>
                  <a:pt x="4113" y="0"/>
                </a:moveTo>
                <a:lnTo>
                  <a:pt x="0" y="7"/>
                </a:lnTo>
                <a:lnTo>
                  <a:pt x="0" y="9613"/>
                </a:lnTo>
                <a:lnTo>
                  <a:pt x="4089" y="9677"/>
                </a:lnTo>
                <a:close/>
              </a:path>
            </a:pathLst>
          </a:custGeom>
          <a:solidFill>
            <a:srgbClr val="ADA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4" name="bg object 794"/>
          <p:cNvSpPr/>
          <p:nvPr/>
        </p:nvSpPr>
        <p:spPr>
          <a:xfrm>
            <a:off x="2035657" y="4000117"/>
            <a:ext cx="8255" cy="4445"/>
          </a:xfrm>
          <a:custGeom>
            <a:avLst/>
            <a:gdLst/>
            <a:ahLst/>
            <a:cxnLst/>
            <a:rect l="l" t="t" r="r" b="b"/>
            <a:pathLst>
              <a:path w="8255" h="4445">
                <a:moveTo>
                  <a:pt x="8211" y="0"/>
                </a:moveTo>
                <a:lnTo>
                  <a:pt x="0" y="15"/>
                </a:lnTo>
                <a:lnTo>
                  <a:pt x="7" y="4152"/>
                </a:lnTo>
                <a:lnTo>
                  <a:pt x="4121" y="4152"/>
                </a:lnTo>
                <a:lnTo>
                  <a:pt x="8234" y="4137"/>
                </a:lnTo>
                <a:lnTo>
                  <a:pt x="8211" y="0"/>
                </a:lnTo>
                <a:close/>
              </a:path>
            </a:pathLst>
          </a:custGeom>
          <a:solidFill>
            <a:srgbClr val="A696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5" name="bg object 795"/>
          <p:cNvSpPr/>
          <p:nvPr/>
        </p:nvSpPr>
        <p:spPr>
          <a:xfrm>
            <a:off x="2039779" y="4188632"/>
            <a:ext cx="10160" cy="12700"/>
          </a:xfrm>
          <a:custGeom>
            <a:avLst/>
            <a:gdLst/>
            <a:ahLst/>
            <a:cxnLst/>
            <a:rect l="l" t="t" r="r" b="b"/>
            <a:pathLst>
              <a:path w="10160" h="12700">
                <a:moveTo>
                  <a:pt x="8211" y="0"/>
                </a:moveTo>
                <a:lnTo>
                  <a:pt x="6840" y="55"/>
                </a:lnTo>
                <a:lnTo>
                  <a:pt x="6540" y="4034"/>
                </a:lnTo>
                <a:lnTo>
                  <a:pt x="3443" y="2379"/>
                </a:lnTo>
                <a:lnTo>
                  <a:pt x="1371" y="2781"/>
                </a:lnTo>
                <a:lnTo>
                  <a:pt x="0" y="12411"/>
                </a:lnTo>
                <a:lnTo>
                  <a:pt x="5476" y="12411"/>
                </a:lnTo>
                <a:lnTo>
                  <a:pt x="7636" y="12443"/>
                </a:lnTo>
                <a:lnTo>
                  <a:pt x="9850" y="12372"/>
                </a:lnTo>
                <a:lnTo>
                  <a:pt x="9235" y="6193"/>
                </a:lnTo>
                <a:lnTo>
                  <a:pt x="8668" y="3112"/>
                </a:lnTo>
                <a:lnTo>
                  <a:pt x="8211" y="0"/>
                </a:lnTo>
                <a:close/>
              </a:path>
            </a:pathLst>
          </a:custGeom>
          <a:solidFill>
            <a:srgbClr val="9F96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6" name="bg object 796"/>
          <p:cNvSpPr/>
          <p:nvPr/>
        </p:nvSpPr>
        <p:spPr>
          <a:xfrm>
            <a:off x="2049356" y="4205356"/>
            <a:ext cx="4445" cy="13970"/>
          </a:xfrm>
          <a:custGeom>
            <a:avLst/>
            <a:gdLst/>
            <a:ahLst/>
            <a:cxnLst/>
            <a:rect l="l" t="t" r="r" b="b"/>
            <a:pathLst>
              <a:path w="4444" h="13970">
                <a:moveTo>
                  <a:pt x="2348" y="0"/>
                </a:moveTo>
                <a:lnTo>
                  <a:pt x="23" y="3948"/>
                </a:lnTo>
                <a:lnTo>
                  <a:pt x="0" y="13577"/>
                </a:lnTo>
                <a:lnTo>
                  <a:pt x="2624" y="13774"/>
                </a:lnTo>
                <a:lnTo>
                  <a:pt x="4397" y="13089"/>
                </a:lnTo>
                <a:lnTo>
                  <a:pt x="4018" y="7896"/>
                </a:lnTo>
                <a:lnTo>
                  <a:pt x="4357" y="5831"/>
                </a:lnTo>
                <a:lnTo>
                  <a:pt x="3861" y="2513"/>
                </a:lnTo>
                <a:lnTo>
                  <a:pt x="2947" y="1284"/>
                </a:lnTo>
                <a:lnTo>
                  <a:pt x="2348" y="0"/>
                </a:lnTo>
                <a:close/>
              </a:path>
            </a:pathLst>
          </a:custGeom>
          <a:solidFill>
            <a:srgbClr val="9089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7" name="bg object 797"/>
          <p:cNvSpPr/>
          <p:nvPr/>
        </p:nvSpPr>
        <p:spPr>
          <a:xfrm>
            <a:off x="2039509" y="4222879"/>
            <a:ext cx="4445" cy="9525"/>
          </a:xfrm>
          <a:custGeom>
            <a:avLst/>
            <a:gdLst/>
            <a:ahLst/>
            <a:cxnLst/>
            <a:rect l="l" t="t" r="r" b="b"/>
            <a:pathLst>
              <a:path w="4444" h="9525">
                <a:moveTo>
                  <a:pt x="1796" y="0"/>
                </a:moveTo>
                <a:lnTo>
                  <a:pt x="0" y="646"/>
                </a:lnTo>
                <a:lnTo>
                  <a:pt x="370" y="5327"/>
                </a:lnTo>
                <a:lnTo>
                  <a:pt x="275" y="6887"/>
                </a:lnTo>
                <a:lnTo>
                  <a:pt x="275" y="8447"/>
                </a:lnTo>
                <a:lnTo>
                  <a:pt x="4365" y="8928"/>
                </a:lnTo>
                <a:lnTo>
                  <a:pt x="4365" y="173"/>
                </a:lnTo>
                <a:lnTo>
                  <a:pt x="1796" y="0"/>
                </a:lnTo>
                <a:close/>
              </a:path>
            </a:pathLst>
          </a:custGeom>
          <a:solidFill>
            <a:srgbClr val="9D95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8" name="bg object 798"/>
          <p:cNvSpPr/>
          <p:nvPr/>
        </p:nvSpPr>
        <p:spPr>
          <a:xfrm>
            <a:off x="2156190" y="3479965"/>
            <a:ext cx="6350" cy="10160"/>
          </a:xfrm>
          <a:custGeom>
            <a:avLst/>
            <a:gdLst/>
            <a:ahLst/>
            <a:cxnLst/>
            <a:rect l="l" t="t" r="r" b="b"/>
            <a:pathLst>
              <a:path w="6350" h="10160">
                <a:moveTo>
                  <a:pt x="5728" y="0"/>
                </a:moveTo>
                <a:lnTo>
                  <a:pt x="260" y="0"/>
                </a:lnTo>
                <a:lnTo>
                  <a:pt x="260" y="2009"/>
                </a:lnTo>
                <a:lnTo>
                  <a:pt x="370" y="4018"/>
                </a:lnTo>
                <a:lnTo>
                  <a:pt x="0" y="9156"/>
                </a:lnTo>
                <a:lnTo>
                  <a:pt x="1741" y="9834"/>
                </a:lnTo>
                <a:lnTo>
                  <a:pt x="4349" y="9613"/>
                </a:lnTo>
                <a:lnTo>
                  <a:pt x="5728" y="0"/>
                </a:lnTo>
                <a:close/>
              </a:path>
            </a:pathLst>
          </a:custGeom>
          <a:solidFill>
            <a:srgbClr val="D5CE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9" name="bg object 799"/>
          <p:cNvSpPr/>
          <p:nvPr/>
        </p:nvSpPr>
        <p:spPr>
          <a:xfrm>
            <a:off x="2086413" y="3675365"/>
            <a:ext cx="13970" cy="18415"/>
          </a:xfrm>
          <a:custGeom>
            <a:avLst/>
            <a:gdLst/>
            <a:ahLst/>
            <a:cxnLst/>
            <a:rect l="l" t="t" r="r" b="b"/>
            <a:pathLst>
              <a:path w="13969" h="18414">
                <a:moveTo>
                  <a:pt x="13743" y="0"/>
                </a:moveTo>
                <a:lnTo>
                  <a:pt x="4152" y="0"/>
                </a:lnTo>
                <a:lnTo>
                  <a:pt x="4531" y="3120"/>
                </a:lnTo>
                <a:lnTo>
                  <a:pt x="3175" y="4523"/>
                </a:lnTo>
                <a:lnTo>
                  <a:pt x="39" y="4145"/>
                </a:lnTo>
                <a:lnTo>
                  <a:pt x="0" y="8227"/>
                </a:lnTo>
                <a:lnTo>
                  <a:pt x="4460" y="9141"/>
                </a:lnTo>
                <a:lnTo>
                  <a:pt x="9480" y="9377"/>
                </a:lnTo>
                <a:lnTo>
                  <a:pt x="8550" y="16611"/>
                </a:lnTo>
                <a:lnTo>
                  <a:pt x="11024" y="17313"/>
                </a:lnTo>
                <a:lnTo>
                  <a:pt x="12324" y="17856"/>
                </a:lnTo>
                <a:lnTo>
                  <a:pt x="13711" y="9613"/>
                </a:lnTo>
                <a:lnTo>
                  <a:pt x="13743" y="0"/>
                </a:lnTo>
                <a:close/>
              </a:path>
            </a:pathLst>
          </a:custGeom>
          <a:solidFill>
            <a:srgbClr val="8177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0" name="bg object 800"/>
          <p:cNvSpPr/>
          <p:nvPr/>
        </p:nvSpPr>
        <p:spPr>
          <a:xfrm>
            <a:off x="2086226" y="3666914"/>
            <a:ext cx="5080" cy="13335"/>
          </a:xfrm>
          <a:custGeom>
            <a:avLst/>
            <a:gdLst/>
            <a:ahLst/>
            <a:cxnLst/>
            <a:rect l="l" t="t" r="r" b="b"/>
            <a:pathLst>
              <a:path w="5080" h="13335">
                <a:moveTo>
                  <a:pt x="1678" y="0"/>
                </a:moveTo>
                <a:lnTo>
                  <a:pt x="0" y="732"/>
                </a:lnTo>
                <a:lnTo>
                  <a:pt x="354" y="6769"/>
                </a:lnTo>
                <a:lnTo>
                  <a:pt x="220" y="9677"/>
                </a:lnTo>
                <a:lnTo>
                  <a:pt x="220" y="12592"/>
                </a:lnTo>
                <a:lnTo>
                  <a:pt x="3364" y="12970"/>
                </a:lnTo>
                <a:lnTo>
                  <a:pt x="4720" y="11576"/>
                </a:lnTo>
                <a:lnTo>
                  <a:pt x="4342" y="8447"/>
                </a:lnTo>
                <a:lnTo>
                  <a:pt x="4302" y="181"/>
                </a:lnTo>
                <a:lnTo>
                  <a:pt x="1678" y="0"/>
                </a:lnTo>
                <a:close/>
              </a:path>
            </a:pathLst>
          </a:custGeom>
          <a:solidFill>
            <a:srgbClr val="7469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1" name="bg object 801"/>
          <p:cNvSpPr/>
          <p:nvPr/>
        </p:nvSpPr>
        <p:spPr>
          <a:xfrm>
            <a:off x="2164655" y="3511402"/>
            <a:ext cx="10160" cy="10795"/>
          </a:xfrm>
          <a:custGeom>
            <a:avLst/>
            <a:gdLst/>
            <a:ahLst/>
            <a:cxnLst/>
            <a:rect l="l" t="t" r="r" b="b"/>
            <a:pathLst>
              <a:path w="10160" h="10795">
                <a:moveTo>
                  <a:pt x="7336" y="0"/>
                </a:moveTo>
                <a:lnTo>
                  <a:pt x="2742" y="267"/>
                </a:lnTo>
                <a:lnTo>
                  <a:pt x="1379" y="204"/>
                </a:lnTo>
                <a:lnTo>
                  <a:pt x="15" y="212"/>
                </a:lnTo>
                <a:lnTo>
                  <a:pt x="0" y="4286"/>
                </a:lnTo>
                <a:lnTo>
                  <a:pt x="5476" y="5011"/>
                </a:lnTo>
                <a:lnTo>
                  <a:pt x="5642" y="5232"/>
                </a:lnTo>
                <a:lnTo>
                  <a:pt x="4145" y="9850"/>
                </a:lnTo>
                <a:lnTo>
                  <a:pt x="8100" y="10386"/>
                </a:lnTo>
                <a:lnTo>
                  <a:pt x="9826" y="9101"/>
                </a:lnTo>
                <a:lnTo>
                  <a:pt x="9700" y="181"/>
                </a:lnTo>
                <a:lnTo>
                  <a:pt x="7336" y="0"/>
                </a:lnTo>
                <a:close/>
              </a:path>
            </a:pathLst>
          </a:custGeom>
          <a:solidFill>
            <a:srgbClr val="978A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2" name="bg object 802"/>
          <p:cNvSpPr/>
          <p:nvPr/>
        </p:nvSpPr>
        <p:spPr>
          <a:xfrm>
            <a:off x="2178393" y="3517128"/>
            <a:ext cx="4445" cy="12700"/>
          </a:xfrm>
          <a:custGeom>
            <a:avLst/>
            <a:gdLst/>
            <a:ahLst/>
            <a:cxnLst/>
            <a:rect l="l" t="t" r="r" b="b"/>
            <a:pathLst>
              <a:path w="4444" h="12700">
                <a:moveTo>
                  <a:pt x="4129" y="0"/>
                </a:moveTo>
                <a:lnTo>
                  <a:pt x="23" y="7"/>
                </a:lnTo>
                <a:lnTo>
                  <a:pt x="0" y="12364"/>
                </a:lnTo>
                <a:lnTo>
                  <a:pt x="4113" y="12356"/>
                </a:lnTo>
                <a:lnTo>
                  <a:pt x="4129" y="0"/>
                </a:lnTo>
                <a:close/>
              </a:path>
            </a:pathLst>
          </a:custGeom>
          <a:solidFill>
            <a:srgbClr val="A49D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3" name="bg object 803"/>
          <p:cNvSpPr/>
          <p:nvPr/>
        </p:nvSpPr>
        <p:spPr>
          <a:xfrm>
            <a:off x="2168492" y="3529492"/>
            <a:ext cx="11430" cy="5715"/>
          </a:xfrm>
          <a:custGeom>
            <a:avLst/>
            <a:gdLst/>
            <a:ahLst/>
            <a:cxnLst/>
            <a:rect l="l" t="t" r="r" b="b"/>
            <a:pathLst>
              <a:path w="11430" h="5714">
                <a:moveTo>
                  <a:pt x="9905" y="0"/>
                </a:moveTo>
                <a:lnTo>
                  <a:pt x="314" y="0"/>
                </a:lnTo>
                <a:lnTo>
                  <a:pt x="0" y="4846"/>
                </a:lnTo>
                <a:lnTo>
                  <a:pt x="3698" y="5484"/>
                </a:lnTo>
                <a:lnTo>
                  <a:pt x="11000" y="5484"/>
                </a:lnTo>
                <a:lnTo>
                  <a:pt x="9582" y="2214"/>
                </a:lnTo>
                <a:lnTo>
                  <a:pt x="9905" y="0"/>
                </a:lnTo>
                <a:close/>
              </a:path>
            </a:pathLst>
          </a:custGeom>
          <a:solidFill>
            <a:srgbClr val="A59A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4" name="bg object 804"/>
          <p:cNvSpPr/>
          <p:nvPr/>
        </p:nvSpPr>
        <p:spPr>
          <a:xfrm>
            <a:off x="2164655" y="3515689"/>
            <a:ext cx="5715" cy="10160"/>
          </a:xfrm>
          <a:custGeom>
            <a:avLst/>
            <a:gdLst/>
            <a:ahLst/>
            <a:cxnLst/>
            <a:rect l="l" t="t" r="r" b="b"/>
            <a:pathLst>
              <a:path w="5714" h="10160">
                <a:moveTo>
                  <a:pt x="0" y="0"/>
                </a:moveTo>
                <a:lnTo>
                  <a:pt x="0" y="9677"/>
                </a:lnTo>
                <a:lnTo>
                  <a:pt x="4160" y="9677"/>
                </a:lnTo>
                <a:lnTo>
                  <a:pt x="4145" y="5563"/>
                </a:lnTo>
                <a:lnTo>
                  <a:pt x="5642" y="945"/>
                </a:lnTo>
                <a:lnTo>
                  <a:pt x="5476" y="724"/>
                </a:lnTo>
                <a:close/>
              </a:path>
            </a:pathLst>
          </a:custGeom>
          <a:solidFill>
            <a:srgbClr val="A196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5" name="bg object 805"/>
          <p:cNvSpPr/>
          <p:nvPr/>
        </p:nvSpPr>
        <p:spPr>
          <a:xfrm>
            <a:off x="2156689" y="3507506"/>
            <a:ext cx="8255" cy="6350"/>
          </a:xfrm>
          <a:custGeom>
            <a:avLst/>
            <a:gdLst/>
            <a:ahLst/>
            <a:cxnLst/>
            <a:rect l="l" t="t" r="r" b="b"/>
            <a:pathLst>
              <a:path w="8255" h="6350">
                <a:moveTo>
                  <a:pt x="7974" y="0"/>
                </a:moveTo>
                <a:lnTo>
                  <a:pt x="0" y="1702"/>
                </a:lnTo>
                <a:lnTo>
                  <a:pt x="1576" y="6138"/>
                </a:lnTo>
                <a:lnTo>
                  <a:pt x="5319" y="3270"/>
                </a:lnTo>
                <a:lnTo>
                  <a:pt x="7974" y="4082"/>
                </a:lnTo>
                <a:lnTo>
                  <a:pt x="7974" y="0"/>
                </a:lnTo>
                <a:close/>
              </a:path>
            </a:pathLst>
          </a:custGeom>
          <a:solidFill>
            <a:srgbClr val="7D74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6" name="bg object 806"/>
          <p:cNvSpPr/>
          <p:nvPr/>
        </p:nvSpPr>
        <p:spPr>
          <a:xfrm>
            <a:off x="2168768" y="3524938"/>
            <a:ext cx="6350" cy="5080"/>
          </a:xfrm>
          <a:custGeom>
            <a:avLst/>
            <a:gdLst/>
            <a:ahLst/>
            <a:cxnLst/>
            <a:rect l="l" t="t" r="r" b="b"/>
            <a:pathLst>
              <a:path w="6350" h="5079">
                <a:moveTo>
                  <a:pt x="6059" y="0"/>
                </a:moveTo>
                <a:lnTo>
                  <a:pt x="2978" y="323"/>
                </a:lnTo>
                <a:lnTo>
                  <a:pt x="0" y="433"/>
                </a:lnTo>
                <a:lnTo>
                  <a:pt x="31" y="4554"/>
                </a:lnTo>
                <a:lnTo>
                  <a:pt x="5539" y="4523"/>
                </a:lnTo>
                <a:lnTo>
                  <a:pt x="6059" y="0"/>
                </a:lnTo>
                <a:close/>
              </a:path>
            </a:pathLst>
          </a:custGeom>
          <a:solidFill>
            <a:srgbClr val="9387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7" name="bg object 807"/>
          <p:cNvSpPr/>
          <p:nvPr/>
        </p:nvSpPr>
        <p:spPr>
          <a:xfrm>
            <a:off x="2164637" y="3529488"/>
            <a:ext cx="18415" cy="13970"/>
          </a:xfrm>
          <a:custGeom>
            <a:avLst/>
            <a:gdLst/>
            <a:ahLst/>
            <a:cxnLst/>
            <a:rect l="l" t="t" r="r" b="b"/>
            <a:pathLst>
              <a:path w="18414" h="13970">
                <a:moveTo>
                  <a:pt x="17872" y="0"/>
                </a:moveTo>
                <a:lnTo>
                  <a:pt x="13782" y="31"/>
                </a:lnTo>
                <a:lnTo>
                  <a:pt x="13435" y="2222"/>
                </a:lnTo>
                <a:lnTo>
                  <a:pt x="14854" y="5492"/>
                </a:lnTo>
                <a:lnTo>
                  <a:pt x="7186" y="5421"/>
                </a:lnTo>
                <a:lnTo>
                  <a:pt x="3861" y="4854"/>
                </a:lnTo>
                <a:lnTo>
                  <a:pt x="4160" y="0"/>
                </a:lnTo>
                <a:lnTo>
                  <a:pt x="39" y="15"/>
                </a:lnTo>
                <a:lnTo>
                  <a:pt x="0" y="9684"/>
                </a:lnTo>
                <a:lnTo>
                  <a:pt x="4137" y="13782"/>
                </a:lnTo>
                <a:lnTo>
                  <a:pt x="8258" y="13790"/>
                </a:lnTo>
                <a:lnTo>
                  <a:pt x="8085" y="11197"/>
                </a:lnTo>
                <a:lnTo>
                  <a:pt x="8707" y="9393"/>
                </a:lnTo>
                <a:lnTo>
                  <a:pt x="13861" y="9763"/>
                </a:lnTo>
                <a:lnTo>
                  <a:pt x="15870" y="9645"/>
                </a:lnTo>
                <a:lnTo>
                  <a:pt x="17872" y="9637"/>
                </a:lnTo>
                <a:lnTo>
                  <a:pt x="17872" y="0"/>
                </a:lnTo>
                <a:close/>
              </a:path>
            </a:pathLst>
          </a:custGeom>
          <a:solidFill>
            <a:srgbClr val="B1A8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8" name="bg object 808"/>
          <p:cNvSpPr/>
          <p:nvPr/>
        </p:nvSpPr>
        <p:spPr>
          <a:xfrm>
            <a:off x="2032362" y="4132251"/>
            <a:ext cx="5080" cy="12065"/>
          </a:xfrm>
          <a:custGeom>
            <a:avLst/>
            <a:gdLst/>
            <a:ahLst/>
            <a:cxnLst/>
            <a:rect l="l" t="t" r="r" b="b"/>
            <a:pathLst>
              <a:path w="5080" h="12064">
                <a:moveTo>
                  <a:pt x="1930" y="0"/>
                </a:moveTo>
                <a:lnTo>
                  <a:pt x="559" y="1371"/>
                </a:lnTo>
                <a:lnTo>
                  <a:pt x="520" y="8337"/>
                </a:lnTo>
                <a:lnTo>
                  <a:pt x="0" y="11584"/>
                </a:lnTo>
                <a:lnTo>
                  <a:pt x="4625" y="10977"/>
                </a:lnTo>
                <a:lnTo>
                  <a:pt x="4704" y="5508"/>
                </a:lnTo>
                <a:lnTo>
                  <a:pt x="1930" y="0"/>
                </a:lnTo>
                <a:close/>
              </a:path>
            </a:pathLst>
          </a:custGeom>
          <a:solidFill>
            <a:srgbClr val="9C94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9" name="bg object 809"/>
          <p:cNvSpPr/>
          <p:nvPr/>
        </p:nvSpPr>
        <p:spPr>
          <a:xfrm>
            <a:off x="2128334" y="4407010"/>
            <a:ext cx="10795" cy="10160"/>
          </a:xfrm>
          <a:custGeom>
            <a:avLst/>
            <a:gdLst/>
            <a:ahLst/>
            <a:cxnLst/>
            <a:rect l="l" t="t" r="r" b="b"/>
            <a:pathLst>
              <a:path w="10794" h="10160">
                <a:moveTo>
                  <a:pt x="2435" y="0"/>
                </a:moveTo>
                <a:lnTo>
                  <a:pt x="0" y="906"/>
                </a:lnTo>
                <a:lnTo>
                  <a:pt x="827" y="6942"/>
                </a:lnTo>
                <a:lnTo>
                  <a:pt x="654" y="8526"/>
                </a:lnTo>
                <a:lnTo>
                  <a:pt x="654" y="10086"/>
                </a:lnTo>
                <a:lnTo>
                  <a:pt x="6138" y="10086"/>
                </a:lnTo>
                <a:lnTo>
                  <a:pt x="5792" y="6989"/>
                </a:lnTo>
                <a:lnTo>
                  <a:pt x="5925" y="4365"/>
                </a:lnTo>
                <a:lnTo>
                  <a:pt x="10260" y="5957"/>
                </a:lnTo>
                <a:lnTo>
                  <a:pt x="10283" y="472"/>
                </a:lnTo>
                <a:lnTo>
                  <a:pt x="6146" y="449"/>
                </a:lnTo>
                <a:lnTo>
                  <a:pt x="2435" y="0"/>
                </a:lnTo>
                <a:close/>
              </a:path>
            </a:pathLst>
          </a:custGeom>
          <a:solidFill>
            <a:srgbClr val="948C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0" name="bg object 810"/>
          <p:cNvSpPr/>
          <p:nvPr/>
        </p:nvSpPr>
        <p:spPr>
          <a:xfrm>
            <a:off x="2139997" y="4414350"/>
            <a:ext cx="8255" cy="11430"/>
          </a:xfrm>
          <a:custGeom>
            <a:avLst/>
            <a:gdLst/>
            <a:ahLst/>
            <a:cxnLst/>
            <a:rect l="l" t="t" r="r" b="b"/>
            <a:pathLst>
              <a:path w="8255" h="11429">
                <a:moveTo>
                  <a:pt x="3632" y="0"/>
                </a:moveTo>
                <a:lnTo>
                  <a:pt x="3207" y="15"/>
                </a:lnTo>
                <a:lnTo>
                  <a:pt x="2781" y="63"/>
                </a:lnTo>
                <a:lnTo>
                  <a:pt x="1316" y="2663"/>
                </a:lnTo>
                <a:lnTo>
                  <a:pt x="0" y="9582"/>
                </a:lnTo>
                <a:lnTo>
                  <a:pt x="2639" y="11063"/>
                </a:lnTo>
                <a:lnTo>
                  <a:pt x="8250" y="9613"/>
                </a:lnTo>
                <a:lnTo>
                  <a:pt x="4058" y="15"/>
                </a:lnTo>
                <a:lnTo>
                  <a:pt x="3632" y="0"/>
                </a:lnTo>
                <a:close/>
              </a:path>
            </a:pathLst>
          </a:custGeom>
          <a:solidFill>
            <a:srgbClr val="51419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1" name="bg object 811"/>
          <p:cNvSpPr/>
          <p:nvPr/>
        </p:nvSpPr>
        <p:spPr>
          <a:xfrm>
            <a:off x="2138594" y="4404676"/>
            <a:ext cx="4445" cy="12700"/>
          </a:xfrm>
          <a:custGeom>
            <a:avLst/>
            <a:gdLst/>
            <a:ahLst/>
            <a:cxnLst/>
            <a:rect l="l" t="t" r="r" b="b"/>
            <a:pathLst>
              <a:path w="4444" h="12700">
                <a:moveTo>
                  <a:pt x="2695" y="0"/>
                </a:moveTo>
                <a:lnTo>
                  <a:pt x="23" y="2813"/>
                </a:lnTo>
                <a:lnTo>
                  <a:pt x="0" y="8290"/>
                </a:lnTo>
                <a:lnTo>
                  <a:pt x="2718" y="12332"/>
                </a:lnTo>
                <a:lnTo>
                  <a:pt x="4184" y="9740"/>
                </a:lnTo>
                <a:lnTo>
                  <a:pt x="2695" y="0"/>
                </a:lnTo>
                <a:close/>
              </a:path>
            </a:pathLst>
          </a:custGeom>
          <a:solidFill>
            <a:srgbClr val="827E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2" name="bg object 812"/>
          <p:cNvSpPr/>
          <p:nvPr/>
        </p:nvSpPr>
        <p:spPr>
          <a:xfrm>
            <a:off x="2128728" y="4417097"/>
            <a:ext cx="6350" cy="8890"/>
          </a:xfrm>
          <a:custGeom>
            <a:avLst/>
            <a:gdLst/>
            <a:ahLst/>
            <a:cxnLst/>
            <a:rect l="l" t="t" r="r" b="b"/>
            <a:pathLst>
              <a:path w="6350" h="8889">
                <a:moveTo>
                  <a:pt x="5744" y="0"/>
                </a:moveTo>
                <a:lnTo>
                  <a:pt x="260" y="0"/>
                </a:lnTo>
                <a:lnTo>
                  <a:pt x="260" y="1552"/>
                </a:lnTo>
                <a:lnTo>
                  <a:pt x="370" y="3112"/>
                </a:lnTo>
                <a:lnTo>
                  <a:pt x="0" y="7777"/>
                </a:lnTo>
                <a:lnTo>
                  <a:pt x="1749" y="8471"/>
                </a:lnTo>
                <a:lnTo>
                  <a:pt x="4349" y="8242"/>
                </a:lnTo>
                <a:lnTo>
                  <a:pt x="5744" y="0"/>
                </a:lnTo>
                <a:close/>
              </a:path>
            </a:pathLst>
          </a:custGeom>
          <a:solidFill>
            <a:srgbClr val="9E9A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3" name="bg object 813"/>
          <p:cNvSpPr/>
          <p:nvPr/>
        </p:nvSpPr>
        <p:spPr>
          <a:xfrm>
            <a:off x="2042519" y="3866648"/>
            <a:ext cx="13970" cy="13970"/>
          </a:xfrm>
          <a:custGeom>
            <a:avLst/>
            <a:gdLst/>
            <a:ahLst/>
            <a:cxnLst/>
            <a:rect l="l" t="t" r="r" b="b"/>
            <a:pathLst>
              <a:path w="13969" h="13970">
                <a:moveTo>
                  <a:pt x="13703" y="7"/>
                </a:moveTo>
                <a:lnTo>
                  <a:pt x="4121" y="0"/>
                </a:lnTo>
                <a:lnTo>
                  <a:pt x="0" y="8250"/>
                </a:lnTo>
                <a:lnTo>
                  <a:pt x="4562" y="7691"/>
                </a:lnTo>
                <a:lnTo>
                  <a:pt x="4208" y="10827"/>
                </a:lnTo>
                <a:lnTo>
                  <a:pt x="4129" y="13766"/>
                </a:lnTo>
                <a:lnTo>
                  <a:pt x="5445" y="13183"/>
                </a:lnTo>
                <a:lnTo>
                  <a:pt x="7872" y="12663"/>
                </a:lnTo>
                <a:lnTo>
                  <a:pt x="8100" y="7722"/>
                </a:lnTo>
                <a:lnTo>
                  <a:pt x="11000" y="8250"/>
                </a:lnTo>
                <a:lnTo>
                  <a:pt x="13727" y="8258"/>
                </a:lnTo>
                <a:lnTo>
                  <a:pt x="13719" y="7"/>
                </a:lnTo>
                <a:close/>
              </a:path>
            </a:pathLst>
          </a:custGeom>
          <a:solidFill>
            <a:srgbClr val="B0A6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4" name="bg object 814"/>
          <p:cNvSpPr/>
          <p:nvPr/>
        </p:nvSpPr>
        <p:spPr>
          <a:xfrm>
            <a:off x="2046635" y="3856486"/>
            <a:ext cx="10160" cy="10795"/>
          </a:xfrm>
          <a:custGeom>
            <a:avLst/>
            <a:gdLst/>
            <a:ahLst/>
            <a:cxnLst/>
            <a:rect l="l" t="t" r="r" b="b"/>
            <a:pathLst>
              <a:path w="10160" h="10795">
                <a:moveTo>
                  <a:pt x="5626" y="0"/>
                </a:moveTo>
                <a:lnTo>
                  <a:pt x="2726" y="520"/>
                </a:lnTo>
                <a:lnTo>
                  <a:pt x="0" y="535"/>
                </a:lnTo>
                <a:lnTo>
                  <a:pt x="0" y="10157"/>
                </a:lnTo>
                <a:lnTo>
                  <a:pt x="9590" y="10173"/>
                </a:lnTo>
                <a:lnTo>
                  <a:pt x="9590" y="6044"/>
                </a:lnTo>
                <a:lnTo>
                  <a:pt x="8274" y="5468"/>
                </a:lnTo>
                <a:lnTo>
                  <a:pt x="5855" y="4933"/>
                </a:lnTo>
                <a:lnTo>
                  <a:pt x="5626" y="0"/>
                </a:lnTo>
                <a:close/>
              </a:path>
            </a:pathLst>
          </a:custGeom>
          <a:solidFill>
            <a:srgbClr val="B7B4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5" name="bg object 815"/>
          <p:cNvSpPr/>
          <p:nvPr/>
        </p:nvSpPr>
        <p:spPr>
          <a:xfrm>
            <a:off x="2191849" y="4404517"/>
            <a:ext cx="18415" cy="26670"/>
          </a:xfrm>
          <a:custGeom>
            <a:avLst/>
            <a:gdLst/>
            <a:ahLst/>
            <a:cxnLst/>
            <a:rect l="l" t="t" r="r" b="b"/>
            <a:pathLst>
              <a:path w="18414" h="26670">
                <a:moveTo>
                  <a:pt x="1788" y="0"/>
                </a:moveTo>
                <a:lnTo>
                  <a:pt x="0" y="661"/>
                </a:lnTo>
                <a:lnTo>
                  <a:pt x="172" y="2813"/>
                </a:lnTo>
                <a:lnTo>
                  <a:pt x="283" y="14003"/>
                </a:lnTo>
                <a:lnTo>
                  <a:pt x="4507" y="14003"/>
                </a:lnTo>
                <a:lnTo>
                  <a:pt x="4397" y="17076"/>
                </a:lnTo>
                <a:lnTo>
                  <a:pt x="4286" y="26320"/>
                </a:lnTo>
                <a:lnTo>
                  <a:pt x="8510" y="26320"/>
                </a:lnTo>
                <a:lnTo>
                  <a:pt x="8510" y="20607"/>
                </a:lnTo>
                <a:lnTo>
                  <a:pt x="8211" y="18928"/>
                </a:lnTo>
                <a:lnTo>
                  <a:pt x="8944" y="16233"/>
                </a:lnTo>
                <a:lnTo>
                  <a:pt x="10118" y="15264"/>
                </a:lnTo>
                <a:lnTo>
                  <a:pt x="10914" y="14176"/>
                </a:lnTo>
                <a:lnTo>
                  <a:pt x="18117" y="14176"/>
                </a:lnTo>
                <a:lnTo>
                  <a:pt x="18178" y="4515"/>
                </a:lnTo>
                <a:lnTo>
                  <a:pt x="4893" y="4515"/>
                </a:lnTo>
                <a:lnTo>
                  <a:pt x="4200" y="2813"/>
                </a:lnTo>
                <a:lnTo>
                  <a:pt x="4341" y="661"/>
                </a:lnTo>
                <a:lnTo>
                  <a:pt x="4373" y="181"/>
                </a:lnTo>
                <a:lnTo>
                  <a:pt x="1788" y="0"/>
                </a:lnTo>
                <a:close/>
              </a:path>
              <a:path w="18414" h="26670">
                <a:moveTo>
                  <a:pt x="18117" y="14176"/>
                </a:moveTo>
                <a:lnTo>
                  <a:pt x="10914" y="14176"/>
                </a:lnTo>
                <a:lnTo>
                  <a:pt x="12632" y="18085"/>
                </a:lnTo>
                <a:lnTo>
                  <a:pt x="18093" y="18085"/>
                </a:lnTo>
                <a:lnTo>
                  <a:pt x="18117" y="14176"/>
                </a:lnTo>
                <a:close/>
              </a:path>
              <a:path w="18414" h="26670">
                <a:moveTo>
                  <a:pt x="11426" y="4192"/>
                </a:moveTo>
                <a:lnTo>
                  <a:pt x="4893" y="4515"/>
                </a:lnTo>
                <a:lnTo>
                  <a:pt x="18178" y="4515"/>
                </a:lnTo>
                <a:lnTo>
                  <a:pt x="18179" y="4373"/>
                </a:lnTo>
                <a:lnTo>
                  <a:pt x="15129" y="4373"/>
                </a:lnTo>
                <a:lnTo>
                  <a:pt x="11426" y="4192"/>
                </a:lnTo>
                <a:close/>
              </a:path>
            </a:pathLst>
          </a:custGeom>
          <a:solidFill>
            <a:srgbClr val="6962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6" name="bg object 816"/>
          <p:cNvSpPr/>
          <p:nvPr/>
        </p:nvSpPr>
        <p:spPr>
          <a:xfrm>
            <a:off x="2200066" y="4418697"/>
            <a:ext cx="5080" cy="8890"/>
          </a:xfrm>
          <a:custGeom>
            <a:avLst/>
            <a:gdLst/>
            <a:ahLst/>
            <a:cxnLst/>
            <a:rect l="l" t="t" r="r" b="b"/>
            <a:pathLst>
              <a:path w="5080" h="8889">
                <a:moveTo>
                  <a:pt x="2695" y="0"/>
                </a:moveTo>
                <a:lnTo>
                  <a:pt x="1899" y="1079"/>
                </a:lnTo>
                <a:lnTo>
                  <a:pt x="724" y="2056"/>
                </a:lnTo>
                <a:lnTo>
                  <a:pt x="0" y="4751"/>
                </a:lnTo>
                <a:lnTo>
                  <a:pt x="291" y="6430"/>
                </a:lnTo>
                <a:lnTo>
                  <a:pt x="291" y="8030"/>
                </a:lnTo>
                <a:lnTo>
                  <a:pt x="3435" y="8431"/>
                </a:lnTo>
                <a:lnTo>
                  <a:pt x="4799" y="7045"/>
                </a:lnTo>
                <a:lnTo>
                  <a:pt x="4412" y="3908"/>
                </a:lnTo>
                <a:lnTo>
                  <a:pt x="2695" y="0"/>
                </a:lnTo>
                <a:close/>
              </a:path>
            </a:pathLst>
          </a:custGeom>
          <a:solidFill>
            <a:srgbClr val="746B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7" name="bg object 817"/>
          <p:cNvSpPr/>
          <p:nvPr/>
        </p:nvSpPr>
        <p:spPr>
          <a:xfrm>
            <a:off x="2222337" y="3753636"/>
            <a:ext cx="22225" cy="36830"/>
          </a:xfrm>
          <a:custGeom>
            <a:avLst/>
            <a:gdLst/>
            <a:ahLst/>
            <a:cxnLst/>
            <a:rect l="l" t="t" r="r" b="b"/>
            <a:pathLst>
              <a:path w="22225" h="36829">
                <a:moveTo>
                  <a:pt x="13664" y="0"/>
                </a:moveTo>
                <a:lnTo>
                  <a:pt x="11552" y="189"/>
                </a:lnTo>
                <a:lnTo>
                  <a:pt x="0" y="189"/>
                </a:lnTo>
                <a:lnTo>
                  <a:pt x="0" y="4279"/>
                </a:lnTo>
                <a:lnTo>
                  <a:pt x="4066" y="4302"/>
                </a:lnTo>
                <a:lnTo>
                  <a:pt x="7911" y="3798"/>
                </a:lnTo>
                <a:lnTo>
                  <a:pt x="10047" y="4862"/>
                </a:lnTo>
                <a:lnTo>
                  <a:pt x="8975" y="16737"/>
                </a:lnTo>
                <a:lnTo>
                  <a:pt x="8731" y="24153"/>
                </a:lnTo>
                <a:lnTo>
                  <a:pt x="7959" y="34665"/>
                </a:lnTo>
                <a:lnTo>
                  <a:pt x="8975" y="36328"/>
                </a:lnTo>
                <a:lnTo>
                  <a:pt x="12324" y="35965"/>
                </a:lnTo>
                <a:lnTo>
                  <a:pt x="12427" y="32277"/>
                </a:lnTo>
                <a:lnTo>
                  <a:pt x="14838" y="31663"/>
                </a:lnTo>
                <a:lnTo>
                  <a:pt x="17825" y="31820"/>
                </a:lnTo>
                <a:lnTo>
                  <a:pt x="17825" y="25949"/>
                </a:lnTo>
                <a:lnTo>
                  <a:pt x="17951" y="20079"/>
                </a:lnTo>
                <a:lnTo>
                  <a:pt x="17675" y="11103"/>
                </a:lnTo>
                <a:lnTo>
                  <a:pt x="18573" y="9424"/>
                </a:lnTo>
                <a:lnTo>
                  <a:pt x="21915" y="9795"/>
                </a:lnTo>
                <a:lnTo>
                  <a:pt x="21930" y="5665"/>
                </a:lnTo>
                <a:lnTo>
                  <a:pt x="15847" y="5658"/>
                </a:lnTo>
                <a:lnTo>
                  <a:pt x="13743" y="5839"/>
                </a:lnTo>
                <a:lnTo>
                  <a:pt x="13664" y="0"/>
                </a:lnTo>
                <a:close/>
              </a:path>
            </a:pathLst>
          </a:custGeom>
          <a:solidFill>
            <a:srgbClr val="A79C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8" name="bg object 818"/>
          <p:cNvSpPr/>
          <p:nvPr/>
        </p:nvSpPr>
        <p:spPr>
          <a:xfrm>
            <a:off x="2231883" y="3735356"/>
            <a:ext cx="13970" cy="24130"/>
          </a:xfrm>
          <a:custGeom>
            <a:avLst/>
            <a:gdLst/>
            <a:ahLst/>
            <a:cxnLst/>
            <a:rect l="l" t="t" r="r" b="b"/>
            <a:pathLst>
              <a:path w="13969" h="24129">
                <a:moveTo>
                  <a:pt x="4657" y="0"/>
                </a:moveTo>
                <a:lnTo>
                  <a:pt x="78" y="559"/>
                </a:lnTo>
                <a:lnTo>
                  <a:pt x="39" y="18447"/>
                </a:lnTo>
                <a:lnTo>
                  <a:pt x="2001" y="18471"/>
                </a:lnTo>
                <a:lnTo>
                  <a:pt x="4113" y="18282"/>
                </a:lnTo>
                <a:lnTo>
                  <a:pt x="4200" y="24121"/>
                </a:lnTo>
                <a:lnTo>
                  <a:pt x="6304" y="23940"/>
                </a:lnTo>
                <a:lnTo>
                  <a:pt x="8274" y="23956"/>
                </a:lnTo>
                <a:lnTo>
                  <a:pt x="8621" y="19858"/>
                </a:lnTo>
                <a:lnTo>
                  <a:pt x="6288" y="14539"/>
                </a:lnTo>
                <a:lnTo>
                  <a:pt x="13546" y="13309"/>
                </a:lnTo>
                <a:lnTo>
                  <a:pt x="13577" y="11300"/>
                </a:lnTo>
                <a:lnTo>
                  <a:pt x="13766" y="10197"/>
                </a:lnTo>
                <a:lnTo>
                  <a:pt x="11765" y="10197"/>
                </a:lnTo>
                <a:lnTo>
                  <a:pt x="9763" y="10071"/>
                </a:lnTo>
                <a:lnTo>
                  <a:pt x="4625" y="10441"/>
                </a:lnTo>
                <a:lnTo>
                  <a:pt x="3963" y="8668"/>
                </a:lnTo>
                <a:lnTo>
                  <a:pt x="4160" y="6067"/>
                </a:lnTo>
                <a:lnTo>
                  <a:pt x="4215" y="3175"/>
                </a:lnTo>
                <a:lnTo>
                  <a:pt x="4657" y="0"/>
                </a:lnTo>
                <a:close/>
              </a:path>
            </a:pathLst>
          </a:custGeom>
          <a:solidFill>
            <a:srgbClr val="ADA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9" name="bg object 819"/>
          <p:cNvSpPr/>
          <p:nvPr/>
        </p:nvSpPr>
        <p:spPr>
          <a:xfrm>
            <a:off x="2028789" y="4119859"/>
            <a:ext cx="4445" cy="10160"/>
          </a:xfrm>
          <a:custGeom>
            <a:avLst/>
            <a:gdLst/>
            <a:ahLst/>
            <a:cxnLst/>
            <a:rect l="l" t="t" r="r" b="b"/>
            <a:pathLst>
              <a:path w="4444" h="10160">
                <a:moveTo>
                  <a:pt x="0" y="0"/>
                </a:moveTo>
                <a:lnTo>
                  <a:pt x="0" y="9613"/>
                </a:lnTo>
                <a:lnTo>
                  <a:pt x="4121" y="9621"/>
                </a:lnTo>
                <a:lnTo>
                  <a:pt x="4105" y="15"/>
                </a:lnTo>
                <a:lnTo>
                  <a:pt x="0" y="0"/>
                </a:lnTo>
                <a:close/>
              </a:path>
            </a:pathLst>
          </a:custGeom>
          <a:solidFill>
            <a:srgbClr val="6A60A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0" name="bg object 820"/>
          <p:cNvSpPr/>
          <p:nvPr/>
        </p:nvSpPr>
        <p:spPr>
          <a:xfrm>
            <a:off x="2032895" y="4119850"/>
            <a:ext cx="13970" cy="11430"/>
          </a:xfrm>
          <a:custGeom>
            <a:avLst/>
            <a:gdLst/>
            <a:ahLst/>
            <a:cxnLst/>
            <a:rect l="l" t="t" r="r" b="b"/>
            <a:pathLst>
              <a:path w="13969" h="11429">
                <a:moveTo>
                  <a:pt x="9645" y="7"/>
                </a:moveTo>
                <a:lnTo>
                  <a:pt x="23" y="0"/>
                </a:lnTo>
                <a:lnTo>
                  <a:pt x="15" y="9629"/>
                </a:lnTo>
                <a:lnTo>
                  <a:pt x="1386" y="11008"/>
                </a:lnTo>
                <a:lnTo>
                  <a:pt x="8258" y="9637"/>
                </a:lnTo>
                <a:lnTo>
                  <a:pt x="13680" y="9653"/>
                </a:lnTo>
                <a:lnTo>
                  <a:pt x="13191" y="8345"/>
                </a:lnTo>
                <a:lnTo>
                  <a:pt x="12718" y="5894"/>
                </a:lnTo>
                <a:lnTo>
                  <a:pt x="6729" y="5807"/>
                </a:lnTo>
                <a:lnTo>
                  <a:pt x="9606" y="2316"/>
                </a:lnTo>
                <a:lnTo>
                  <a:pt x="9645" y="7"/>
                </a:lnTo>
                <a:close/>
              </a:path>
            </a:pathLst>
          </a:custGeom>
          <a:solidFill>
            <a:srgbClr val="766B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1" name="bg object 821"/>
          <p:cNvSpPr/>
          <p:nvPr/>
        </p:nvSpPr>
        <p:spPr>
          <a:xfrm>
            <a:off x="2034284" y="4129483"/>
            <a:ext cx="6985" cy="8890"/>
          </a:xfrm>
          <a:custGeom>
            <a:avLst/>
            <a:gdLst/>
            <a:ahLst/>
            <a:cxnLst/>
            <a:rect l="l" t="t" r="r" b="b"/>
            <a:pathLst>
              <a:path w="6985" h="8889">
                <a:moveTo>
                  <a:pt x="6871" y="0"/>
                </a:moveTo>
                <a:lnTo>
                  <a:pt x="0" y="1379"/>
                </a:lnTo>
                <a:lnTo>
                  <a:pt x="7" y="2765"/>
                </a:lnTo>
                <a:lnTo>
                  <a:pt x="2781" y="8274"/>
                </a:lnTo>
                <a:lnTo>
                  <a:pt x="6863" y="8274"/>
                </a:lnTo>
                <a:lnTo>
                  <a:pt x="6871" y="0"/>
                </a:lnTo>
                <a:close/>
              </a:path>
            </a:pathLst>
          </a:custGeom>
          <a:solidFill>
            <a:srgbClr val="7F76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2" name="bg object 822"/>
          <p:cNvSpPr/>
          <p:nvPr/>
        </p:nvSpPr>
        <p:spPr>
          <a:xfrm>
            <a:off x="2124862" y="3533623"/>
            <a:ext cx="22225" cy="12700"/>
          </a:xfrm>
          <a:custGeom>
            <a:avLst/>
            <a:gdLst/>
            <a:ahLst/>
            <a:cxnLst/>
            <a:rect l="l" t="t" r="r" b="b"/>
            <a:pathLst>
              <a:path w="22225" h="12700">
                <a:moveTo>
                  <a:pt x="21962" y="0"/>
                </a:moveTo>
                <a:lnTo>
                  <a:pt x="8242" y="0"/>
                </a:lnTo>
                <a:lnTo>
                  <a:pt x="8431" y="2584"/>
                </a:lnTo>
                <a:lnTo>
                  <a:pt x="7801" y="4397"/>
                </a:lnTo>
                <a:lnTo>
                  <a:pt x="3112" y="4026"/>
                </a:lnTo>
                <a:lnTo>
                  <a:pt x="1552" y="4129"/>
                </a:lnTo>
                <a:lnTo>
                  <a:pt x="0" y="4137"/>
                </a:lnTo>
                <a:lnTo>
                  <a:pt x="23" y="8258"/>
                </a:lnTo>
                <a:lnTo>
                  <a:pt x="3317" y="8810"/>
                </a:lnTo>
                <a:lnTo>
                  <a:pt x="8219" y="6170"/>
                </a:lnTo>
                <a:lnTo>
                  <a:pt x="8565" y="12576"/>
                </a:lnTo>
                <a:lnTo>
                  <a:pt x="9763" y="12435"/>
                </a:lnTo>
                <a:lnTo>
                  <a:pt x="12017" y="12277"/>
                </a:lnTo>
                <a:lnTo>
                  <a:pt x="12009" y="8392"/>
                </a:lnTo>
                <a:lnTo>
                  <a:pt x="14428" y="9432"/>
                </a:lnTo>
                <a:lnTo>
                  <a:pt x="18329" y="9740"/>
                </a:lnTo>
                <a:lnTo>
                  <a:pt x="20142" y="9621"/>
                </a:lnTo>
                <a:lnTo>
                  <a:pt x="21938" y="9621"/>
                </a:lnTo>
                <a:lnTo>
                  <a:pt x="21962" y="0"/>
                </a:lnTo>
                <a:close/>
              </a:path>
            </a:pathLst>
          </a:custGeom>
          <a:solidFill>
            <a:srgbClr val="7265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3" name="bg object 823"/>
          <p:cNvSpPr/>
          <p:nvPr/>
        </p:nvSpPr>
        <p:spPr>
          <a:xfrm>
            <a:off x="2120363" y="3529477"/>
            <a:ext cx="13335" cy="8890"/>
          </a:xfrm>
          <a:custGeom>
            <a:avLst/>
            <a:gdLst/>
            <a:ahLst/>
            <a:cxnLst/>
            <a:rect l="l" t="t" r="r" b="b"/>
            <a:pathLst>
              <a:path w="13335" h="8889">
                <a:moveTo>
                  <a:pt x="12718" y="0"/>
                </a:moveTo>
                <a:lnTo>
                  <a:pt x="8621" y="15"/>
                </a:lnTo>
                <a:lnTo>
                  <a:pt x="8810" y="2584"/>
                </a:lnTo>
                <a:lnTo>
                  <a:pt x="8219" y="4412"/>
                </a:lnTo>
                <a:lnTo>
                  <a:pt x="3514" y="4042"/>
                </a:lnTo>
                <a:lnTo>
                  <a:pt x="1962" y="4137"/>
                </a:lnTo>
                <a:lnTo>
                  <a:pt x="409" y="4129"/>
                </a:lnTo>
                <a:lnTo>
                  <a:pt x="0" y="7297"/>
                </a:lnTo>
                <a:lnTo>
                  <a:pt x="1379" y="8684"/>
                </a:lnTo>
                <a:lnTo>
                  <a:pt x="4499" y="8282"/>
                </a:lnTo>
                <a:lnTo>
                  <a:pt x="6052" y="8282"/>
                </a:lnTo>
                <a:lnTo>
                  <a:pt x="7612" y="8171"/>
                </a:lnTo>
                <a:lnTo>
                  <a:pt x="12301" y="8542"/>
                </a:lnTo>
                <a:lnTo>
                  <a:pt x="12931" y="6729"/>
                </a:lnTo>
                <a:lnTo>
                  <a:pt x="12742" y="4145"/>
                </a:lnTo>
                <a:lnTo>
                  <a:pt x="12718" y="0"/>
                </a:lnTo>
                <a:close/>
              </a:path>
            </a:pathLst>
          </a:custGeom>
          <a:solidFill>
            <a:srgbClr val="6A5C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4" name="bg object 824"/>
          <p:cNvSpPr/>
          <p:nvPr/>
        </p:nvSpPr>
        <p:spPr>
          <a:xfrm>
            <a:off x="2120774" y="3529474"/>
            <a:ext cx="8890" cy="4445"/>
          </a:xfrm>
          <a:custGeom>
            <a:avLst/>
            <a:gdLst/>
            <a:ahLst/>
            <a:cxnLst/>
            <a:rect l="l" t="t" r="r" b="b"/>
            <a:pathLst>
              <a:path w="8889" h="4445">
                <a:moveTo>
                  <a:pt x="23" y="0"/>
                </a:moveTo>
                <a:lnTo>
                  <a:pt x="0" y="4137"/>
                </a:lnTo>
                <a:lnTo>
                  <a:pt x="1552" y="4137"/>
                </a:lnTo>
                <a:lnTo>
                  <a:pt x="3104" y="4042"/>
                </a:lnTo>
                <a:lnTo>
                  <a:pt x="7801" y="4420"/>
                </a:lnTo>
                <a:lnTo>
                  <a:pt x="8400" y="2584"/>
                </a:lnTo>
                <a:lnTo>
                  <a:pt x="8203" y="15"/>
                </a:lnTo>
                <a:lnTo>
                  <a:pt x="23" y="0"/>
                </a:lnTo>
                <a:close/>
              </a:path>
            </a:pathLst>
          </a:custGeom>
          <a:solidFill>
            <a:srgbClr val="5C4D9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5" name="bg object 825"/>
          <p:cNvSpPr/>
          <p:nvPr/>
        </p:nvSpPr>
        <p:spPr>
          <a:xfrm>
            <a:off x="2034274" y="4035896"/>
            <a:ext cx="10160" cy="15240"/>
          </a:xfrm>
          <a:custGeom>
            <a:avLst/>
            <a:gdLst/>
            <a:ahLst/>
            <a:cxnLst/>
            <a:rect l="l" t="t" r="r" b="b"/>
            <a:pathLst>
              <a:path w="10160" h="15239">
                <a:moveTo>
                  <a:pt x="9574" y="0"/>
                </a:moveTo>
                <a:lnTo>
                  <a:pt x="126" y="39"/>
                </a:lnTo>
                <a:lnTo>
                  <a:pt x="0" y="4137"/>
                </a:lnTo>
                <a:lnTo>
                  <a:pt x="0" y="8266"/>
                </a:lnTo>
                <a:lnTo>
                  <a:pt x="23" y="12395"/>
                </a:lnTo>
                <a:lnTo>
                  <a:pt x="1457" y="12710"/>
                </a:lnTo>
                <a:lnTo>
                  <a:pt x="3640" y="14956"/>
                </a:lnTo>
                <a:lnTo>
                  <a:pt x="4349" y="7541"/>
                </a:lnTo>
                <a:lnTo>
                  <a:pt x="7092" y="8368"/>
                </a:lnTo>
                <a:lnTo>
                  <a:pt x="9606" y="8282"/>
                </a:lnTo>
                <a:lnTo>
                  <a:pt x="9574" y="0"/>
                </a:lnTo>
                <a:close/>
              </a:path>
            </a:pathLst>
          </a:custGeom>
          <a:solidFill>
            <a:srgbClr val="9C97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6" name="bg object 826"/>
          <p:cNvSpPr/>
          <p:nvPr/>
        </p:nvSpPr>
        <p:spPr>
          <a:xfrm>
            <a:off x="2034335" y="4017824"/>
            <a:ext cx="10160" cy="18415"/>
          </a:xfrm>
          <a:custGeom>
            <a:avLst/>
            <a:gdLst/>
            <a:ahLst/>
            <a:cxnLst/>
            <a:rect l="l" t="t" r="r" b="b"/>
            <a:pathLst>
              <a:path w="10160" h="18414">
                <a:moveTo>
                  <a:pt x="8037" y="0"/>
                </a:moveTo>
                <a:lnTo>
                  <a:pt x="5445" y="189"/>
                </a:lnTo>
                <a:lnTo>
                  <a:pt x="5445" y="3096"/>
                </a:lnTo>
                <a:lnTo>
                  <a:pt x="5185" y="6036"/>
                </a:lnTo>
                <a:lnTo>
                  <a:pt x="5981" y="13341"/>
                </a:lnTo>
                <a:lnTo>
                  <a:pt x="3814" y="14452"/>
                </a:lnTo>
                <a:lnTo>
                  <a:pt x="0" y="13979"/>
                </a:lnTo>
                <a:lnTo>
                  <a:pt x="63" y="18116"/>
                </a:lnTo>
                <a:lnTo>
                  <a:pt x="9511" y="18069"/>
                </a:lnTo>
                <a:lnTo>
                  <a:pt x="9566" y="6911"/>
                </a:lnTo>
                <a:lnTo>
                  <a:pt x="9456" y="5342"/>
                </a:lnTo>
                <a:lnTo>
                  <a:pt x="9818" y="654"/>
                </a:lnTo>
                <a:lnTo>
                  <a:pt x="8037" y="0"/>
                </a:lnTo>
                <a:close/>
              </a:path>
            </a:pathLst>
          </a:custGeom>
          <a:solidFill>
            <a:srgbClr val="9488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7" name="bg object 827"/>
          <p:cNvSpPr/>
          <p:nvPr/>
        </p:nvSpPr>
        <p:spPr>
          <a:xfrm>
            <a:off x="2042535" y="4284945"/>
            <a:ext cx="5715" cy="5715"/>
          </a:xfrm>
          <a:custGeom>
            <a:avLst/>
            <a:gdLst/>
            <a:ahLst/>
            <a:cxnLst/>
            <a:rect l="l" t="t" r="r" b="b"/>
            <a:pathLst>
              <a:path w="5714" h="5714">
                <a:moveTo>
                  <a:pt x="5374" y="0"/>
                </a:moveTo>
                <a:lnTo>
                  <a:pt x="0" y="55"/>
                </a:lnTo>
                <a:lnTo>
                  <a:pt x="55" y="5626"/>
                </a:lnTo>
                <a:lnTo>
                  <a:pt x="5468" y="5539"/>
                </a:lnTo>
                <a:lnTo>
                  <a:pt x="5571" y="110"/>
                </a:lnTo>
                <a:close/>
              </a:path>
            </a:pathLst>
          </a:custGeom>
          <a:solidFill>
            <a:srgbClr val="7F7F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8" name="bg object 828"/>
          <p:cNvSpPr/>
          <p:nvPr/>
        </p:nvSpPr>
        <p:spPr>
          <a:xfrm>
            <a:off x="2045251" y="4262967"/>
            <a:ext cx="6985" cy="15240"/>
          </a:xfrm>
          <a:custGeom>
            <a:avLst/>
            <a:gdLst/>
            <a:ahLst/>
            <a:cxnLst/>
            <a:rect l="l" t="t" r="r" b="b"/>
            <a:pathLst>
              <a:path w="6985" h="15239">
                <a:moveTo>
                  <a:pt x="2765" y="0"/>
                </a:moveTo>
                <a:lnTo>
                  <a:pt x="0" y="1386"/>
                </a:lnTo>
                <a:lnTo>
                  <a:pt x="39" y="2813"/>
                </a:lnTo>
                <a:lnTo>
                  <a:pt x="945" y="4641"/>
                </a:lnTo>
                <a:lnTo>
                  <a:pt x="2088" y="6398"/>
                </a:lnTo>
                <a:lnTo>
                  <a:pt x="3404" y="10512"/>
                </a:lnTo>
                <a:lnTo>
                  <a:pt x="3648" y="12860"/>
                </a:lnTo>
                <a:lnTo>
                  <a:pt x="4089" y="15145"/>
                </a:lnTo>
                <a:lnTo>
                  <a:pt x="6863" y="13759"/>
                </a:lnTo>
                <a:lnTo>
                  <a:pt x="6784" y="23"/>
                </a:lnTo>
                <a:lnTo>
                  <a:pt x="2765" y="0"/>
                </a:lnTo>
                <a:close/>
              </a:path>
            </a:pathLst>
          </a:custGeom>
          <a:solidFill>
            <a:srgbClr val="928A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9" name="bg object 829"/>
          <p:cNvSpPr/>
          <p:nvPr/>
        </p:nvSpPr>
        <p:spPr>
          <a:xfrm>
            <a:off x="2043908" y="4254706"/>
            <a:ext cx="4445" cy="10160"/>
          </a:xfrm>
          <a:custGeom>
            <a:avLst/>
            <a:gdLst/>
            <a:ahLst/>
            <a:cxnLst/>
            <a:rect l="l" t="t" r="r" b="b"/>
            <a:pathLst>
              <a:path w="4444" h="10160">
                <a:moveTo>
                  <a:pt x="4082" y="0"/>
                </a:moveTo>
                <a:lnTo>
                  <a:pt x="0" y="0"/>
                </a:lnTo>
                <a:lnTo>
                  <a:pt x="1347" y="9645"/>
                </a:lnTo>
                <a:lnTo>
                  <a:pt x="4105" y="8258"/>
                </a:lnTo>
                <a:lnTo>
                  <a:pt x="4082" y="0"/>
                </a:lnTo>
                <a:close/>
              </a:path>
            </a:pathLst>
          </a:custGeom>
          <a:solidFill>
            <a:srgbClr val="9A8F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0" name="bg object 830"/>
          <p:cNvSpPr/>
          <p:nvPr/>
        </p:nvSpPr>
        <p:spPr>
          <a:xfrm>
            <a:off x="2047907" y="4276726"/>
            <a:ext cx="12700" cy="10160"/>
          </a:xfrm>
          <a:custGeom>
            <a:avLst/>
            <a:gdLst/>
            <a:ahLst/>
            <a:cxnLst/>
            <a:rect l="l" t="t" r="r" b="b"/>
            <a:pathLst>
              <a:path w="12700" h="10160">
                <a:moveTo>
                  <a:pt x="4208" y="0"/>
                </a:moveTo>
                <a:lnTo>
                  <a:pt x="1434" y="1386"/>
                </a:lnTo>
                <a:lnTo>
                  <a:pt x="0" y="4066"/>
                </a:lnTo>
                <a:lnTo>
                  <a:pt x="7" y="8219"/>
                </a:lnTo>
                <a:lnTo>
                  <a:pt x="197" y="8329"/>
                </a:lnTo>
                <a:lnTo>
                  <a:pt x="4192" y="9653"/>
                </a:lnTo>
                <a:lnTo>
                  <a:pt x="12450" y="9629"/>
                </a:lnTo>
                <a:lnTo>
                  <a:pt x="12411" y="4082"/>
                </a:lnTo>
                <a:lnTo>
                  <a:pt x="9204" y="4602"/>
                </a:lnTo>
                <a:lnTo>
                  <a:pt x="8006" y="3081"/>
                </a:lnTo>
                <a:lnTo>
                  <a:pt x="8313" y="23"/>
                </a:lnTo>
                <a:lnTo>
                  <a:pt x="4208" y="0"/>
                </a:lnTo>
                <a:close/>
              </a:path>
            </a:pathLst>
          </a:custGeom>
          <a:solidFill>
            <a:srgbClr val="7674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1" name="bg object 831"/>
          <p:cNvSpPr/>
          <p:nvPr/>
        </p:nvSpPr>
        <p:spPr>
          <a:xfrm>
            <a:off x="2035647" y="3960235"/>
            <a:ext cx="18415" cy="22225"/>
          </a:xfrm>
          <a:custGeom>
            <a:avLst/>
            <a:gdLst/>
            <a:ahLst/>
            <a:cxnLst/>
            <a:rect l="l" t="t" r="r" b="b"/>
            <a:pathLst>
              <a:path w="18414" h="22225">
                <a:moveTo>
                  <a:pt x="15" y="17880"/>
                </a:moveTo>
                <a:lnTo>
                  <a:pt x="0" y="22009"/>
                </a:lnTo>
                <a:lnTo>
                  <a:pt x="13719" y="22009"/>
                </a:lnTo>
                <a:lnTo>
                  <a:pt x="13726" y="18636"/>
                </a:lnTo>
                <a:lnTo>
                  <a:pt x="3601" y="18636"/>
                </a:lnTo>
                <a:lnTo>
                  <a:pt x="2268" y="18242"/>
                </a:lnTo>
                <a:lnTo>
                  <a:pt x="2928" y="18242"/>
                </a:lnTo>
                <a:lnTo>
                  <a:pt x="15" y="17880"/>
                </a:lnTo>
                <a:close/>
              </a:path>
              <a:path w="18414" h="22225">
                <a:moveTo>
                  <a:pt x="13709" y="0"/>
                </a:moveTo>
                <a:lnTo>
                  <a:pt x="9629" y="0"/>
                </a:lnTo>
                <a:lnTo>
                  <a:pt x="9582" y="7746"/>
                </a:lnTo>
                <a:lnTo>
                  <a:pt x="4129" y="8250"/>
                </a:lnTo>
                <a:lnTo>
                  <a:pt x="5035" y="9850"/>
                </a:lnTo>
                <a:lnTo>
                  <a:pt x="5902" y="11481"/>
                </a:lnTo>
                <a:lnTo>
                  <a:pt x="7731" y="14365"/>
                </a:lnTo>
                <a:lnTo>
                  <a:pt x="8526" y="15350"/>
                </a:lnTo>
                <a:lnTo>
                  <a:pt x="9361" y="16501"/>
                </a:lnTo>
                <a:lnTo>
                  <a:pt x="8014" y="17171"/>
                </a:lnTo>
                <a:lnTo>
                  <a:pt x="6721" y="18242"/>
                </a:lnTo>
                <a:lnTo>
                  <a:pt x="3601" y="18636"/>
                </a:lnTo>
                <a:lnTo>
                  <a:pt x="13726" y="18636"/>
                </a:lnTo>
                <a:lnTo>
                  <a:pt x="13832" y="15350"/>
                </a:lnTo>
                <a:lnTo>
                  <a:pt x="13869" y="14365"/>
                </a:lnTo>
                <a:lnTo>
                  <a:pt x="13741" y="11481"/>
                </a:lnTo>
                <a:lnTo>
                  <a:pt x="13669" y="9850"/>
                </a:lnTo>
                <a:lnTo>
                  <a:pt x="13562" y="7415"/>
                </a:lnTo>
                <a:lnTo>
                  <a:pt x="15201" y="6674"/>
                </a:lnTo>
                <a:lnTo>
                  <a:pt x="17833" y="6674"/>
                </a:lnTo>
                <a:lnTo>
                  <a:pt x="17833" y="4515"/>
                </a:lnTo>
                <a:lnTo>
                  <a:pt x="14688" y="4515"/>
                </a:lnTo>
                <a:lnTo>
                  <a:pt x="13333" y="3128"/>
                </a:lnTo>
                <a:lnTo>
                  <a:pt x="13709" y="0"/>
                </a:lnTo>
                <a:close/>
              </a:path>
              <a:path w="18414" h="22225">
                <a:moveTo>
                  <a:pt x="17833" y="6674"/>
                </a:moveTo>
                <a:lnTo>
                  <a:pt x="15201" y="6674"/>
                </a:lnTo>
                <a:lnTo>
                  <a:pt x="17833" y="6855"/>
                </a:lnTo>
                <a:lnTo>
                  <a:pt x="17833" y="6674"/>
                </a:lnTo>
                <a:close/>
              </a:path>
              <a:path w="18414" h="22225">
                <a:moveTo>
                  <a:pt x="17833" y="4113"/>
                </a:moveTo>
                <a:lnTo>
                  <a:pt x="14688" y="4515"/>
                </a:lnTo>
                <a:lnTo>
                  <a:pt x="17833" y="4515"/>
                </a:lnTo>
                <a:lnTo>
                  <a:pt x="17833" y="4113"/>
                </a:lnTo>
                <a:close/>
              </a:path>
            </a:pathLst>
          </a:custGeom>
          <a:solidFill>
            <a:srgbClr val="A299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2" name="bg object 832"/>
          <p:cNvSpPr/>
          <p:nvPr/>
        </p:nvSpPr>
        <p:spPr>
          <a:xfrm>
            <a:off x="2031541" y="3968468"/>
            <a:ext cx="13970" cy="10795"/>
          </a:xfrm>
          <a:custGeom>
            <a:avLst/>
            <a:gdLst/>
            <a:ahLst/>
            <a:cxnLst/>
            <a:rect l="l" t="t" r="r" b="b"/>
            <a:pathLst>
              <a:path w="13969" h="10795">
                <a:moveTo>
                  <a:pt x="0" y="0"/>
                </a:moveTo>
                <a:lnTo>
                  <a:pt x="488" y="1323"/>
                </a:lnTo>
                <a:lnTo>
                  <a:pt x="709" y="3577"/>
                </a:lnTo>
                <a:lnTo>
                  <a:pt x="4980" y="4799"/>
                </a:lnTo>
                <a:lnTo>
                  <a:pt x="3892" y="7446"/>
                </a:lnTo>
                <a:lnTo>
                  <a:pt x="4129" y="9653"/>
                </a:lnTo>
                <a:lnTo>
                  <a:pt x="5894" y="9866"/>
                </a:lnTo>
                <a:lnTo>
                  <a:pt x="7706" y="10402"/>
                </a:lnTo>
                <a:lnTo>
                  <a:pt x="10827" y="10007"/>
                </a:lnTo>
                <a:lnTo>
                  <a:pt x="12119" y="8936"/>
                </a:lnTo>
                <a:lnTo>
                  <a:pt x="13467" y="8266"/>
                </a:lnTo>
                <a:lnTo>
                  <a:pt x="12632" y="7115"/>
                </a:lnTo>
                <a:lnTo>
                  <a:pt x="11741" y="6012"/>
                </a:lnTo>
                <a:lnTo>
                  <a:pt x="10007" y="3254"/>
                </a:lnTo>
                <a:lnTo>
                  <a:pt x="9141" y="1615"/>
                </a:lnTo>
                <a:lnTo>
                  <a:pt x="8234" y="15"/>
                </a:lnTo>
                <a:lnTo>
                  <a:pt x="0" y="0"/>
                </a:lnTo>
                <a:close/>
              </a:path>
            </a:pathLst>
          </a:custGeom>
          <a:solidFill>
            <a:srgbClr val="A69E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3" name="bg object 833"/>
          <p:cNvSpPr/>
          <p:nvPr/>
        </p:nvSpPr>
        <p:spPr>
          <a:xfrm>
            <a:off x="2046637" y="3884530"/>
            <a:ext cx="18415" cy="8890"/>
          </a:xfrm>
          <a:custGeom>
            <a:avLst/>
            <a:gdLst/>
            <a:ahLst/>
            <a:cxnLst/>
            <a:rect l="l" t="t" r="r" b="b"/>
            <a:pathLst>
              <a:path w="18414" h="8889">
                <a:moveTo>
                  <a:pt x="8242" y="0"/>
                </a:moveTo>
                <a:lnTo>
                  <a:pt x="8416" y="2568"/>
                </a:lnTo>
                <a:lnTo>
                  <a:pt x="7817" y="4405"/>
                </a:lnTo>
                <a:lnTo>
                  <a:pt x="3128" y="4034"/>
                </a:lnTo>
                <a:lnTo>
                  <a:pt x="1568" y="4129"/>
                </a:lnTo>
                <a:lnTo>
                  <a:pt x="15" y="4129"/>
                </a:lnTo>
                <a:lnTo>
                  <a:pt x="0" y="8266"/>
                </a:lnTo>
                <a:lnTo>
                  <a:pt x="8234" y="8266"/>
                </a:lnTo>
                <a:lnTo>
                  <a:pt x="17825" y="8274"/>
                </a:lnTo>
                <a:lnTo>
                  <a:pt x="17864" y="23"/>
                </a:lnTo>
                <a:lnTo>
                  <a:pt x="8242" y="0"/>
                </a:lnTo>
                <a:close/>
              </a:path>
            </a:pathLst>
          </a:custGeom>
          <a:solidFill>
            <a:srgbClr val="B4A7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4" name="bg object 834"/>
          <p:cNvSpPr/>
          <p:nvPr/>
        </p:nvSpPr>
        <p:spPr>
          <a:xfrm>
            <a:off x="2046643" y="3874375"/>
            <a:ext cx="10160" cy="14604"/>
          </a:xfrm>
          <a:custGeom>
            <a:avLst/>
            <a:gdLst/>
            <a:ahLst/>
            <a:cxnLst/>
            <a:rect l="l" t="t" r="r" b="b"/>
            <a:pathLst>
              <a:path w="10160" h="14604">
                <a:moveTo>
                  <a:pt x="3971" y="0"/>
                </a:moveTo>
                <a:lnTo>
                  <a:pt x="3751" y="4933"/>
                </a:lnTo>
                <a:lnTo>
                  <a:pt x="1316" y="5461"/>
                </a:lnTo>
                <a:lnTo>
                  <a:pt x="0" y="6036"/>
                </a:lnTo>
                <a:lnTo>
                  <a:pt x="7" y="14287"/>
                </a:lnTo>
                <a:lnTo>
                  <a:pt x="1560" y="14287"/>
                </a:lnTo>
                <a:lnTo>
                  <a:pt x="3120" y="14184"/>
                </a:lnTo>
                <a:lnTo>
                  <a:pt x="7809" y="14562"/>
                </a:lnTo>
                <a:lnTo>
                  <a:pt x="8408" y="12726"/>
                </a:lnTo>
                <a:lnTo>
                  <a:pt x="8234" y="10157"/>
                </a:lnTo>
                <a:lnTo>
                  <a:pt x="9606" y="527"/>
                </a:lnTo>
                <a:lnTo>
                  <a:pt x="6879" y="527"/>
                </a:lnTo>
                <a:lnTo>
                  <a:pt x="3971" y="0"/>
                </a:lnTo>
                <a:close/>
              </a:path>
            </a:pathLst>
          </a:custGeom>
          <a:solidFill>
            <a:srgbClr val="B5AD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5" name="bg object 835"/>
          <p:cNvSpPr/>
          <p:nvPr/>
        </p:nvSpPr>
        <p:spPr>
          <a:xfrm>
            <a:off x="2128975" y="3511618"/>
            <a:ext cx="5715" cy="18415"/>
          </a:xfrm>
          <a:custGeom>
            <a:avLst/>
            <a:gdLst/>
            <a:ahLst/>
            <a:cxnLst/>
            <a:rect l="l" t="t" r="r" b="b"/>
            <a:pathLst>
              <a:path w="5714" h="18414">
                <a:moveTo>
                  <a:pt x="5492" y="0"/>
                </a:moveTo>
                <a:lnTo>
                  <a:pt x="0" y="31"/>
                </a:lnTo>
                <a:lnTo>
                  <a:pt x="7" y="17872"/>
                </a:lnTo>
                <a:lnTo>
                  <a:pt x="4105" y="17856"/>
                </a:lnTo>
                <a:lnTo>
                  <a:pt x="5531" y="12411"/>
                </a:lnTo>
                <a:lnTo>
                  <a:pt x="5492" y="0"/>
                </a:lnTo>
                <a:close/>
              </a:path>
            </a:pathLst>
          </a:custGeom>
          <a:solidFill>
            <a:srgbClr val="5F51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6" name="bg object 836"/>
          <p:cNvSpPr/>
          <p:nvPr/>
        </p:nvSpPr>
        <p:spPr>
          <a:xfrm>
            <a:off x="2261963" y="4013687"/>
            <a:ext cx="15240" cy="18415"/>
          </a:xfrm>
          <a:custGeom>
            <a:avLst/>
            <a:gdLst/>
            <a:ahLst/>
            <a:cxnLst/>
            <a:rect l="l" t="t" r="r" b="b"/>
            <a:pathLst>
              <a:path w="15239" h="18414">
                <a:moveTo>
                  <a:pt x="1607" y="0"/>
                </a:moveTo>
                <a:lnTo>
                  <a:pt x="0" y="756"/>
                </a:lnTo>
                <a:lnTo>
                  <a:pt x="39" y="1812"/>
                </a:lnTo>
                <a:lnTo>
                  <a:pt x="157" y="18093"/>
                </a:lnTo>
                <a:lnTo>
                  <a:pt x="4271" y="18093"/>
                </a:lnTo>
                <a:lnTo>
                  <a:pt x="4327" y="8628"/>
                </a:lnTo>
                <a:lnTo>
                  <a:pt x="3323" y="8628"/>
                </a:lnTo>
                <a:lnTo>
                  <a:pt x="4334" y="7557"/>
                </a:lnTo>
                <a:lnTo>
                  <a:pt x="12875" y="7557"/>
                </a:lnTo>
                <a:lnTo>
                  <a:pt x="15169" y="1812"/>
                </a:lnTo>
                <a:lnTo>
                  <a:pt x="14641" y="756"/>
                </a:lnTo>
                <a:lnTo>
                  <a:pt x="8392" y="204"/>
                </a:lnTo>
                <a:lnTo>
                  <a:pt x="4263" y="204"/>
                </a:lnTo>
                <a:lnTo>
                  <a:pt x="1607" y="0"/>
                </a:lnTo>
                <a:close/>
              </a:path>
              <a:path w="15239" h="18414">
                <a:moveTo>
                  <a:pt x="4334" y="7557"/>
                </a:moveTo>
                <a:lnTo>
                  <a:pt x="3323" y="8628"/>
                </a:lnTo>
                <a:lnTo>
                  <a:pt x="4327" y="8628"/>
                </a:lnTo>
                <a:lnTo>
                  <a:pt x="4334" y="7557"/>
                </a:lnTo>
                <a:close/>
              </a:path>
              <a:path w="15239" h="18414">
                <a:moveTo>
                  <a:pt x="12875" y="7557"/>
                </a:moveTo>
                <a:lnTo>
                  <a:pt x="4334" y="7557"/>
                </a:lnTo>
                <a:lnTo>
                  <a:pt x="4327" y="8628"/>
                </a:lnTo>
                <a:lnTo>
                  <a:pt x="12447" y="8628"/>
                </a:lnTo>
                <a:lnTo>
                  <a:pt x="12875" y="7557"/>
                </a:lnTo>
                <a:close/>
              </a:path>
            </a:pathLst>
          </a:custGeom>
          <a:solidFill>
            <a:srgbClr val="B9B1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7" name="bg object 837"/>
          <p:cNvSpPr/>
          <p:nvPr/>
        </p:nvSpPr>
        <p:spPr>
          <a:xfrm>
            <a:off x="2265393" y="4021248"/>
            <a:ext cx="9525" cy="15240"/>
          </a:xfrm>
          <a:custGeom>
            <a:avLst/>
            <a:gdLst/>
            <a:ahLst/>
            <a:cxnLst/>
            <a:rect l="l" t="t" r="r" b="b"/>
            <a:pathLst>
              <a:path w="9525" h="15239">
                <a:moveTo>
                  <a:pt x="9077" y="961"/>
                </a:moveTo>
                <a:lnTo>
                  <a:pt x="893" y="961"/>
                </a:lnTo>
                <a:lnTo>
                  <a:pt x="843" y="14665"/>
                </a:lnTo>
                <a:lnTo>
                  <a:pt x="9046" y="14665"/>
                </a:lnTo>
                <a:lnTo>
                  <a:pt x="9077" y="961"/>
                </a:lnTo>
                <a:close/>
              </a:path>
              <a:path w="9525" h="15239">
                <a:moveTo>
                  <a:pt x="898" y="0"/>
                </a:moveTo>
                <a:lnTo>
                  <a:pt x="0" y="961"/>
                </a:lnTo>
                <a:lnTo>
                  <a:pt x="893" y="961"/>
                </a:lnTo>
                <a:lnTo>
                  <a:pt x="898" y="0"/>
                </a:lnTo>
                <a:close/>
              </a:path>
            </a:pathLst>
          </a:custGeom>
          <a:solidFill>
            <a:srgbClr val="B3AA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8" name="bg object 838"/>
          <p:cNvSpPr/>
          <p:nvPr/>
        </p:nvSpPr>
        <p:spPr>
          <a:xfrm>
            <a:off x="2266222" y="3999574"/>
            <a:ext cx="11430" cy="14604"/>
          </a:xfrm>
          <a:custGeom>
            <a:avLst/>
            <a:gdLst/>
            <a:ahLst/>
            <a:cxnLst/>
            <a:rect l="l" t="t" r="r" b="b"/>
            <a:pathLst>
              <a:path w="11430" h="14604">
                <a:moveTo>
                  <a:pt x="9716" y="0"/>
                </a:moveTo>
                <a:lnTo>
                  <a:pt x="6879" y="654"/>
                </a:lnTo>
                <a:lnTo>
                  <a:pt x="3175" y="512"/>
                </a:lnTo>
                <a:lnTo>
                  <a:pt x="1607" y="567"/>
                </a:lnTo>
                <a:lnTo>
                  <a:pt x="39" y="567"/>
                </a:lnTo>
                <a:lnTo>
                  <a:pt x="0" y="14318"/>
                </a:lnTo>
                <a:lnTo>
                  <a:pt x="4129" y="14318"/>
                </a:lnTo>
                <a:lnTo>
                  <a:pt x="4901" y="12955"/>
                </a:lnTo>
                <a:lnTo>
                  <a:pt x="5500" y="10559"/>
                </a:lnTo>
                <a:lnTo>
                  <a:pt x="11284" y="9598"/>
                </a:lnTo>
                <a:lnTo>
                  <a:pt x="9369" y="6036"/>
                </a:lnTo>
                <a:lnTo>
                  <a:pt x="9716" y="0"/>
                </a:lnTo>
                <a:close/>
              </a:path>
            </a:pathLst>
          </a:custGeom>
          <a:solidFill>
            <a:srgbClr val="C5BE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9" name="bg object 839"/>
          <p:cNvSpPr/>
          <p:nvPr/>
        </p:nvSpPr>
        <p:spPr>
          <a:xfrm>
            <a:off x="2256431" y="4039793"/>
            <a:ext cx="10160" cy="4445"/>
          </a:xfrm>
          <a:custGeom>
            <a:avLst/>
            <a:gdLst/>
            <a:ahLst/>
            <a:cxnLst/>
            <a:rect l="l" t="t" r="r" b="b"/>
            <a:pathLst>
              <a:path w="10160" h="4445">
                <a:moveTo>
                  <a:pt x="630" y="0"/>
                </a:moveTo>
                <a:lnTo>
                  <a:pt x="0" y="1788"/>
                </a:lnTo>
                <a:lnTo>
                  <a:pt x="197" y="4381"/>
                </a:lnTo>
                <a:lnTo>
                  <a:pt x="9795" y="4357"/>
                </a:lnTo>
                <a:lnTo>
                  <a:pt x="9810" y="244"/>
                </a:lnTo>
                <a:lnTo>
                  <a:pt x="7777" y="244"/>
                </a:lnTo>
                <a:lnTo>
                  <a:pt x="5768" y="362"/>
                </a:lnTo>
                <a:close/>
              </a:path>
            </a:pathLst>
          </a:custGeom>
          <a:solidFill>
            <a:srgbClr val="B3AE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0" name="bg object 840"/>
          <p:cNvSpPr/>
          <p:nvPr/>
        </p:nvSpPr>
        <p:spPr>
          <a:xfrm>
            <a:off x="2265986" y="4043980"/>
            <a:ext cx="5080" cy="10160"/>
          </a:xfrm>
          <a:custGeom>
            <a:avLst/>
            <a:gdLst/>
            <a:ahLst/>
            <a:cxnLst/>
            <a:rect l="l" t="t" r="r" b="b"/>
            <a:pathLst>
              <a:path w="5080" h="10160">
                <a:moveTo>
                  <a:pt x="2813" y="0"/>
                </a:moveTo>
                <a:lnTo>
                  <a:pt x="236" y="173"/>
                </a:lnTo>
                <a:lnTo>
                  <a:pt x="236" y="2174"/>
                </a:lnTo>
                <a:lnTo>
                  <a:pt x="362" y="4192"/>
                </a:lnTo>
                <a:lnTo>
                  <a:pt x="0" y="9353"/>
                </a:lnTo>
                <a:lnTo>
                  <a:pt x="1765" y="10023"/>
                </a:lnTo>
                <a:lnTo>
                  <a:pt x="4365" y="9818"/>
                </a:lnTo>
                <a:lnTo>
                  <a:pt x="4365" y="7817"/>
                </a:lnTo>
                <a:lnTo>
                  <a:pt x="4247" y="5792"/>
                </a:lnTo>
                <a:lnTo>
                  <a:pt x="4617" y="622"/>
                </a:lnTo>
                <a:close/>
              </a:path>
            </a:pathLst>
          </a:custGeom>
          <a:solidFill>
            <a:srgbClr val="CBCF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1" name="bg object 841"/>
          <p:cNvSpPr/>
          <p:nvPr/>
        </p:nvSpPr>
        <p:spPr>
          <a:xfrm>
            <a:off x="2270353" y="4053606"/>
            <a:ext cx="4445" cy="8890"/>
          </a:xfrm>
          <a:custGeom>
            <a:avLst/>
            <a:gdLst/>
            <a:ahLst/>
            <a:cxnLst/>
            <a:rect l="l" t="t" r="r" b="b"/>
            <a:pathLst>
              <a:path w="4444" h="8889">
                <a:moveTo>
                  <a:pt x="3143" y="197"/>
                </a:moveTo>
                <a:lnTo>
                  <a:pt x="0" y="197"/>
                </a:lnTo>
                <a:lnTo>
                  <a:pt x="0" y="8447"/>
                </a:lnTo>
                <a:lnTo>
                  <a:pt x="4113" y="8447"/>
                </a:lnTo>
                <a:lnTo>
                  <a:pt x="4137" y="3782"/>
                </a:lnTo>
                <a:lnTo>
                  <a:pt x="4389" y="630"/>
                </a:lnTo>
                <a:lnTo>
                  <a:pt x="3143" y="197"/>
                </a:lnTo>
                <a:close/>
              </a:path>
              <a:path w="4444" h="8889">
                <a:moveTo>
                  <a:pt x="3143" y="197"/>
                </a:moveTo>
                <a:lnTo>
                  <a:pt x="2576" y="0"/>
                </a:lnTo>
                <a:lnTo>
                  <a:pt x="4389" y="630"/>
                </a:lnTo>
                <a:lnTo>
                  <a:pt x="3143" y="197"/>
                </a:lnTo>
                <a:close/>
              </a:path>
            </a:pathLst>
          </a:custGeom>
          <a:solidFill>
            <a:srgbClr val="CED0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2" name="bg object 842"/>
          <p:cNvSpPr/>
          <p:nvPr/>
        </p:nvSpPr>
        <p:spPr>
          <a:xfrm>
            <a:off x="2266200" y="4035896"/>
            <a:ext cx="8255" cy="4445"/>
          </a:xfrm>
          <a:custGeom>
            <a:avLst/>
            <a:gdLst/>
            <a:ahLst/>
            <a:cxnLst/>
            <a:rect l="l" t="t" r="r" b="b"/>
            <a:pathLst>
              <a:path w="8255" h="4445">
                <a:moveTo>
                  <a:pt x="8234" y="0"/>
                </a:moveTo>
                <a:lnTo>
                  <a:pt x="39" y="15"/>
                </a:lnTo>
                <a:lnTo>
                  <a:pt x="0" y="4137"/>
                </a:lnTo>
                <a:lnTo>
                  <a:pt x="8258" y="4137"/>
                </a:lnTo>
                <a:lnTo>
                  <a:pt x="8234" y="0"/>
                </a:lnTo>
                <a:close/>
              </a:path>
            </a:pathLst>
          </a:custGeom>
          <a:solidFill>
            <a:srgbClr val="BEB6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3" name="bg object 843"/>
          <p:cNvSpPr/>
          <p:nvPr/>
        </p:nvSpPr>
        <p:spPr>
          <a:xfrm>
            <a:off x="2268823" y="4121229"/>
            <a:ext cx="18415" cy="22860"/>
          </a:xfrm>
          <a:custGeom>
            <a:avLst/>
            <a:gdLst/>
            <a:ahLst/>
            <a:cxnLst/>
            <a:rect l="l" t="t" r="r" b="b"/>
            <a:pathLst>
              <a:path w="18414" h="22860">
                <a:moveTo>
                  <a:pt x="13885" y="0"/>
                </a:moveTo>
                <a:lnTo>
                  <a:pt x="4271" y="0"/>
                </a:lnTo>
                <a:lnTo>
                  <a:pt x="165" y="7"/>
                </a:lnTo>
                <a:lnTo>
                  <a:pt x="149" y="4105"/>
                </a:lnTo>
                <a:lnTo>
                  <a:pt x="1505" y="4885"/>
                </a:lnTo>
                <a:lnTo>
                  <a:pt x="3948" y="5610"/>
                </a:lnTo>
                <a:lnTo>
                  <a:pt x="4105" y="8376"/>
                </a:lnTo>
                <a:lnTo>
                  <a:pt x="3128" y="10394"/>
                </a:lnTo>
                <a:lnTo>
                  <a:pt x="1804" y="13766"/>
                </a:lnTo>
                <a:lnTo>
                  <a:pt x="906" y="15114"/>
                </a:lnTo>
                <a:lnTo>
                  <a:pt x="157" y="16517"/>
                </a:lnTo>
                <a:lnTo>
                  <a:pt x="189" y="17659"/>
                </a:lnTo>
                <a:lnTo>
                  <a:pt x="0" y="18865"/>
                </a:lnTo>
                <a:lnTo>
                  <a:pt x="1024" y="22584"/>
                </a:lnTo>
                <a:lnTo>
                  <a:pt x="2387" y="22317"/>
                </a:lnTo>
                <a:lnTo>
                  <a:pt x="5035" y="19692"/>
                </a:lnTo>
                <a:lnTo>
                  <a:pt x="6241" y="19030"/>
                </a:lnTo>
                <a:lnTo>
                  <a:pt x="7336" y="18250"/>
                </a:lnTo>
                <a:lnTo>
                  <a:pt x="8392" y="22017"/>
                </a:lnTo>
                <a:lnTo>
                  <a:pt x="12521" y="22025"/>
                </a:lnTo>
                <a:lnTo>
                  <a:pt x="17368" y="22309"/>
                </a:lnTo>
                <a:lnTo>
                  <a:pt x="17919" y="18952"/>
                </a:lnTo>
                <a:lnTo>
                  <a:pt x="17951" y="11276"/>
                </a:lnTo>
                <a:lnTo>
                  <a:pt x="14696" y="12718"/>
                </a:lnTo>
                <a:lnTo>
                  <a:pt x="12506" y="12387"/>
                </a:lnTo>
                <a:lnTo>
                  <a:pt x="11158" y="11599"/>
                </a:lnTo>
                <a:lnTo>
                  <a:pt x="8707" y="10866"/>
                </a:lnTo>
                <a:lnTo>
                  <a:pt x="8589" y="8116"/>
                </a:lnTo>
                <a:lnTo>
                  <a:pt x="9448" y="6020"/>
                </a:lnTo>
                <a:lnTo>
                  <a:pt x="11237" y="2663"/>
                </a:lnTo>
                <a:lnTo>
                  <a:pt x="12695" y="1402"/>
                </a:lnTo>
                <a:lnTo>
                  <a:pt x="13885" y="0"/>
                </a:lnTo>
                <a:close/>
              </a:path>
            </a:pathLst>
          </a:custGeom>
          <a:solidFill>
            <a:srgbClr val="ADAA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4" name="bg object 844"/>
          <p:cNvSpPr/>
          <p:nvPr/>
        </p:nvSpPr>
        <p:spPr>
          <a:xfrm>
            <a:off x="2273086" y="4143247"/>
            <a:ext cx="8255" cy="13970"/>
          </a:xfrm>
          <a:custGeom>
            <a:avLst/>
            <a:gdLst/>
            <a:ahLst/>
            <a:cxnLst/>
            <a:rect l="l" t="t" r="r" b="b"/>
            <a:pathLst>
              <a:path w="8255" h="13970">
                <a:moveTo>
                  <a:pt x="8258" y="0"/>
                </a:moveTo>
                <a:lnTo>
                  <a:pt x="4129" y="0"/>
                </a:lnTo>
                <a:lnTo>
                  <a:pt x="0" y="8234"/>
                </a:lnTo>
                <a:lnTo>
                  <a:pt x="4617" y="7675"/>
                </a:lnTo>
                <a:lnTo>
                  <a:pt x="4200" y="10866"/>
                </a:lnTo>
                <a:lnTo>
                  <a:pt x="4145" y="13774"/>
                </a:lnTo>
                <a:lnTo>
                  <a:pt x="8234" y="13759"/>
                </a:lnTo>
                <a:lnTo>
                  <a:pt x="8258" y="0"/>
                </a:lnTo>
                <a:close/>
              </a:path>
            </a:pathLst>
          </a:custGeom>
          <a:solidFill>
            <a:srgbClr val="A4A2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5" name="bg object 845"/>
          <p:cNvSpPr/>
          <p:nvPr/>
        </p:nvSpPr>
        <p:spPr>
          <a:xfrm>
            <a:off x="2290679" y="4121013"/>
            <a:ext cx="5080" cy="9525"/>
          </a:xfrm>
          <a:custGeom>
            <a:avLst/>
            <a:gdLst/>
            <a:ahLst/>
            <a:cxnLst/>
            <a:rect l="l" t="t" r="r" b="b"/>
            <a:pathLst>
              <a:path w="5080" h="9525">
                <a:moveTo>
                  <a:pt x="1765" y="0"/>
                </a:moveTo>
                <a:lnTo>
                  <a:pt x="0" y="669"/>
                </a:lnTo>
                <a:lnTo>
                  <a:pt x="362" y="5358"/>
                </a:lnTo>
                <a:lnTo>
                  <a:pt x="267" y="6918"/>
                </a:lnTo>
                <a:lnTo>
                  <a:pt x="267" y="8471"/>
                </a:lnTo>
                <a:lnTo>
                  <a:pt x="3475" y="8920"/>
                </a:lnTo>
                <a:lnTo>
                  <a:pt x="4728" y="7391"/>
                </a:lnTo>
                <a:lnTo>
                  <a:pt x="4428" y="4318"/>
                </a:lnTo>
                <a:lnTo>
                  <a:pt x="4365" y="228"/>
                </a:lnTo>
                <a:lnTo>
                  <a:pt x="1765" y="0"/>
                </a:lnTo>
                <a:close/>
              </a:path>
            </a:pathLst>
          </a:custGeom>
          <a:solidFill>
            <a:srgbClr val="CDC5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6" name="bg object 846"/>
          <p:cNvSpPr/>
          <p:nvPr/>
        </p:nvSpPr>
        <p:spPr>
          <a:xfrm>
            <a:off x="2253901" y="4151483"/>
            <a:ext cx="23495" cy="18415"/>
          </a:xfrm>
          <a:custGeom>
            <a:avLst/>
            <a:gdLst/>
            <a:ahLst/>
            <a:cxnLst/>
            <a:rect l="l" t="t" r="r" b="b"/>
            <a:pathLst>
              <a:path w="23494" h="18414">
                <a:moveTo>
                  <a:pt x="19180" y="0"/>
                </a:moveTo>
                <a:lnTo>
                  <a:pt x="13719" y="23"/>
                </a:lnTo>
                <a:lnTo>
                  <a:pt x="13711" y="3404"/>
                </a:lnTo>
                <a:lnTo>
                  <a:pt x="13822" y="6792"/>
                </a:lnTo>
                <a:lnTo>
                  <a:pt x="13546" y="11300"/>
                </a:lnTo>
                <a:lnTo>
                  <a:pt x="12655" y="12395"/>
                </a:lnTo>
                <a:lnTo>
                  <a:pt x="12143" y="13506"/>
                </a:lnTo>
                <a:lnTo>
                  <a:pt x="11253" y="12758"/>
                </a:lnTo>
                <a:lnTo>
                  <a:pt x="10441" y="11859"/>
                </a:lnTo>
                <a:lnTo>
                  <a:pt x="8211" y="10606"/>
                </a:lnTo>
                <a:lnTo>
                  <a:pt x="6816" y="10181"/>
                </a:lnTo>
                <a:lnTo>
                  <a:pt x="5484" y="9637"/>
                </a:lnTo>
                <a:lnTo>
                  <a:pt x="1623" y="8329"/>
                </a:lnTo>
                <a:lnTo>
                  <a:pt x="149" y="10189"/>
                </a:lnTo>
                <a:lnTo>
                  <a:pt x="0" y="13798"/>
                </a:lnTo>
                <a:lnTo>
                  <a:pt x="2931" y="13680"/>
                </a:lnTo>
                <a:lnTo>
                  <a:pt x="6020" y="13365"/>
                </a:lnTo>
                <a:lnTo>
                  <a:pt x="5484" y="17904"/>
                </a:lnTo>
                <a:lnTo>
                  <a:pt x="17817" y="17911"/>
                </a:lnTo>
                <a:lnTo>
                  <a:pt x="17257" y="13325"/>
                </a:lnTo>
                <a:lnTo>
                  <a:pt x="20402" y="13703"/>
                </a:lnTo>
                <a:lnTo>
                  <a:pt x="23317" y="13774"/>
                </a:lnTo>
                <a:lnTo>
                  <a:pt x="23302" y="9645"/>
                </a:lnTo>
                <a:lnTo>
                  <a:pt x="19818" y="10212"/>
                </a:lnTo>
                <a:lnTo>
                  <a:pt x="17974" y="9393"/>
                </a:lnTo>
                <a:lnTo>
                  <a:pt x="19566" y="3648"/>
                </a:lnTo>
                <a:lnTo>
                  <a:pt x="19196" y="1788"/>
                </a:lnTo>
                <a:lnTo>
                  <a:pt x="19180" y="0"/>
                </a:lnTo>
                <a:close/>
              </a:path>
            </a:pathLst>
          </a:custGeom>
          <a:solidFill>
            <a:srgbClr val="A19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7" name="bg object 847"/>
          <p:cNvSpPr/>
          <p:nvPr/>
        </p:nvSpPr>
        <p:spPr>
          <a:xfrm>
            <a:off x="2271171" y="4164885"/>
            <a:ext cx="15240" cy="14604"/>
          </a:xfrm>
          <a:custGeom>
            <a:avLst/>
            <a:gdLst/>
            <a:ahLst/>
            <a:cxnLst/>
            <a:rect l="l" t="t" r="r" b="b"/>
            <a:pathLst>
              <a:path w="15239" h="14604">
                <a:moveTo>
                  <a:pt x="645" y="0"/>
                </a:moveTo>
                <a:lnTo>
                  <a:pt x="0" y="0"/>
                </a:lnTo>
                <a:lnTo>
                  <a:pt x="549" y="4531"/>
                </a:lnTo>
                <a:lnTo>
                  <a:pt x="549" y="14137"/>
                </a:lnTo>
                <a:lnTo>
                  <a:pt x="4683" y="14137"/>
                </a:lnTo>
                <a:lnTo>
                  <a:pt x="4891" y="13246"/>
                </a:lnTo>
                <a:lnTo>
                  <a:pt x="5057" y="12364"/>
                </a:lnTo>
                <a:lnTo>
                  <a:pt x="7200" y="4531"/>
                </a:lnTo>
                <a:lnTo>
                  <a:pt x="14295" y="4531"/>
                </a:lnTo>
                <a:lnTo>
                  <a:pt x="14687" y="1323"/>
                </a:lnTo>
                <a:lnTo>
                  <a:pt x="13645" y="362"/>
                </a:lnTo>
                <a:lnTo>
                  <a:pt x="3658" y="362"/>
                </a:lnTo>
                <a:lnTo>
                  <a:pt x="645" y="0"/>
                </a:lnTo>
                <a:close/>
              </a:path>
              <a:path w="15239" h="14604">
                <a:moveTo>
                  <a:pt x="13252" y="0"/>
                </a:moveTo>
                <a:lnTo>
                  <a:pt x="10155" y="362"/>
                </a:lnTo>
                <a:lnTo>
                  <a:pt x="13645" y="362"/>
                </a:lnTo>
                <a:lnTo>
                  <a:pt x="13252" y="0"/>
                </a:lnTo>
                <a:close/>
              </a:path>
            </a:pathLst>
          </a:custGeom>
          <a:solidFill>
            <a:srgbClr val="998F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8" name="bg object 848"/>
          <p:cNvSpPr/>
          <p:nvPr/>
        </p:nvSpPr>
        <p:spPr>
          <a:xfrm>
            <a:off x="2271876" y="4150923"/>
            <a:ext cx="6350" cy="10795"/>
          </a:xfrm>
          <a:custGeom>
            <a:avLst/>
            <a:gdLst/>
            <a:ahLst/>
            <a:cxnLst/>
            <a:rect l="l" t="t" r="r" b="b"/>
            <a:pathLst>
              <a:path w="6350" h="10795">
                <a:moveTo>
                  <a:pt x="5823" y="0"/>
                </a:moveTo>
                <a:lnTo>
                  <a:pt x="1221" y="598"/>
                </a:lnTo>
                <a:lnTo>
                  <a:pt x="1221" y="2348"/>
                </a:lnTo>
                <a:lnTo>
                  <a:pt x="1591" y="4208"/>
                </a:lnTo>
                <a:lnTo>
                  <a:pt x="0" y="9952"/>
                </a:lnTo>
                <a:lnTo>
                  <a:pt x="1843" y="10772"/>
                </a:lnTo>
                <a:lnTo>
                  <a:pt x="5327" y="10205"/>
                </a:lnTo>
                <a:lnTo>
                  <a:pt x="5350" y="6099"/>
                </a:lnTo>
                <a:lnTo>
                  <a:pt x="5405" y="3191"/>
                </a:lnTo>
                <a:lnTo>
                  <a:pt x="5823" y="0"/>
                </a:lnTo>
                <a:close/>
              </a:path>
            </a:pathLst>
          </a:custGeom>
          <a:solidFill>
            <a:srgbClr val="9A98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9" name="bg object 849"/>
          <p:cNvSpPr/>
          <p:nvPr/>
        </p:nvSpPr>
        <p:spPr>
          <a:xfrm>
            <a:off x="2271724" y="4179025"/>
            <a:ext cx="13970" cy="22225"/>
          </a:xfrm>
          <a:custGeom>
            <a:avLst/>
            <a:gdLst/>
            <a:ahLst/>
            <a:cxnLst/>
            <a:rect l="l" t="t" r="r" b="b"/>
            <a:pathLst>
              <a:path w="13969" h="22225">
                <a:moveTo>
                  <a:pt x="0" y="0"/>
                </a:moveTo>
                <a:lnTo>
                  <a:pt x="0" y="8266"/>
                </a:lnTo>
                <a:lnTo>
                  <a:pt x="2639" y="8061"/>
                </a:lnTo>
                <a:lnTo>
                  <a:pt x="4310" y="8778"/>
                </a:lnTo>
                <a:lnTo>
                  <a:pt x="3987" y="15287"/>
                </a:lnTo>
                <a:lnTo>
                  <a:pt x="4121" y="18660"/>
                </a:lnTo>
                <a:lnTo>
                  <a:pt x="4129" y="22025"/>
                </a:lnTo>
                <a:lnTo>
                  <a:pt x="13711" y="22041"/>
                </a:lnTo>
                <a:lnTo>
                  <a:pt x="13727" y="17896"/>
                </a:lnTo>
                <a:lnTo>
                  <a:pt x="11654" y="17439"/>
                </a:lnTo>
                <a:lnTo>
                  <a:pt x="8234" y="19243"/>
                </a:lnTo>
                <a:lnTo>
                  <a:pt x="8833" y="9897"/>
                </a:lnTo>
                <a:lnTo>
                  <a:pt x="9574" y="31"/>
                </a:lnTo>
                <a:lnTo>
                  <a:pt x="0" y="0"/>
                </a:lnTo>
                <a:close/>
              </a:path>
            </a:pathLst>
          </a:custGeom>
          <a:solidFill>
            <a:srgbClr val="A799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0" name="bg object 850"/>
          <p:cNvSpPr/>
          <p:nvPr/>
        </p:nvSpPr>
        <p:spPr>
          <a:xfrm>
            <a:off x="2275846" y="4169420"/>
            <a:ext cx="10160" cy="10160"/>
          </a:xfrm>
          <a:custGeom>
            <a:avLst/>
            <a:gdLst/>
            <a:ahLst/>
            <a:cxnLst/>
            <a:rect l="l" t="t" r="r" b="b"/>
            <a:pathLst>
              <a:path w="10160" h="10160">
                <a:moveTo>
                  <a:pt x="9595" y="0"/>
                </a:moveTo>
                <a:lnTo>
                  <a:pt x="2526" y="0"/>
                </a:lnTo>
                <a:lnTo>
                  <a:pt x="383" y="7825"/>
                </a:lnTo>
                <a:lnTo>
                  <a:pt x="217" y="8715"/>
                </a:lnTo>
                <a:lnTo>
                  <a:pt x="0" y="9637"/>
                </a:lnTo>
                <a:lnTo>
                  <a:pt x="9595" y="9637"/>
                </a:lnTo>
                <a:lnTo>
                  <a:pt x="9595" y="0"/>
                </a:lnTo>
                <a:close/>
              </a:path>
            </a:pathLst>
          </a:custGeom>
          <a:solidFill>
            <a:srgbClr val="8D81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1" name="bg object 851"/>
          <p:cNvSpPr/>
          <p:nvPr/>
        </p:nvSpPr>
        <p:spPr>
          <a:xfrm>
            <a:off x="2279908" y="4201057"/>
            <a:ext cx="5715" cy="13970"/>
          </a:xfrm>
          <a:custGeom>
            <a:avLst/>
            <a:gdLst/>
            <a:ahLst/>
            <a:cxnLst/>
            <a:rect l="l" t="t" r="r" b="b"/>
            <a:pathLst>
              <a:path w="5714" h="13970">
                <a:moveTo>
                  <a:pt x="5524" y="7"/>
                </a:moveTo>
                <a:lnTo>
                  <a:pt x="63" y="0"/>
                </a:lnTo>
                <a:lnTo>
                  <a:pt x="86" y="3814"/>
                </a:lnTo>
                <a:lnTo>
                  <a:pt x="0" y="7628"/>
                </a:lnTo>
                <a:lnTo>
                  <a:pt x="260" y="12167"/>
                </a:lnTo>
                <a:lnTo>
                  <a:pt x="1418" y="13026"/>
                </a:lnTo>
                <a:lnTo>
                  <a:pt x="2537" y="13562"/>
                </a:lnTo>
                <a:lnTo>
                  <a:pt x="3782" y="12561"/>
                </a:lnTo>
                <a:lnTo>
                  <a:pt x="4625" y="9338"/>
                </a:lnTo>
                <a:lnTo>
                  <a:pt x="5043" y="6706"/>
                </a:lnTo>
                <a:lnTo>
                  <a:pt x="5555" y="4097"/>
                </a:lnTo>
                <a:lnTo>
                  <a:pt x="5524" y="7"/>
                </a:lnTo>
                <a:close/>
              </a:path>
            </a:pathLst>
          </a:custGeom>
          <a:solidFill>
            <a:srgbClr val="B3AC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2" name="bg object 852"/>
          <p:cNvSpPr/>
          <p:nvPr/>
        </p:nvSpPr>
        <p:spPr>
          <a:xfrm>
            <a:off x="2253892" y="3946465"/>
            <a:ext cx="20955" cy="33020"/>
          </a:xfrm>
          <a:custGeom>
            <a:avLst/>
            <a:gdLst/>
            <a:ahLst/>
            <a:cxnLst/>
            <a:rect l="l" t="t" r="r" b="b"/>
            <a:pathLst>
              <a:path w="20955" h="33020">
                <a:moveTo>
                  <a:pt x="13719" y="0"/>
                </a:moveTo>
                <a:lnTo>
                  <a:pt x="9606" y="0"/>
                </a:lnTo>
                <a:lnTo>
                  <a:pt x="9629" y="15926"/>
                </a:lnTo>
                <a:lnTo>
                  <a:pt x="9535" y="17604"/>
                </a:lnTo>
                <a:lnTo>
                  <a:pt x="0" y="18715"/>
                </a:lnTo>
                <a:lnTo>
                  <a:pt x="7" y="26123"/>
                </a:lnTo>
                <a:lnTo>
                  <a:pt x="4089" y="26162"/>
                </a:lnTo>
                <a:lnTo>
                  <a:pt x="5453" y="26927"/>
                </a:lnTo>
                <a:lnTo>
                  <a:pt x="7848" y="27541"/>
                </a:lnTo>
                <a:lnTo>
                  <a:pt x="8613" y="32411"/>
                </a:lnTo>
                <a:lnTo>
                  <a:pt x="13719" y="31647"/>
                </a:lnTo>
                <a:lnTo>
                  <a:pt x="14208" y="30331"/>
                </a:lnTo>
                <a:lnTo>
                  <a:pt x="14428" y="28085"/>
                </a:lnTo>
                <a:lnTo>
                  <a:pt x="18707" y="26848"/>
                </a:lnTo>
                <a:lnTo>
                  <a:pt x="17604" y="24216"/>
                </a:lnTo>
                <a:lnTo>
                  <a:pt x="17817" y="22001"/>
                </a:lnTo>
                <a:lnTo>
                  <a:pt x="15138" y="22230"/>
                </a:lnTo>
                <a:lnTo>
                  <a:pt x="13522" y="21434"/>
                </a:lnTo>
                <a:lnTo>
                  <a:pt x="13853" y="14933"/>
                </a:lnTo>
                <a:lnTo>
                  <a:pt x="13554" y="11528"/>
                </a:lnTo>
                <a:lnTo>
                  <a:pt x="13900" y="6855"/>
                </a:lnTo>
                <a:lnTo>
                  <a:pt x="14917" y="5610"/>
                </a:lnTo>
                <a:lnTo>
                  <a:pt x="15516" y="4342"/>
                </a:lnTo>
                <a:lnTo>
                  <a:pt x="17100" y="6958"/>
                </a:lnTo>
                <a:lnTo>
                  <a:pt x="17990" y="8660"/>
                </a:lnTo>
                <a:lnTo>
                  <a:pt x="17841" y="9196"/>
                </a:lnTo>
                <a:lnTo>
                  <a:pt x="17848" y="9645"/>
                </a:lnTo>
                <a:lnTo>
                  <a:pt x="19212" y="9629"/>
                </a:lnTo>
                <a:lnTo>
                  <a:pt x="20583" y="1379"/>
                </a:lnTo>
                <a:lnTo>
                  <a:pt x="13719" y="0"/>
                </a:lnTo>
                <a:close/>
              </a:path>
            </a:pathLst>
          </a:custGeom>
          <a:solidFill>
            <a:srgbClr val="B4A7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3" name="bg object 853"/>
          <p:cNvSpPr/>
          <p:nvPr/>
        </p:nvSpPr>
        <p:spPr>
          <a:xfrm>
            <a:off x="2267421" y="3950803"/>
            <a:ext cx="5080" cy="18415"/>
          </a:xfrm>
          <a:custGeom>
            <a:avLst/>
            <a:gdLst/>
            <a:ahLst/>
            <a:cxnLst/>
            <a:rect l="l" t="t" r="r" b="b"/>
            <a:pathLst>
              <a:path w="5080" h="18414">
                <a:moveTo>
                  <a:pt x="1985" y="0"/>
                </a:moveTo>
                <a:lnTo>
                  <a:pt x="1386" y="1276"/>
                </a:lnTo>
                <a:lnTo>
                  <a:pt x="370" y="2521"/>
                </a:lnTo>
                <a:lnTo>
                  <a:pt x="23" y="7194"/>
                </a:lnTo>
                <a:lnTo>
                  <a:pt x="323" y="10591"/>
                </a:lnTo>
                <a:lnTo>
                  <a:pt x="0" y="17100"/>
                </a:lnTo>
                <a:lnTo>
                  <a:pt x="1615" y="17888"/>
                </a:lnTo>
                <a:lnTo>
                  <a:pt x="4286" y="17667"/>
                </a:lnTo>
                <a:lnTo>
                  <a:pt x="4318" y="4854"/>
                </a:lnTo>
                <a:lnTo>
                  <a:pt x="4460" y="4326"/>
                </a:lnTo>
                <a:lnTo>
                  <a:pt x="3569" y="2616"/>
                </a:lnTo>
                <a:lnTo>
                  <a:pt x="2758" y="1316"/>
                </a:lnTo>
                <a:lnTo>
                  <a:pt x="1985" y="0"/>
                </a:lnTo>
                <a:close/>
              </a:path>
            </a:pathLst>
          </a:custGeom>
          <a:solidFill>
            <a:srgbClr val="B6AC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4" name="bg object 854"/>
          <p:cNvSpPr/>
          <p:nvPr/>
        </p:nvSpPr>
        <p:spPr>
          <a:xfrm>
            <a:off x="2242417" y="4004060"/>
            <a:ext cx="10160" cy="26670"/>
          </a:xfrm>
          <a:custGeom>
            <a:avLst/>
            <a:gdLst/>
            <a:ahLst/>
            <a:cxnLst/>
            <a:rect l="l" t="t" r="r" b="b"/>
            <a:pathLst>
              <a:path w="10160" h="26670">
                <a:moveTo>
                  <a:pt x="3380" y="0"/>
                </a:moveTo>
                <a:lnTo>
                  <a:pt x="1599" y="654"/>
                </a:lnTo>
                <a:lnTo>
                  <a:pt x="1962" y="5342"/>
                </a:lnTo>
                <a:lnTo>
                  <a:pt x="1859" y="6903"/>
                </a:lnTo>
                <a:lnTo>
                  <a:pt x="1851" y="8463"/>
                </a:lnTo>
                <a:lnTo>
                  <a:pt x="2505" y="12127"/>
                </a:lnTo>
                <a:lnTo>
                  <a:pt x="0" y="16556"/>
                </a:lnTo>
                <a:lnTo>
                  <a:pt x="6375" y="19803"/>
                </a:lnTo>
                <a:lnTo>
                  <a:pt x="5768" y="23877"/>
                </a:lnTo>
                <a:lnTo>
                  <a:pt x="5973" y="26343"/>
                </a:lnTo>
                <a:lnTo>
                  <a:pt x="10094" y="26343"/>
                </a:lnTo>
                <a:lnTo>
                  <a:pt x="10102" y="8463"/>
                </a:lnTo>
                <a:lnTo>
                  <a:pt x="5989" y="189"/>
                </a:lnTo>
                <a:lnTo>
                  <a:pt x="3380" y="0"/>
                </a:lnTo>
                <a:close/>
              </a:path>
            </a:pathLst>
          </a:custGeom>
          <a:solidFill>
            <a:srgbClr val="C0B9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5" name="bg object 855"/>
          <p:cNvSpPr/>
          <p:nvPr/>
        </p:nvSpPr>
        <p:spPr>
          <a:xfrm>
            <a:off x="2248406" y="4030412"/>
            <a:ext cx="18415" cy="13970"/>
          </a:xfrm>
          <a:custGeom>
            <a:avLst/>
            <a:gdLst/>
            <a:ahLst/>
            <a:cxnLst/>
            <a:rect l="l" t="t" r="r" b="b"/>
            <a:pathLst>
              <a:path w="18414" h="13970">
                <a:moveTo>
                  <a:pt x="4113" y="0"/>
                </a:moveTo>
                <a:lnTo>
                  <a:pt x="4200" y="2931"/>
                </a:lnTo>
                <a:lnTo>
                  <a:pt x="4570" y="6067"/>
                </a:lnTo>
                <a:lnTo>
                  <a:pt x="0" y="5500"/>
                </a:lnTo>
                <a:lnTo>
                  <a:pt x="7" y="9621"/>
                </a:lnTo>
                <a:lnTo>
                  <a:pt x="8219" y="13782"/>
                </a:lnTo>
                <a:lnTo>
                  <a:pt x="8030" y="11166"/>
                </a:lnTo>
                <a:lnTo>
                  <a:pt x="8660" y="9385"/>
                </a:lnTo>
                <a:lnTo>
                  <a:pt x="13798" y="9747"/>
                </a:lnTo>
                <a:lnTo>
                  <a:pt x="15800" y="9629"/>
                </a:lnTo>
                <a:lnTo>
                  <a:pt x="17793" y="9621"/>
                </a:lnTo>
                <a:lnTo>
                  <a:pt x="17833" y="5500"/>
                </a:lnTo>
                <a:lnTo>
                  <a:pt x="17833" y="1371"/>
                </a:lnTo>
                <a:lnTo>
                  <a:pt x="13711" y="1371"/>
                </a:lnTo>
                <a:lnTo>
                  <a:pt x="4113" y="0"/>
                </a:lnTo>
                <a:close/>
              </a:path>
            </a:pathLst>
          </a:custGeom>
          <a:solidFill>
            <a:srgbClr val="ADA5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6" name="bg object 856"/>
          <p:cNvSpPr/>
          <p:nvPr/>
        </p:nvSpPr>
        <p:spPr>
          <a:xfrm>
            <a:off x="2249761" y="3977867"/>
            <a:ext cx="12700" cy="13335"/>
          </a:xfrm>
          <a:custGeom>
            <a:avLst/>
            <a:gdLst/>
            <a:ahLst/>
            <a:cxnLst/>
            <a:rect l="l" t="t" r="r" b="b"/>
            <a:pathLst>
              <a:path w="12700" h="13335">
                <a:moveTo>
                  <a:pt x="2765" y="0"/>
                </a:moveTo>
                <a:lnTo>
                  <a:pt x="7" y="244"/>
                </a:lnTo>
                <a:lnTo>
                  <a:pt x="0" y="12624"/>
                </a:lnTo>
                <a:lnTo>
                  <a:pt x="5681" y="12632"/>
                </a:lnTo>
                <a:lnTo>
                  <a:pt x="7234" y="12529"/>
                </a:lnTo>
                <a:lnTo>
                  <a:pt x="11915" y="12892"/>
                </a:lnTo>
                <a:lnTo>
                  <a:pt x="12553" y="11095"/>
                </a:lnTo>
                <a:lnTo>
                  <a:pt x="12356" y="8502"/>
                </a:lnTo>
                <a:lnTo>
                  <a:pt x="8250" y="8502"/>
                </a:lnTo>
                <a:lnTo>
                  <a:pt x="4814" y="8928"/>
                </a:lnTo>
                <a:lnTo>
                  <a:pt x="3766" y="7139"/>
                </a:lnTo>
                <a:lnTo>
                  <a:pt x="4468" y="906"/>
                </a:lnTo>
                <a:lnTo>
                  <a:pt x="2765" y="0"/>
                </a:lnTo>
                <a:close/>
              </a:path>
            </a:pathLst>
          </a:custGeom>
          <a:solidFill>
            <a:srgbClr val="A79D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7" name="bg object 857"/>
          <p:cNvSpPr/>
          <p:nvPr/>
        </p:nvSpPr>
        <p:spPr>
          <a:xfrm>
            <a:off x="2248406" y="4004249"/>
            <a:ext cx="10160" cy="10795"/>
          </a:xfrm>
          <a:custGeom>
            <a:avLst/>
            <a:gdLst/>
            <a:ahLst/>
            <a:cxnLst/>
            <a:rect l="l" t="t" r="r" b="b"/>
            <a:pathLst>
              <a:path w="10160" h="10795">
                <a:moveTo>
                  <a:pt x="9598" y="7"/>
                </a:moveTo>
                <a:lnTo>
                  <a:pt x="0" y="0"/>
                </a:lnTo>
                <a:lnTo>
                  <a:pt x="1355" y="2765"/>
                </a:lnTo>
                <a:lnTo>
                  <a:pt x="4113" y="8274"/>
                </a:lnTo>
                <a:lnTo>
                  <a:pt x="7281" y="9984"/>
                </a:lnTo>
                <a:lnTo>
                  <a:pt x="9858" y="10583"/>
                </a:lnTo>
                <a:lnTo>
                  <a:pt x="9519" y="3664"/>
                </a:lnTo>
                <a:lnTo>
                  <a:pt x="9598" y="1836"/>
                </a:lnTo>
                <a:lnTo>
                  <a:pt x="9598" y="7"/>
                </a:lnTo>
                <a:close/>
              </a:path>
            </a:pathLst>
          </a:custGeom>
          <a:solidFill>
            <a:srgbClr val="BBAF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8" name="bg object 858"/>
          <p:cNvSpPr/>
          <p:nvPr/>
        </p:nvSpPr>
        <p:spPr>
          <a:xfrm>
            <a:off x="2248374" y="3990492"/>
            <a:ext cx="5715" cy="10160"/>
          </a:xfrm>
          <a:custGeom>
            <a:avLst/>
            <a:gdLst/>
            <a:ahLst/>
            <a:cxnLst/>
            <a:rect l="l" t="t" r="r" b="b"/>
            <a:pathLst>
              <a:path w="5714" h="10160">
                <a:moveTo>
                  <a:pt x="5516" y="7"/>
                </a:moveTo>
                <a:lnTo>
                  <a:pt x="1386" y="0"/>
                </a:lnTo>
                <a:lnTo>
                  <a:pt x="0" y="9645"/>
                </a:lnTo>
                <a:lnTo>
                  <a:pt x="5524" y="9637"/>
                </a:lnTo>
                <a:lnTo>
                  <a:pt x="5516" y="7"/>
                </a:lnTo>
                <a:close/>
              </a:path>
            </a:pathLst>
          </a:custGeom>
          <a:solidFill>
            <a:srgbClr val="A296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9" name="bg object 859"/>
          <p:cNvSpPr/>
          <p:nvPr/>
        </p:nvSpPr>
        <p:spPr>
          <a:xfrm>
            <a:off x="2248383" y="3999732"/>
            <a:ext cx="10160" cy="5080"/>
          </a:xfrm>
          <a:custGeom>
            <a:avLst/>
            <a:gdLst/>
            <a:ahLst/>
            <a:cxnLst/>
            <a:rect l="l" t="t" r="r" b="b"/>
            <a:pathLst>
              <a:path w="10160" h="5079">
                <a:moveTo>
                  <a:pt x="8660" y="0"/>
                </a:moveTo>
                <a:lnTo>
                  <a:pt x="5516" y="394"/>
                </a:lnTo>
                <a:lnTo>
                  <a:pt x="23" y="394"/>
                </a:lnTo>
                <a:lnTo>
                  <a:pt x="0" y="4539"/>
                </a:lnTo>
                <a:lnTo>
                  <a:pt x="9621" y="4531"/>
                </a:lnTo>
                <a:lnTo>
                  <a:pt x="10007" y="1402"/>
                </a:lnTo>
                <a:lnTo>
                  <a:pt x="8660" y="0"/>
                </a:lnTo>
                <a:close/>
              </a:path>
            </a:pathLst>
          </a:custGeom>
          <a:solidFill>
            <a:srgbClr val="ABA0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0" name="bg object 860"/>
          <p:cNvSpPr/>
          <p:nvPr/>
        </p:nvSpPr>
        <p:spPr>
          <a:xfrm>
            <a:off x="2249769" y="3972587"/>
            <a:ext cx="8255" cy="14604"/>
          </a:xfrm>
          <a:custGeom>
            <a:avLst/>
            <a:gdLst/>
            <a:ahLst/>
            <a:cxnLst/>
            <a:rect l="l" t="t" r="r" b="b"/>
            <a:pathLst>
              <a:path w="8255" h="14604">
                <a:moveTo>
                  <a:pt x="4137" y="0"/>
                </a:moveTo>
                <a:lnTo>
                  <a:pt x="7" y="23"/>
                </a:lnTo>
                <a:lnTo>
                  <a:pt x="0" y="5524"/>
                </a:lnTo>
                <a:lnTo>
                  <a:pt x="2758" y="5279"/>
                </a:lnTo>
                <a:lnTo>
                  <a:pt x="4460" y="6186"/>
                </a:lnTo>
                <a:lnTo>
                  <a:pt x="3758" y="12419"/>
                </a:lnTo>
                <a:lnTo>
                  <a:pt x="4806" y="14208"/>
                </a:lnTo>
                <a:lnTo>
                  <a:pt x="8242" y="13782"/>
                </a:lnTo>
                <a:lnTo>
                  <a:pt x="8211" y="39"/>
                </a:lnTo>
                <a:lnTo>
                  <a:pt x="4137" y="0"/>
                </a:lnTo>
                <a:close/>
              </a:path>
            </a:pathLst>
          </a:custGeom>
          <a:solidFill>
            <a:srgbClr val="9D94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1" name="bg object 861"/>
          <p:cNvSpPr/>
          <p:nvPr/>
        </p:nvSpPr>
        <p:spPr>
          <a:xfrm>
            <a:off x="2035657" y="4173377"/>
            <a:ext cx="10160" cy="10160"/>
          </a:xfrm>
          <a:custGeom>
            <a:avLst/>
            <a:gdLst/>
            <a:ahLst/>
            <a:cxnLst/>
            <a:rect l="l" t="t" r="r" b="b"/>
            <a:pathLst>
              <a:path w="10160" h="10160">
                <a:moveTo>
                  <a:pt x="2521" y="0"/>
                </a:moveTo>
                <a:lnTo>
                  <a:pt x="102" y="583"/>
                </a:lnTo>
                <a:lnTo>
                  <a:pt x="0" y="4271"/>
                </a:lnTo>
                <a:lnTo>
                  <a:pt x="1457" y="6485"/>
                </a:lnTo>
                <a:lnTo>
                  <a:pt x="6816" y="4799"/>
                </a:lnTo>
                <a:lnTo>
                  <a:pt x="5500" y="9787"/>
                </a:lnTo>
                <a:lnTo>
                  <a:pt x="9582" y="9795"/>
                </a:lnTo>
                <a:lnTo>
                  <a:pt x="9606" y="149"/>
                </a:lnTo>
                <a:lnTo>
                  <a:pt x="5484" y="149"/>
                </a:lnTo>
                <a:lnTo>
                  <a:pt x="2521" y="0"/>
                </a:lnTo>
                <a:close/>
              </a:path>
            </a:pathLst>
          </a:custGeom>
          <a:solidFill>
            <a:srgbClr val="9E98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2" name="bg object 862"/>
          <p:cNvSpPr/>
          <p:nvPr/>
        </p:nvSpPr>
        <p:spPr>
          <a:xfrm>
            <a:off x="2041151" y="4183166"/>
            <a:ext cx="5715" cy="9525"/>
          </a:xfrm>
          <a:custGeom>
            <a:avLst/>
            <a:gdLst/>
            <a:ahLst/>
            <a:cxnLst/>
            <a:rect l="l" t="t" r="r" b="b"/>
            <a:pathLst>
              <a:path w="5714" h="9525">
                <a:moveTo>
                  <a:pt x="4089" y="0"/>
                </a:moveTo>
                <a:lnTo>
                  <a:pt x="7" y="0"/>
                </a:lnTo>
                <a:lnTo>
                  <a:pt x="0" y="8250"/>
                </a:lnTo>
                <a:lnTo>
                  <a:pt x="2072" y="7848"/>
                </a:lnTo>
                <a:lnTo>
                  <a:pt x="5169" y="9503"/>
                </a:lnTo>
                <a:lnTo>
                  <a:pt x="5468" y="5524"/>
                </a:lnTo>
                <a:lnTo>
                  <a:pt x="4089" y="0"/>
                </a:lnTo>
                <a:close/>
              </a:path>
            </a:pathLst>
          </a:custGeom>
          <a:solidFill>
            <a:srgbClr val="958A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3" name="bg object 863"/>
          <p:cNvSpPr/>
          <p:nvPr/>
        </p:nvSpPr>
        <p:spPr>
          <a:xfrm>
            <a:off x="2036774" y="4146935"/>
            <a:ext cx="18415" cy="26670"/>
          </a:xfrm>
          <a:custGeom>
            <a:avLst/>
            <a:gdLst/>
            <a:ahLst/>
            <a:cxnLst/>
            <a:rect l="l" t="t" r="r" b="b"/>
            <a:pathLst>
              <a:path w="18414" h="26670">
                <a:moveTo>
                  <a:pt x="4509" y="18353"/>
                </a:moveTo>
                <a:lnTo>
                  <a:pt x="4381" y="18353"/>
                </a:lnTo>
                <a:lnTo>
                  <a:pt x="4373" y="26603"/>
                </a:lnTo>
                <a:lnTo>
                  <a:pt x="8510" y="26603"/>
                </a:lnTo>
                <a:lnTo>
                  <a:pt x="8297" y="24003"/>
                </a:lnTo>
                <a:lnTo>
                  <a:pt x="8802" y="22577"/>
                </a:lnTo>
                <a:lnTo>
                  <a:pt x="8928" y="22222"/>
                </a:lnTo>
                <a:lnTo>
                  <a:pt x="18077" y="22222"/>
                </a:lnTo>
                <a:lnTo>
                  <a:pt x="18077" y="18849"/>
                </a:lnTo>
                <a:lnTo>
                  <a:pt x="8550" y="18849"/>
                </a:lnTo>
                <a:lnTo>
                  <a:pt x="4509" y="18353"/>
                </a:lnTo>
                <a:close/>
              </a:path>
              <a:path w="18414" h="26670">
                <a:moveTo>
                  <a:pt x="18077" y="22222"/>
                </a:moveTo>
                <a:lnTo>
                  <a:pt x="8928" y="22222"/>
                </a:lnTo>
                <a:lnTo>
                  <a:pt x="14074" y="22577"/>
                </a:lnTo>
                <a:lnTo>
                  <a:pt x="18077" y="22577"/>
                </a:lnTo>
                <a:lnTo>
                  <a:pt x="18077" y="22222"/>
                </a:lnTo>
                <a:close/>
              </a:path>
              <a:path w="18414" h="26670">
                <a:moveTo>
                  <a:pt x="13068" y="8274"/>
                </a:moveTo>
                <a:lnTo>
                  <a:pt x="7793" y="8274"/>
                </a:lnTo>
                <a:lnTo>
                  <a:pt x="8636" y="10086"/>
                </a:lnTo>
                <a:lnTo>
                  <a:pt x="8550" y="18849"/>
                </a:lnTo>
                <a:lnTo>
                  <a:pt x="18077" y="18849"/>
                </a:lnTo>
                <a:lnTo>
                  <a:pt x="18077" y="18353"/>
                </a:lnTo>
                <a:lnTo>
                  <a:pt x="12624" y="17833"/>
                </a:lnTo>
                <a:lnTo>
                  <a:pt x="12624" y="10086"/>
                </a:lnTo>
                <a:lnTo>
                  <a:pt x="12956" y="8731"/>
                </a:lnTo>
                <a:lnTo>
                  <a:pt x="13068" y="8274"/>
                </a:lnTo>
                <a:close/>
              </a:path>
              <a:path w="18414" h="26670">
                <a:moveTo>
                  <a:pt x="866" y="4215"/>
                </a:moveTo>
                <a:lnTo>
                  <a:pt x="0" y="5949"/>
                </a:lnTo>
                <a:lnTo>
                  <a:pt x="231" y="8274"/>
                </a:lnTo>
                <a:lnTo>
                  <a:pt x="277" y="8731"/>
                </a:lnTo>
                <a:lnTo>
                  <a:pt x="4349" y="8731"/>
                </a:lnTo>
                <a:lnTo>
                  <a:pt x="7793" y="8274"/>
                </a:lnTo>
                <a:lnTo>
                  <a:pt x="13068" y="8274"/>
                </a:lnTo>
                <a:lnTo>
                  <a:pt x="13886" y="4940"/>
                </a:lnTo>
                <a:lnTo>
                  <a:pt x="7123" y="4940"/>
                </a:lnTo>
                <a:lnTo>
                  <a:pt x="866" y="4215"/>
                </a:lnTo>
                <a:close/>
              </a:path>
              <a:path w="18414" h="26670">
                <a:moveTo>
                  <a:pt x="14539" y="0"/>
                </a:moveTo>
                <a:lnTo>
                  <a:pt x="10587" y="441"/>
                </a:lnTo>
                <a:lnTo>
                  <a:pt x="8487" y="441"/>
                </a:lnTo>
                <a:lnTo>
                  <a:pt x="8904" y="3884"/>
                </a:lnTo>
                <a:lnTo>
                  <a:pt x="7123" y="4940"/>
                </a:lnTo>
                <a:lnTo>
                  <a:pt x="13886" y="4940"/>
                </a:lnTo>
                <a:lnTo>
                  <a:pt x="13979" y="4562"/>
                </a:lnTo>
                <a:lnTo>
                  <a:pt x="14485" y="441"/>
                </a:lnTo>
                <a:lnTo>
                  <a:pt x="14539" y="0"/>
                </a:lnTo>
                <a:close/>
              </a:path>
            </a:pathLst>
          </a:custGeom>
          <a:solidFill>
            <a:srgbClr val="988E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4" name="bg object 864"/>
          <p:cNvSpPr/>
          <p:nvPr/>
        </p:nvSpPr>
        <p:spPr>
          <a:xfrm>
            <a:off x="2041144" y="4137742"/>
            <a:ext cx="5715" cy="10160"/>
          </a:xfrm>
          <a:custGeom>
            <a:avLst/>
            <a:gdLst/>
            <a:ahLst/>
            <a:cxnLst/>
            <a:rect l="l" t="t" r="r" b="b"/>
            <a:pathLst>
              <a:path w="5714" h="10160">
                <a:moveTo>
                  <a:pt x="5476" y="0"/>
                </a:moveTo>
                <a:lnTo>
                  <a:pt x="7" y="0"/>
                </a:lnTo>
                <a:lnTo>
                  <a:pt x="0" y="9637"/>
                </a:lnTo>
                <a:lnTo>
                  <a:pt x="4145" y="9637"/>
                </a:lnTo>
                <a:lnTo>
                  <a:pt x="5492" y="1371"/>
                </a:lnTo>
                <a:lnTo>
                  <a:pt x="5476" y="0"/>
                </a:lnTo>
                <a:close/>
              </a:path>
            </a:pathLst>
          </a:custGeom>
          <a:solidFill>
            <a:srgbClr val="8579B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5" name="bg object 865"/>
          <p:cNvSpPr/>
          <p:nvPr/>
        </p:nvSpPr>
        <p:spPr>
          <a:xfrm>
            <a:off x="2036991" y="4137745"/>
            <a:ext cx="4445" cy="10160"/>
          </a:xfrm>
          <a:custGeom>
            <a:avLst/>
            <a:gdLst/>
            <a:ahLst/>
            <a:cxnLst/>
            <a:rect l="l" t="t" r="r" b="b"/>
            <a:pathLst>
              <a:path w="4444" h="10160">
                <a:moveTo>
                  <a:pt x="4160" y="0"/>
                </a:moveTo>
                <a:lnTo>
                  <a:pt x="70" y="15"/>
                </a:lnTo>
                <a:lnTo>
                  <a:pt x="0" y="5484"/>
                </a:lnTo>
                <a:lnTo>
                  <a:pt x="31" y="9629"/>
                </a:lnTo>
                <a:lnTo>
                  <a:pt x="4152" y="9637"/>
                </a:lnTo>
                <a:lnTo>
                  <a:pt x="4160" y="0"/>
                </a:lnTo>
                <a:close/>
              </a:path>
            </a:pathLst>
          </a:custGeom>
          <a:solidFill>
            <a:srgbClr val="736C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6" name="bg object 866"/>
          <p:cNvSpPr/>
          <p:nvPr/>
        </p:nvSpPr>
        <p:spPr>
          <a:xfrm>
            <a:off x="2041123" y="4155211"/>
            <a:ext cx="4445" cy="10795"/>
          </a:xfrm>
          <a:custGeom>
            <a:avLst/>
            <a:gdLst/>
            <a:ahLst/>
            <a:cxnLst/>
            <a:rect l="l" t="t" r="r" b="b"/>
            <a:pathLst>
              <a:path w="4444" h="10795">
                <a:moveTo>
                  <a:pt x="3443" y="0"/>
                </a:moveTo>
                <a:lnTo>
                  <a:pt x="0" y="457"/>
                </a:lnTo>
                <a:lnTo>
                  <a:pt x="31" y="10055"/>
                </a:lnTo>
                <a:lnTo>
                  <a:pt x="4200" y="10575"/>
                </a:lnTo>
                <a:lnTo>
                  <a:pt x="4121" y="7864"/>
                </a:lnTo>
                <a:lnTo>
                  <a:pt x="4286" y="1773"/>
                </a:lnTo>
                <a:lnTo>
                  <a:pt x="3443" y="0"/>
                </a:lnTo>
                <a:close/>
              </a:path>
            </a:pathLst>
          </a:custGeom>
          <a:solidFill>
            <a:srgbClr val="A49A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7" name="bg object 867"/>
          <p:cNvSpPr/>
          <p:nvPr/>
        </p:nvSpPr>
        <p:spPr>
          <a:xfrm>
            <a:off x="2195900" y="4368915"/>
            <a:ext cx="15875" cy="13970"/>
          </a:xfrm>
          <a:custGeom>
            <a:avLst/>
            <a:gdLst/>
            <a:ahLst/>
            <a:cxnLst/>
            <a:rect l="l" t="t" r="r" b="b"/>
            <a:pathLst>
              <a:path w="15875" h="13970">
                <a:moveTo>
                  <a:pt x="14042" y="0"/>
                </a:moveTo>
                <a:lnTo>
                  <a:pt x="9952" y="15"/>
                </a:lnTo>
                <a:lnTo>
                  <a:pt x="10134" y="2584"/>
                </a:lnTo>
                <a:lnTo>
                  <a:pt x="9527" y="4412"/>
                </a:lnTo>
                <a:lnTo>
                  <a:pt x="4838" y="4042"/>
                </a:lnTo>
                <a:lnTo>
                  <a:pt x="3286" y="4145"/>
                </a:lnTo>
                <a:lnTo>
                  <a:pt x="1733" y="4145"/>
                </a:lnTo>
                <a:lnTo>
                  <a:pt x="1843" y="5862"/>
                </a:lnTo>
                <a:lnTo>
                  <a:pt x="0" y="7833"/>
                </a:lnTo>
                <a:lnTo>
                  <a:pt x="4397" y="9732"/>
                </a:lnTo>
                <a:lnTo>
                  <a:pt x="4940" y="12151"/>
                </a:lnTo>
                <a:lnTo>
                  <a:pt x="5847" y="13735"/>
                </a:lnTo>
                <a:lnTo>
                  <a:pt x="9944" y="13806"/>
                </a:lnTo>
                <a:lnTo>
                  <a:pt x="10015" y="12884"/>
                </a:lnTo>
                <a:lnTo>
                  <a:pt x="9818" y="11426"/>
                </a:lnTo>
                <a:lnTo>
                  <a:pt x="15327" y="8731"/>
                </a:lnTo>
                <a:lnTo>
                  <a:pt x="13956" y="4129"/>
                </a:lnTo>
                <a:lnTo>
                  <a:pt x="14042" y="0"/>
                </a:lnTo>
                <a:close/>
              </a:path>
            </a:pathLst>
          </a:custGeom>
          <a:solidFill>
            <a:srgbClr val="948C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8" name="bg object 868"/>
          <p:cNvSpPr/>
          <p:nvPr/>
        </p:nvSpPr>
        <p:spPr>
          <a:xfrm>
            <a:off x="2209937" y="4350475"/>
            <a:ext cx="14604" cy="10795"/>
          </a:xfrm>
          <a:custGeom>
            <a:avLst/>
            <a:gdLst/>
            <a:ahLst/>
            <a:cxnLst/>
            <a:rect l="l" t="t" r="r" b="b"/>
            <a:pathLst>
              <a:path w="14605" h="10795">
                <a:moveTo>
                  <a:pt x="14176" y="0"/>
                </a:moveTo>
                <a:lnTo>
                  <a:pt x="9621" y="567"/>
                </a:lnTo>
                <a:lnTo>
                  <a:pt x="1402" y="567"/>
                </a:lnTo>
                <a:lnTo>
                  <a:pt x="0" y="10212"/>
                </a:lnTo>
                <a:lnTo>
                  <a:pt x="5500" y="10205"/>
                </a:lnTo>
                <a:lnTo>
                  <a:pt x="5145" y="7084"/>
                </a:lnTo>
                <a:lnTo>
                  <a:pt x="6477" y="5658"/>
                </a:lnTo>
                <a:lnTo>
                  <a:pt x="9637" y="6075"/>
                </a:lnTo>
                <a:lnTo>
                  <a:pt x="13751" y="6067"/>
                </a:lnTo>
                <a:lnTo>
                  <a:pt x="13853" y="3120"/>
                </a:lnTo>
                <a:lnTo>
                  <a:pt x="14176" y="0"/>
                </a:lnTo>
                <a:close/>
              </a:path>
            </a:pathLst>
          </a:custGeom>
          <a:solidFill>
            <a:srgbClr val="827C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9" name="bg object 869"/>
          <p:cNvSpPr/>
          <p:nvPr/>
        </p:nvSpPr>
        <p:spPr>
          <a:xfrm>
            <a:off x="2215056" y="4364792"/>
            <a:ext cx="10160" cy="5080"/>
          </a:xfrm>
          <a:custGeom>
            <a:avLst/>
            <a:gdLst/>
            <a:ahLst/>
            <a:cxnLst/>
            <a:rect l="l" t="t" r="r" b="b"/>
            <a:pathLst>
              <a:path w="10160" h="5079">
                <a:moveTo>
                  <a:pt x="4531" y="7"/>
                </a:moveTo>
                <a:lnTo>
                  <a:pt x="409" y="0"/>
                </a:lnTo>
                <a:lnTo>
                  <a:pt x="0" y="3152"/>
                </a:lnTo>
                <a:lnTo>
                  <a:pt x="1355" y="4531"/>
                </a:lnTo>
                <a:lnTo>
                  <a:pt x="4507" y="4137"/>
                </a:lnTo>
                <a:lnTo>
                  <a:pt x="8644" y="4145"/>
                </a:lnTo>
                <a:lnTo>
                  <a:pt x="10007" y="2758"/>
                </a:lnTo>
                <a:lnTo>
                  <a:pt x="10015" y="1386"/>
                </a:lnTo>
                <a:lnTo>
                  <a:pt x="4531" y="7"/>
                </a:lnTo>
                <a:close/>
              </a:path>
            </a:pathLst>
          </a:custGeom>
          <a:solidFill>
            <a:srgbClr val="7C79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0" name="bg object 870"/>
          <p:cNvSpPr/>
          <p:nvPr/>
        </p:nvSpPr>
        <p:spPr>
          <a:xfrm>
            <a:off x="2215081" y="4356134"/>
            <a:ext cx="5080" cy="8890"/>
          </a:xfrm>
          <a:custGeom>
            <a:avLst/>
            <a:gdLst/>
            <a:ahLst/>
            <a:cxnLst/>
            <a:rect l="l" t="t" r="r" b="b"/>
            <a:pathLst>
              <a:path w="5080" h="8889">
                <a:moveTo>
                  <a:pt x="1331" y="0"/>
                </a:moveTo>
                <a:lnTo>
                  <a:pt x="0" y="1426"/>
                </a:lnTo>
                <a:lnTo>
                  <a:pt x="354" y="4546"/>
                </a:lnTo>
                <a:lnTo>
                  <a:pt x="386" y="8660"/>
                </a:lnTo>
                <a:lnTo>
                  <a:pt x="4507" y="8668"/>
                </a:lnTo>
                <a:lnTo>
                  <a:pt x="4491" y="417"/>
                </a:lnTo>
                <a:lnTo>
                  <a:pt x="1331" y="0"/>
                </a:lnTo>
                <a:close/>
              </a:path>
            </a:pathLst>
          </a:custGeom>
          <a:solidFill>
            <a:srgbClr val="7570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1" name="bg object 871"/>
          <p:cNvSpPr/>
          <p:nvPr/>
        </p:nvSpPr>
        <p:spPr>
          <a:xfrm>
            <a:off x="2205852" y="4360672"/>
            <a:ext cx="4445" cy="8255"/>
          </a:xfrm>
          <a:custGeom>
            <a:avLst/>
            <a:gdLst/>
            <a:ahLst/>
            <a:cxnLst/>
            <a:rect l="l" t="t" r="r" b="b"/>
            <a:pathLst>
              <a:path w="4444" h="8254">
                <a:moveTo>
                  <a:pt x="4121" y="0"/>
                </a:moveTo>
                <a:lnTo>
                  <a:pt x="7" y="7"/>
                </a:lnTo>
                <a:lnTo>
                  <a:pt x="0" y="8258"/>
                </a:lnTo>
                <a:lnTo>
                  <a:pt x="4089" y="8242"/>
                </a:lnTo>
                <a:lnTo>
                  <a:pt x="4121" y="0"/>
                </a:lnTo>
                <a:close/>
              </a:path>
            </a:pathLst>
          </a:custGeom>
          <a:solidFill>
            <a:srgbClr val="A297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2" name="bg object 872"/>
          <p:cNvSpPr/>
          <p:nvPr/>
        </p:nvSpPr>
        <p:spPr>
          <a:xfrm>
            <a:off x="2205833" y="4382435"/>
            <a:ext cx="8890" cy="4445"/>
          </a:xfrm>
          <a:custGeom>
            <a:avLst/>
            <a:gdLst/>
            <a:ahLst/>
            <a:cxnLst/>
            <a:rect l="l" t="t" r="r" b="b"/>
            <a:pathLst>
              <a:path w="8889" h="4445">
                <a:moveTo>
                  <a:pt x="7793" y="0"/>
                </a:moveTo>
                <a:lnTo>
                  <a:pt x="3112" y="370"/>
                </a:lnTo>
                <a:lnTo>
                  <a:pt x="1552" y="244"/>
                </a:lnTo>
                <a:lnTo>
                  <a:pt x="0" y="236"/>
                </a:lnTo>
                <a:lnTo>
                  <a:pt x="31" y="4373"/>
                </a:lnTo>
                <a:lnTo>
                  <a:pt x="8250" y="4389"/>
                </a:lnTo>
                <a:lnTo>
                  <a:pt x="8439" y="1796"/>
                </a:lnTo>
                <a:lnTo>
                  <a:pt x="7793" y="0"/>
                </a:lnTo>
                <a:close/>
              </a:path>
            </a:pathLst>
          </a:custGeom>
          <a:solidFill>
            <a:srgbClr val="7F7D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3" name="bg object 873"/>
          <p:cNvSpPr/>
          <p:nvPr/>
        </p:nvSpPr>
        <p:spPr>
          <a:xfrm>
            <a:off x="2192037" y="4382653"/>
            <a:ext cx="13970" cy="18415"/>
          </a:xfrm>
          <a:custGeom>
            <a:avLst/>
            <a:gdLst/>
            <a:ahLst/>
            <a:cxnLst/>
            <a:rect l="l" t="t" r="r" b="b"/>
            <a:pathLst>
              <a:path w="13969" h="18414">
                <a:moveTo>
                  <a:pt x="9708" y="0"/>
                </a:moveTo>
                <a:lnTo>
                  <a:pt x="47" y="102"/>
                </a:lnTo>
                <a:lnTo>
                  <a:pt x="149" y="1008"/>
                </a:lnTo>
                <a:lnTo>
                  <a:pt x="0" y="2576"/>
                </a:lnTo>
                <a:lnTo>
                  <a:pt x="5311" y="4578"/>
                </a:lnTo>
                <a:lnTo>
                  <a:pt x="4082" y="8747"/>
                </a:lnTo>
                <a:lnTo>
                  <a:pt x="4192" y="12419"/>
                </a:lnTo>
                <a:lnTo>
                  <a:pt x="4215" y="17943"/>
                </a:lnTo>
                <a:lnTo>
                  <a:pt x="8550" y="17982"/>
                </a:lnTo>
                <a:lnTo>
                  <a:pt x="9227" y="11993"/>
                </a:lnTo>
                <a:lnTo>
                  <a:pt x="13688" y="12080"/>
                </a:lnTo>
                <a:lnTo>
                  <a:pt x="13790" y="10409"/>
                </a:lnTo>
                <a:lnTo>
                  <a:pt x="13829" y="7730"/>
                </a:lnTo>
                <a:lnTo>
                  <a:pt x="13806" y="70"/>
                </a:lnTo>
                <a:lnTo>
                  <a:pt x="9708" y="0"/>
                </a:lnTo>
                <a:close/>
              </a:path>
            </a:pathLst>
          </a:custGeom>
          <a:solidFill>
            <a:srgbClr val="7063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4" name="bg object 874"/>
          <p:cNvSpPr/>
          <p:nvPr/>
        </p:nvSpPr>
        <p:spPr>
          <a:xfrm>
            <a:off x="2182457" y="4395071"/>
            <a:ext cx="13970" cy="18415"/>
          </a:xfrm>
          <a:custGeom>
            <a:avLst/>
            <a:gdLst/>
            <a:ahLst/>
            <a:cxnLst/>
            <a:rect l="l" t="t" r="r" b="b"/>
            <a:pathLst>
              <a:path w="13969" h="18414">
                <a:moveTo>
                  <a:pt x="13774" y="0"/>
                </a:moveTo>
                <a:lnTo>
                  <a:pt x="9661" y="7"/>
                </a:lnTo>
                <a:lnTo>
                  <a:pt x="8534" y="5744"/>
                </a:lnTo>
                <a:lnTo>
                  <a:pt x="5130" y="9180"/>
                </a:lnTo>
                <a:lnTo>
                  <a:pt x="110" y="9653"/>
                </a:lnTo>
                <a:lnTo>
                  <a:pt x="0" y="13759"/>
                </a:lnTo>
                <a:lnTo>
                  <a:pt x="2033" y="14334"/>
                </a:lnTo>
                <a:lnTo>
                  <a:pt x="5500" y="12135"/>
                </a:lnTo>
                <a:lnTo>
                  <a:pt x="5201" y="17060"/>
                </a:lnTo>
                <a:lnTo>
                  <a:pt x="8100" y="17525"/>
                </a:lnTo>
                <a:lnTo>
                  <a:pt x="9645" y="17911"/>
                </a:lnTo>
                <a:lnTo>
                  <a:pt x="9653" y="16359"/>
                </a:lnTo>
                <a:lnTo>
                  <a:pt x="9771" y="14791"/>
                </a:lnTo>
                <a:lnTo>
                  <a:pt x="9393" y="10110"/>
                </a:lnTo>
                <a:lnTo>
                  <a:pt x="11182" y="9448"/>
                </a:lnTo>
                <a:lnTo>
                  <a:pt x="13766" y="9629"/>
                </a:lnTo>
                <a:lnTo>
                  <a:pt x="13774" y="0"/>
                </a:lnTo>
                <a:close/>
              </a:path>
            </a:pathLst>
          </a:custGeom>
          <a:solidFill>
            <a:srgbClr val="6258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5" name="bg object 875"/>
          <p:cNvSpPr/>
          <p:nvPr/>
        </p:nvSpPr>
        <p:spPr>
          <a:xfrm>
            <a:off x="2223701" y="4367550"/>
            <a:ext cx="5080" cy="7620"/>
          </a:xfrm>
          <a:custGeom>
            <a:avLst/>
            <a:gdLst/>
            <a:ahLst/>
            <a:cxnLst/>
            <a:rect l="l" t="t" r="r" b="b"/>
            <a:pathLst>
              <a:path w="5080" h="7620">
                <a:moveTo>
                  <a:pt x="1363" y="0"/>
                </a:moveTo>
                <a:lnTo>
                  <a:pt x="0" y="1386"/>
                </a:lnTo>
                <a:lnTo>
                  <a:pt x="0" y="6879"/>
                </a:lnTo>
                <a:lnTo>
                  <a:pt x="4562" y="7462"/>
                </a:lnTo>
                <a:lnTo>
                  <a:pt x="4223" y="4373"/>
                </a:lnTo>
                <a:lnTo>
                  <a:pt x="4074" y="1418"/>
                </a:lnTo>
                <a:lnTo>
                  <a:pt x="1363" y="0"/>
                </a:lnTo>
                <a:close/>
              </a:path>
            </a:pathLst>
          </a:custGeom>
          <a:solidFill>
            <a:srgbClr val="6154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6" name="bg object 876"/>
          <p:cNvSpPr/>
          <p:nvPr/>
        </p:nvSpPr>
        <p:spPr>
          <a:xfrm>
            <a:off x="2225063" y="4364774"/>
            <a:ext cx="8255" cy="4445"/>
          </a:xfrm>
          <a:custGeom>
            <a:avLst/>
            <a:gdLst/>
            <a:ahLst/>
            <a:cxnLst/>
            <a:rect l="l" t="t" r="r" b="b"/>
            <a:pathLst>
              <a:path w="8255" h="4445">
                <a:moveTo>
                  <a:pt x="8203" y="7"/>
                </a:moveTo>
                <a:lnTo>
                  <a:pt x="2758" y="0"/>
                </a:lnTo>
                <a:lnTo>
                  <a:pt x="7" y="1402"/>
                </a:lnTo>
                <a:lnTo>
                  <a:pt x="0" y="2773"/>
                </a:lnTo>
                <a:lnTo>
                  <a:pt x="2710" y="4192"/>
                </a:lnTo>
                <a:lnTo>
                  <a:pt x="8227" y="4145"/>
                </a:lnTo>
                <a:lnTo>
                  <a:pt x="8258" y="47"/>
                </a:lnTo>
                <a:close/>
              </a:path>
            </a:pathLst>
          </a:custGeom>
          <a:solidFill>
            <a:srgbClr val="8285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7" name="bg object 877"/>
          <p:cNvSpPr/>
          <p:nvPr/>
        </p:nvSpPr>
        <p:spPr>
          <a:xfrm>
            <a:off x="2253887" y="4214572"/>
            <a:ext cx="22225" cy="12700"/>
          </a:xfrm>
          <a:custGeom>
            <a:avLst/>
            <a:gdLst/>
            <a:ahLst/>
            <a:cxnLst/>
            <a:rect l="l" t="t" r="r" b="b"/>
            <a:pathLst>
              <a:path w="22225" h="12700">
                <a:moveTo>
                  <a:pt x="14586" y="0"/>
                </a:moveTo>
                <a:lnTo>
                  <a:pt x="11851" y="244"/>
                </a:lnTo>
                <a:lnTo>
                  <a:pt x="12356" y="5839"/>
                </a:lnTo>
                <a:lnTo>
                  <a:pt x="11371" y="7037"/>
                </a:lnTo>
                <a:lnTo>
                  <a:pt x="10882" y="8187"/>
                </a:lnTo>
                <a:lnTo>
                  <a:pt x="9968" y="7470"/>
                </a:lnTo>
                <a:lnTo>
                  <a:pt x="9117" y="6619"/>
                </a:lnTo>
                <a:lnTo>
                  <a:pt x="6847" y="5366"/>
                </a:lnTo>
                <a:lnTo>
                  <a:pt x="5453" y="4917"/>
                </a:lnTo>
                <a:lnTo>
                  <a:pt x="4121" y="4357"/>
                </a:lnTo>
                <a:lnTo>
                  <a:pt x="0" y="12624"/>
                </a:lnTo>
                <a:lnTo>
                  <a:pt x="21946" y="12616"/>
                </a:lnTo>
                <a:lnTo>
                  <a:pt x="21962" y="4389"/>
                </a:lnTo>
                <a:lnTo>
                  <a:pt x="17825" y="212"/>
                </a:lnTo>
                <a:lnTo>
                  <a:pt x="14586" y="0"/>
                </a:lnTo>
                <a:close/>
              </a:path>
            </a:pathLst>
          </a:custGeom>
          <a:solidFill>
            <a:srgbClr val="A6A1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8" name="bg object 878"/>
          <p:cNvSpPr/>
          <p:nvPr/>
        </p:nvSpPr>
        <p:spPr>
          <a:xfrm>
            <a:off x="2248404" y="4240943"/>
            <a:ext cx="13970" cy="13970"/>
          </a:xfrm>
          <a:custGeom>
            <a:avLst/>
            <a:gdLst/>
            <a:ahLst/>
            <a:cxnLst/>
            <a:rect l="l" t="t" r="r" b="b"/>
            <a:pathLst>
              <a:path w="13969" h="13970">
                <a:moveTo>
                  <a:pt x="13703" y="0"/>
                </a:moveTo>
                <a:lnTo>
                  <a:pt x="9606" y="0"/>
                </a:lnTo>
                <a:lnTo>
                  <a:pt x="9613" y="2159"/>
                </a:lnTo>
                <a:lnTo>
                  <a:pt x="9566" y="4649"/>
                </a:lnTo>
                <a:lnTo>
                  <a:pt x="5484" y="3632"/>
                </a:lnTo>
                <a:lnTo>
                  <a:pt x="4909" y="1363"/>
                </a:lnTo>
                <a:lnTo>
                  <a:pt x="4105" y="7"/>
                </a:lnTo>
                <a:lnTo>
                  <a:pt x="0" y="23"/>
                </a:lnTo>
                <a:lnTo>
                  <a:pt x="7" y="8250"/>
                </a:lnTo>
                <a:lnTo>
                  <a:pt x="1111" y="8250"/>
                </a:lnTo>
                <a:lnTo>
                  <a:pt x="2245" y="8392"/>
                </a:lnTo>
                <a:lnTo>
                  <a:pt x="7809" y="7596"/>
                </a:lnTo>
                <a:lnTo>
                  <a:pt x="8668" y="10078"/>
                </a:lnTo>
                <a:lnTo>
                  <a:pt x="8227" y="13774"/>
                </a:lnTo>
                <a:lnTo>
                  <a:pt x="13719" y="13774"/>
                </a:lnTo>
                <a:lnTo>
                  <a:pt x="13703" y="0"/>
                </a:lnTo>
                <a:close/>
              </a:path>
            </a:pathLst>
          </a:custGeom>
          <a:solidFill>
            <a:srgbClr val="A79B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9" name="bg object 879"/>
          <p:cNvSpPr/>
          <p:nvPr/>
        </p:nvSpPr>
        <p:spPr>
          <a:xfrm>
            <a:off x="2270358" y="4249725"/>
            <a:ext cx="10160" cy="13335"/>
          </a:xfrm>
          <a:custGeom>
            <a:avLst/>
            <a:gdLst/>
            <a:ahLst/>
            <a:cxnLst/>
            <a:rect l="l" t="t" r="r" b="b"/>
            <a:pathLst>
              <a:path w="10160" h="13335">
                <a:moveTo>
                  <a:pt x="4767" y="0"/>
                </a:moveTo>
                <a:lnTo>
                  <a:pt x="3561" y="4279"/>
                </a:lnTo>
                <a:lnTo>
                  <a:pt x="1316" y="4499"/>
                </a:lnTo>
                <a:lnTo>
                  <a:pt x="0" y="4980"/>
                </a:lnTo>
                <a:lnTo>
                  <a:pt x="0" y="13246"/>
                </a:lnTo>
                <a:lnTo>
                  <a:pt x="8234" y="13246"/>
                </a:lnTo>
                <a:lnTo>
                  <a:pt x="9590" y="866"/>
                </a:lnTo>
                <a:lnTo>
                  <a:pt x="7391" y="1071"/>
                </a:lnTo>
                <a:lnTo>
                  <a:pt x="4767" y="0"/>
                </a:lnTo>
                <a:close/>
              </a:path>
            </a:pathLst>
          </a:custGeom>
          <a:solidFill>
            <a:srgbClr val="9D93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0" name="bg object 880"/>
          <p:cNvSpPr/>
          <p:nvPr/>
        </p:nvSpPr>
        <p:spPr>
          <a:xfrm>
            <a:off x="2258002" y="4227192"/>
            <a:ext cx="4445" cy="13970"/>
          </a:xfrm>
          <a:custGeom>
            <a:avLst/>
            <a:gdLst/>
            <a:ahLst/>
            <a:cxnLst/>
            <a:rect l="l" t="t" r="r" b="b"/>
            <a:pathLst>
              <a:path w="4444" h="13970">
                <a:moveTo>
                  <a:pt x="4129" y="0"/>
                </a:moveTo>
                <a:lnTo>
                  <a:pt x="0" y="0"/>
                </a:lnTo>
                <a:lnTo>
                  <a:pt x="7" y="13751"/>
                </a:lnTo>
                <a:lnTo>
                  <a:pt x="4105" y="13751"/>
                </a:lnTo>
                <a:lnTo>
                  <a:pt x="4129" y="0"/>
                </a:lnTo>
                <a:close/>
              </a:path>
            </a:pathLst>
          </a:custGeom>
          <a:solidFill>
            <a:srgbClr val="A198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1" name="bg object 881"/>
          <p:cNvSpPr/>
          <p:nvPr/>
        </p:nvSpPr>
        <p:spPr>
          <a:xfrm>
            <a:off x="2262120" y="4248600"/>
            <a:ext cx="8890" cy="6350"/>
          </a:xfrm>
          <a:custGeom>
            <a:avLst/>
            <a:gdLst/>
            <a:ahLst/>
            <a:cxnLst/>
            <a:rect l="l" t="t" r="r" b="b"/>
            <a:pathLst>
              <a:path w="8889" h="6350">
                <a:moveTo>
                  <a:pt x="8321" y="0"/>
                </a:moveTo>
                <a:lnTo>
                  <a:pt x="3821" y="819"/>
                </a:lnTo>
                <a:lnTo>
                  <a:pt x="0" y="614"/>
                </a:lnTo>
                <a:lnTo>
                  <a:pt x="0" y="6107"/>
                </a:lnTo>
                <a:lnTo>
                  <a:pt x="8234" y="6130"/>
                </a:lnTo>
                <a:lnTo>
                  <a:pt x="8321" y="0"/>
                </a:lnTo>
                <a:close/>
              </a:path>
            </a:pathLst>
          </a:custGeom>
          <a:solidFill>
            <a:srgbClr val="9FA0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2" name="bg object 882"/>
          <p:cNvSpPr/>
          <p:nvPr/>
        </p:nvSpPr>
        <p:spPr>
          <a:xfrm>
            <a:off x="2258003" y="4187086"/>
            <a:ext cx="19685" cy="36195"/>
          </a:xfrm>
          <a:custGeom>
            <a:avLst/>
            <a:gdLst/>
            <a:ahLst/>
            <a:cxnLst/>
            <a:rect l="l" t="t" r="r" b="b"/>
            <a:pathLst>
              <a:path w="19685" h="36195">
                <a:moveTo>
                  <a:pt x="16359" y="0"/>
                </a:moveTo>
                <a:lnTo>
                  <a:pt x="13719" y="204"/>
                </a:lnTo>
                <a:lnTo>
                  <a:pt x="14121" y="3349"/>
                </a:lnTo>
                <a:lnTo>
                  <a:pt x="12742" y="4720"/>
                </a:lnTo>
                <a:lnTo>
                  <a:pt x="9606" y="4326"/>
                </a:lnTo>
                <a:lnTo>
                  <a:pt x="9574" y="16729"/>
                </a:lnTo>
                <a:lnTo>
                  <a:pt x="6256" y="20575"/>
                </a:lnTo>
                <a:lnTo>
                  <a:pt x="0" y="22214"/>
                </a:lnTo>
                <a:lnTo>
                  <a:pt x="0" y="31844"/>
                </a:lnTo>
                <a:lnTo>
                  <a:pt x="1339" y="32403"/>
                </a:lnTo>
                <a:lnTo>
                  <a:pt x="2734" y="32853"/>
                </a:lnTo>
                <a:lnTo>
                  <a:pt x="5003" y="34106"/>
                </a:lnTo>
                <a:lnTo>
                  <a:pt x="5847" y="34957"/>
                </a:lnTo>
                <a:lnTo>
                  <a:pt x="6769" y="35674"/>
                </a:lnTo>
                <a:lnTo>
                  <a:pt x="7257" y="34523"/>
                </a:lnTo>
                <a:lnTo>
                  <a:pt x="8242" y="33325"/>
                </a:lnTo>
                <a:lnTo>
                  <a:pt x="7738" y="27730"/>
                </a:lnTo>
                <a:lnTo>
                  <a:pt x="10465" y="27486"/>
                </a:lnTo>
                <a:lnTo>
                  <a:pt x="13711" y="27699"/>
                </a:lnTo>
                <a:lnTo>
                  <a:pt x="13908" y="26146"/>
                </a:lnTo>
                <a:lnTo>
                  <a:pt x="13695" y="23475"/>
                </a:lnTo>
                <a:lnTo>
                  <a:pt x="19283" y="21355"/>
                </a:lnTo>
                <a:lnTo>
                  <a:pt x="17525" y="17320"/>
                </a:lnTo>
                <a:lnTo>
                  <a:pt x="17856" y="13963"/>
                </a:lnTo>
                <a:lnTo>
                  <a:pt x="17848" y="10599"/>
                </a:lnTo>
                <a:lnTo>
                  <a:pt x="17707" y="7226"/>
                </a:lnTo>
                <a:lnTo>
                  <a:pt x="18030" y="717"/>
                </a:lnTo>
                <a:lnTo>
                  <a:pt x="16359" y="0"/>
                </a:lnTo>
                <a:close/>
              </a:path>
            </a:pathLst>
          </a:custGeom>
          <a:solidFill>
            <a:srgbClr val="9B92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3" name="bg object 883"/>
          <p:cNvSpPr/>
          <p:nvPr/>
        </p:nvSpPr>
        <p:spPr>
          <a:xfrm>
            <a:off x="2275345" y="4218717"/>
            <a:ext cx="5080" cy="14604"/>
          </a:xfrm>
          <a:custGeom>
            <a:avLst/>
            <a:gdLst/>
            <a:ahLst/>
            <a:cxnLst/>
            <a:rect l="l" t="t" r="r" b="b"/>
            <a:pathLst>
              <a:path w="5080" h="14604">
                <a:moveTo>
                  <a:pt x="3160" y="0"/>
                </a:moveTo>
                <a:lnTo>
                  <a:pt x="504" y="244"/>
                </a:lnTo>
                <a:lnTo>
                  <a:pt x="488" y="8471"/>
                </a:lnTo>
                <a:lnTo>
                  <a:pt x="433" y="11379"/>
                </a:lnTo>
                <a:lnTo>
                  <a:pt x="0" y="14570"/>
                </a:lnTo>
                <a:lnTo>
                  <a:pt x="4602" y="13971"/>
                </a:lnTo>
                <a:lnTo>
                  <a:pt x="4602" y="10606"/>
                </a:lnTo>
                <a:lnTo>
                  <a:pt x="4483" y="7242"/>
                </a:lnTo>
                <a:lnTo>
                  <a:pt x="4799" y="748"/>
                </a:lnTo>
                <a:lnTo>
                  <a:pt x="3160" y="0"/>
                </a:lnTo>
                <a:close/>
              </a:path>
            </a:pathLst>
          </a:custGeom>
          <a:solidFill>
            <a:srgbClr val="A094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4" name="bg object 884"/>
          <p:cNvSpPr/>
          <p:nvPr/>
        </p:nvSpPr>
        <p:spPr>
          <a:xfrm>
            <a:off x="2256620" y="4254723"/>
            <a:ext cx="13970" cy="30480"/>
          </a:xfrm>
          <a:custGeom>
            <a:avLst/>
            <a:gdLst/>
            <a:ahLst/>
            <a:cxnLst/>
            <a:rect l="l" t="t" r="r" b="b"/>
            <a:pathLst>
              <a:path w="13969" h="30479">
                <a:moveTo>
                  <a:pt x="13735" y="7"/>
                </a:moveTo>
                <a:lnTo>
                  <a:pt x="5500" y="0"/>
                </a:lnTo>
                <a:lnTo>
                  <a:pt x="5500" y="1111"/>
                </a:lnTo>
                <a:lnTo>
                  <a:pt x="5366" y="2238"/>
                </a:lnTo>
                <a:lnTo>
                  <a:pt x="6146" y="7769"/>
                </a:lnTo>
                <a:lnTo>
                  <a:pt x="3766" y="8739"/>
                </a:lnTo>
                <a:lnTo>
                  <a:pt x="31" y="8227"/>
                </a:lnTo>
                <a:lnTo>
                  <a:pt x="23" y="30252"/>
                </a:lnTo>
                <a:lnTo>
                  <a:pt x="8242" y="30268"/>
                </a:lnTo>
                <a:lnTo>
                  <a:pt x="4137" y="22001"/>
                </a:lnTo>
                <a:lnTo>
                  <a:pt x="4145" y="17888"/>
                </a:lnTo>
                <a:lnTo>
                  <a:pt x="3412" y="13514"/>
                </a:lnTo>
                <a:lnTo>
                  <a:pt x="5240" y="11678"/>
                </a:lnTo>
                <a:lnTo>
                  <a:pt x="9606" y="12364"/>
                </a:lnTo>
                <a:lnTo>
                  <a:pt x="9227" y="9227"/>
                </a:lnTo>
                <a:lnTo>
                  <a:pt x="10599" y="7848"/>
                </a:lnTo>
                <a:lnTo>
                  <a:pt x="13735" y="8250"/>
                </a:lnTo>
                <a:lnTo>
                  <a:pt x="13735" y="7"/>
                </a:lnTo>
                <a:close/>
              </a:path>
            </a:pathLst>
          </a:custGeom>
          <a:solidFill>
            <a:srgbClr val="908B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5" name="bg object 885"/>
          <p:cNvSpPr/>
          <p:nvPr/>
        </p:nvSpPr>
        <p:spPr>
          <a:xfrm>
            <a:off x="2260034" y="4266396"/>
            <a:ext cx="10795" cy="10795"/>
          </a:xfrm>
          <a:custGeom>
            <a:avLst/>
            <a:gdLst/>
            <a:ahLst/>
            <a:cxnLst/>
            <a:rect l="l" t="t" r="r" b="b"/>
            <a:pathLst>
              <a:path w="10794" h="10795">
                <a:moveTo>
                  <a:pt x="1820" y="0"/>
                </a:moveTo>
                <a:lnTo>
                  <a:pt x="0" y="1836"/>
                </a:lnTo>
                <a:lnTo>
                  <a:pt x="732" y="6217"/>
                </a:lnTo>
                <a:lnTo>
                  <a:pt x="3656" y="6107"/>
                </a:lnTo>
                <a:lnTo>
                  <a:pt x="6769" y="5752"/>
                </a:lnTo>
                <a:lnTo>
                  <a:pt x="6193" y="10323"/>
                </a:lnTo>
                <a:lnTo>
                  <a:pt x="10315" y="10331"/>
                </a:lnTo>
                <a:lnTo>
                  <a:pt x="10315" y="8321"/>
                </a:lnTo>
                <a:lnTo>
                  <a:pt x="10197" y="6304"/>
                </a:lnTo>
                <a:lnTo>
                  <a:pt x="10567" y="1150"/>
                </a:lnTo>
                <a:lnTo>
                  <a:pt x="8770" y="512"/>
                </a:lnTo>
                <a:lnTo>
                  <a:pt x="6193" y="693"/>
                </a:lnTo>
                <a:lnTo>
                  <a:pt x="1820" y="0"/>
                </a:lnTo>
                <a:close/>
              </a:path>
            </a:pathLst>
          </a:custGeom>
          <a:solidFill>
            <a:srgbClr val="A49D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6" name="bg object 886"/>
          <p:cNvSpPr/>
          <p:nvPr/>
        </p:nvSpPr>
        <p:spPr>
          <a:xfrm>
            <a:off x="2274389" y="4268058"/>
            <a:ext cx="4445" cy="9525"/>
          </a:xfrm>
          <a:custGeom>
            <a:avLst/>
            <a:gdLst/>
            <a:ahLst/>
            <a:cxnLst/>
            <a:rect l="l" t="t" r="r" b="b"/>
            <a:pathLst>
              <a:path w="4444" h="9525">
                <a:moveTo>
                  <a:pt x="772" y="0"/>
                </a:moveTo>
                <a:lnTo>
                  <a:pt x="0" y="1780"/>
                </a:lnTo>
                <a:lnTo>
                  <a:pt x="15" y="8022"/>
                </a:lnTo>
                <a:lnTo>
                  <a:pt x="1426" y="8920"/>
                </a:lnTo>
                <a:lnTo>
                  <a:pt x="4184" y="8660"/>
                </a:lnTo>
                <a:lnTo>
                  <a:pt x="4200" y="417"/>
                </a:lnTo>
                <a:lnTo>
                  <a:pt x="772" y="0"/>
                </a:lnTo>
                <a:close/>
              </a:path>
            </a:pathLst>
          </a:custGeom>
          <a:solidFill>
            <a:srgbClr val="948D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7" name="bg object 887"/>
          <p:cNvSpPr/>
          <p:nvPr/>
        </p:nvSpPr>
        <p:spPr>
          <a:xfrm>
            <a:off x="2220924" y="3842743"/>
            <a:ext cx="22860" cy="32384"/>
          </a:xfrm>
          <a:custGeom>
            <a:avLst/>
            <a:gdLst/>
            <a:ahLst/>
            <a:cxnLst/>
            <a:rect l="l" t="t" r="r" b="b"/>
            <a:pathLst>
              <a:path w="22860" h="32385">
                <a:moveTo>
                  <a:pt x="17911" y="0"/>
                </a:moveTo>
                <a:lnTo>
                  <a:pt x="13751" y="496"/>
                </a:lnTo>
                <a:lnTo>
                  <a:pt x="13766" y="3199"/>
                </a:lnTo>
                <a:lnTo>
                  <a:pt x="13640" y="9850"/>
                </a:lnTo>
                <a:lnTo>
                  <a:pt x="8266" y="8755"/>
                </a:lnTo>
                <a:lnTo>
                  <a:pt x="8242" y="9874"/>
                </a:lnTo>
                <a:lnTo>
                  <a:pt x="8487" y="11111"/>
                </a:lnTo>
                <a:lnTo>
                  <a:pt x="7777" y="12900"/>
                </a:lnTo>
                <a:lnTo>
                  <a:pt x="6714" y="13420"/>
                </a:lnTo>
                <a:lnTo>
                  <a:pt x="5981" y="14074"/>
                </a:lnTo>
                <a:lnTo>
                  <a:pt x="5374" y="13270"/>
                </a:lnTo>
                <a:lnTo>
                  <a:pt x="4460" y="12545"/>
                </a:lnTo>
                <a:lnTo>
                  <a:pt x="3932" y="10370"/>
                </a:lnTo>
                <a:lnTo>
                  <a:pt x="4089" y="8975"/>
                </a:lnTo>
                <a:lnTo>
                  <a:pt x="4223" y="4609"/>
                </a:lnTo>
                <a:lnTo>
                  <a:pt x="39" y="4633"/>
                </a:lnTo>
                <a:lnTo>
                  <a:pt x="0" y="13152"/>
                </a:lnTo>
                <a:lnTo>
                  <a:pt x="39" y="19582"/>
                </a:lnTo>
                <a:lnTo>
                  <a:pt x="520" y="21103"/>
                </a:lnTo>
                <a:lnTo>
                  <a:pt x="4168" y="24901"/>
                </a:lnTo>
                <a:lnTo>
                  <a:pt x="3664" y="29038"/>
                </a:lnTo>
                <a:lnTo>
                  <a:pt x="4168" y="32191"/>
                </a:lnTo>
                <a:lnTo>
                  <a:pt x="12364" y="32167"/>
                </a:lnTo>
                <a:lnTo>
                  <a:pt x="12364" y="29251"/>
                </a:lnTo>
                <a:lnTo>
                  <a:pt x="12624" y="26304"/>
                </a:lnTo>
                <a:lnTo>
                  <a:pt x="11820" y="18904"/>
                </a:lnTo>
                <a:lnTo>
                  <a:pt x="14090" y="17911"/>
                </a:lnTo>
                <a:lnTo>
                  <a:pt x="17880" y="18408"/>
                </a:lnTo>
                <a:lnTo>
                  <a:pt x="20473" y="18605"/>
                </a:lnTo>
                <a:lnTo>
                  <a:pt x="22246" y="17935"/>
                </a:lnTo>
                <a:lnTo>
                  <a:pt x="21875" y="13254"/>
                </a:lnTo>
                <a:lnTo>
                  <a:pt x="21978" y="11694"/>
                </a:lnTo>
                <a:lnTo>
                  <a:pt x="21986" y="10149"/>
                </a:lnTo>
                <a:lnTo>
                  <a:pt x="18550" y="10567"/>
                </a:lnTo>
                <a:lnTo>
                  <a:pt x="17549" y="8794"/>
                </a:lnTo>
                <a:lnTo>
                  <a:pt x="18124" y="2710"/>
                </a:lnTo>
                <a:lnTo>
                  <a:pt x="17911" y="0"/>
                </a:lnTo>
                <a:close/>
              </a:path>
            </a:pathLst>
          </a:custGeom>
          <a:solidFill>
            <a:srgbClr val="B6AB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8" name="bg object 888"/>
          <p:cNvSpPr/>
          <p:nvPr/>
        </p:nvSpPr>
        <p:spPr>
          <a:xfrm>
            <a:off x="2248376" y="3874483"/>
            <a:ext cx="13335" cy="26670"/>
          </a:xfrm>
          <a:custGeom>
            <a:avLst/>
            <a:gdLst/>
            <a:ahLst/>
            <a:cxnLst/>
            <a:rect l="l" t="t" r="r" b="b"/>
            <a:pathLst>
              <a:path w="13335" h="26670">
                <a:moveTo>
                  <a:pt x="12931" y="0"/>
                </a:moveTo>
                <a:lnTo>
                  <a:pt x="9826" y="315"/>
                </a:lnTo>
                <a:lnTo>
                  <a:pt x="6895" y="409"/>
                </a:lnTo>
                <a:lnTo>
                  <a:pt x="7305" y="5642"/>
                </a:lnTo>
                <a:lnTo>
                  <a:pt x="2923" y="4870"/>
                </a:lnTo>
                <a:lnTo>
                  <a:pt x="0" y="5925"/>
                </a:lnTo>
                <a:lnTo>
                  <a:pt x="3538" y="9464"/>
                </a:lnTo>
                <a:lnTo>
                  <a:pt x="2765" y="13956"/>
                </a:lnTo>
                <a:lnTo>
                  <a:pt x="2718" y="18290"/>
                </a:lnTo>
                <a:lnTo>
                  <a:pt x="2765" y="26572"/>
                </a:lnTo>
                <a:lnTo>
                  <a:pt x="6879" y="26564"/>
                </a:lnTo>
                <a:lnTo>
                  <a:pt x="7060" y="24129"/>
                </a:lnTo>
                <a:lnTo>
                  <a:pt x="6288" y="20520"/>
                </a:lnTo>
                <a:lnTo>
                  <a:pt x="12663" y="15358"/>
                </a:lnTo>
                <a:lnTo>
                  <a:pt x="11938" y="9866"/>
                </a:lnTo>
                <a:lnTo>
                  <a:pt x="12372" y="4554"/>
                </a:lnTo>
                <a:lnTo>
                  <a:pt x="12931" y="0"/>
                </a:lnTo>
                <a:close/>
              </a:path>
            </a:pathLst>
          </a:custGeom>
          <a:solidFill>
            <a:srgbClr val="B4A6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9" name="bg object 889"/>
          <p:cNvSpPr/>
          <p:nvPr/>
        </p:nvSpPr>
        <p:spPr>
          <a:xfrm>
            <a:off x="2232745" y="3860658"/>
            <a:ext cx="12065" cy="22860"/>
          </a:xfrm>
          <a:custGeom>
            <a:avLst/>
            <a:gdLst/>
            <a:ahLst/>
            <a:cxnLst/>
            <a:rect l="l" t="t" r="r" b="b"/>
            <a:pathLst>
              <a:path w="12064" h="22860">
                <a:moveTo>
                  <a:pt x="2269" y="0"/>
                </a:moveTo>
                <a:lnTo>
                  <a:pt x="0" y="992"/>
                </a:lnTo>
                <a:lnTo>
                  <a:pt x="803" y="8384"/>
                </a:lnTo>
                <a:lnTo>
                  <a:pt x="543" y="11331"/>
                </a:lnTo>
                <a:lnTo>
                  <a:pt x="543" y="14255"/>
                </a:lnTo>
                <a:lnTo>
                  <a:pt x="567" y="22490"/>
                </a:lnTo>
                <a:lnTo>
                  <a:pt x="10118" y="22490"/>
                </a:lnTo>
                <a:lnTo>
                  <a:pt x="11505" y="16942"/>
                </a:lnTo>
                <a:lnTo>
                  <a:pt x="6059" y="13380"/>
                </a:lnTo>
                <a:lnTo>
                  <a:pt x="6059" y="488"/>
                </a:lnTo>
                <a:lnTo>
                  <a:pt x="2269" y="0"/>
                </a:lnTo>
                <a:close/>
              </a:path>
            </a:pathLst>
          </a:custGeom>
          <a:solidFill>
            <a:srgbClr val="BEB2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0" name="bg object 890"/>
          <p:cNvSpPr/>
          <p:nvPr/>
        </p:nvSpPr>
        <p:spPr>
          <a:xfrm>
            <a:off x="2242864" y="3877600"/>
            <a:ext cx="9525" cy="15240"/>
          </a:xfrm>
          <a:custGeom>
            <a:avLst/>
            <a:gdLst/>
            <a:ahLst/>
            <a:cxnLst/>
            <a:rect l="l" t="t" r="r" b="b"/>
            <a:pathLst>
              <a:path w="9525" h="15239">
                <a:moveTo>
                  <a:pt x="1379" y="0"/>
                </a:moveTo>
                <a:lnTo>
                  <a:pt x="0" y="5547"/>
                </a:lnTo>
                <a:lnTo>
                  <a:pt x="31" y="11071"/>
                </a:lnTo>
                <a:lnTo>
                  <a:pt x="8234" y="15169"/>
                </a:lnTo>
                <a:lnTo>
                  <a:pt x="8282" y="10835"/>
                </a:lnTo>
                <a:lnTo>
                  <a:pt x="9054" y="6351"/>
                </a:lnTo>
                <a:lnTo>
                  <a:pt x="5516" y="2813"/>
                </a:lnTo>
                <a:lnTo>
                  <a:pt x="1379" y="0"/>
                </a:lnTo>
                <a:close/>
              </a:path>
            </a:pathLst>
          </a:custGeom>
          <a:solidFill>
            <a:srgbClr val="978B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1" name="bg object 891"/>
          <p:cNvSpPr/>
          <p:nvPr/>
        </p:nvSpPr>
        <p:spPr>
          <a:xfrm>
            <a:off x="2242652" y="3843051"/>
            <a:ext cx="11430" cy="10160"/>
          </a:xfrm>
          <a:custGeom>
            <a:avLst/>
            <a:gdLst/>
            <a:ahLst/>
            <a:cxnLst/>
            <a:rect l="l" t="t" r="r" b="b"/>
            <a:pathLst>
              <a:path w="11430" h="10160">
                <a:moveTo>
                  <a:pt x="1741" y="0"/>
                </a:moveTo>
                <a:lnTo>
                  <a:pt x="0" y="685"/>
                </a:lnTo>
                <a:lnTo>
                  <a:pt x="153" y="2805"/>
                </a:lnTo>
                <a:lnTo>
                  <a:pt x="252" y="9834"/>
                </a:lnTo>
                <a:lnTo>
                  <a:pt x="1607" y="9086"/>
                </a:lnTo>
                <a:lnTo>
                  <a:pt x="3057" y="8479"/>
                </a:lnTo>
                <a:lnTo>
                  <a:pt x="4948" y="7037"/>
                </a:lnTo>
                <a:lnTo>
                  <a:pt x="5427" y="5311"/>
                </a:lnTo>
                <a:lnTo>
                  <a:pt x="10483" y="5311"/>
                </a:lnTo>
                <a:lnTo>
                  <a:pt x="9606" y="2805"/>
                </a:lnTo>
                <a:lnTo>
                  <a:pt x="9811" y="685"/>
                </a:lnTo>
                <a:lnTo>
                  <a:pt x="9858" y="204"/>
                </a:lnTo>
                <a:lnTo>
                  <a:pt x="4454" y="204"/>
                </a:lnTo>
                <a:lnTo>
                  <a:pt x="1741" y="0"/>
                </a:lnTo>
                <a:close/>
              </a:path>
              <a:path w="11430" h="10160">
                <a:moveTo>
                  <a:pt x="10483" y="5311"/>
                </a:moveTo>
                <a:lnTo>
                  <a:pt x="5689" y="5311"/>
                </a:lnTo>
                <a:lnTo>
                  <a:pt x="10977" y="6721"/>
                </a:lnTo>
                <a:lnTo>
                  <a:pt x="10483" y="5311"/>
                </a:lnTo>
                <a:close/>
              </a:path>
            </a:pathLst>
          </a:custGeom>
          <a:solidFill>
            <a:srgbClr val="B0A8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2" name="bg object 892"/>
          <p:cNvSpPr/>
          <p:nvPr/>
        </p:nvSpPr>
        <p:spPr>
          <a:xfrm>
            <a:off x="2234676" y="3896909"/>
            <a:ext cx="16510" cy="20320"/>
          </a:xfrm>
          <a:custGeom>
            <a:avLst/>
            <a:gdLst/>
            <a:ahLst/>
            <a:cxnLst/>
            <a:rect l="l" t="t" r="r" b="b"/>
            <a:pathLst>
              <a:path w="16510" h="20320">
                <a:moveTo>
                  <a:pt x="16454" y="0"/>
                </a:moveTo>
                <a:lnTo>
                  <a:pt x="6863" y="0"/>
                </a:lnTo>
                <a:lnTo>
                  <a:pt x="6855" y="4137"/>
                </a:lnTo>
                <a:lnTo>
                  <a:pt x="12112" y="5744"/>
                </a:lnTo>
                <a:lnTo>
                  <a:pt x="10945" y="7084"/>
                </a:lnTo>
                <a:lnTo>
                  <a:pt x="9984" y="8747"/>
                </a:lnTo>
                <a:lnTo>
                  <a:pt x="6556" y="10969"/>
                </a:lnTo>
                <a:lnTo>
                  <a:pt x="6477" y="15067"/>
                </a:lnTo>
                <a:lnTo>
                  <a:pt x="2726" y="13759"/>
                </a:lnTo>
                <a:lnTo>
                  <a:pt x="0" y="15161"/>
                </a:lnTo>
                <a:lnTo>
                  <a:pt x="2671" y="20039"/>
                </a:lnTo>
                <a:lnTo>
                  <a:pt x="7297" y="17068"/>
                </a:lnTo>
                <a:lnTo>
                  <a:pt x="10969" y="17911"/>
                </a:lnTo>
                <a:lnTo>
                  <a:pt x="10409" y="13333"/>
                </a:lnTo>
                <a:lnTo>
                  <a:pt x="13538" y="13688"/>
                </a:lnTo>
                <a:lnTo>
                  <a:pt x="16461" y="13774"/>
                </a:lnTo>
                <a:lnTo>
                  <a:pt x="16454" y="0"/>
                </a:lnTo>
                <a:close/>
              </a:path>
            </a:pathLst>
          </a:custGeom>
          <a:solidFill>
            <a:srgbClr val="B1A4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3" name="bg object 893"/>
          <p:cNvSpPr/>
          <p:nvPr/>
        </p:nvSpPr>
        <p:spPr>
          <a:xfrm>
            <a:off x="2245646" y="3918945"/>
            <a:ext cx="13970" cy="24130"/>
          </a:xfrm>
          <a:custGeom>
            <a:avLst/>
            <a:gdLst/>
            <a:ahLst/>
            <a:cxnLst/>
            <a:rect l="l" t="t" r="r" b="b"/>
            <a:pathLst>
              <a:path w="13969" h="24129">
                <a:moveTo>
                  <a:pt x="5484" y="0"/>
                </a:moveTo>
                <a:lnTo>
                  <a:pt x="0" y="0"/>
                </a:lnTo>
                <a:lnTo>
                  <a:pt x="0" y="9629"/>
                </a:lnTo>
                <a:lnTo>
                  <a:pt x="338" y="10866"/>
                </a:lnTo>
                <a:lnTo>
                  <a:pt x="425" y="13010"/>
                </a:lnTo>
                <a:lnTo>
                  <a:pt x="4334" y="14137"/>
                </a:lnTo>
                <a:lnTo>
                  <a:pt x="4255" y="17344"/>
                </a:lnTo>
                <a:lnTo>
                  <a:pt x="3930" y="20811"/>
                </a:lnTo>
                <a:lnTo>
                  <a:pt x="3806" y="22143"/>
                </a:lnTo>
                <a:lnTo>
                  <a:pt x="4909" y="23782"/>
                </a:lnTo>
                <a:lnTo>
                  <a:pt x="8227" y="23396"/>
                </a:lnTo>
                <a:lnTo>
                  <a:pt x="8124" y="20811"/>
                </a:lnTo>
                <a:lnTo>
                  <a:pt x="8573" y="18794"/>
                </a:lnTo>
                <a:lnTo>
                  <a:pt x="12608" y="17344"/>
                </a:lnTo>
                <a:lnTo>
                  <a:pt x="13018" y="15138"/>
                </a:lnTo>
                <a:lnTo>
                  <a:pt x="13735" y="13759"/>
                </a:lnTo>
                <a:lnTo>
                  <a:pt x="4247" y="13759"/>
                </a:lnTo>
                <a:lnTo>
                  <a:pt x="4121" y="5500"/>
                </a:lnTo>
                <a:lnTo>
                  <a:pt x="5484" y="0"/>
                </a:lnTo>
                <a:close/>
              </a:path>
            </a:pathLst>
          </a:custGeom>
          <a:solidFill>
            <a:srgbClr val="B2A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4" name="bg object 894"/>
          <p:cNvSpPr/>
          <p:nvPr/>
        </p:nvSpPr>
        <p:spPr>
          <a:xfrm>
            <a:off x="2251132" y="3910434"/>
            <a:ext cx="4445" cy="9525"/>
          </a:xfrm>
          <a:custGeom>
            <a:avLst/>
            <a:gdLst/>
            <a:ahLst/>
            <a:cxnLst/>
            <a:rect l="l" t="t" r="r" b="b"/>
            <a:pathLst>
              <a:path w="4444" h="9525">
                <a:moveTo>
                  <a:pt x="2765" y="0"/>
                </a:moveTo>
                <a:lnTo>
                  <a:pt x="7" y="252"/>
                </a:lnTo>
                <a:lnTo>
                  <a:pt x="0" y="8510"/>
                </a:lnTo>
                <a:lnTo>
                  <a:pt x="3435" y="8928"/>
                </a:lnTo>
                <a:lnTo>
                  <a:pt x="4200" y="7139"/>
                </a:lnTo>
                <a:lnTo>
                  <a:pt x="4200" y="890"/>
                </a:lnTo>
                <a:lnTo>
                  <a:pt x="2765" y="0"/>
                </a:lnTo>
                <a:close/>
              </a:path>
            </a:pathLst>
          </a:custGeom>
          <a:solidFill>
            <a:srgbClr val="C4B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5" name="bg object 895"/>
          <p:cNvSpPr/>
          <p:nvPr/>
        </p:nvSpPr>
        <p:spPr>
          <a:xfrm>
            <a:off x="2253773" y="3932508"/>
            <a:ext cx="10160" cy="24130"/>
          </a:xfrm>
          <a:custGeom>
            <a:avLst/>
            <a:gdLst/>
            <a:ahLst/>
            <a:cxnLst/>
            <a:rect l="l" t="t" r="r" b="b"/>
            <a:pathLst>
              <a:path w="10160" h="24129">
                <a:moveTo>
                  <a:pt x="8242" y="0"/>
                </a:moveTo>
                <a:lnTo>
                  <a:pt x="5610" y="197"/>
                </a:lnTo>
                <a:lnTo>
                  <a:pt x="4893" y="1576"/>
                </a:lnTo>
                <a:lnTo>
                  <a:pt x="4476" y="3782"/>
                </a:lnTo>
                <a:lnTo>
                  <a:pt x="449" y="5232"/>
                </a:lnTo>
                <a:lnTo>
                  <a:pt x="0" y="7249"/>
                </a:lnTo>
                <a:lnTo>
                  <a:pt x="102" y="9834"/>
                </a:lnTo>
                <a:lnTo>
                  <a:pt x="126" y="13963"/>
                </a:lnTo>
                <a:lnTo>
                  <a:pt x="3073" y="13845"/>
                </a:lnTo>
                <a:lnTo>
                  <a:pt x="6186" y="13514"/>
                </a:lnTo>
                <a:lnTo>
                  <a:pt x="5579" y="18108"/>
                </a:lnTo>
                <a:lnTo>
                  <a:pt x="5595" y="22206"/>
                </a:lnTo>
                <a:lnTo>
                  <a:pt x="9700" y="23585"/>
                </a:lnTo>
                <a:lnTo>
                  <a:pt x="9716" y="10591"/>
                </a:lnTo>
                <a:lnTo>
                  <a:pt x="9582" y="7226"/>
                </a:lnTo>
                <a:lnTo>
                  <a:pt x="9905" y="717"/>
                </a:lnTo>
                <a:lnTo>
                  <a:pt x="8242" y="0"/>
                </a:lnTo>
                <a:close/>
              </a:path>
            </a:pathLst>
          </a:custGeom>
          <a:solidFill>
            <a:srgbClr val="ABA3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6" name="bg object 896"/>
          <p:cNvSpPr/>
          <p:nvPr/>
        </p:nvSpPr>
        <p:spPr>
          <a:xfrm>
            <a:off x="2118450" y="3595560"/>
            <a:ext cx="31115" cy="27940"/>
          </a:xfrm>
          <a:custGeom>
            <a:avLst/>
            <a:gdLst/>
            <a:ahLst/>
            <a:cxnLst/>
            <a:rect l="l" t="t" r="r" b="b"/>
            <a:pathLst>
              <a:path w="31114" h="27939">
                <a:moveTo>
                  <a:pt x="27652" y="13916"/>
                </a:moveTo>
                <a:lnTo>
                  <a:pt x="7407" y="13916"/>
                </a:lnTo>
                <a:lnTo>
                  <a:pt x="8361" y="16525"/>
                </a:lnTo>
                <a:lnTo>
                  <a:pt x="9156" y="17888"/>
                </a:lnTo>
                <a:lnTo>
                  <a:pt x="9643" y="19259"/>
                </a:lnTo>
                <a:lnTo>
                  <a:pt x="9797" y="20772"/>
                </a:lnTo>
                <a:lnTo>
                  <a:pt x="9866" y="21450"/>
                </a:lnTo>
                <a:lnTo>
                  <a:pt x="14137" y="22663"/>
                </a:lnTo>
                <a:lnTo>
                  <a:pt x="13034" y="25319"/>
                </a:lnTo>
                <a:lnTo>
                  <a:pt x="13286" y="27510"/>
                </a:lnTo>
                <a:lnTo>
                  <a:pt x="17399" y="27510"/>
                </a:lnTo>
                <a:lnTo>
                  <a:pt x="17305" y="22490"/>
                </a:lnTo>
                <a:lnTo>
                  <a:pt x="17714" y="19259"/>
                </a:lnTo>
                <a:lnTo>
                  <a:pt x="19016" y="18132"/>
                </a:lnTo>
                <a:lnTo>
                  <a:pt x="27011" y="18132"/>
                </a:lnTo>
                <a:lnTo>
                  <a:pt x="26933" y="16525"/>
                </a:lnTo>
                <a:lnTo>
                  <a:pt x="26824" y="14279"/>
                </a:lnTo>
                <a:lnTo>
                  <a:pt x="27652" y="13916"/>
                </a:lnTo>
                <a:close/>
              </a:path>
              <a:path w="31114" h="27939">
                <a:moveTo>
                  <a:pt x="27011" y="18132"/>
                </a:moveTo>
                <a:lnTo>
                  <a:pt x="19787" y="18132"/>
                </a:lnTo>
                <a:lnTo>
                  <a:pt x="20843" y="18274"/>
                </a:lnTo>
                <a:lnTo>
                  <a:pt x="22506" y="19259"/>
                </a:lnTo>
                <a:lnTo>
                  <a:pt x="23055" y="22490"/>
                </a:lnTo>
                <a:lnTo>
                  <a:pt x="23041" y="22663"/>
                </a:lnTo>
                <a:lnTo>
                  <a:pt x="22922" y="24145"/>
                </a:lnTo>
                <a:lnTo>
                  <a:pt x="22892" y="27510"/>
                </a:lnTo>
                <a:lnTo>
                  <a:pt x="26990" y="27510"/>
                </a:lnTo>
                <a:lnTo>
                  <a:pt x="27011" y="18132"/>
                </a:lnTo>
                <a:close/>
              </a:path>
              <a:path w="31114" h="27939">
                <a:moveTo>
                  <a:pt x="18763" y="0"/>
                </a:moveTo>
                <a:lnTo>
                  <a:pt x="13278" y="0"/>
                </a:lnTo>
                <a:lnTo>
                  <a:pt x="12844" y="4121"/>
                </a:lnTo>
                <a:lnTo>
                  <a:pt x="937" y="4121"/>
                </a:lnTo>
                <a:lnTo>
                  <a:pt x="929" y="4806"/>
                </a:lnTo>
                <a:lnTo>
                  <a:pt x="803" y="10315"/>
                </a:lnTo>
                <a:lnTo>
                  <a:pt x="229" y="13554"/>
                </a:lnTo>
                <a:lnTo>
                  <a:pt x="194" y="13751"/>
                </a:lnTo>
                <a:lnTo>
                  <a:pt x="100" y="14279"/>
                </a:lnTo>
                <a:lnTo>
                  <a:pt x="0" y="14846"/>
                </a:lnTo>
                <a:lnTo>
                  <a:pt x="7407" y="13916"/>
                </a:lnTo>
                <a:lnTo>
                  <a:pt x="27652" y="13916"/>
                </a:lnTo>
                <a:lnTo>
                  <a:pt x="28479" y="13554"/>
                </a:lnTo>
                <a:lnTo>
                  <a:pt x="31118" y="13554"/>
                </a:lnTo>
                <a:lnTo>
                  <a:pt x="31114" y="10985"/>
                </a:lnTo>
                <a:lnTo>
                  <a:pt x="18960" y="10985"/>
                </a:lnTo>
                <a:lnTo>
                  <a:pt x="17464" y="9637"/>
                </a:lnTo>
                <a:lnTo>
                  <a:pt x="18935" y="9637"/>
                </a:lnTo>
                <a:lnTo>
                  <a:pt x="18837" y="4121"/>
                </a:lnTo>
                <a:lnTo>
                  <a:pt x="18763" y="0"/>
                </a:lnTo>
                <a:close/>
              </a:path>
              <a:path w="31114" h="27939">
                <a:moveTo>
                  <a:pt x="31118" y="13554"/>
                </a:moveTo>
                <a:lnTo>
                  <a:pt x="28479" y="13554"/>
                </a:lnTo>
                <a:lnTo>
                  <a:pt x="31119" y="13751"/>
                </a:lnTo>
                <a:lnTo>
                  <a:pt x="31118" y="13554"/>
                </a:lnTo>
                <a:close/>
              </a:path>
              <a:path w="31114" h="27939">
                <a:moveTo>
                  <a:pt x="18935" y="9637"/>
                </a:moveTo>
                <a:lnTo>
                  <a:pt x="17464" y="9637"/>
                </a:lnTo>
                <a:lnTo>
                  <a:pt x="18960" y="10985"/>
                </a:lnTo>
                <a:lnTo>
                  <a:pt x="18935" y="9637"/>
                </a:lnTo>
                <a:close/>
              </a:path>
              <a:path w="31114" h="27939">
                <a:moveTo>
                  <a:pt x="31111" y="9637"/>
                </a:moveTo>
                <a:lnTo>
                  <a:pt x="18935" y="9637"/>
                </a:lnTo>
                <a:lnTo>
                  <a:pt x="18960" y="10985"/>
                </a:lnTo>
                <a:lnTo>
                  <a:pt x="31114" y="10985"/>
                </a:lnTo>
                <a:lnTo>
                  <a:pt x="31111" y="9637"/>
                </a:lnTo>
                <a:close/>
              </a:path>
            </a:pathLst>
          </a:custGeom>
          <a:solidFill>
            <a:srgbClr val="B2A2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7" name="bg object 897"/>
          <p:cNvSpPr/>
          <p:nvPr/>
        </p:nvSpPr>
        <p:spPr>
          <a:xfrm>
            <a:off x="2141310" y="3573541"/>
            <a:ext cx="13970" cy="18415"/>
          </a:xfrm>
          <a:custGeom>
            <a:avLst/>
            <a:gdLst/>
            <a:ahLst/>
            <a:cxnLst/>
            <a:rect l="l" t="t" r="r" b="b"/>
            <a:pathLst>
              <a:path w="13969" h="18414">
                <a:moveTo>
                  <a:pt x="9621" y="0"/>
                </a:moveTo>
                <a:lnTo>
                  <a:pt x="23" y="0"/>
                </a:lnTo>
                <a:lnTo>
                  <a:pt x="15" y="4129"/>
                </a:lnTo>
                <a:lnTo>
                  <a:pt x="220" y="5681"/>
                </a:lnTo>
                <a:lnTo>
                  <a:pt x="0" y="8361"/>
                </a:lnTo>
                <a:lnTo>
                  <a:pt x="5563" y="10496"/>
                </a:lnTo>
                <a:lnTo>
                  <a:pt x="3837" y="14515"/>
                </a:lnTo>
                <a:lnTo>
                  <a:pt x="4107" y="17383"/>
                </a:lnTo>
                <a:lnTo>
                  <a:pt x="4154" y="17888"/>
                </a:lnTo>
                <a:lnTo>
                  <a:pt x="8266" y="17888"/>
                </a:lnTo>
                <a:lnTo>
                  <a:pt x="13735" y="17383"/>
                </a:lnTo>
                <a:lnTo>
                  <a:pt x="13743" y="9826"/>
                </a:lnTo>
                <a:lnTo>
                  <a:pt x="11142" y="9826"/>
                </a:lnTo>
                <a:lnTo>
                  <a:pt x="9385" y="9149"/>
                </a:lnTo>
                <a:lnTo>
                  <a:pt x="9635" y="5681"/>
                </a:lnTo>
                <a:lnTo>
                  <a:pt x="9621" y="0"/>
                </a:lnTo>
                <a:close/>
              </a:path>
              <a:path w="13969" h="18414">
                <a:moveTo>
                  <a:pt x="13743" y="9621"/>
                </a:moveTo>
                <a:lnTo>
                  <a:pt x="11142" y="9826"/>
                </a:lnTo>
                <a:lnTo>
                  <a:pt x="13743" y="9826"/>
                </a:lnTo>
                <a:lnTo>
                  <a:pt x="13743" y="9621"/>
                </a:lnTo>
                <a:close/>
              </a:path>
            </a:pathLst>
          </a:custGeom>
          <a:solidFill>
            <a:srgbClr val="B3A6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8" name="bg object 898"/>
          <p:cNvSpPr/>
          <p:nvPr/>
        </p:nvSpPr>
        <p:spPr>
          <a:xfrm>
            <a:off x="2136710" y="3577071"/>
            <a:ext cx="10160" cy="24130"/>
          </a:xfrm>
          <a:custGeom>
            <a:avLst/>
            <a:gdLst/>
            <a:ahLst/>
            <a:cxnLst/>
            <a:rect l="l" t="t" r="r" b="b"/>
            <a:pathLst>
              <a:path w="10160" h="24129">
                <a:moveTo>
                  <a:pt x="0" y="0"/>
                </a:moveTo>
                <a:lnTo>
                  <a:pt x="464" y="3230"/>
                </a:lnTo>
                <a:lnTo>
                  <a:pt x="535" y="10212"/>
                </a:lnTo>
                <a:lnTo>
                  <a:pt x="3199" y="10023"/>
                </a:lnTo>
                <a:lnTo>
                  <a:pt x="4877" y="10796"/>
                </a:lnTo>
                <a:lnTo>
                  <a:pt x="4499" y="16170"/>
                </a:lnTo>
                <a:lnTo>
                  <a:pt x="4444" y="18455"/>
                </a:lnTo>
                <a:lnTo>
                  <a:pt x="4870" y="21749"/>
                </a:lnTo>
                <a:lnTo>
                  <a:pt x="5870" y="22726"/>
                </a:lnTo>
                <a:lnTo>
                  <a:pt x="6493" y="23759"/>
                </a:lnTo>
                <a:lnTo>
                  <a:pt x="7242" y="22640"/>
                </a:lnTo>
                <a:lnTo>
                  <a:pt x="8416" y="21607"/>
                </a:lnTo>
                <a:lnTo>
                  <a:pt x="9007" y="18439"/>
                </a:lnTo>
                <a:lnTo>
                  <a:pt x="8747" y="16367"/>
                </a:lnTo>
                <a:lnTo>
                  <a:pt x="8755" y="14342"/>
                </a:lnTo>
                <a:lnTo>
                  <a:pt x="8439" y="10985"/>
                </a:lnTo>
                <a:lnTo>
                  <a:pt x="10157" y="6966"/>
                </a:lnTo>
                <a:lnTo>
                  <a:pt x="4602" y="4830"/>
                </a:lnTo>
                <a:lnTo>
                  <a:pt x="4822" y="2159"/>
                </a:lnTo>
                <a:lnTo>
                  <a:pt x="4617" y="598"/>
                </a:lnTo>
                <a:lnTo>
                  <a:pt x="0" y="0"/>
                </a:lnTo>
                <a:close/>
              </a:path>
            </a:pathLst>
          </a:custGeom>
          <a:solidFill>
            <a:srgbClr val="C2B7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9" name="bg object 899"/>
          <p:cNvSpPr/>
          <p:nvPr/>
        </p:nvSpPr>
        <p:spPr>
          <a:xfrm>
            <a:off x="2131724" y="3582900"/>
            <a:ext cx="5715" cy="12700"/>
          </a:xfrm>
          <a:custGeom>
            <a:avLst/>
            <a:gdLst/>
            <a:ahLst/>
            <a:cxnLst/>
            <a:rect l="l" t="t" r="r" b="b"/>
            <a:pathLst>
              <a:path w="5714" h="12700">
                <a:moveTo>
                  <a:pt x="2687" y="0"/>
                </a:moveTo>
                <a:lnTo>
                  <a:pt x="1355" y="961"/>
                </a:lnTo>
                <a:lnTo>
                  <a:pt x="1252" y="6926"/>
                </a:lnTo>
                <a:lnTo>
                  <a:pt x="464" y="9787"/>
                </a:lnTo>
                <a:lnTo>
                  <a:pt x="0" y="12655"/>
                </a:lnTo>
                <a:lnTo>
                  <a:pt x="5484" y="12640"/>
                </a:lnTo>
                <a:lnTo>
                  <a:pt x="5524" y="4389"/>
                </a:lnTo>
                <a:lnTo>
                  <a:pt x="5468" y="299"/>
                </a:lnTo>
                <a:lnTo>
                  <a:pt x="2687" y="0"/>
                </a:lnTo>
                <a:close/>
              </a:path>
            </a:pathLst>
          </a:custGeom>
          <a:solidFill>
            <a:srgbClr val="A898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0" name="bg object 900"/>
          <p:cNvSpPr/>
          <p:nvPr/>
        </p:nvSpPr>
        <p:spPr>
          <a:xfrm>
            <a:off x="2128788" y="3569206"/>
            <a:ext cx="13335" cy="5080"/>
          </a:xfrm>
          <a:custGeom>
            <a:avLst/>
            <a:gdLst/>
            <a:ahLst/>
            <a:cxnLst/>
            <a:rect l="l" t="t" r="r" b="b"/>
            <a:pathLst>
              <a:path w="13335" h="5079">
                <a:moveTo>
                  <a:pt x="12049" y="0"/>
                </a:moveTo>
                <a:lnTo>
                  <a:pt x="6020" y="338"/>
                </a:lnTo>
                <a:lnTo>
                  <a:pt x="3112" y="197"/>
                </a:lnTo>
                <a:lnTo>
                  <a:pt x="212" y="189"/>
                </a:lnTo>
                <a:lnTo>
                  <a:pt x="0" y="2813"/>
                </a:lnTo>
                <a:lnTo>
                  <a:pt x="677" y="4531"/>
                </a:lnTo>
                <a:lnTo>
                  <a:pt x="6721" y="4200"/>
                </a:lnTo>
                <a:lnTo>
                  <a:pt x="9629" y="4326"/>
                </a:lnTo>
                <a:lnTo>
                  <a:pt x="12537" y="4326"/>
                </a:lnTo>
                <a:lnTo>
                  <a:pt x="12742" y="1702"/>
                </a:lnTo>
                <a:lnTo>
                  <a:pt x="12049" y="0"/>
                </a:lnTo>
                <a:close/>
              </a:path>
            </a:pathLst>
          </a:custGeom>
          <a:solidFill>
            <a:srgbClr val="B2A4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1" name="bg object 901"/>
          <p:cNvSpPr/>
          <p:nvPr/>
        </p:nvSpPr>
        <p:spPr>
          <a:xfrm>
            <a:off x="2142718" y="3537729"/>
            <a:ext cx="8255" cy="18415"/>
          </a:xfrm>
          <a:custGeom>
            <a:avLst/>
            <a:gdLst/>
            <a:ahLst/>
            <a:cxnLst/>
            <a:rect l="l" t="t" r="r" b="b"/>
            <a:pathLst>
              <a:path w="8255" h="18414">
                <a:moveTo>
                  <a:pt x="8203" y="0"/>
                </a:moveTo>
                <a:lnTo>
                  <a:pt x="4137" y="63"/>
                </a:lnTo>
                <a:lnTo>
                  <a:pt x="4082" y="5516"/>
                </a:lnTo>
                <a:lnTo>
                  <a:pt x="3877" y="8975"/>
                </a:lnTo>
                <a:lnTo>
                  <a:pt x="5492" y="13112"/>
                </a:lnTo>
                <a:lnTo>
                  <a:pt x="15" y="14964"/>
                </a:lnTo>
                <a:lnTo>
                  <a:pt x="141" y="16840"/>
                </a:lnTo>
                <a:lnTo>
                  <a:pt x="0" y="17919"/>
                </a:lnTo>
                <a:lnTo>
                  <a:pt x="8219" y="17911"/>
                </a:lnTo>
                <a:lnTo>
                  <a:pt x="8242" y="5524"/>
                </a:lnTo>
                <a:lnTo>
                  <a:pt x="8203" y="0"/>
                </a:lnTo>
                <a:close/>
              </a:path>
            </a:pathLst>
          </a:custGeom>
          <a:solidFill>
            <a:srgbClr val="9284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2" name="bg object 902"/>
          <p:cNvSpPr/>
          <p:nvPr/>
        </p:nvSpPr>
        <p:spPr>
          <a:xfrm>
            <a:off x="2145908" y="3555076"/>
            <a:ext cx="10160" cy="19050"/>
          </a:xfrm>
          <a:custGeom>
            <a:avLst/>
            <a:gdLst/>
            <a:ahLst/>
            <a:cxnLst/>
            <a:rect l="l" t="t" r="r" b="b"/>
            <a:pathLst>
              <a:path w="10160" h="19050">
                <a:moveTo>
                  <a:pt x="9621" y="0"/>
                </a:moveTo>
                <a:lnTo>
                  <a:pt x="5043" y="567"/>
                </a:lnTo>
                <a:lnTo>
                  <a:pt x="4673" y="2285"/>
                </a:lnTo>
                <a:lnTo>
                  <a:pt x="4712" y="5240"/>
                </a:lnTo>
                <a:lnTo>
                  <a:pt x="0" y="6753"/>
                </a:lnTo>
                <a:lnTo>
                  <a:pt x="1055" y="9700"/>
                </a:lnTo>
                <a:lnTo>
                  <a:pt x="851" y="14326"/>
                </a:lnTo>
                <a:lnTo>
                  <a:pt x="921" y="16391"/>
                </a:lnTo>
                <a:lnTo>
                  <a:pt x="921" y="18447"/>
                </a:lnTo>
                <a:lnTo>
                  <a:pt x="5027" y="18447"/>
                </a:lnTo>
                <a:lnTo>
                  <a:pt x="4657" y="15311"/>
                </a:lnTo>
                <a:lnTo>
                  <a:pt x="6028" y="13932"/>
                </a:lnTo>
                <a:lnTo>
                  <a:pt x="9164" y="14334"/>
                </a:lnTo>
                <a:lnTo>
                  <a:pt x="9156" y="6075"/>
                </a:lnTo>
                <a:lnTo>
                  <a:pt x="9243" y="3152"/>
                </a:lnTo>
                <a:lnTo>
                  <a:pt x="9621" y="0"/>
                </a:lnTo>
                <a:close/>
              </a:path>
            </a:pathLst>
          </a:custGeom>
          <a:solidFill>
            <a:srgbClr val="A79B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3" name="bg object 903"/>
          <p:cNvSpPr/>
          <p:nvPr/>
        </p:nvSpPr>
        <p:spPr>
          <a:xfrm>
            <a:off x="2237415" y="4316014"/>
            <a:ext cx="13970" cy="32384"/>
          </a:xfrm>
          <a:custGeom>
            <a:avLst/>
            <a:gdLst/>
            <a:ahLst/>
            <a:cxnLst/>
            <a:rect l="l" t="t" r="r" b="b"/>
            <a:pathLst>
              <a:path w="13969" h="32385">
                <a:moveTo>
                  <a:pt x="2159" y="0"/>
                </a:moveTo>
                <a:lnTo>
                  <a:pt x="1008" y="2285"/>
                </a:lnTo>
                <a:lnTo>
                  <a:pt x="0" y="4759"/>
                </a:lnTo>
                <a:lnTo>
                  <a:pt x="2962" y="4633"/>
                </a:lnTo>
                <a:lnTo>
                  <a:pt x="6036" y="4365"/>
                </a:lnTo>
                <a:lnTo>
                  <a:pt x="5516" y="8904"/>
                </a:lnTo>
                <a:lnTo>
                  <a:pt x="9645" y="8825"/>
                </a:lnTo>
                <a:lnTo>
                  <a:pt x="9543" y="14058"/>
                </a:lnTo>
                <a:lnTo>
                  <a:pt x="9606" y="19621"/>
                </a:lnTo>
                <a:lnTo>
                  <a:pt x="9472" y="20748"/>
                </a:lnTo>
                <a:lnTo>
                  <a:pt x="10268" y="26312"/>
                </a:lnTo>
                <a:lnTo>
                  <a:pt x="7848" y="27234"/>
                </a:lnTo>
                <a:lnTo>
                  <a:pt x="4129" y="26761"/>
                </a:lnTo>
                <a:lnTo>
                  <a:pt x="4909" y="28132"/>
                </a:lnTo>
                <a:lnTo>
                  <a:pt x="5374" y="30189"/>
                </a:lnTo>
                <a:lnTo>
                  <a:pt x="8715" y="31694"/>
                </a:lnTo>
                <a:lnTo>
                  <a:pt x="11300" y="31797"/>
                </a:lnTo>
                <a:lnTo>
                  <a:pt x="13711" y="32269"/>
                </a:lnTo>
                <a:lnTo>
                  <a:pt x="13727" y="14389"/>
                </a:lnTo>
                <a:lnTo>
                  <a:pt x="13711" y="638"/>
                </a:lnTo>
                <a:lnTo>
                  <a:pt x="5492" y="630"/>
                </a:lnTo>
                <a:lnTo>
                  <a:pt x="2159" y="0"/>
                </a:lnTo>
                <a:close/>
              </a:path>
            </a:pathLst>
          </a:custGeom>
          <a:solidFill>
            <a:srgbClr val="7366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4" name="bg object 904"/>
          <p:cNvSpPr/>
          <p:nvPr/>
        </p:nvSpPr>
        <p:spPr>
          <a:xfrm>
            <a:off x="2219572" y="4356501"/>
            <a:ext cx="18415" cy="10160"/>
          </a:xfrm>
          <a:custGeom>
            <a:avLst/>
            <a:gdLst/>
            <a:ahLst/>
            <a:cxnLst/>
            <a:rect l="l" t="t" r="r" b="b"/>
            <a:pathLst>
              <a:path w="18414" h="10160">
                <a:moveTo>
                  <a:pt x="13695" y="0"/>
                </a:moveTo>
                <a:lnTo>
                  <a:pt x="0" y="47"/>
                </a:lnTo>
                <a:lnTo>
                  <a:pt x="15" y="8297"/>
                </a:lnTo>
                <a:lnTo>
                  <a:pt x="5500" y="9677"/>
                </a:lnTo>
                <a:lnTo>
                  <a:pt x="8250" y="8274"/>
                </a:lnTo>
                <a:lnTo>
                  <a:pt x="8211" y="6115"/>
                </a:lnTo>
                <a:lnTo>
                  <a:pt x="8290" y="3656"/>
                </a:lnTo>
                <a:lnTo>
                  <a:pt x="12340" y="4673"/>
                </a:lnTo>
                <a:lnTo>
                  <a:pt x="12900" y="6934"/>
                </a:lnTo>
                <a:lnTo>
                  <a:pt x="13695" y="8282"/>
                </a:lnTo>
                <a:lnTo>
                  <a:pt x="16320" y="8487"/>
                </a:lnTo>
                <a:lnTo>
                  <a:pt x="18108" y="7833"/>
                </a:lnTo>
                <a:lnTo>
                  <a:pt x="17730" y="3167"/>
                </a:lnTo>
                <a:lnTo>
                  <a:pt x="17841" y="1607"/>
                </a:lnTo>
                <a:lnTo>
                  <a:pt x="17841" y="47"/>
                </a:lnTo>
                <a:lnTo>
                  <a:pt x="13695" y="0"/>
                </a:lnTo>
                <a:close/>
              </a:path>
            </a:pathLst>
          </a:custGeom>
          <a:solidFill>
            <a:srgbClr val="8983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5" name="bg object 905"/>
          <p:cNvSpPr/>
          <p:nvPr/>
        </p:nvSpPr>
        <p:spPr>
          <a:xfrm>
            <a:off x="2227848" y="4342783"/>
            <a:ext cx="10160" cy="13970"/>
          </a:xfrm>
          <a:custGeom>
            <a:avLst/>
            <a:gdLst/>
            <a:ahLst/>
            <a:cxnLst/>
            <a:rect l="l" t="t" r="r" b="b"/>
            <a:pathLst>
              <a:path w="10160" h="13970">
                <a:moveTo>
                  <a:pt x="9558" y="0"/>
                </a:moveTo>
                <a:lnTo>
                  <a:pt x="1331" y="7"/>
                </a:lnTo>
                <a:lnTo>
                  <a:pt x="0" y="13735"/>
                </a:lnTo>
                <a:lnTo>
                  <a:pt x="5421" y="13719"/>
                </a:lnTo>
                <a:lnTo>
                  <a:pt x="5563" y="9645"/>
                </a:lnTo>
                <a:lnTo>
                  <a:pt x="4113" y="5051"/>
                </a:lnTo>
                <a:lnTo>
                  <a:pt x="9677" y="2427"/>
                </a:lnTo>
                <a:lnTo>
                  <a:pt x="9472" y="906"/>
                </a:lnTo>
                <a:lnTo>
                  <a:pt x="9558" y="0"/>
                </a:lnTo>
                <a:close/>
              </a:path>
            </a:pathLst>
          </a:custGeom>
          <a:solidFill>
            <a:srgbClr val="7269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6" name="bg object 906"/>
          <p:cNvSpPr/>
          <p:nvPr/>
        </p:nvSpPr>
        <p:spPr>
          <a:xfrm>
            <a:off x="2229173" y="4329013"/>
            <a:ext cx="8255" cy="13970"/>
          </a:xfrm>
          <a:custGeom>
            <a:avLst/>
            <a:gdLst/>
            <a:ahLst/>
            <a:cxnLst/>
            <a:rect l="l" t="t" r="r" b="b"/>
            <a:pathLst>
              <a:path w="8255" h="13970">
                <a:moveTo>
                  <a:pt x="8242" y="7"/>
                </a:moveTo>
                <a:lnTo>
                  <a:pt x="4145" y="0"/>
                </a:lnTo>
                <a:lnTo>
                  <a:pt x="4129" y="2009"/>
                </a:lnTo>
                <a:lnTo>
                  <a:pt x="4003" y="4026"/>
                </a:lnTo>
                <a:lnTo>
                  <a:pt x="4381" y="9188"/>
                </a:lnTo>
                <a:lnTo>
                  <a:pt x="2584" y="9826"/>
                </a:lnTo>
                <a:lnTo>
                  <a:pt x="0" y="9653"/>
                </a:lnTo>
                <a:lnTo>
                  <a:pt x="0" y="13774"/>
                </a:lnTo>
                <a:lnTo>
                  <a:pt x="8234" y="13766"/>
                </a:lnTo>
                <a:lnTo>
                  <a:pt x="8242" y="7"/>
                </a:lnTo>
                <a:close/>
              </a:path>
            </a:pathLst>
          </a:custGeom>
          <a:solidFill>
            <a:srgbClr val="685C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7" name="bg object 907"/>
          <p:cNvSpPr/>
          <p:nvPr/>
        </p:nvSpPr>
        <p:spPr>
          <a:xfrm>
            <a:off x="2237406" y="4320384"/>
            <a:ext cx="6350" cy="8890"/>
          </a:xfrm>
          <a:custGeom>
            <a:avLst/>
            <a:gdLst/>
            <a:ahLst/>
            <a:cxnLst/>
            <a:rect l="l" t="t" r="r" b="b"/>
            <a:pathLst>
              <a:path w="6350" h="8889">
                <a:moveTo>
                  <a:pt x="6044" y="0"/>
                </a:moveTo>
                <a:lnTo>
                  <a:pt x="2970" y="260"/>
                </a:lnTo>
                <a:lnTo>
                  <a:pt x="7" y="386"/>
                </a:lnTo>
                <a:lnTo>
                  <a:pt x="0" y="8652"/>
                </a:lnTo>
                <a:lnTo>
                  <a:pt x="5461" y="8628"/>
                </a:lnTo>
                <a:lnTo>
                  <a:pt x="5524" y="4531"/>
                </a:lnTo>
                <a:lnTo>
                  <a:pt x="6044" y="0"/>
                </a:lnTo>
                <a:close/>
              </a:path>
            </a:pathLst>
          </a:custGeom>
          <a:solidFill>
            <a:srgbClr val="8174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8" name="bg object 908"/>
          <p:cNvSpPr/>
          <p:nvPr/>
        </p:nvSpPr>
        <p:spPr>
          <a:xfrm>
            <a:off x="2241549" y="4334526"/>
            <a:ext cx="6350" cy="8890"/>
          </a:xfrm>
          <a:custGeom>
            <a:avLst/>
            <a:gdLst/>
            <a:ahLst/>
            <a:cxnLst/>
            <a:rect l="l" t="t" r="r" b="b"/>
            <a:pathLst>
              <a:path w="6350" h="8889">
                <a:moveTo>
                  <a:pt x="5468" y="0"/>
                </a:moveTo>
                <a:lnTo>
                  <a:pt x="1355" y="0"/>
                </a:lnTo>
                <a:lnTo>
                  <a:pt x="0" y="8250"/>
                </a:lnTo>
                <a:lnTo>
                  <a:pt x="3711" y="8723"/>
                </a:lnTo>
                <a:lnTo>
                  <a:pt x="6138" y="7801"/>
                </a:lnTo>
                <a:lnTo>
                  <a:pt x="5342" y="2238"/>
                </a:lnTo>
                <a:lnTo>
                  <a:pt x="5468" y="1111"/>
                </a:lnTo>
                <a:lnTo>
                  <a:pt x="5468" y="0"/>
                </a:lnTo>
                <a:close/>
              </a:path>
            </a:pathLst>
          </a:custGeom>
          <a:solidFill>
            <a:srgbClr val="6A5D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9" name="bg object 909"/>
          <p:cNvSpPr/>
          <p:nvPr/>
        </p:nvSpPr>
        <p:spPr>
          <a:xfrm>
            <a:off x="2242865" y="4324841"/>
            <a:ext cx="4445" cy="10160"/>
          </a:xfrm>
          <a:custGeom>
            <a:avLst/>
            <a:gdLst/>
            <a:ahLst/>
            <a:cxnLst/>
            <a:rect l="l" t="t" r="r" b="b"/>
            <a:pathLst>
              <a:path w="4444" h="10160">
                <a:moveTo>
                  <a:pt x="4200" y="0"/>
                </a:moveTo>
                <a:lnTo>
                  <a:pt x="63" y="78"/>
                </a:lnTo>
                <a:lnTo>
                  <a:pt x="0" y="4176"/>
                </a:lnTo>
                <a:lnTo>
                  <a:pt x="39" y="9684"/>
                </a:lnTo>
                <a:lnTo>
                  <a:pt x="4152" y="9684"/>
                </a:lnTo>
                <a:lnTo>
                  <a:pt x="4145" y="7462"/>
                </a:lnTo>
                <a:lnTo>
                  <a:pt x="4097" y="5232"/>
                </a:lnTo>
                <a:lnTo>
                  <a:pt x="4200" y="0"/>
                </a:lnTo>
                <a:close/>
              </a:path>
            </a:pathLst>
          </a:custGeom>
          <a:solidFill>
            <a:srgbClr val="6759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0" name="bg object 910"/>
          <p:cNvSpPr/>
          <p:nvPr/>
        </p:nvSpPr>
        <p:spPr>
          <a:xfrm>
            <a:off x="2254825" y="4316640"/>
            <a:ext cx="14604" cy="27940"/>
          </a:xfrm>
          <a:custGeom>
            <a:avLst/>
            <a:gdLst/>
            <a:ahLst/>
            <a:cxnLst/>
            <a:rect l="l" t="t" r="r" b="b"/>
            <a:pathLst>
              <a:path w="14605" h="27939">
                <a:moveTo>
                  <a:pt x="5918" y="0"/>
                </a:moveTo>
                <a:lnTo>
                  <a:pt x="433" y="7"/>
                </a:lnTo>
                <a:lnTo>
                  <a:pt x="425" y="13766"/>
                </a:lnTo>
                <a:lnTo>
                  <a:pt x="0" y="18313"/>
                </a:lnTo>
                <a:lnTo>
                  <a:pt x="4271" y="20543"/>
                </a:lnTo>
                <a:lnTo>
                  <a:pt x="10260" y="22963"/>
                </a:lnTo>
                <a:lnTo>
                  <a:pt x="9952" y="24956"/>
                </a:lnTo>
                <a:lnTo>
                  <a:pt x="10078" y="27510"/>
                </a:lnTo>
                <a:lnTo>
                  <a:pt x="14208" y="27557"/>
                </a:lnTo>
                <a:lnTo>
                  <a:pt x="14097" y="22340"/>
                </a:lnTo>
                <a:lnTo>
                  <a:pt x="14153" y="17896"/>
                </a:lnTo>
                <a:lnTo>
                  <a:pt x="14381" y="15161"/>
                </a:lnTo>
                <a:lnTo>
                  <a:pt x="13522" y="13396"/>
                </a:lnTo>
                <a:lnTo>
                  <a:pt x="6643" y="14223"/>
                </a:lnTo>
                <a:lnTo>
                  <a:pt x="5595" y="12277"/>
                </a:lnTo>
                <a:lnTo>
                  <a:pt x="6044" y="7336"/>
                </a:lnTo>
                <a:lnTo>
                  <a:pt x="5925" y="5728"/>
                </a:lnTo>
                <a:lnTo>
                  <a:pt x="5918" y="0"/>
                </a:lnTo>
                <a:close/>
              </a:path>
            </a:pathLst>
          </a:custGeom>
          <a:solidFill>
            <a:srgbClr val="7368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1" name="bg object 911"/>
          <p:cNvSpPr/>
          <p:nvPr/>
        </p:nvSpPr>
        <p:spPr>
          <a:xfrm>
            <a:off x="2251137" y="4316637"/>
            <a:ext cx="4445" cy="13970"/>
          </a:xfrm>
          <a:custGeom>
            <a:avLst/>
            <a:gdLst/>
            <a:ahLst/>
            <a:cxnLst/>
            <a:rect l="l" t="t" r="r" b="b"/>
            <a:pathLst>
              <a:path w="4444" h="13970">
                <a:moveTo>
                  <a:pt x="4121" y="7"/>
                </a:moveTo>
                <a:lnTo>
                  <a:pt x="0" y="0"/>
                </a:lnTo>
                <a:lnTo>
                  <a:pt x="7" y="13766"/>
                </a:lnTo>
                <a:lnTo>
                  <a:pt x="4113" y="13774"/>
                </a:lnTo>
                <a:lnTo>
                  <a:pt x="4121" y="7"/>
                </a:lnTo>
                <a:close/>
              </a:path>
            </a:pathLst>
          </a:custGeom>
          <a:solidFill>
            <a:srgbClr val="787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2" name="bg object 912"/>
          <p:cNvSpPr/>
          <p:nvPr/>
        </p:nvSpPr>
        <p:spPr>
          <a:xfrm>
            <a:off x="2064487" y="4264340"/>
            <a:ext cx="19685" cy="40005"/>
          </a:xfrm>
          <a:custGeom>
            <a:avLst/>
            <a:gdLst/>
            <a:ahLst/>
            <a:cxnLst/>
            <a:rect l="l" t="t" r="r" b="b"/>
            <a:pathLst>
              <a:path w="19685" h="40004">
                <a:moveTo>
                  <a:pt x="15075" y="0"/>
                </a:moveTo>
                <a:lnTo>
                  <a:pt x="9598" y="7"/>
                </a:lnTo>
                <a:lnTo>
                  <a:pt x="9566" y="12372"/>
                </a:lnTo>
                <a:lnTo>
                  <a:pt x="9677" y="15287"/>
                </a:lnTo>
                <a:lnTo>
                  <a:pt x="10110" y="18432"/>
                </a:lnTo>
                <a:lnTo>
                  <a:pt x="5484" y="17904"/>
                </a:lnTo>
                <a:lnTo>
                  <a:pt x="5437" y="26115"/>
                </a:lnTo>
                <a:lnTo>
                  <a:pt x="6099" y="30748"/>
                </a:lnTo>
                <a:lnTo>
                  <a:pt x="2907" y="30339"/>
                </a:lnTo>
                <a:lnTo>
                  <a:pt x="0" y="30291"/>
                </a:lnTo>
                <a:lnTo>
                  <a:pt x="23" y="39890"/>
                </a:lnTo>
                <a:lnTo>
                  <a:pt x="5516" y="39945"/>
                </a:lnTo>
                <a:lnTo>
                  <a:pt x="9566" y="35752"/>
                </a:lnTo>
                <a:lnTo>
                  <a:pt x="9684" y="32372"/>
                </a:lnTo>
                <a:lnTo>
                  <a:pt x="9164" y="28660"/>
                </a:lnTo>
                <a:lnTo>
                  <a:pt x="13711" y="27510"/>
                </a:lnTo>
                <a:lnTo>
                  <a:pt x="13010" y="23136"/>
                </a:lnTo>
                <a:lnTo>
                  <a:pt x="14878" y="21339"/>
                </a:lnTo>
                <a:lnTo>
                  <a:pt x="19204" y="22009"/>
                </a:lnTo>
                <a:lnTo>
                  <a:pt x="19172" y="17872"/>
                </a:lnTo>
                <a:lnTo>
                  <a:pt x="15926" y="18140"/>
                </a:lnTo>
                <a:lnTo>
                  <a:pt x="13593" y="17919"/>
                </a:lnTo>
                <a:lnTo>
                  <a:pt x="13546" y="9015"/>
                </a:lnTo>
                <a:lnTo>
                  <a:pt x="15224" y="7691"/>
                </a:lnTo>
                <a:lnTo>
                  <a:pt x="19196" y="8274"/>
                </a:lnTo>
                <a:lnTo>
                  <a:pt x="15075" y="0"/>
                </a:lnTo>
                <a:close/>
              </a:path>
            </a:pathLst>
          </a:custGeom>
          <a:solidFill>
            <a:srgbClr val="9B94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3" name="bg object 913"/>
          <p:cNvSpPr/>
          <p:nvPr/>
        </p:nvSpPr>
        <p:spPr>
          <a:xfrm>
            <a:off x="2077197" y="4293275"/>
            <a:ext cx="10795" cy="15875"/>
          </a:xfrm>
          <a:custGeom>
            <a:avLst/>
            <a:gdLst/>
            <a:ahLst/>
            <a:cxnLst/>
            <a:rect l="l" t="t" r="r" b="b"/>
            <a:pathLst>
              <a:path w="10794" h="15875">
                <a:moveTo>
                  <a:pt x="1116" y="15106"/>
                </a:moveTo>
                <a:lnTo>
                  <a:pt x="0" y="15106"/>
                </a:lnTo>
                <a:lnTo>
                  <a:pt x="1121" y="15831"/>
                </a:lnTo>
                <a:lnTo>
                  <a:pt x="1116" y="15106"/>
                </a:lnTo>
                <a:close/>
              </a:path>
              <a:path w="10794" h="15875">
                <a:moveTo>
                  <a:pt x="2551" y="0"/>
                </a:moveTo>
                <a:lnTo>
                  <a:pt x="1026" y="0"/>
                </a:lnTo>
                <a:lnTo>
                  <a:pt x="1116" y="15106"/>
                </a:lnTo>
                <a:lnTo>
                  <a:pt x="9245" y="15106"/>
                </a:lnTo>
                <a:lnTo>
                  <a:pt x="10464" y="11450"/>
                </a:lnTo>
                <a:lnTo>
                  <a:pt x="4509" y="11450"/>
                </a:lnTo>
                <a:lnTo>
                  <a:pt x="5163" y="6800"/>
                </a:lnTo>
                <a:lnTo>
                  <a:pt x="5100" y="4168"/>
                </a:lnTo>
                <a:lnTo>
                  <a:pt x="5675" y="1276"/>
                </a:lnTo>
                <a:lnTo>
                  <a:pt x="2551" y="0"/>
                </a:lnTo>
                <a:close/>
              </a:path>
              <a:path w="10794" h="15875">
                <a:moveTo>
                  <a:pt x="10590" y="11071"/>
                </a:moveTo>
                <a:lnTo>
                  <a:pt x="7677" y="11071"/>
                </a:lnTo>
                <a:lnTo>
                  <a:pt x="4509" y="11450"/>
                </a:lnTo>
                <a:lnTo>
                  <a:pt x="10464" y="11450"/>
                </a:lnTo>
                <a:lnTo>
                  <a:pt x="10590" y="11071"/>
                </a:lnTo>
                <a:close/>
              </a:path>
            </a:pathLst>
          </a:custGeom>
          <a:solidFill>
            <a:srgbClr val="5E53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4" name="bg object 914"/>
          <p:cNvSpPr/>
          <p:nvPr/>
        </p:nvSpPr>
        <p:spPr>
          <a:xfrm>
            <a:off x="2086443" y="4296017"/>
            <a:ext cx="10160" cy="12700"/>
          </a:xfrm>
          <a:custGeom>
            <a:avLst/>
            <a:gdLst/>
            <a:ahLst/>
            <a:cxnLst/>
            <a:rect l="l" t="t" r="r" b="b"/>
            <a:pathLst>
              <a:path w="10160" h="12700">
                <a:moveTo>
                  <a:pt x="9590" y="0"/>
                </a:moveTo>
                <a:lnTo>
                  <a:pt x="5508" y="0"/>
                </a:lnTo>
                <a:lnTo>
                  <a:pt x="5492" y="4641"/>
                </a:lnTo>
                <a:lnTo>
                  <a:pt x="5728" y="7746"/>
                </a:lnTo>
                <a:lnTo>
                  <a:pt x="3987" y="8439"/>
                </a:lnTo>
                <a:lnTo>
                  <a:pt x="1318" y="8439"/>
                </a:lnTo>
                <a:lnTo>
                  <a:pt x="0" y="12364"/>
                </a:lnTo>
                <a:lnTo>
                  <a:pt x="5484" y="12364"/>
                </a:lnTo>
                <a:lnTo>
                  <a:pt x="8045" y="12545"/>
                </a:lnTo>
                <a:lnTo>
                  <a:pt x="9858" y="11922"/>
                </a:lnTo>
                <a:lnTo>
                  <a:pt x="9613" y="8778"/>
                </a:lnTo>
                <a:lnTo>
                  <a:pt x="9613" y="8439"/>
                </a:lnTo>
                <a:lnTo>
                  <a:pt x="3987" y="8439"/>
                </a:lnTo>
                <a:lnTo>
                  <a:pt x="1394" y="8211"/>
                </a:lnTo>
                <a:lnTo>
                  <a:pt x="9612" y="8211"/>
                </a:lnTo>
                <a:lnTo>
                  <a:pt x="9590" y="0"/>
                </a:lnTo>
                <a:close/>
              </a:path>
            </a:pathLst>
          </a:custGeom>
          <a:solidFill>
            <a:srgbClr val="6960A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5" name="bg object 915"/>
          <p:cNvSpPr/>
          <p:nvPr/>
        </p:nvSpPr>
        <p:spPr>
          <a:xfrm>
            <a:off x="2073654" y="4291850"/>
            <a:ext cx="5080" cy="8890"/>
          </a:xfrm>
          <a:custGeom>
            <a:avLst/>
            <a:gdLst/>
            <a:ahLst/>
            <a:cxnLst/>
            <a:rect l="l" t="t" r="r" b="b"/>
            <a:pathLst>
              <a:path w="5080" h="8889">
                <a:moveTo>
                  <a:pt x="4539" y="0"/>
                </a:moveTo>
                <a:lnTo>
                  <a:pt x="0" y="1158"/>
                </a:lnTo>
                <a:lnTo>
                  <a:pt x="520" y="4862"/>
                </a:lnTo>
                <a:lnTo>
                  <a:pt x="401" y="8242"/>
                </a:lnTo>
                <a:lnTo>
                  <a:pt x="4546" y="8266"/>
                </a:lnTo>
                <a:lnTo>
                  <a:pt x="4570" y="1426"/>
                </a:lnTo>
                <a:lnTo>
                  <a:pt x="4539" y="0"/>
                </a:lnTo>
                <a:close/>
              </a:path>
            </a:pathLst>
          </a:custGeom>
          <a:solidFill>
            <a:srgbClr val="7A6F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6" name="bg object 916"/>
          <p:cNvSpPr/>
          <p:nvPr/>
        </p:nvSpPr>
        <p:spPr>
          <a:xfrm>
            <a:off x="2082240" y="4312706"/>
            <a:ext cx="4445" cy="5715"/>
          </a:xfrm>
          <a:custGeom>
            <a:avLst/>
            <a:gdLst/>
            <a:ahLst/>
            <a:cxnLst/>
            <a:rect l="l" t="t" r="r" b="b"/>
            <a:pathLst>
              <a:path w="4444" h="5714">
                <a:moveTo>
                  <a:pt x="2340" y="0"/>
                </a:moveTo>
                <a:lnTo>
                  <a:pt x="819" y="3096"/>
                </a:lnTo>
                <a:lnTo>
                  <a:pt x="0" y="4838"/>
                </a:lnTo>
                <a:lnTo>
                  <a:pt x="70" y="5098"/>
                </a:lnTo>
                <a:lnTo>
                  <a:pt x="70" y="5319"/>
                </a:lnTo>
                <a:lnTo>
                  <a:pt x="2104" y="5271"/>
                </a:lnTo>
                <a:lnTo>
                  <a:pt x="4428" y="5461"/>
                </a:lnTo>
                <a:lnTo>
                  <a:pt x="3948" y="1528"/>
                </a:lnTo>
                <a:lnTo>
                  <a:pt x="2939" y="795"/>
                </a:lnTo>
                <a:lnTo>
                  <a:pt x="2340" y="0"/>
                </a:lnTo>
                <a:close/>
              </a:path>
            </a:pathLst>
          </a:custGeom>
          <a:solidFill>
            <a:srgbClr val="7566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7" name="bg object 917"/>
          <p:cNvSpPr/>
          <p:nvPr/>
        </p:nvSpPr>
        <p:spPr>
          <a:xfrm>
            <a:off x="2108027" y="4322132"/>
            <a:ext cx="10160" cy="24130"/>
          </a:xfrm>
          <a:custGeom>
            <a:avLst/>
            <a:gdLst/>
            <a:ahLst/>
            <a:cxnLst/>
            <a:rect l="l" t="t" r="r" b="b"/>
            <a:pathLst>
              <a:path w="10160" h="24129">
                <a:moveTo>
                  <a:pt x="9952" y="0"/>
                </a:moveTo>
                <a:lnTo>
                  <a:pt x="370" y="7"/>
                </a:lnTo>
                <a:lnTo>
                  <a:pt x="370" y="17911"/>
                </a:lnTo>
                <a:lnTo>
                  <a:pt x="0" y="21993"/>
                </a:lnTo>
                <a:lnTo>
                  <a:pt x="1922" y="23719"/>
                </a:lnTo>
                <a:lnTo>
                  <a:pt x="7257" y="23309"/>
                </a:lnTo>
                <a:lnTo>
                  <a:pt x="8605" y="23388"/>
                </a:lnTo>
                <a:lnTo>
                  <a:pt x="9960" y="23396"/>
                </a:lnTo>
                <a:lnTo>
                  <a:pt x="9992" y="5524"/>
                </a:lnTo>
                <a:lnTo>
                  <a:pt x="9952" y="0"/>
                </a:lnTo>
                <a:close/>
              </a:path>
            </a:pathLst>
          </a:custGeom>
          <a:solidFill>
            <a:srgbClr val="7E7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8" name="bg object 918"/>
          <p:cNvSpPr/>
          <p:nvPr/>
        </p:nvSpPr>
        <p:spPr>
          <a:xfrm>
            <a:off x="2107870" y="4340043"/>
            <a:ext cx="19050" cy="13970"/>
          </a:xfrm>
          <a:custGeom>
            <a:avLst/>
            <a:gdLst/>
            <a:ahLst/>
            <a:cxnLst/>
            <a:rect l="l" t="t" r="r" b="b"/>
            <a:pathLst>
              <a:path w="19050" h="13970">
                <a:moveTo>
                  <a:pt x="18345" y="0"/>
                </a:moveTo>
                <a:lnTo>
                  <a:pt x="16989" y="803"/>
                </a:lnTo>
                <a:lnTo>
                  <a:pt x="14625" y="1457"/>
                </a:lnTo>
                <a:lnTo>
                  <a:pt x="14019" y="5398"/>
                </a:lnTo>
                <a:lnTo>
                  <a:pt x="12324" y="5579"/>
                </a:lnTo>
                <a:lnTo>
                  <a:pt x="10118" y="5484"/>
                </a:lnTo>
                <a:lnTo>
                  <a:pt x="10559" y="8920"/>
                </a:lnTo>
                <a:lnTo>
                  <a:pt x="8786" y="9921"/>
                </a:lnTo>
                <a:lnTo>
                  <a:pt x="2718" y="9369"/>
                </a:lnTo>
                <a:lnTo>
                  <a:pt x="0" y="9566"/>
                </a:lnTo>
                <a:lnTo>
                  <a:pt x="535" y="13759"/>
                </a:lnTo>
                <a:lnTo>
                  <a:pt x="14247" y="13774"/>
                </a:lnTo>
                <a:lnTo>
                  <a:pt x="16855" y="13932"/>
                </a:lnTo>
                <a:lnTo>
                  <a:pt x="18550" y="13238"/>
                </a:lnTo>
                <a:lnTo>
                  <a:pt x="18219" y="6729"/>
                </a:lnTo>
                <a:lnTo>
                  <a:pt x="18345" y="3364"/>
                </a:lnTo>
                <a:lnTo>
                  <a:pt x="18345" y="0"/>
                </a:lnTo>
                <a:close/>
              </a:path>
            </a:pathLst>
          </a:custGeom>
          <a:solidFill>
            <a:srgbClr val="9F9B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9" name="bg object 919"/>
          <p:cNvSpPr/>
          <p:nvPr/>
        </p:nvSpPr>
        <p:spPr>
          <a:xfrm>
            <a:off x="2098809" y="4362029"/>
            <a:ext cx="10160" cy="13970"/>
          </a:xfrm>
          <a:custGeom>
            <a:avLst/>
            <a:gdLst/>
            <a:ahLst/>
            <a:cxnLst/>
            <a:rect l="l" t="t" r="r" b="b"/>
            <a:pathLst>
              <a:path w="10160" h="13970">
                <a:moveTo>
                  <a:pt x="9613" y="0"/>
                </a:moveTo>
                <a:lnTo>
                  <a:pt x="8290" y="567"/>
                </a:lnTo>
                <a:lnTo>
                  <a:pt x="5839" y="1095"/>
                </a:lnTo>
                <a:lnTo>
                  <a:pt x="5618" y="6020"/>
                </a:lnTo>
                <a:lnTo>
                  <a:pt x="2758" y="5571"/>
                </a:lnTo>
                <a:lnTo>
                  <a:pt x="0" y="5516"/>
                </a:lnTo>
                <a:lnTo>
                  <a:pt x="1347" y="8282"/>
                </a:lnTo>
                <a:lnTo>
                  <a:pt x="4121" y="13798"/>
                </a:lnTo>
                <a:lnTo>
                  <a:pt x="9590" y="13782"/>
                </a:lnTo>
                <a:lnTo>
                  <a:pt x="9598" y="15"/>
                </a:lnTo>
                <a:close/>
              </a:path>
            </a:pathLst>
          </a:custGeom>
          <a:solidFill>
            <a:srgbClr val="807A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0" name="bg object 920"/>
          <p:cNvSpPr/>
          <p:nvPr/>
        </p:nvSpPr>
        <p:spPr>
          <a:xfrm>
            <a:off x="2094653" y="4349671"/>
            <a:ext cx="6350" cy="12700"/>
          </a:xfrm>
          <a:custGeom>
            <a:avLst/>
            <a:gdLst/>
            <a:ahLst/>
            <a:cxnLst/>
            <a:rect l="l" t="t" r="r" b="b"/>
            <a:pathLst>
              <a:path w="6350" h="12700">
                <a:moveTo>
                  <a:pt x="31" y="0"/>
                </a:moveTo>
                <a:lnTo>
                  <a:pt x="0" y="8266"/>
                </a:lnTo>
                <a:lnTo>
                  <a:pt x="55" y="12372"/>
                </a:lnTo>
                <a:lnTo>
                  <a:pt x="4097" y="12372"/>
                </a:lnTo>
                <a:lnTo>
                  <a:pt x="4728" y="9661"/>
                </a:lnTo>
                <a:lnTo>
                  <a:pt x="5516" y="6981"/>
                </a:lnTo>
                <a:lnTo>
                  <a:pt x="6130" y="2884"/>
                </a:lnTo>
                <a:lnTo>
                  <a:pt x="5642" y="1434"/>
                </a:lnTo>
                <a:lnTo>
                  <a:pt x="5468" y="15"/>
                </a:lnTo>
                <a:lnTo>
                  <a:pt x="31" y="0"/>
                </a:lnTo>
                <a:close/>
              </a:path>
            </a:pathLst>
          </a:custGeom>
          <a:solidFill>
            <a:srgbClr val="7065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1" name="bg object 921"/>
          <p:cNvSpPr/>
          <p:nvPr/>
        </p:nvSpPr>
        <p:spPr>
          <a:xfrm>
            <a:off x="2108406" y="4353794"/>
            <a:ext cx="4445" cy="10160"/>
          </a:xfrm>
          <a:custGeom>
            <a:avLst/>
            <a:gdLst/>
            <a:ahLst/>
            <a:cxnLst/>
            <a:rect l="l" t="t" r="r" b="b"/>
            <a:pathLst>
              <a:path w="4444" h="10160">
                <a:moveTo>
                  <a:pt x="4121" y="0"/>
                </a:moveTo>
                <a:lnTo>
                  <a:pt x="0" y="7"/>
                </a:lnTo>
                <a:lnTo>
                  <a:pt x="15" y="8234"/>
                </a:lnTo>
                <a:lnTo>
                  <a:pt x="4089" y="9574"/>
                </a:lnTo>
                <a:lnTo>
                  <a:pt x="4121" y="0"/>
                </a:lnTo>
                <a:close/>
              </a:path>
            </a:pathLst>
          </a:custGeom>
          <a:solidFill>
            <a:srgbClr val="ABA6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2" name="bg object 922"/>
          <p:cNvSpPr/>
          <p:nvPr/>
        </p:nvSpPr>
        <p:spPr>
          <a:xfrm>
            <a:off x="2104234" y="4331764"/>
            <a:ext cx="4445" cy="8890"/>
          </a:xfrm>
          <a:custGeom>
            <a:avLst/>
            <a:gdLst/>
            <a:ahLst/>
            <a:cxnLst/>
            <a:rect l="l" t="t" r="r" b="b"/>
            <a:pathLst>
              <a:path w="4444" h="8889">
                <a:moveTo>
                  <a:pt x="4152" y="0"/>
                </a:moveTo>
                <a:lnTo>
                  <a:pt x="55" y="7"/>
                </a:lnTo>
                <a:lnTo>
                  <a:pt x="78" y="8234"/>
                </a:lnTo>
                <a:lnTo>
                  <a:pt x="4160" y="8282"/>
                </a:lnTo>
                <a:lnTo>
                  <a:pt x="4152" y="0"/>
                </a:lnTo>
                <a:close/>
              </a:path>
            </a:pathLst>
          </a:custGeom>
          <a:solidFill>
            <a:srgbClr val="7265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3" name="bg object 923"/>
          <p:cNvSpPr/>
          <p:nvPr/>
        </p:nvSpPr>
        <p:spPr>
          <a:xfrm>
            <a:off x="2104300" y="4295995"/>
            <a:ext cx="18415" cy="18415"/>
          </a:xfrm>
          <a:custGeom>
            <a:avLst/>
            <a:gdLst/>
            <a:ahLst/>
            <a:cxnLst/>
            <a:rect l="l" t="t" r="r" b="b"/>
            <a:pathLst>
              <a:path w="18414" h="18414">
                <a:moveTo>
                  <a:pt x="17827" y="7817"/>
                </a:moveTo>
                <a:lnTo>
                  <a:pt x="3703" y="7817"/>
                </a:lnTo>
                <a:lnTo>
                  <a:pt x="6138" y="8707"/>
                </a:lnTo>
                <a:lnTo>
                  <a:pt x="5306" y="14751"/>
                </a:lnTo>
                <a:lnTo>
                  <a:pt x="5500" y="16320"/>
                </a:lnTo>
                <a:lnTo>
                  <a:pt x="5508" y="17880"/>
                </a:lnTo>
                <a:lnTo>
                  <a:pt x="9574" y="17880"/>
                </a:lnTo>
                <a:lnTo>
                  <a:pt x="9204" y="14751"/>
                </a:lnTo>
                <a:lnTo>
                  <a:pt x="10559" y="13365"/>
                </a:lnTo>
                <a:lnTo>
                  <a:pt x="13744" y="13365"/>
                </a:lnTo>
                <a:lnTo>
                  <a:pt x="13759" y="8242"/>
                </a:lnTo>
                <a:lnTo>
                  <a:pt x="17827" y="8242"/>
                </a:lnTo>
                <a:lnTo>
                  <a:pt x="17827" y="7817"/>
                </a:lnTo>
                <a:close/>
              </a:path>
              <a:path w="18414" h="18414">
                <a:moveTo>
                  <a:pt x="13744" y="13365"/>
                </a:moveTo>
                <a:lnTo>
                  <a:pt x="10559" y="13365"/>
                </a:lnTo>
                <a:lnTo>
                  <a:pt x="13743" y="13782"/>
                </a:lnTo>
                <a:lnTo>
                  <a:pt x="13744" y="13365"/>
                </a:lnTo>
                <a:close/>
              </a:path>
              <a:path w="18414" h="18414">
                <a:moveTo>
                  <a:pt x="17827" y="8242"/>
                </a:moveTo>
                <a:lnTo>
                  <a:pt x="13782" y="8242"/>
                </a:lnTo>
                <a:lnTo>
                  <a:pt x="17825" y="9621"/>
                </a:lnTo>
                <a:lnTo>
                  <a:pt x="17827" y="8242"/>
                </a:lnTo>
                <a:close/>
              </a:path>
              <a:path w="18414" h="18414">
                <a:moveTo>
                  <a:pt x="13694" y="0"/>
                </a:moveTo>
                <a:lnTo>
                  <a:pt x="9590" y="0"/>
                </a:lnTo>
                <a:lnTo>
                  <a:pt x="1358" y="4145"/>
                </a:lnTo>
                <a:lnTo>
                  <a:pt x="0" y="8242"/>
                </a:lnTo>
                <a:lnTo>
                  <a:pt x="3703" y="7817"/>
                </a:lnTo>
                <a:lnTo>
                  <a:pt x="17827" y="7817"/>
                </a:lnTo>
                <a:lnTo>
                  <a:pt x="17832" y="4531"/>
                </a:lnTo>
                <a:lnTo>
                  <a:pt x="14681" y="4531"/>
                </a:lnTo>
                <a:lnTo>
                  <a:pt x="13325" y="3128"/>
                </a:lnTo>
                <a:lnTo>
                  <a:pt x="13694" y="0"/>
                </a:lnTo>
                <a:close/>
              </a:path>
              <a:path w="18414" h="18414">
                <a:moveTo>
                  <a:pt x="17833" y="4145"/>
                </a:moveTo>
                <a:lnTo>
                  <a:pt x="14681" y="4531"/>
                </a:lnTo>
                <a:lnTo>
                  <a:pt x="17832" y="4531"/>
                </a:lnTo>
                <a:lnTo>
                  <a:pt x="17833" y="4145"/>
                </a:lnTo>
                <a:close/>
              </a:path>
            </a:pathLst>
          </a:custGeom>
          <a:solidFill>
            <a:srgbClr val="7A72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4" name="bg object 924"/>
          <p:cNvSpPr/>
          <p:nvPr/>
        </p:nvSpPr>
        <p:spPr>
          <a:xfrm>
            <a:off x="2096047" y="4290491"/>
            <a:ext cx="10160" cy="13970"/>
          </a:xfrm>
          <a:custGeom>
            <a:avLst/>
            <a:gdLst/>
            <a:ahLst/>
            <a:cxnLst/>
            <a:rect l="l" t="t" r="r" b="b"/>
            <a:pathLst>
              <a:path w="10160" h="13970">
                <a:moveTo>
                  <a:pt x="4113" y="0"/>
                </a:moveTo>
                <a:lnTo>
                  <a:pt x="15" y="7"/>
                </a:lnTo>
                <a:lnTo>
                  <a:pt x="0" y="1836"/>
                </a:lnTo>
                <a:lnTo>
                  <a:pt x="15" y="9653"/>
                </a:lnTo>
                <a:lnTo>
                  <a:pt x="2750" y="11032"/>
                </a:lnTo>
                <a:lnTo>
                  <a:pt x="8258" y="13743"/>
                </a:lnTo>
                <a:lnTo>
                  <a:pt x="9613" y="9629"/>
                </a:lnTo>
                <a:lnTo>
                  <a:pt x="9574" y="5547"/>
                </a:lnTo>
                <a:lnTo>
                  <a:pt x="5216" y="6209"/>
                </a:lnTo>
                <a:lnTo>
                  <a:pt x="3435" y="4326"/>
                </a:lnTo>
                <a:lnTo>
                  <a:pt x="4113" y="0"/>
                </a:lnTo>
                <a:close/>
              </a:path>
            </a:pathLst>
          </a:custGeom>
          <a:solidFill>
            <a:srgbClr val="6D60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5" name="bg object 925"/>
          <p:cNvSpPr/>
          <p:nvPr/>
        </p:nvSpPr>
        <p:spPr>
          <a:xfrm>
            <a:off x="2108438" y="4313867"/>
            <a:ext cx="10160" cy="8890"/>
          </a:xfrm>
          <a:custGeom>
            <a:avLst/>
            <a:gdLst/>
            <a:ahLst/>
            <a:cxnLst/>
            <a:rect l="l" t="t" r="r" b="b"/>
            <a:pathLst>
              <a:path w="10160" h="8889">
                <a:moveTo>
                  <a:pt x="5437" y="7"/>
                </a:moveTo>
                <a:lnTo>
                  <a:pt x="1371" y="0"/>
                </a:lnTo>
                <a:lnTo>
                  <a:pt x="0" y="8297"/>
                </a:lnTo>
                <a:lnTo>
                  <a:pt x="9535" y="8266"/>
                </a:lnTo>
                <a:lnTo>
                  <a:pt x="9519" y="4129"/>
                </a:lnTo>
                <a:lnTo>
                  <a:pt x="6335" y="4562"/>
                </a:lnTo>
                <a:lnTo>
                  <a:pt x="5082" y="3089"/>
                </a:lnTo>
                <a:lnTo>
                  <a:pt x="5437" y="7"/>
                </a:lnTo>
                <a:close/>
              </a:path>
            </a:pathLst>
          </a:custGeom>
          <a:solidFill>
            <a:srgbClr val="7265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6" name="bg object 926"/>
          <p:cNvSpPr/>
          <p:nvPr/>
        </p:nvSpPr>
        <p:spPr>
          <a:xfrm>
            <a:off x="2096035" y="4314182"/>
            <a:ext cx="8890" cy="8255"/>
          </a:xfrm>
          <a:custGeom>
            <a:avLst/>
            <a:gdLst/>
            <a:ahLst/>
            <a:cxnLst/>
            <a:rect l="l" t="t" r="r" b="b"/>
            <a:pathLst>
              <a:path w="8889" h="8254">
                <a:moveTo>
                  <a:pt x="1536" y="0"/>
                </a:moveTo>
                <a:lnTo>
                  <a:pt x="0" y="7951"/>
                </a:lnTo>
                <a:lnTo>
                  <a:pt x="8227" y="7974"/>
                </a:lnTo>
                <a:lnTo>
                  <a:pt x="8077" y="6895"/>
                </a:lnTo>
                <a:lnTo>
                  <a:pt x="8321" y="5398"/>
                </a:lnTo>
                <a:lnTo>
                  <a:pt x="5831" y="3010"/>
                </a:lnTo>
                <a:lnTo>
                  <a:pt x="3617" y="1576"/>
                </a:lnTo>
                <a:lnTo>
                  <a:pt x="1536" y="0"/>
                </a:lnTo>
                <a:close/>
              </a:path>
            </a:pathLst>
          </a:custGeom>
          <a:solidFill>
            <a:srgbClr val="665B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7" name="bg object 927"/>
          <p:cNvSpPr/>
          <p:nvPr/>
        </p:nvSpPr>
        <p:spPr>
          <a:xfrm>
            <a:off x="2104281" y="4322142"/>
            <a:ext cx="4445" cy="10160"/>
          </a:xfrm>
          <a:custGeom>
            <a:avLst/>
            <a:gdLst/>
            <a:ahLst/>
            <a:cxnLst/>
            <a:rect l="l" t="t" r="r" b="b"/>
            <a:pathLst>
              <a:path w="4444" h="10160">
                <a:moveTo>
                  <a:pt x="4121" y="0"/>
                </a:moveTo>
                <a:lnTo>
                  <a:pt x="0" y="0"/>
                </a:lnTo>
                <a:lnTo>
                  <a:pt x="7" y="9629"/>
                </a:lnTo>
                <a:lnTo>
                  <a:pt x="4105" y="9621"/>
                </a:lnTo>
                <a:lnTo>
                  <a:pt x="4121" y="0"/>
                </a:lnTo>
                <a:close/>
              </a:path>
            </a:pathLst>
          </a:custGeom>
          <a:solidFill>
            <a:srgbClr val="6752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8" name="bg object 928"/>
          <p:cNvSpPr/>
          <p:nvPr/>
        </p:nvSpPr>
        <p:spPr>
          <a:xfrm>
            <a:off x="2256614" y="4284993"/>
            <a:ext cx="12700" cy="23495"/>
          </a:xfrm>
          <a:custGeom>
            <a:avLst/>
            <a:gdLst/>
            <a:ahLst/>
            <a:cxnLst/>
            <a:rect l="l" t="t" r="r" b="b"/>
            <a:pathLst>
              <a:path w="12700" h="23495">
                <a:moveTo>
                  <a:pt x="4137" y="0"/>
                </a:moveTo>
                <a:lnTo>
                  <a:pt x="15" y="0"/>
                </a:lnTo>
                <a:lnTo>
                  <a:pt x="0" y="13735"/>
                </a:lnTo>
                <a:lnTo>
                  <a:pt x="2561" y="13585"/>
                </a:lnTo>
                <a:lnTo>
                  <a:pt x="4381" y="14184"/>
                </a:lnTo>
                <a:lnTo>
                  <a:pt x="4011" y="19354"/>
                </a:lnTo>
                <a:lnTo>
                  <a:pt x="4129" y="21371"/>
                </a:lnTo>
                <a:lnTo>
                  <a:pt x="4152" y="23404"/>
                </a:lnTo>
                <a:lnTo>
                  <a:pt x="5508" y="22592"/>
                </a:lnTo>
                <a:lnTo>
                  <a:pt x="7880" y="21938"/>
                </a:lnTo>
                <a:lnTo>
                  <a:pt x="8471" y="18006"/>
                </a:lnTo>
                <a:lnTo>
                  <a:pt x="10149" y="17801"/>
                </a:lnTo>
                <a:lnTo>
                  <a:pt x="12356" y="17888"/>
                </a:lnTo>
                <a:lnTo>
                  <a:pt x="12379" y="13766"/>
                </a:lnTo>
                <a:lnTo>
                  <a:pt x="9243" y="14153"/>
                </a:lnTo>
                <a:lnTo>
                  <a:pt x="7856" y="12773"/>
                </a:lnTo>
                <a:lnTo>
                  <a:pt x="8242" y="9621"/>
                </a:lnTo>
                <a:lnTo>
                  <a:pt x="5642" y="9834"/>
                </a:lnTo>
                <a:lnTo>
                  <a:pt x="3884" y="9156"/>
                </a:lnTo>
                <a:lnTo>
                  <a:pt x="4255" y="4018"/>
                </a:lnTo>
                <a:lnTo>
                  <a:pt x="4137" y="2001"/>
                </a:lnTo>
                <a:lnTo>
                  <a:pt x="4137" y="0"/>
                </a:lnTo>
                <a:close/>
              </a:path>
            </a:pathLst>
          </a:custGeom>
          <a:solidFill>
            <a:srgbClr val="877F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9" name="bg object 929"/>
          <p:cNvSpPr/>
          <p:nvPr/>
        </p:nvSpPr>
        <p:spPr>
          <a:xfrm>
            <a:off x="2260748" y="4302795"/>
            <a:ext cx="8255" cy="18415"/>
          </a:xfrm>
          <a:custGeom>
            <a:avLst/>
            <a:gdLst/>
            <a:ahLst/>
            <a:cxnLst/>
            <a:rect l="l" t="t" r="r" b="b"/>
            <a:pathLst>
              <a:path w="8255" h="18414">
                <a:moveTo>
                  <a:pt x="6012" y="0"/>
                </a:moveTo>
                <a:lnTo>
                  <a:pt x="4334" y="204"/>
                </a:lnTo>
                <a:lnTo>
                  <a:pt x="3743" y="4137"/>
                </a:lnTo>
                <a:lnTo>
                  <a:pt x="1371" y="4791"/>
                </a:lnTo>
                <a:lnTo>
                  <a:pt x="15" y="5602"/>
                </a:lnTo>
                <a:lnTo>
                  <a:pt x="0" y="17974"/>
                </a:lnTo>
                <a:lnTo>
                  <a:pt x="3427" y="18384"/>
                </a:lnTo>
                <a:lnTo>
                  <a:pt x="4468" y="16595"/>
                </a:lnTo>
                <a:lnTo>
                  <a:pt x="3766" y="10386"/>
                </a:lnTo>
                <a:lnTo>
                  <a:pt x="5453" y="9472"/>
                </a:lnTo>
                <a:lnTo>
                  <a:pt x="8211" y="9708"/>
                </a:lnTo>
                <a:lnTo>
                  <a:pt x="8227" y="86"/>
                </a:lnTo>
                <a:lnTo>
                  <a:pt x="6012" y="0"/>
                </a:lnTo>
                <a:close/>
              </a:path>
            </a:pathLst>
          </a:custGeom>
          <a:solidFill>
            <a:srgbClr val="7670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0" name="bg object 930"/>
          <p:cNvSpPr/>
          <p:nvPr/>
        </p:nvSpPr>
        <p:spPr>
          <a:xfrm>
            <a:off x="2260759" y="4272149"/>
            <a:ext cx="6350" cy="5080"/>
          </a:xfrm>
          <a:custGeom>
            <a:avLst/>
            <a:gdLst/>
            <a:ahLst/>
            <a:cxnLst/>
            <a:rect l="l" t="t" r="r" b="b"/>
            <a:pathLst>
              <a:path w="6350" h="5079">
                <a:moveTo>
                  <a:pt x="6044" y="0"/>
                </a:moveTo>
                <a:lnTo>
                  <a:pt x="2931" y="354"/>
                </a:lnTo>
                <a:lnTo>
                  <a:pt x="7" y="464"/>
                </a:lnTo>
                <a:lnTo>
                  <a:pt x="0" y="4570"/>
                </a:lnTo>
                <a:lnTo>
                  <a:pt x="5468" y="4570"/>
                </a:lnTo>
                <a:lnTo>
                  <a:pt x="6044" y="0"/>
                </a:lnTo>
                <a:close/>
              </a:path>
            </a:pathLst>
          </a:custGeom>
          <a:solidFill>
            <a:srgbClr val="B1A8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1" name="bg object 931"/>
          <p:cNvSpPr/>
          <p:nvPr/>
        </p:nvSpPr>
        <p:spPr>
          <a:xfrm>
            <a:off x="2150958" y="3515757"/>
            <a:ext cx="18415" cy="27940"/>
          </a:xfrm>
          <a:custGeom>
            <a:avLst/>
            <a:gdLst/>
            <a:ahLst/>
            <a:cxnLst/>
            <a:rect l="l" t="t" r="r" b="b"/>
            <a:pathLst>
              <a:path w="18414" h="27939">
                <a:moveTo>
                  <a:pt x="9613" y="23"/>
                </a:moveTo>
                <a:lnTo>
                  <a:pt x="5500" y="0"/>
                </a:lnTo>
                <a:lnTo>
                  <a:pt x="5492" y="4271"/>
                </a:lnTo>
                <a:lnTo>
                  <a:pt x="5201" y="8558"/>
                </a:lnTo>
                <a:lnTo>
                  <a:pt x="5918" y="17226"/>
                </a:lnTo>
                <a:lnTo>
                  <a:pt x="3869" y="18361"/>
                </a:lnTo>
                <a:lnTo>
                  <a:pt x="39" y="17888"/>
                </a:lnTo>
                <a:lnTo>
                  <a:pt x="0" y="27494"/>
                </a:lnTo>
                <a:lnTo>
                  <a:pt x="9582" y="27494"/>
                </a:lnTo>
                <a:lnTo>
                  <a:pt x="9606" y="21379"/>
                </a:lnTo>
                <a:lnTo>
                  <a:pt x="9724" y="19361"/>
                </a:lnTo>
                <a:lnTo>
                  <a:pt x="9353" y="14208"/>
                </a:lnTo>
                <a:lnTo>
                  <a:pt x="11111" y="13538"/>
                </a:lnTo>
                <a:lnTo>
                  <a:pt x="13719" y="13743"/>
                </a:lnTo>
                <a:lnTo>
                  <a:pt x="17841" y="13735"/>
                </a:lnTo>
                <a:lnTo>
                  <a:pt x="17809" y="9613"/>
                </a:lnTo>
                <a:lnTo>
                  <a:pt x="13695" y="9613"/>
                </a:lnTo>
                <a:lnTo>
                  <a:pt x="11119" y="9803"/>
                </a:lnTo>
                <a:lnTo>
                  <a:pt x="9353" y="9149"/>
                </a:lnTo>
                <a:lnTo>
                  <a:pt x="9724" y="4026"/>
                </a:lnTo>
                <a:lnTo>
                  <a:pt x="9606" y="2017"/>
                </a:lnTo>
                <a:lnTo>
                  <a:pt x="9613" y="23"/>
                </a:lnTo>
                <a:close/>
              </a:path>
            </a:pathLst>
          </a:custGeom>
          <a:solidFill>
            <a:srgbClr val="A59A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2" name="bg object 932"/>
          <p:cNvSpPr/>
          <p:nvPr/>
        </p:nvSpPr>
        <p:spPr>
          <a:xfrm>
            <a:off x="2150990" y="3515311"/>
            <a:ext cx="6350" cy="19050"/>
          </a:xfrm>
          <a:custGeom>
            <a:avLst/>
            <a:gdLst/>
            <a:ahLst/>
            <a:cxnLst/>
            <a:rect l="l" t="t" r="r" b="b"/>
            <a:pathLst>
              <a:path w="6350" h="19050">
                <a:moveTo>
                  <a:pt x="2285" y="0"/>
                </a:moveTo>
                <a:lnTo>
                  <a:pt x="953" y="1426"/>
                </a:lnTo>
                <a:lnTo>
                  <a:pt x="1316" y="4570"/>
                </a:lnTo>
                <a:lnTo>
                  <a:pt x="0" y="18337"/>
                </a:lnTo>
                <a:lnTo>
                  <a:pt x="3829" y="18802"/>
                </a:lnTo>
                <a:lnTo>
                  <a:pt x="5886" y="17675"/>
                </a:lnTo>
                <a:lnTo>
                  <a:pt x="5169" y="8999"/>
                </a:lnTo>
                <a:lnTo>
                  <a:pt x="5461" y="4712"/>
                </a:lnTo>
                <a:lnTo>
                  <a:pt x="5468" y="449"/>
                </a:lnTo>
                <a:lnTo>
                  <a:pt x="2285" y="0"/>
                </a:lnTo>
                <a:close/>
              </a:path>
            </a:pathLst>
          </a:custGeom>
          <a:solidFill>
            <a:srgbClr val="9A8D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3" name="bg object 933"/>
          <p:cNvSpPr/>
          <p:nvPr/>
        </p:nvSpPr>
        <p:spPr>
          <a:xfrm>
            <a:off x="2146836" y="3519863"/>
            <a:ext cx="5715" cy="18415"/>
          </a:xfrm>
          <a:custGeom>
            <a:avLst/>
            <a:gdLst/>
            <a:ahLst/>
            <a:cxnLst/>
            <a:rect l="l" t="t" r="r" b="b"/>
            <a:pathLst>
              <a:path w="5714" h="18414">
                <a:moveTo>
                  <a:pt x="5468" y="15"/>
                </a:moveTo>
                <a:lnTo>
                  <a:pt x="0" y="0"/>
                </a:lnTo>
                <a:lnTo>
                  <a:pt x="23" y="17927"/>
                </a:lnTo>
                <a:lnTo>
                  <a:pt x="4089" y="17864"/>
                </a:lnTo>
                <a:lnTo>
                  <a:pt x="4160" y="13782"/>
                </a:lnTo>
                <a:lnTo>
                  <a:pt x="5468" y="15"/>
                </a:lnTo>
                <a:close/>
              </a:path>
            </a:pathLst>
          </a:custGeom>
          <a:solidFill>
            <a:srgbClr val="8071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4" name="bg object 934"/>
          <p:cNvSpPr/>
          <p:nvPr/>
        </p:nvSpPr>
        <p:spPr>
          <a:xfrm>
            <a:off x="2160313" y="3515739"/>
            <a:ext cx="4445" cy="10160"/>
          </a:xfrm>
          <a:custGeom>
            <a:avLst/>
            <a:gdLst/>
            <a:ahLst/>
            <a:cxnLst/>
            <a:rect l="l" t="t" r="r" b="b"/>
            <a:pathLst>
              <a:path w="4444" h="10160">
                <a:moveTo>
                  <a:pt x="4357" y="0"/>
                </a:moveTo>
                <a:lnTo>
                  <a:pt x="252" y="39"/>
                </a:lnTo>
                <a:lnTo>
                  <a:pt x="252" y="2033"/>
                </a:lnTo>
                <a:lnTo>
                  <a:pt x="362" y="4042"/>
                </a:lnTo>
                <a:lnTo>
                  <a:pt x="0" y="9172"/>
                </a:lnTo>
                <a:lnTo>
                  <a:pt x="1765" y="9826"/>
                </a:lnTo>
                <a:lnTo>
                  <a:pt x="4342" y="9629"/>
                </a:lnTo>
                <a:lnTo>
                  <a:pt x="4357" y="0"/>
                </a:lnTo>
                <a:close/>
              </a:path>
            </a:pathLst>
          </a:custGeom>
          <a:solidFill>
            <a:srgbClr val="AFA4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5" name="bg object 935"/>
          <p:cNvSpPr/>
          <p:nvPr/>
        </p:nvSpPr>
        <p:spPr>
          <a:xfrm>
            <a:off x="2268514" y="4320217"/>
            <a:ext cx="5080" cy="6985"/>
          </a:xfrm>
          <a:custGeom>
            <a:avLst/>
            <a:gdLst/>
            <a:ahLst/>
            <a:cxnLst/>
            <a:rect l="l" t="t" r="r" b="b"/>
            <a:pathLst>
              <a:path w="5080" h="6985">
                <a:moveTo>
                  <a:pt x="5019" y="0"/>
                </a:moveTo>
                <a:lnTo>
                  <a:pt x="480" y="535"/>
                </a:lnTo>
                <a:lnTo>
                  <a:pt x="370" y="3483"/>
                </a:lnTo>
                <a:lnTo>
                  <a:pt x="0" y="6627"/>
                </a:lnTo>
                <a:lnTo>
                  <a:pt x="4586" y="6052"/>
                </a:lnTo>
                <a:lnTo>
                  <a:pt x="4688" y="3112"/>
                </a:lnTo>
                <a:lnTo>
                  <a:pt x="5019" y="0"/>
                </a:lnTo>
                <a:close/>
              </a:path>
            </a:pathLst>
          </a:custGeom>
          <a:solidFill>
            <a:srgbClr val="8B84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6" name="bg object 936"/>
          <p:cNvSpPr/>
          <p:nvPr/>
        </p:nvSpPr>
        <p:spPr>
          <a:xfrm>
            <a:off x="2054720" y="3906549"/>
            <a:ext cx="13970" cy="40640"/>
          </a:xfrm>
          <a:custGeom>
            <a:avLst/>
            <a:gdLst/>
            <a:ahLst/>
            <a:cxnLst/>
            <a:rect l="l" t="t" r="r" b="b"/>
            <a:pathLst>
              <a:path w="13969" h="40639">
                <a:moveTo>
                  <a:pt x="9755" y="0"/>
                </a:moveTo>
                <a:lnTo>
                  <a:pt x="4271" y="0"/>
                </a:lnTo>
                <a:lnTo>
                  <a:pt x="173" y="1386"/>
                </a:lnTo>
                <a:lnTo>
                  <a:pt x="72" y="37360"/>
                </a:lnTo>
                <a:lnTo>
                  <a:pt x="0" y="39362"/>
                </a:lnTo>
                <a:lnTo>
                  <a:pt x="1615" y="40110"/>
                </a:lnTo>
                <a:lnTo>
                  <a:pt x="4263" y="39921"/>
                </a:lnTo>
                <a:lnTo>
                  <a:pt x="4089" y="37360"/>
                </a:lnTo>
                <a:lnTo>
                  <a:pt x="4589" y="35800"/>
                </a:lnTo>
                <a:lnTo>
                  <a:pt x="4680" y="35516"/>
                </a:lnTo>
                <a:lnTo>
                  <a:pt x="12360" y="35516"/>
                </a:lnTo>
                <a:lnTo>
                  <a:pt x="11930" y="34452"/>
                </a:lnTo>
                <a:lnTo>
                  <a:pt x="11718" y="32758"/>
                </a:lnTo>
                <a:lnTo>
                  <a:pt x="6989" y="28093"/>
                </a:lnTo>
                <a:lnTo>
                  <a:pt x="7462" y="24720"/>
                </a:lnTo>
                <a:lnTo>
                  <a:pt x="13089" y="21127"/>
                </a:lnTo>
                <a:lnTo>
                  <a:pt x="13294" y="19227"/>
                </a:lnTo>
                <a:lnTo>
                  <a:pt x="13673" y="18361"/>
                </a:lnTo>
                <a:lnTo>
                  <a:pt x="7793" y="18361"/>
                </a:lnTo>
                <a:lnTo>
                  <a:pt x="8416" y="13743"/>
                </a:lnTo>
                <a:lnTo>
                  <a:pt x="8408" y="9661"/>
                </a:lnTo>
                <a:lnTo>
                  <a:pt x="9755" y="0"/>
                </a:lnTo>
                <a:close/>
              </a:path>
              <a:path w="13969" h="40639">
                <a:moveTo>
                  <a:pt x="12360" y="35516"/>
                </a:moveTo>
                <a:lnTo>
                  <a:pt x="4680" y="35516"/>
                </a:lnTo>
                <a:lnTo>
                  <a:pt x="8227" y="35800"/>
                </a:lnTo>
                <a:lnTo>
                  <a:pt x="12474" y="35800"/>
                </a:lnTo>
                <a:lnTo>
                  <a:pt x="12360" y="35516"/>
                </a:lnTo>
                <a:close/>
              </a:path>
              <a:path w="13969" h="40639">
                <a:moveTo>
                  <a:pt x="13839" y="17982"/>
                </a:moveTo>
                <a:lnTo>
                  <a:pt x="10945" y="17982"/>
                </a:lnTo>
                <a:lnTo>
                  <a:pt x="7793" y="18361"/>
                </a:lnTo>
                <a:lnTo>
                  <a:pt x="13673" y="18361"/>
                </a:lnTo>
                <a:lnTo>
                  <a:pt x="13839" y="17982"/>
                </a:lnTo>
                <a:close/>
              </a:path>
            </a:pathLst>
          </a:custGeom>
          <a:solidFill>
            <a:srgbClr val="A89E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7" name="bg object 937"/>
          <p:cNvSpPr/>
          <p:nvPr/>
        </p:nvSpPr>
        <p:spPr>
          <a:xfrm>
            <a:off x="2057613" y="3942066"/>
            <a:ext cx="10160" cy="37465"/>
          </a:xfrm>
          <a:custGeom>
            <a:avLst/>
            <a:gdLst/>
            <a:ahLst/>
            <a:cxnLst/>
            <a:rect l="l" t="t" r="r" b="b"/>
            <a:pathLst>
              <a:path w="10160" h="37464">
                <a:moveTo>
                  <a:pt x="1788" y="0"/>
                </a:moveTo>
                <a:lnTo>
                  <a:pt x="1197" y="1843"/>
                </a:lnTo>
                <a:lnTo>
                  <a:pt x="1371" y="4405"/>
                </a:lnTo>
                <a:lnTo>
                  <a:pt x="1355" y="22301"/>
                </a:lnTo>
                <a:lnTo>
                  <a:pt x="0" y="31915"/>
                </a:lnTo>
                <a:lnTo>
                  <a:pt x="23" y="36028"/>
                </a:lnTo>
                <a:lnTo>
                  <a:pt x="2222" y="35823"/>
                </a:lnTo>
                <a:lnTo>
                  <a:pt x="4838" y="36911"/>
                </a:lnTo>
                <a:lnTo>
                  <a:pt x="6059" y="32624"/>
                </a:lnTo>
                <a:lnTo>
                  <a:pt x="8290" y="32388"/>
                </a:lnTo>
                <a:lnTo>
                  <a:pt x="9598" y="31899"/>
                </a:lnTo>
                <a:lnTo>
                  <a:pt x="9590" y="27778"/>
                </a:lnTo>
                <a:lnTo>
                  <a:pt x="9117" y="27833"/>
                </a:lnTo>
                <a:lnTo>
                  <a:pt x="1520" y="25224"/>
                </a:lnTo>
                <a:lnTo>
                  <a:pt x="6950" y="19227"/>
                </a:lnTo>
                <a:lnTo>
                  <a:pt x="4743" y="12253"/>
                </a:lnTo>
                <a:lnTo>
                  <a:pt x="5484" y="9401"/>
                </a:lnTo>
                <a:lnTo>
                  <a:pt x="9621" y="9897"/>
                </a:lnTo>
                <a:lnTo>
                  <a:pt x="9582" y="283"/>
                </a:lnTo>
                <a:lnTo>
                  <a:pt x="8037" y="283"/>
                </a:lnTo>
                <a:lnTo>
                  <a:pt x="6477" y="378"/>
                </a:lnTo>
                <a:lnTo>
                  <a:pt x="1788" y="0"/>
                </a:lnTo>
                <a:close/>
              </a:path>
            </a:pathLst>
          </a:custGeom>
          <a:solidFill>
            <a:srgbClr val="A199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8" name="bg object 938"/>
          <p:cNvSpPr/>
          <p:nvPr/>
        </p:nvSpPr>
        <p:spPr>
          <a:xfrm>
            <a:off x="2048979" y="3955239"/>
            <a:ext cx="10160" cy="9525"/>
          </a:xfrm>
          <a:custGeom>
            <a:avLst/>
            <a:gdLst/>
            <a:ahLst/>
            <a:cxnLst/>
            <a:rect l="l" t="t" r="r" b="b"/>
            <a:pathLst>
              <a:path w="10160" h="9525">
                <a:moveTo>
                  <a:pt x="5177" y="0"/>
                </a:moveTo>
                <a:lnTo>
                  <a:pt x="3955" y="4271"/>
                </a:lnTo>
                <a:lnTo>
                  <a:pt x="1725" y="4491"/>
                </a:lnTo>
                <a:lnTo>
                  <a:pt x="417" y="4980"/>
                </a:lnTo>
                <a:lnTo>
                  <a:pt x="0" y="8124"/>
                </a:lnTo>
                <a:lnTo>
                  <a:pt x="1355" y="9511"/>
                </a:lnTo>
                <a:lnTo>
                  <a:pt x="4499" y="9109"/>
                </a:lnTo>
                <a:lnTo>
                  <a:pt x="9992" y="9125"/>
                </a:lnTo>
                <a:lnTo>
                  <a:pt x="9992" y="851"/>
                </a:lnTo>
                <a:lnTo>
                  <a:pt x="7801" y="1079"/>
                </a:lnTo>
                <a:lnTo>
                  <a:pt x="5177" y="0"/>
                </a:lnTo>
                <a:close/>
              </a:path>
            </a:pathLst>
          </a:custGeom>
          <a:solidFill>
            <a:srgbClr val="ABA2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9" name="bg object 939"/>
          <p:cNvSpPr/>
          <p:nvPr/>
        </p:nvSpPr>
        <p:spPr>
          <a:xfrm>
            <a:off x="2050755" y="3916183"/>
            <a:ext cx="4445" cy="12700"/>
          </a:xfrm>
          <a:custGeom>
            <a:avLst/>
            <a:gdLst/>
            <a:ahLst/>
            <a:cxnLst/>
            <a:rect l="l" t="t" r="r" b="b"/>
            <a:pathLst>
              <a:path w="4444" h="12700">
                <a:moveTo>
                  <a:pt x="4113" y="0"/>
                </a:moveTo>
                <a:lnTo>
                  <a:pt x="15" y="0"/>
                </a:lnTo>
                <a:lnTo>
                  <a:pt x="0" y="12387"/>
                </a:lnTo>
                <a:lnTo>
                  <a:pt x="4113" y="12387"/>
                </a:lnTo>
                <a:lnTo>
                  <a:pt x="4113" y="0"/>
                </a:lnTo>
                <a:close/>
              </a:path>
            </a:pathLst>
          </a:custGeom>
          <a:solidFill>
            <a:srgbClr val="B1A6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0" name="bg object 940"/>
          <p:cNvSpPr/>
          <p:nvPr/>
        </p:nvSpPr>
        <p:spPr>
          <a:xfrm>
            <a:off x="2054869" y="3892793"/>
            <a:ext cx="10160" cy="15240"/>
          </a:xfrm>
          <a:custGeom>
            <a:avLst/>
            <a:gdLst/>
            <a:ahLst/>
            <a:cxnLst/>
            <a:rect l="l" t="t" r="r" b="b"/>
            <a:pathLst>
              <a:path w="10160" h="15239">
                <a:moveTo>
                  <a:pt x="9590" y="7"/>
                </a:moveTo>
                <a:lnTo>
                  <a:pt x="0" y="0"/>
                </a:lnTo>
                <a:lnTo>
                  <a:pt x="23" y="15145"/>
                </a:lnTo>
                <a:lnTo>
                  <a:pt x="4121" y="13759"/>
                </a:lnTo>
                <a:lnTo>
                  <a:pt x="4121" y="12647"/>
                </a:lnTo>
                <a:lnTo>
                  <a:pt x="4255" y="11521"/>
                </a:lnTo>
                <a:lnTo>
                  <a:pt x="3467" y="5981"/>
                </a:lnTo>
                <a:lnTo>
                  <a:pt x="5862" y="5027"/>
                </a:lnTo>
                <a:lnTo>
                  <a:pt x="9590" y="5516"/>
                </a:lnTo>
                <a:lnTo>
                  <a:pt x="9590" y="7"/>
                </a:lnTo>
                <a:close/>
              </a:path>
            </a:pathLst>
          </a:custGeom>
          <a:solidFill>
            <a:srgbClr val="ACA5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1" name="bg object 941"/>
          <p:cNvSpPr/>
          <p:nvPr/>
        </p:nvSpPr>
        <p:spPr>
          <a:xfrm>
            <a:off x="2050550" y="3902226"/>
            <a:ext cx="4445" cy="13970"/>
          </a:xfrm>
          <a:custGeom>
            <a:avLst/>
            <a:gdLst/>
            <a:ahLst/>
            <a:cxnLst/>
            <a:rect l="l" t="t" r="r" b="b"/>
            <a:pathLst>
              <a:path w="4444" h="13970">
                <a:moveTo>
                  <a:pt x="1686" y="0"/>
                </a:moveTo>
                <a:lnTo>
                  <a:pt x="0" y="701"/>
                </a:lnTo>
                <a:lnTo>
                  <a:pt x="330" y="6761"/>
                </a:lnTo>
                <a:lnTo>
                  <a:pt x="197" y="9684"/>
                </a:lnTo>
                <a:lnTo>
                  <a:pt x="189" y="12600"/>
                </a:lnTo>
                <a:lnTo>
                  <a:pt x="220" y="13956"/>
                </a:lnTo>
                <a:lnTo>
                  <a:pt x="4318" y="13956"/>
                </a:lnTo>
                <a:lnTo>
                  <a:pt x="4318" y="204"/>
                </a:lnTo>
                <a:lnTo>
                  <a:pt x="1686" y="0"/>
                </a:lnTo>
                <a:close/>
              </a:path>
            </a:pathLst>
          </a:custGeom>
          <a:solidFill>
            <a:srgbClr val="BAAE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2" name="bg object 942"/>
          <p:cNvSpPr/>
          <p:nvPr/>
        </p:nvSpPr>
        <p:spPr>
          <a:xfrm>
            <a:off x="2200356" y="3695825"/>
            <a:ext cx="27940" cy="58419"/>
          </a:xfrm>
          <a:custGeom>
            <a:avLst/>
            <a:gdLst/>
            <a:ahLst/>
            <a:cxnLst/>
            <a:rect l="l" t="t" r="r" b="b"/>
            <a:pathLst>
              <a:path w="27939" h="58420">
                <a:moveTo>
                  <a:pt x="10665" y="48148"/>
                </a:moveTo>
                <a:lnTo>
                  <a:pt x="2592" y="48148"/>
                </a:lnTo>
                <a:lnTo>
                  <a:pt x="4373" y="48810"/>
                </a:lnTo>
                <a:lnTo>
                  <a:pt x="4210" y="51025"/>
                </a:lnTo>
                <a:lnTo>
                  <a:pt x="4121" y="57983"/>
                </a:lnTo>
                <a:lnTo>
                  <a:pt x="9590" y="57983"/>
                </a:lnTo>
                <a:lnTo>
                  <a:pt x="9598" y="56872"/>
                </a:lnTo>
                <a:lnTo>
                  <a:pt x="9732" y="55745"/>
                </a:lnTo>
                <a:lnTo>
                  <a:pt x="9062" y="51025"/>
                </a:lnTo>
                <a:lnTo>
                  <a:pt x="10170" y="48345"/>
                </a:lnTo>
                <a:lnTo>
                  <a:pt x="10665" y="48148"/>
                </a:lnTo>
                <a:close/>
              </a:path>
              <a:path w="27939" h="58420">
                <a:moveTo>
                  <a:pt x="15" y="40079"/>
                </a:moveTo>
                <a:lnTo>
                  <a:pt x="0" y="48345"/>
                </a:lnTo>
                <a:lnTo>
                  <a:pt x="2592" y="48148"/>
                </a:lnTo>
                <a:lnTo>
                  <a:pt x="10665" y="48148"/>
                </a:lnTo>
                <a:lnTo>
                  <a:pt x="13743" y="46966"/>
                </a:lnTo>
                <a:lnTo>
                  <a:pt x="13309" y="43593"/>
                </a:lnTo>
                <a:lnTo>
                  <a:pt x="15043" y="41521"/>
                </a:lnTo>
                <a:lnTo>
                  <a:pt x="16771" y="40623"/>
                </a:lnTo>
                <a:lnTo>
                  <a:pt x="3892" y="40623"/>
                </a:lnTo>
                <a:lnTo>
                  <a:pt x="15" y="40079"/>
                </a:lnTo>
                <a:close/>
              </a:path>
              <a:path w="27939" h="58420">
                <a:moveTo>
                  <a:pt x="12316" y="22214"/>
                </a:moveTo>
                <a:lnTo>
                  <a:pt x="9621" y="22214"/>
                </a:lnTo>
                <a:lnTo>
                  <a:pt x="9716" y="24625"/>
                </a:lnTo>
                <a:lnTo>
                  <a:pt x="4397" y="26895"/>
                </a:lnTo>
                <a:lnTo>
                  <a:pt x="5287" y="31213"/>
                </a:lnTo>
                <a:lnTo>
                  <a:pt x="5910" y="39464"/>
                </a:lnTo>
                <a:lnTo>
                  <a:pt x="3892" y="40623"/>
                </a:lnTo>
                <a:lnTo>
                  <a:pt x="16771" y="40623"/>
                </a:lnTo>
                <a:lnTo>
                  <a:pt x="17817" y="40079"/>
                </a:lnTo>
                <a:lnTo>
                  <a:pt x="17841" y="37163"/>
                </a:lnTo>
                <a:lnTo>
                  <a:pt x="18101" y="34216"/>
                </a:lnTo>
                <a:lnTo>
                  <a:pt x="17309" y="26895"/>
                </a:lnTo>
                <a:lnTo>
                  <a:pt x="18494" y="26328"/>
                </a:lnTo>
                <a:lnTo>
                  <a:pt x="19558" y="25855"/>
                </a:lnTo>
                <a:lnTo>
                  <a:pt x="23332" y="25855"/>
                </a:lnTo>
                <a:lnTo>
                  <a:pt x="23320" y="22553"/>
                </a:lnTo>
                <a:lnTo>
                  <a:pt x="16477" y="22553"/>
                </a:lnTo>
                <a:lnTo>
                  <a:pt x="12316" y="22214"/>
                </a:lnTo>
                <a:close/>
              </a:path>
              <a:path w="27939" h="58420">
                <a:moveTo>
                  <a:pt x="23332" y="25855"/>
                </a:moveTo>
                <a:lnTo>
                  <a:pt x="19558" y="25855"/>
                </a:lnTo>
                <a:lnTo>
                  <a:pt x="23333" y="26328"/>
                </a:lnTo>
                <a:lnTo>
                  <a:pt x="23332" y="25855"/>
                </a:lnTo>
                <a:close/>
              </a:path>
              <a:path w="27939" h="58420">
                <a:moveTo>
                  <a:pt x="24878" y="0"/>
                </a:moveTo>
                <a:lnTo>
                  <a:pt x="23081" y="638"/>
                </a:lnTo>
                <a:lnTo>
                  <a:pt x="23325" y="3774"/>
                </a:lnTo>
                <a:lnTo>
                  <a:pt x="23325" y="8431"/>
                </a:lnTo>
                <a:lnTo>
                  <a:pt x="22577" y="10291"/>
                </a:lnTo>
                <a:lnTo>
                  <a:pt x="21907" y="12198"/>
                </a:lnTo>
                <a:lnTo>
                  <a:pt x="20614" y="14917"/>
                </a:lnTo>
                <a:lnTo>
                  <a:pt x="19251" y="15760"/>
                </a:lnTo>
                <a:lnTo>
                  <a:pt x="20023" y="21662"/>
                </a:lnTo>
                <a:lnTo>
                  <a:pt x="20118" y="22395"/>
                </a:lnTo>
                <a:lnTo>
                  <a:pt x="16477" y="22553"/>
                </a:lnTo>
                <a:lnTo>
                  <a:pt x="23320" y="22553"/>
                </a:lnTo>
                <a:lnTo>
                  <a:pt x="23317" y="21662"/>
                </a:lnTo>
                <a:lnTo>
                  <a:pt x="23073" y="18510"/>
                </a:lnTo>
                <a:lnTo>
                  <a:pt x="24870" y="17880"/>
                </a:lnTo>
                <a:lnTo>
                  <a:pt x="27447" y="17880"/>
                </a:lnTo>
                <a:lnTo>
                  <a:pt x="27447" y="181"/>
                </a:lnTo>
                <a:lnTo>
                  <a:pt x="24878" y="0"/>
                </a:lnTo>
                <a:close/>
              </a:path>
              <a:path w="27939" h="58420">
                <a:moveTo>
                  <a:pt x="27447" y="17880"/>
                </a:moveTo>
                <a:lnTo>
                  <a:pt x="24870" y="17880"/>
                </a:lnTo>
                <a:lnTo>
                  <a:pt x="27447" y="18077"/>
                </a:lnTo>
                <a:lnTo>
                  <a:pt x="27447" y="17880"/>
                </a:lnTo>
                <a:close/>
              </a:path>
            </a:pathLst>
          </a:custGeom>
          <a:solidFill>
            <a:srgbClr val="B4A8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3" name="bg object 943"/>
          <p:cNvSpPr/>
          <p:nvPr/>
        </p:nvSpPr>
        <p:spPr>
          <a:xfrm>
            <a:off x="2209970" y="3700128"/>
            <a:ext cx="13970" cy="18415"/>
          </a:xfrm>
          <a:custGeom>
            <a:avLst/>
            <a:gdLst/>
            <a:ahLst/>
            <a:cxnLst/>
            <a:rect l="l" t="t" r="r" b="b"/>
            <a:pathLst>
              <a:path w="13969" h="18414">
                <a:moveTo>
                  <a:pt x="9598" y="15"/>
                </a:moveTo>
                <a:lnTo>
                  <a:pt x="5500" y="0"/>
                </a:lnTo>
                <a:lnTo>
                  <a:pt x="4113" y="9637"/>
                </a:lnTo>
                <a:lnTo>
                  <a:pt x="4507" y="12781"/>
                </a:lnTo>
                <a:lnTo>
                  <a:pt x="3152" y="14168"/>
                </a:lnTo>
                <a:lnTo>
                  <a:pt x="0" y="13759"/>
                </a:lnTo>
                <a:lnTo>
                  <a:pt x="7" y="17911"/>
                </a:lnTo>
                <a:lnTo>
                  <a:pt x="906" y="17911"/>
                </a:lnTo>
                <a:lnTo>
                  <a:pt x="1812" y="17841"/>
                </a:lnTo>
                <a:lnTo>
                  <a:pt x="6863" y="18250"/>
                </a:lnTo>
                <a:lnTo>
                  <a:pt x="10504" y="18093"/>
                </a:lnTo>
                <a:lnTo>
                  <a:pt x="9637" y="11457"/>
                </a:lnTo>
                <a:lnTo>
                  <a:pt x="11000" y="10614"/>
                </a:lnTo>
                <a:lnTo>
                  <a:pt x="12293" y="7896"/>
                </a:lnTo>
                <a:lnTo>
                  <a:pt x="12963" y="5989"/>
                </a:lnTo>
                <a:lnTo>
                  <a:pt x="13711" y="4129"/>
                </a:lnTo>
                <a:lnTo>
                  <a:pt x="10567" y="4539"/>
                </a:lnTo>
                <a:lnTo>
                  <a:pt x="9212" y="3144"/>
                </a:lnTo>
                <a:lnTo>
                  <a:pt x="9598" y="15"/>
                </a:lnTo>
                <a:close/>
              </a:path>
            </a:pathLst>
          </a:custGeom>
          <a:solidFill>
            <a:srgbClr val="B9AB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4" name="bg object 944"/>
          <p:cNvSpPr/>
          <p:nvPr/>
        </p:nvSpPr>
        <p:spPr>
          <a:xfrm>
            <a:off x="2188000" y="3708395"/>
            <a:ext cx="8255" cy="22225"/>
          </a:xfrm>
          <a:custGeom>
            <a:avLst/>
            <a:gdLst/>
            <a:ahLst/>
            <a:cxnLst/>
            <a:rect l="l" t="t" r="r" b="b"/>
            <a:pathLst>
              <a:path w="8255" h="22225">
                <a:moveTo>
                  <a:pt x="8234" y="0"/>
                </a:moveTo>
                <a:lnTo>
                  <a:pt x="0" y="4121"/>
                </a:lnTo>
                <a:lnTo>
                  <a:pt x="7" y="9637"/>
                </a:lnTo>
                <a:lnTo>
                  <a:pt x="2632" y="9432"/>
                </a:lnTo>
                <a:lnTo>
                  <a:pt x="4326" y="10141"/>
                </a:lnTo>
                <a:lnTo>
                  <a:pt x="3987" y="16178"/>
                </a:lnTo>
                <a:lnTo>
                  <a:pt x="4113" y="19101"/>
                </a:lnTo>
                <a:lnTo>
                  <a:pt x="4129" y="22033"/>
                </a:lnTo>
                <a:lnTo>
                  <a:pt x="8227" y="22001"/>
                </a:lnTo>
                <a:lnTo>
                  <a:pt x="8234" y="0"/>
                </a:lnTo>
                <a:close/>
              </a:path>
            </a:pathLst>
          </a:custGeom>
          <a:solidFill>
            <a:srgbClr val="CAC3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5" name="bg object 945"/>
          <p:cNvSpPr/>
          <p:nvPr/>
        </p:nvSpPr>
        <p:spPr>
          <a:xfrm>
            <a:off x="2206254" y="3691838"/>
            <a:ext cx="10795" cy="18415"/>
          </a:xfrm>
          <a:custGeom>
            <a:avLst/>
            <a:gdLst/>
            <a:ahLst/>
            <a:cxnLst/>
            <a:rect l="l" t="t" r="r" b="b"/>
            <a:pathLst>
              <a:path w="10794" h="18414">
                <a:moveTo>
                  <a:pt x="10362" y="0"/>
                </a:moveTo>
                <a:lnTo>
                  <a:pt x="2608" y="417"/>
                </a:lnTo>
                <a:lnTo>
                  <a:pt x="4160" y="3498"/>
                </a:lnTo>
                <a:lnTo>
                  <a:pt x="3104" y="7825"/>
                </a:lnTo>
                <a:lnTo>
                  <a:pt x="5271" y="10953"/>
                </a:lnTo>
                <a:lnTo>
                  <a:pt x="772" y="12884"/>
                </a:lnTo>
                <a:lnTo>
                  <a:pt x="504" y="14499"/>
                </a:lnTo>
                <a:lnTo>
                  <a:pt x="0" y="15524"/>
                </a:lnTo>
                <a:lnTo>
                  <a:pt x="3703" y="16556"/>
                </a:lnTo>
                <a:lnTo>
                  <a:pt x="7825" y="17927"/>
                </a:lnTo>
                <a:lnTo>
                  <a:pt x="9212" y="8290"/>
                </a:lnTo>
                <a:lnTo>
                  <a:pt x="9212" y="7391"/>
                </a:lnTo>
                <a:lnTo>
                  <a:pt x="9314" y="6477"/>
                </a:lnTo>
                <a:lnTo>
                  <a:pt x="8865" y="3427"/>
                </a:lnTo>
                <a:lnTo>
                  <a:pt x="10362" y="0"/>
                </a:lnTo>
                <a:close/>
              </a:path>
            </a:pathLst>
          </a:custGeom>
          <a:solidFill>
            <a:srgbClr val="AFA2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6" name="bg object 946"/>
          <p:cNvSpPr/>
          <p:nvPr/>
        </p:nvSpPr>
        <p:spPr>
          <a:xfrm>
            <a:off x="2197605" y="3686368"/>
            <a:ext cx="8255" cy="18415"/>
          </a:xfrm>
          <a:custGeom>
            <a:avLst/>
            <a:gdLst/>
            <a:ahLst/>
            <a:cxnLst/>
            <a:rect l="l" t="t" r="r" b="b"/>
            <a:pathLst>
              <a:path w="8255" h="18414">
                <a:moveTo>
                  <a:pt x="4105" y="0"/>
                </a:moveTo>
                <a:lnTo>
                  <a:pt x="0" y="15"/>
                </a:lnTo>
                <a:lnTo>
                  <a:pt x="7" y="17896"/>
                </a:lnTo>
                <a:lnTo>
                  <a:pt x="4121" y="17904"/>
                </a:lnTo>
                <a:lnTo>
                  <a:pt x="7848" y="10677"/>
                </a:lnTo>
                <a:lnTo>
                  <a:pt x="2222" y="8660"/>
                </a:lnTo>
                <a:lnTo>
                  <a:pt x="4625" y="3829"/>
                </a:lnTo>
                <a:lnTo>
                  <a:pt x="4129" y="7"/>
                </a:lnTo>
                <a:close/>
              </a:path>
            </a:pathLst>
          </a:custGeom>
          <a:solidFill>
            <a:srgbClr val="B6A8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7" name="bg object 947"/>
          <p:cNvSpPr/>
          <p:nvPr/>
        </p:nvSpPr>
        <p:spPr>
          <a:xfrm>
            <a:off x="2187741" y="3704067"/>
            <a:ext cx="14604" cy="8890"/>
          </a:xfrm>
          <a:custGeom>
            <a:avLst/>
            <a:gdLst/>
            <a:ahLst/>
            <a:cxnLst/>
            <a:rect l="l" t="t" r="r" b="b"/>
            <a:pathLst>
              <a:path w="14605" h="8889">
                <a:moveTo>
                  <a:pt x="1780" y="0"/>
                </a:moveTo>
                <a:lnTo>
                  <a:pt x="0" y="654"/>
                </a:lnTo>
                <a:lnTo>
                  <a:pt x="370" y="5334"/>
                </a:lnTo>
                <a:lnTo>
                  <a:pt x="260" y="6903"/>
                </a:lnTo>
                <a:lnTo>
                  <a:pt x="260" y="8455"/>
                </a:lnTo>
                <a:lnTo>
                  <a:pt x="8494" y="4326"/>
                </a:lnTo>
                <a:lnTo>
                  <a:pt x="13987" y="204"/>
                </a:lnTo>
                <a:lnTo>
                  <a:pt x="9874" y="197"/>
                </a:lnTo>
                <a:lnTo>
                  <a:pt x="4365" y="197"/>
                </a:lnTo>
                <a:lnTo>
                  <a:pt x="1780" y="0"/>
                </a:lnTo>
                <a:close/>
              </a:path>
            </a:pathLst>
          </a:custGeom>
          <a:solidFill>
            <a:srgbClr val="C3BC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8" name="bg object 948"/>
          <p:cNvSpPr/>
          <p:nvPr/>
        </p:nvSpPr>
        <p:spPr>
          <a:xfrm>
            <a:off x="2196232" y="3717556"/>
            <a:ext cx="6985" cy="14604"/>
          </a:xfrm>
          <a:custGeom>
            <a:avLst/>
            <a:gdLst/>
            <a:ahLst/>
            <a:cxnLst/>
            <a:rect l="l" t="t" r="r" b="b"/>
            <a:pathLst>
              <a:path w="6985" h="14604">
                <a:moveTo>
                  <a:pt x="6706" y="0"/>
                </a:moveTo>
                <a:lnTo>
                  <a:pt x="3404" y="433"/>
                </a:lnTo>
                <a:lnTo>
                  <a:pt x="31" y="480"/>
                </a:lnTo>
                <a:lnTo>
                  <a:pt x="0" y="12844"/>
                </a:lnTo>
                <a:lnTo>
                  <a:pt x="4121" y="14239"/>
                </a:lnTo>
                <a:lnTo>
                  <a:pt x="4231" y="11300"/>
                </a:lnTo>
                <a:lnTo>
                  <a:pt x="3632" y="8093"/>
                </a:lnTo>
                <a:lnTo>
                  <a:pt x="6706" y="0"/>
                </a:lnTo>
                <a:close/>
              </a:path>
            </a:pathLst>
          </a:custGeom>
          <a:solidFill>
            <a:srgbClr val="B9B1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9" name="bg object 949"/>
          <p:cNvSpPr/>
          <p:nvPr/>
        </p:nvSpPr>
        <p:spPr>
          <a:xfrm>
            <a:off x="2196059" y="3730401"/>
            <a:ext cx="4445" cy="14604"/>
          </a:xfrm>
          <a:custGeom>
            <a:avLst/>
            <a:gdLst/>
            <a:ahLst/>
            <a:cxnLst/>
            <a:rect l="l" t="t" r="r" b="b"/>
            <a:pathLst>
              <a:path w="4444" h="14604">
                <a:moveTo>
                  <a:pt x="165" y="0"/>
                </a:moveTo>
                <a:lnTo>
                  <a:pt x="173" y="3364"/>
                </a:lnTo>
                <a:lnTo>
                  <a:pt x="315" y="6737"/>
                </a:lnTo>
                <a:lnTo>
                  <a:pt x="0" y="13246"/>
                </a:lnTo>
                <a:lnTo>
                  <a:pt x="1654" y="13979"/>
                </a:lnTo>
                <a:lnTo>
                  <a:pt x="4294" y="13782"/>
                </a:lnTo>
                <a:lnTo>
                  <a:pt x="4294" y="1394"/>
                </a:lnTo>
                <a:lnTo>
                  <a:pt x="173" y="0"/>
                </a:lnTo>
                <a:close/>
              </a:path>
            </a:pathLst>
          </a:custGeom>
          <a:solidFill>
            <a:srgbClr val="ADA0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0" name="bg object 950"/>
          <p:cNvSpPr/>
          <p:nvPr/>
        </p:nvSpPr>
        <p:spPr>
          <a:xfrm>
            <a:off x="2209962" y="3708395"/>
            <a:ext cx="5080" cy="6350"/>
          </a:xfrm>
          <a:custGeom>
            <a:avLst/>
            <a:gdLst/>
            <a:ahLst/>
            <a:cxnLst/>
            <a:rect l="l" t="t" r="r" b="b"/>
            <a:pathLst>
              <a:path w="5080" h="6350">
                <a:moveTo>
                  <a:pt x="0" y="0"/>
                </a:moveTo>
                <a:lnTo>
                  <a:pt x="7" y="5492"/>
                </a:lnTo>
                <a:lnTo>
                  <a:pt x="3160" y="5902"/>
                </a:lnTo>
                <a:lnTo>
                  <a:pt x="4515" y="4515"/>
                </a:lnTo>
                <a:lnTo>
                  <a:pt x="4121" y="1371"/>
                </a:lnTo>
                <a:lnTo>
                  <a:pt x="0" y="0"/>
                </a:lnTo>
                <a:close/>
              </a:path>
            </a:pathLst>
          </a:custGeom>
          <a:solidFill>
            <a:srgbClr val="B4A8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1" name="bg object 951"/>
          <p:cNvSpPr/>
          <p:nvPr/>
        </p:nvSpPr>
        <p:spPr>
          <a:xfrm>
            <a:off x="2193492" y="3672612"/>
            <a:ext cx="8255" cy="13970"/>
          </a:xfrm>
          <a:custGeom>
            <a:avLst/>
            <a:gdLst/>
            <a:ahLst/>
            <a:cxnLst/>
            <a:rect l="l" t="t" r="r" b="b"/>
            <a:pathLst>
              <a:path w="8255" h="13970">
                <a:moveTo>
                  <a:pt x="8234" y="0"/>
                </a:moveTo>
                <a:lnTo>
                  <a:pt x="47" y="23"/>
                </a:lnTo>
                <a:lnTo>
                  <a:pt x="0" y="5500"/>
                </a:lnTo>
                <a:lnTo>
                  <a:pt x="4113" y="13774"/>
                </a:lnTo>
                <a:lnTo>
                  <a:pt x="8219" y="13759"/>
                </a:lnTo>
                <a:lnTo>
                  <a:pt x="8258" y="5524"/>
                </a:lnTo>
                <a:lnTo>
                  <a:pt x="8234" y="0"/>
                </a:lnTo>
                <a:close/>
              </a:path>
            </a:pathLst>
          </a:custGeom>
          <a:solidFill>
            <a:srgbClr val="A99B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2" name="bg object 952"/>
          <p:cNvSpPr/>
          <p:nvPr/>
        </p:nvSpPr>
        <p:spPr>
          <a:xfrm>
            <a:off x="2201734" y="3664362"/>
            <a:ext cx="5715" cy="13970"/>
          </a:xfrm>
          <a:custGeom>
            <a:avLst/>
            <a:gdLst/>
            <a:ahLst/>
            <a:cxnLst/>
            <a:rect l="l" t="t" r="r" b="b"/>
            <a:pathLst>
              <a:path w="5714" h="13970">
                <a:moveTo>
                  <a:pt x="5476" y="0"/>
                </a:moveTo>
                <a:lnTo>
                  <a:pt x="0" y="0"/>
                </a:lnTo>
                <a:lnTo>
                  <a:pt x="15" y="13774"/>
                </a:lnTo>
                <a:lnTo>
                  <a:pt x="1363" y="12970"/>
                </a:lnTo>
                <a:lnTo>
                  <a:pt x="3632" y="12395"/>
                </a:lnTo>
                <a:lnTo>
                  <a:pt x="4806" y="7643"/>
                </a:lnTo>
                <a:lnTo>
                  <a:pt x="5003" y="3790"/>
                </a:lnTo>
                <a:lnTo>
                  <a:pt x="5476" y="0"/>
                </a:lnTo>
                <a:close/>
              </a:path>
            </a:pathLst>
          </a:custGeom>
          <a:solidFill>
            <a:srgbClr val="B1A4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3" name="bg object 953"/>
          <p:cNvSpPr/>
          <p:nvPr/>
        </p:nvSpPr>
        <p:spPr>
          <a:xfrm>
            <a:off x="2197584" y="3659820"/>
            <a:ext cx="5080" cy="13335"/>
          </a:xfrm>
          <a:custGeom>
            <a:avLst/>
            <a:gdLst/>
            <a:ahLst/>
            <a:cxnLst/>
            <a:rect l="l" t="t" r="r" b="b"/>
            <a:pathLst>
              <a:path w="5080" h="13335">
                <a:moveTo>
                  <a:pt x="3207" y="0"/>
                </a:moveTo>
                <a:lnTo>
                  <a:pt x="55" y="433"/>
                </a:lnTo>
                <a:lnTo>
                  <a:pt x="0" y="4507"/>
                </a:lnTo>
                <a:lnTo>
                  <a:pt x="31" y="12797"/>
                </a:lnTo>
                <a:lnTo>
                  <a:pt x="4137" y="12789"/>
                </a:lnTo>
                <a:lnTo>
                  <a:pt x="4152" y="4539"/>
                </a:lnTo>
                <a:lnTo>
                  <a:pt x="4515" y="1434"/>
                </a:lnTo>
                <a:lnTo>
                  <a:pt x="3207" y="0"/>
                </a:lnTo>
                <a:close/>
              </a:path>
            </a:pathLst>
          </a:custGeom>
          <a:solidFill>
            <a:srgbClr val="A99C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4" name="bg object 954"/>
          <p:cNvSpPr/>
          <p:nvPr/>
        </p:nvSpPr>
        <p:spPr>
          <a:xfrm>
            <a:off x="2152316" y="4381314"/>
            <a:ext cx="8890" cy="22860"/>
          </a:xfrm>
          <a:custGeom>
            <a:avLst/>
            <a:gdLst/>
            <a:ahLst/>
            <a:cxnLst/>
            <a:rect l="l" t="t" r="r" b="b"/>
            <a:pathLst>
              <a:path w="8889" h="22860">
                <a:moveTo>
                  <a:pt x="4121" y="0"/>
                </a:moveTo>
                <a:lnTo>
                  <a:pt x="0" y="7"/>
                </a:lnTo>
                <a:lnTo>
                  <a:pt x="7" y="22009"/>
                </a:lnTo>
                <a:lnTo>
                  <a:pt x="1560" y="22009"/>
                </a:lnTo>
                <a:lnTo>
                  <a:pt x="3120" y="21907"/>
                </a:lnTo>
                <a:lnTo>
                  <a:pt x="7793" y="22285"/>
                </a:lnTo>
                <a:lnTo>
                  <a:pt x="8431" y="20480"/>
                </a:lnTo>
                <a:lnTo>
                  <a:pt x="8242" y="17904"/>
                </a:lnTo>
                <a:lnTo>
                  <a:pt x="8242" y="13782"/>
                </a:lnTo>
                <a:lnTo>
                  <a:pt x="5098" y="14145"/>
                </a:lnTo>
                <a:lnTo>
                  <a:pt x="3711" y="12789"/>
                </a:lnTo>
                <a:lnTo>
                  <a:pt x="4152" y="9621"/>
                </a:lnTo>
                <a:lnTo>
                  <a:pt x="4121" y="0"/>
                </a:lnTo>
                <a:close/>
              </a:path>
            </a:pathLst>
          </a:custGeom>
          <a:solidFill>
            <a:srgbClr val="746F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5" name="bg object 955"/>
          <p:cNvSpPr/>
          <p:nvPr/>
        </p:nvSpPr>
        <p:spPr>
          <a:xfrm>
            <a:off x="2141289" y="4399191"/>
            <a:ext cx="6985" cy="15240"/>
          </a:xfrm>
          <a:custGeom>
            <a:avLst/>
            <a:gdLst/>
            <a:ahLst/>
            <a:cxnLst/>
            <a:rect l="l" t="t" r="r" b="b"/>
            <a:pathLst>
              <a:path w="6985" h="15239">
                <a:moveTo>
                  <a:pt x="6903" y="7"/>
                </a:moveTo>
                <a:lnTo>
                  <a:pt x="1465" y="0"/>
                </a:lnTo>
                <a:lnTo>
                  <a:pt x="0" y="5484"/>
                </a:lnTo>
                <a:lnTo>
                  <a:pt x="1489" y="15224"/>
                </a:lnTo>
                <a:lnTo>
                  <a:pt x="2340" y="15153"/>
                </a:lnTo>
                <a:lnTo>
                  <a:pt x="2765" y="15169"/>
                </a:lnTo>
                <a:lnTo>
                  <a:pt x="5847" y="15027"/>
                </a:lnTo>
                <a:lnTo>
                  <a:pt x="5382" y="12758"/>
                </a:lnTo>
                <a:lnTo>
                  <a:pt x="5902" y="7139"/>
                </a:lnTo>
                <a:lnTo>
                  <a:pt x="6446" y="3569"/>
                </a:lnTo>
                <a:lnTo>
                  <a:pt x="6903" y="7"/>
                </a:lnTo>
                <a:close/>
              </a:path>
            </a:pathLst>
          </a:custGeom>
          <a:solidFill>
            <a:srgbClr val="6B65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6" name="bg object 956"/>
          <p:cNvSpPr/>
          <p:nvPr/>
        </p:nvSpPr>
        <p:spPr>
          <a:xfrm>
            <a:off x="2147810" y="4380908"/>
            <a:ext cx="5080" cy="14604"/>
          </a:xfrm>
          <a:custGeom>
            <a:avLst/>
            <a:gdLst/>
            <a:ahLst/>
            <a:cxnLst/>
            <a:rect l="l" t="t" r="r" b="b"/>
            <a:pathLst>
              <a:path w="5080" h="14604">
                <a:moveTo>
                  <a:pt x="1363" y="0"/>
                </a:moveTo>
                <a:lnTo>
                  <a:pt x="0" y="1394"/>
                </a:lnTo>
                <a:lnTo>
                  <a:pt x="394" y="4539"/>
                </a:lnTo>
                <a:lnTo>
                  <a:pt x="386" y="14176"/>
                </a:lnTo>
                <a:lnTo>
                  <a:pt x="4499" y="14176"/>
                </a:lnTo>
                <a:lnTo>
                  <a:pt x="4507" y="417"/>
                </a:lnTo>
                <a:lnTo>
                  <a:pt x="1363" y="0"/>
                </a:lnTo>
                <a:close/>
              </a:path>
            </a:pathLst>
          </a:custGeom>
          <a:solidFill>
            <a:srgbClr val="6D66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7" name="bg object 957"/>
          <p:cNvSpPr/>
          <p:nvPr/>
        </p:nvSpPr>
        <p:spPr>
          <a:xfrm>
            <a:off x="2142644" y="4395059"/>
            <a:ext cx="5715" cy="4445"/>
          </a:xfrm>
          <a:custGeom>
            <a:avLst/>
            <a:gdLst/>
            <a:ahLst/>
            <a:cxnLst/>
            <a:rect l="l" t="t" r="r" b="b"/>
            <a:pathLst>
              <a:path w="5714" h="4445">
                <a:moveTo>
                  <a:pt x="86" y="0"/>
                </a:moveTo>
                <a:lnTo>
                  <a:pt x="63" y="1394"/>
                </a:lnTo>
                <a:lnTo>
                  <a:pt x="23" y="2789"/>
                </a:lnTo>
                <a:lnTo>
                  <a:pt x="0" y="4192"/>
                </a:lnTo>
                <a:lnTo>
                  <a:pt x="5547" y="4137"/>
                </a:lnTo>
                <a:lnTo>
                  <a:pt x="5547" y="23"/>
                </a:lnTo>
                <a:lnTo>
                  <a:pt x="86" y="0"/>
                </a:lnTo>
                <a:close/>
              </a:path>
            </a:pathLst>
          </a:custGeom>
          <a:solidFill>
            <a:srgbClr val="757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8" name="bg object 958"/>
          <p:cNvSpPr/>
          <p:nvPr/>
        </p:nvSpPr>
        <p:spPr>
          <a:xfrm>
            <a:off x="2156440" y="4368548"/>
            <a:ext cx="27940" cy="26670"/>
          </a:xfrm>
          <a:custGeom>
            <a:avLst/>
            <a:gdLst/>
            <a:ahLst/>
            <a:cxnLst/>
            <a:rect l="l" t="t" r="r" b="b"/>
            <a:pathLst>
              <a:path w="27939" h="26670">
                <a:moveTo>
                  <a:pt x="26485" y="0"/>
                </a:moveTo>
                <a:lnTo>
                  <a:pt x="23349" y="362"/>
                </a:lnTo>
                <a:lnTo>
                  <a:pt x="23877" y="4893"/>
                </a:lnTo>
                <a:lnTo>
                  <a:pt x="20819" y="4649"/>
                </a:lnTo>
                <a:lnTo>
                  <a:pt x="17848" y="4507"/>
                </a:lnTo>
                <a:lnTo>
                  <a:pt x="17841" y="5855"/>
                </a:lnTo>
                <a:lnTo>
                  <a:pt x="18124" y="7297"/>
                </a:lnTo>
                <a:lnTo>
                  <a:pt x="17313" y="10007"/>
                </a:lnTo>
                <a:lnTo>
                  <a:pt x="16367" y="12419"/>
                </a:lnTo>
                <a:lnTo>
                  <a:pt x="13617" y="12592"/>
                </a:lnTo>
                <a:lnTo>
                  <a:pt x="11591" y="11623"/>
                </a:lnTo>
                <a:lnTo>
                  <a:pt x="8234" y="10299"/>
                </a:lnTo>
                <a:lnTo>
                  <a:pt x="6903" y="9393"/>
                </a:lnTo>
                <a:lnTo>
                  <a:pt x="5508" y="8628"/>
                </a:lnTo>
                <a:lnTo>
                  <a:pt x="6067" y="13246"/>
                </a:lnTo>
                <a:lnTo>
                  <a:pt x="2923" y="12844"/>
                </a:lnTo>
                <a:lnTo>
                  <a:pt x="15" y="12750"/>
                </a:lnTo>
                <a:lnTo>
                  <a:pt x="0" y="16903"/>
                </a:lnTo>
                <a:lnTo>
                  <a:pt x="4105" y="16903"/>
                </a:lnTo>
                <a:lnTo>
                  <a:pt x="7817" y="16446"/>
                </a:lnTo>
                <a:lnTo>
                  <a:pt x="10252" y="17336"/>
                </a:lnTo>
                <a:lnTo>
                  <a:pt x="9424" y="23373"/>
                </a:lnTo>
                <a:lnTo>
                  <a:pt x="9590" y="24949"/>
                </a:lnTo>
                <a:lnTo>
                  <a:pt x="9590" y="26509"/>
                </a:lnTo>
                <a:lnTo>
                  <a:pt x="17777" y="26564"/>
                </a:lnTo>
                <a:lnTo>
                  <a:pt x="17848" y="24972"/>
                </a:lnTo>
                <a:lnTo>
                  <a:pt x="17943" y="23404"/>
                </a:lnTo>
                <a:lnTo>
                  <a:pt x="17573" y="18707"/>
                </a:lnTo>
                <a:lnTo>
                  <a:pt x="19385" y="18085"/>
                </a:lnTo>
                <a:lnTo>
                  <a:pt x="21954" y="18266"/>
                </a:lnTo>
                <a:lnTo>
                  <a:pt x="21970" y="12750"/>
                </a:lnTo>
                <a:lnTo>
                  <a:pt x="23089" y="11371"/>
                </a:lnTo>
                <a:lnTo>
                  <a:pt x="24310" y="10063"/>
                </a:lnTo>
                <a:lnTo>
                  <a:pt x="26154" y="7328"/>
                </a:lnTo>
                <a:lnTo>
                  <a:pt x="26745" y="5886"/>
                </a:lnTo>
                <a:lnTo>
                  <a:pt x="27455" y="4523"/>
                </a:lnTo>
                <a:lnTo>
                  <a:pt x="27856" y="1386"/>
                </a:lnTo>
                <a:lnTo>
                  <a:pt x="26485" y="0"/>
                </a:lnTo>
                <a:close/>
              </a:path>
            </a:pathLst>
          </a:custGeom>
          <a:solidFill>
            <a:srgbClr val="7770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9" name="bg object 959"/>
          <p:cNvSpPr/>
          <p:nvPr/>
        </p:nvSpPr>
        <p:spPr>
          <a:xfrm>
            <a:off x="2174221" y="4381293"/>
            <a:ext cx="13970" cy="23495"/>
          </a:xfrm>
          <a:custGeom>
            <a:avLst/>
            <a:gdLst/>
            <a:ahLst/>
            <a:cxnLst/>
            <a:rect l="l" t="t" r="r" b="b"/>
            <a:pathLst>
              <a:path w="13969" h="23495">
                <a:moveTo>
                  <a:pt x="4184" y="0"/>
                </a:moveTo>
                <a:lnTo>
                  <a:pt x="4176" y="5524"/>
                </a:lnTo>
                <a:lnTo>
                  <a:pt x="4176" y="7084"/>
                </a:lnTo>
                <a:lnTo>
                  <a:pt x="4066" y="8644"/>
                </a:lnTo>
                <a:lnTo>
                  <a:pt x="4436" y="13333"/>
                </a:lnTo>
                <a:lnTo>
                  <a:pt x="2663" y="13995"/>
                </a:lnTo>
                <a:lnTo>
                  <a:pt x="70" y="13782"/>
                </a:lnTo>
                <a:lnTo>
                  <a:pt x="126" y="23443"/>
                </a:lnTo>
                <a:lnTo>
                  <a:pt x="2324" y="23499"/>
                </a:lnTo>
                <a:lnTo>
                  <a:pt x="3979" y="23246"/>
                </a:lnTo>
                <a:lnTo>
                  <a:pt x="4539" y="19377"/>
                </a:lnTo>
                <a:lnTo>
                  <a:pt x="6903" y="18731"/>
                </a:lnTo>
                <a:lnTo>
                  <a:pt x="8250" y="17935"/>
                </a:lnTo>
                <a:lnTo>
                  <a:pt x="8739" y="14602"/>
                </a:lnTo>
                <a:lnTo>
                  <a:pt x="8928" y="11174"/>
                </a:lnTo>
                <a:lnTo>
                  <a:pt x="10212" y="6871"/>
                </a:lnTo>
                <a:lnTo>
                  <a:pt x="12419" y="6320"/>
                </a:lnTo>
                <a:lnTo>
                  <a:pt x="13766" y="5508"/>
                </a:lnTo>
                <a:lnTo>
                  <a:pt x="13798" y="1418"/>
                </a:lnTo>
                <a:lnTo>
                  <a:pt x="4184" y="0"/>
                </a:lnTo>
                <a:close/>
              </a:path>
            </a:pathLst>
          </a:custGeom>
          <a:solidFill>
            <a:srgbClr val="7D76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0" name="bg object 960"/>
          <p:cNvSpPr/>
          <p:nvPr/>
        </p:nvSpPr>
        <p:spPr>
          <a:xfrm>
            <a:off x="2160559" y="4395058"/>
            <a:ext cx="5715" cy="4445"/>
          </a:xfrm>
          <a:custGeom>
            <a:avLst/>
            <a:gdLst/>
            <a:ahLst/>
            <a:cxnLst/>
            <a:rect l="l" t="t" r="r" b="b"/>
            <a:pathLst>
              <a:path w="5714" h="4445">
                <a:moveTo>
                  <a:pt x="5468" y="0"/>
                </a:moveTo>
                <a:lnTo>
                  <a:pt x="0" y="39"/>
                </a:lnTo>
                <a:lnTo>
                  <a:pt x="0" y="4160"/>
                </a:lnTo>
                <a:lnTo>
                  <a:pt x="2970" y="4302"/>
                </a:lnTo>
                <a:lnTo>
                  <a:pt x="5390" y="3711"/>
                </a:lnTo>
                <a:lnTo>
                  <a:pt x="5484" y="23"/>
                </a:lnTo>
                <a:close/>
              </a:path>
            </a:pathLst>
          </a:custGeom>
          <a:solidFill>
            <a:srgbClr val="7167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1" name="bg object 961"/>
          <p:cNvSpPr/>
          <p:nvPr/>
        </p:nvSpPr>
        <p:spPr>
          <a:xfrm>
            <a:off x="2093036" y="3742291"/>
            <a:ext cx="10160" cy="27305"/>
          </a:xfrm>
          <a:custGeom>
            <a:avLst/>
            <a:gdLst/>
            <a:ahLst/>
            <a:cxnLst/>
            <a:rect l="l" t="t" r="r" b="b"/>
            <a:pathLst>
              <a:path w="10160" h="27304">
                <a:moveTo>
                  <a:pt x="4089" y="0"/>
                </a:moveTo>
                <a:lnTo>
                  <a:pt x="275" y="512"/>
                </a:lnTo>
                <a:lnTo>
                  <a:pt x="267" y="19952"/>
                </a:lnTo>
                <a:lnTo>
                  <a:pt x="370" y="21513"/>
                </a:lnTo>
                <a:lnTo>
                  <a:pt x="0" y="26202"/>
                </a:lnTo>
                <a:lnTo>
                  <a:pt x="1796" y="26848"/>
                </a:lnTo>
                <a:lnTo>
                  <a:pt x="4373" y="26659"/>
                </a:lnTo>
                <a:lnTo>
                  <a:pt x="3821" y="22096"/>
                </a:lnTo>
                <a:lnTo>
                  <a:pt x="6918" y="22411"/>
                </a:lnTo>
                <a:lnTo>
                  <a:pt x="9866" y="22529"/>
                </a:lnTo>
                <a:lnTo>
                  <a:pt x="9866" y="18400"/>
                </a:lnTo>
                <a:lnTo>
                  <a:pt x="4113" y="17856"/>
                </a:lnTo>
                <a:lnTo>
                  <a:pt x="3719" y="17313"/>
                </a:lnTo>
                <a:lnTo>
                  <a:pt x="5224" y="9929"/>
                </a:lnTo>
                <a:lnTo>
                  <a:pt x="5421" y="7714"/>
                </a:lnTo>
                <a:lnTo>
                  <a:pt x="6446" y="1079"/>
                </a:lnTo>
                <a:lnTo>
                  <a:pt x="4089" y="0"/>
                </a:lnTo>
                <a:close/>
              </a:path>
            </a:pathLst>
          </a:custGeom>
          <a:solidFill>
            <a:srgbClr val="9D95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2" name="bg object 962"/>
          <p:cNvSpPr/>
          <p:nvPr/>
        </p:nvSpPr>
        <p:spPr>
          <a:xfrm>
            <a:off x="2089156" y="3778573"/>
            <a:ext cx="8890" cy="12700"/>
          </a:xfrm>
          <a:custGeom>
            <a:avLst/>
            <a:gdLst/>
            <a:ahLst/>
            <a:cxnLst/>
            <a:rect l="l" t="t" r="r" b="b"/>
            <a:pathLst>
              <a:path w="8889" h="12700">
                <a:moveTo>
                  <a:pt x="8274" y="0"/>
                </a:moveTo>
                <a:lnTo>
                  <a:pt x="70" y="31"/>
                </a:lnTo>
                <a:lnTo>
                  <a:pt x="0" y="4105"/>
                </a:lnTo>
                <a:lnTo>
                  <a:pt x="31" y="8258"/>
                </a:lnTo>
                <a:lnTo>
                  <a:pt x="2773" y="9613"/>
                </a:lnTo>
                <a:lnTo>
                  <a:pt x="8227" y="12379"/>
                </a:lnTo>
                <a:lnTo>
                  <a:pt x="8274" y="0"/>
                </a:lnTo>
                <a:close/>
              </a:path>
            </a:pathLst>
          </a:custGeom>
          <a:solidFill>
            <a:srgbClr val="C8B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3" name="bg object 963"/>
          <p:cNvSpPr/>
          <p:nvPr/>
        </p:nvSpPr>
        <p:spPr>
          <a:xfrm>
            <a:off x="2088992" y="3733161"/>
            <a:ext cx="5715" cy="13970"/>
          </a:xfrm>
          <a:custGeom>
            <a:avLst/>
            <a:gdLst/>
            <a:ahLst/>
            <a:cxnLst/>
            <a:rect l="l" t="t" r="r" b="b"/>
            <a:pathLst>
              <a:path w="5714" h="13970">
                <a:moveTo>
                  <a:pt x="5681" y="0"/>
                </a:moveTo>
                <a:lnTo>
                  <a:pt x="197" y="15"/>
                </a:lnTo>
                <a:lnTo>
                  <a:pt x="197" y="3372"/>
                </a:lnTo>
                <a:lnTo>
                  <a:pt x="330" y="6737"/>
                </a:lnTo>
                <a:lnTo>
                  <a:pt x="0" y="13238"/>
                </a:lnTo>
                <a:lnTo>
                  <a:pt x="1662" y="13963"/>
                </a:lnTo>
                <a:lnTo>
                  <a:pt x="4302" y="13759"/>
                </a:lnTo>
                <a:lnTo>
                  <a:pt x="4318" y="9645"/>
                </a:lnTo>
                <a:lnTo>
                  <a:pt x="5681" y="0"/>
                </a:lnTo>
                <a:close/>
              </a:path>
            </a:pathLst>
          </a:custGeom>
          <a:solidFill>
            <a:srgbClr val="ADA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4" name="bg object 964"/>
          <p:cNvSpPr/>
          <p:nvPr/>
        </p:nvSpPr>
        <p:spPr>
          <a:xfrm>
            <a:off x="2089229" y="3773089"/>
            <a:ext cx="8255" cy="5715"/>
          </a:xfrm>
          <a:custGeom>
            <a:avLst/>
            <a:gdLst/>
            <a:ahLst/>
            <a:cxnLst/>
            <a:rect l="l" t="t" r="r" b="b"/>
            <a:pathLst>
              <a:path w="8255" h="5714">
                <a:moveTo>
                  <a:pt x="8187" y="0"/>
                </a:moveTo>
                <a:lnTo>
                  <a:pt x="425" y="0"/>
                </a:lnTo>
                <a:lnTo>
                  <a:pt x="0" y="5516"/>
                </a:lnTo>
                <a:lnTo>
                  <a:pt x="8187" y="5516"/>
                </a:lnTo>
                <a:lnTo>
                  <a:pt x="8187" y="0"/>
                </a:lnTo>
                <a:close/>
              </a:path>
            </a:pathLst>
          </a:custGeom>
          <a:solidFill>
            <a:srgbClr val="B8AE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5" name="bg object 965"/>
          <p:cNvSpPr/>
          <p:nvPr/>
        </p:nvSpPr>
        <p:spPr>
          <a:xfrm>
            <a:off x="2096858" y="3764387"/>
            <a:ext cx="6350" cy="10160"/>
          </a:xfrm>
          <a:custGeom>
            <a:avLst/>
            <a:gdLst/>
            <a:ahLst/>
            <a:cxnLst/>
            <a:rect l="l" t="t" r="r" b="b"/>
            <a:pathLst>
              <a:path w="6350" h="10160">
                <a:moveTo>
                  <a:pt x="0" y="0"/>
                </a:moveTo>
                <a:lnTo>
                  <a:pt x="551" y="4562"/>
                </a:lnTo>
                <a:lnTo>
                  <a:pt x="559" y="8684"/>
                </a:lnTo>
                <a:lnTo>
                  <a:pt x="2600" y="8912"/>
                </a:lnTo>
                <a:lnTo>
                  <a:pt x="4964" y="9937"/>
                </a:lnTo>
                <a:lnTo>
                  <a:pt x="5279" y="4365"/>
                </a:lnTo>
                <a:lnTo>
                  <a:pt x="5744" y="2403"/>
                </a:lnTo>
                <a:lnTo>
                  <a:pt x="6044" y="433"/>
                </a:lnTo>
                <a:lnTo>
                  <a:pt x="3096" y="315"/>
                </a:lnTo>
                <a:lnTo>
                  <a:pt x="0" y="0"/>
                </a:lnTo>
                <a:close/>
              </a:path>
            </a:pathLst>
          </a:custGeom>
          <a:solidFill>
            <a:srgbClr val="958C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6" name="bg object 966"/>
          <p:cNvSpPr/>
          <p:nvPr/>
        </p:nvSpPr>
        <p:spPr>
          <a:xfrm>
            <a:off x="2089035" y="3750536"/>
            <a:ext cx="4445" cy="10795"/>
          </a:xfrm>
          <a:custGeom>
            <a:avLst/>
            <a:gdLst/>
            <a:ahLst/>
            <a:cxnLst/>
            <a:rect l="l" t="t" r="r" b="b"/>
            <a:pathLst>
              <a:path w="4444" h="10795">
                <a:moveTo>
                  <a:pt x="102" y="0"/>
                </a:moveTo>
                <a:lnTo>
                  <a:pt x="173" y="2710"/>
                </a:lnTo>
                <a:lnTo>
                  <a:pt x="0" y="8778"/>
                </a:lnTo>
                <a:lnTo>
                  <a:pt x="835" y="10567"/>
                </a:lnTo>
                <a:lnTo>
                  <a:pt x="4263" y="10149"/>
                </a:lnTo>
                <a:lnTo>
                  <a:pt x="4263" y="512"/>
                </a:lnTo>
                <a:lnTo>
                  <a:pt x="102" y="0"/>
                </a:lnTo>
                <a:close/>
              </a:path>
            </a:pathLst>
          </a:custGeom>
          <a:solidFill>
            <a:srgbClr val="9B8E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7" name="bg object 967"/>
          <p:cNvSpPr/>
          <p:nvPr/>
        </p:nvSpPr>
        <p:spPr>
          <a:xfrm>
            <a:off x="2083143" y="3782340"/>
            <a:ext cx="6350" cy="5080"/>
          </a:xfrm>
          <a:custGeom>
            <a:avLst/>
            <a:gdLst/>
            <a:ahLst/>
            <a:cxnLst/>
            <a:rect l="l" t="t" r="r" b="b"/>
            <a:pathLst>
              <a:path w="6350" h="5079">
                <a:moveTo>
                  <a:pt x="0" y="0"/>
                </a:moveTo>
                <a:lnTo>
                  <a:pt x="512" y="4507"/>
                </a:lnTo>
                <a:lnTo>
                  <a:pt x="6044" y="4491"/>
                </a:lnTo>
                <a:lnTo>
                  <a:pt x="6012" y="338"/>
                </a:lnTo>
                <a:lnTo>
                  <a:pt x="3057" y="244"/>
                </a:lnTo>
                <a:lnTo>
                  <a:pt x="0" y="0"/>
                </a:lnTo>
                <a:close/>
              </a:path>
            </a:pathLst>
          </a:custGeom>
          <a:solidFill>
            <a:srgbClr val="B6AC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8" name="bg object 968"/>
          <p:cNvSpPr/>
          <p:nvPr/>
        </p:nvSpPr>
        <p:spPr>
          <a:xfrm>
            <a:off x="2083685" y="3786831"/>
            <a:ext cx="14604" cy="22225"/>
          </a:xfrm>
          <a:custGeom>
            <a:avLst/>
            <a:gdLst/>
            <a:ahLst/>
            <a:cxnLst/>
            <a:rect l="l" t="t" r="r" b="b"/>
            <a:pathLst>
              <a:path w="14605" h="22225">
                <a:moveTo>
                  <a:pt x="5500" y="0"/>
                </a:moveTo>
                <a:lnTo>
                  <a:pt x="31" y="0"/>
                </a:lnTo>
                <a:lnTo>
                  <a:pt x="0" y="17888"/>
                </a:lnTo>
                <a:lnTo>
                  <a:pt x="70" y="20567"/>
                </a:lnTo>
                <a:lnTo>
                  <a:pt x="1410" y="21970"/>
                </a:lnTo>
                <a:lnTo>
                  <a:pt x="4113" y="22001"/>
                </a:lnTo>
                <a:lnTo>
                  <a:pt x="4121" y="20898"/>
                </a:lnTo>
                <a:lnTo>
                  <a:pt x="4255" y="19771"/>
                </a:lnTo>
                <a:lnTo>
                  <a:pt x="3467" y="14231"/>
                </a:lnTo>
                <a:lnTo>
                  <a:pt x="5886" y="13301"/>
                </a:lnTo>
                <a:lnTo>
                  <a:pt x="9582" y="13751"/>
                </a:lnTo>
                <a:lnTo>
                  <a:pt x="10078" y="12435"/>
                </a:lnTo>
                <a:lnTo>
                  <a:pt x="10315" y="10189"/>
                </a:lnTo>
                <a:lnTo>
                  <a:pt x="14610" y="8991"/>
                </a:lnTo>
                <a:lnTo>
                  <a:pt x="13483" y="6320"/>
                </a:lnTo>
                <a:lnTo>
                  <a:pt x="13751" y="4129"/>
                </a:lnTo>
                <a:lnTo>
                  <a:pt x="5500" y="0"/>
                </a:lnTo>
                <a:close/>
              </a:path>
            </a:pathLst>
          </a:custGeom>
          <a:solidFill>
            <a:srgbClr val="C2B8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9" name="bg object 969"/>
          <p:cNvSpPr/>
          <p:nvPr/>
        </p:nvSpPr>
        <p:spPr>
          <a:xfrm>
            <a:off x="2079331" y="3794922"/>
            <a:ext cx="4445" cy="10160"/>
          </a:xfrm>
          <a:custGeom>
            <a:avLst/>
            <a:gdLst/>
            <a:ahLst/>
            <a:cxnLst/>
            <a:rect l="l" t="t" r="r" b="b"/>
            <a:pathLst>
              <a:path w="4444" h="10160">
                <a:moveTo>
                  <a:pt x="1757" y="0"/>
                </a:moveTo>
                <a:lnTo>
                  <a:pt x="0" y="669"/>
                </a:lnTo>
                <a:lnTo>
                  <a:pt x="386" y="5784"/>
                </a:lnTo>
                <a:lnTo>
                  <a:pt x="236" y="7785"/>
                </a:lnTo>
                <a:lnTo>
                  <a:pt x="228" y="9787"/>
                </a:lnTo>
                <a:lnTo>
                  <a:pt x="4357" y="9795"/>
                </a:lnTo>
                <a:lnTo>
                  <a:pt x="4326" y="133"/>
                </a:lnTo>
                <a:lnTo>
                  <a:pt x="1757" y="0"/>
                </a:lnTo>
                <a:close/>
              </a:path>
            </a:pathLst>
          </a:custGeom>
          <a:solidFill>
            <a:srgbClr val="B0A7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0" name="bg object 970"/>
          <p:cNvSpPr/>
          <p:nvPr/>
        </p:nvSpPr>
        <p:spPr>
          <a:xfrm>
            <a:off x="2242784" y="4066185"/>
            <a:ext cx="14604" cy="27940"/>
          </a:xfrm>
          <a:custGeom>
            <a:avLst/>
            <a:gdLst/>
            <a:ahLst/>
            <a:cxnLst/>
            <a:rect l="l" t="t" r="r" b="b"/>
            <a:pathLst>
              <a:path w="14605" h="27939">
                <a:moveTo>
                  <a:pt x="13837" y="7"/>
                </a:moveTo>
                <a:lnTo>
                  <a:pt x="4239" y="0"/>
                </a:lnTo>
                <a:lnTo>
                  <a:pt x="4239" y="3357"/>
                </a:lnTo>
                <a:lnTo>
                  <a:pt x="4105" y="6721"/>
                </a:lnTo>
                <a:lnTo>
                  <a:pt x="4420" y="13207"/>
                </a:lnTo>
                <a:lnTo>
                  <a:pt x="2797" y="13971"/>
                </a:lnTo>
                <a:lnTo>
                  <a:pt x="141" y="13743"/>
                </a:lnTo>
                <a:lnTo>
                  <a:pt x="212" y="14617"/>
                </a:lnTo>
                <a:lnTo>
                  <a:pt x="0" y="16091"/>
                </a:lnTo>
                <a:lnTo>
                  <a:pt x="5563" y="18747"/>
                </a:lnTo>
                <a:lnTo>
                  <a:pt x="4074" y="23412"/>
                </a:lnTo>
                <a:lnTo>
                  <a:pt x="4239" y="27518"/>
                </a:lnTo>
                <a:lnTo>
                  <a:pt x="6241" y="27518"/>
                </a:lnTo>
                <a:lnTo>
                  <a:pt x="8250" y="27399"/>
                </a:lnTo>
                <a:lnTo>
                  <a:pt x="13388" y="27770"/>
                </a:lnTo>
                <a:lnTo>
                  <a:pt x="14034" y="25989"/>
                </a:lnTo>
                <a:lnTo>
                  <a:pt x="13845" y="23396"/>
                </a:lnTo>
                <a:lnTo>
                  <a:pt x="13853" y="13743"/>
                </a:lnTo>
                <a:lnTo>
                  <a:pt x="13837" y="7"/>
                </a:lnTo>
                <a:close/>
              </a:path>
            </a:pathLst>
          </a:custGeom>
          <a:solidFill>
            <a:srgbClr val="C0B8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1" name="bg object 971"/>
          <p:cNvSpPr/>
          <p:nvPr/>
        </p:nvSpPr>
        <p:spPr>
          <a:xfrm>
            <a:off x="2256627" y="4044146"/>
            <a:ext cx="13970" cy="19050"/>
          </a:xfrm>
          <a:custGeom>
            <a:avLst/>
            <a:gdLst/>
            <a:ahLst/>
            <a:cxnLst/>
            <a:rect l="l" t="t" r="r" b="b"/>
            <a:pathLst>
              <a:path w="13969" h="19050">
                <a:moveTo>
                  <a:pt x="9582" y="0"/>
                </a:moveTo>
                <a:lnTo>
                  <a:pt x="0" y="23"/>
                </a:lnTo>
                <a:lnTo>
                  <a:pt x="0" y="9653"/>
                </a:lnTo>
                <a:lnTo>
                  <a:pt x="3136" y="9267"/>
                </a:lnTo>
                <a:lnTo>
                  <a:pt x="4499" y="10646"/>
                </a:lnTo>
                <a:lnTo>
                  <a:pt x="4121" y="13782"/>
                </a:lnTo>
                <a:lnTo>
                  <a:pt x="5437" y="14271"/>
                </a:lnTo>
                <a:lnTo>
                  <a:pt x="7675" y="14491"/>
                </a:lnTo>
                <a:lnTo>
                  <a:pt x="8896" y="18770"/>
                </a:lnTo>
                <a:lnTo>
                  <a:pt x="11528" y="17683"/>
                </a:lnTo>
                <a:lnTo>
                  <a:pt x="13727" y="17904"/>
                </a:lnTo>
                <a:lnTo>
                  <a:pt x="13727" y="9653"/>
                </a:lnTo>
                <a:lnTo>
                  <a:pt x="11127" y="9850"/>
                </a:lnTo>
                <a:lnTo>
                  <a:pt x="9361" y="9188"/>
                </a:lnTo>
                <a:lnTo>
                  <a:pt x="9724" y="4026"/>
                </a:lnTo>
                <a:lnTo>
                  <a:pt x="9590" y="2009"/>
                </a:lnTo>
                <a:lnTo>
                  <a:pt x="9582" y="0"/>
                </a:lnTo>
                <a:close/>
              </a:path>
            </a:pathLst>
          </a:custGeom>
          <a:solidFill>
            <a:srgbClr val="C0C3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2" name="bg object 972"/>
          <p:cNvSpPr/>
          <p:nvPr/>
        </p:nvSpPr>
        <p:spPr>
          <a:xfrm>
            <a:off x="2247020" y="4089576"/>
            <a:ext cx="13970" cy="18415"/>
          </a:xfrm>
          <a:custGeom>
            <a:avLst/>
            <a:gdLst/>
            <a:ahLst/>
            <a:cxnLst/>
            <a:rect l="l" t="t" r="r" b="b"/>
            <a:pathLst>
              <a:path w="13969" h="18414">
                <a:moveTo>
                  <a:pt x="13727" y="0"/>
                </a:moveTo>
                <a:lnTo>
                  <a:pt x="9606" y="0"/>
                </a:lnTo>
                <a:lnTo>
                  <a:pt x="9803" y="2600"/>
                </a:lnTo>
                <a:lnTo>
                  <a:pt x="9149" y="4381"/>
                </a:lnTo>
                <a:lnTo>
                  <a:pt x="4018" y="4011"/>
                </a:lnTo>
                <a:lnTo>
                  <a:pt x="2009" y="4129"/>
                </a:lnTo>
                <a:lnTo>
                  <a:pt x="7" y="4129"/>
                </a:lnTo>
                <a:lnTo>
                  <a:pt x="0" y="16517"/>
                </a:lnTo>
                <a:lnTo>
                  <a:pt x="4089" y="17880"/>
                </a:lnTo>
                <a:lnTo>
                  <a:pt x="4042" y="14964"/>
                </a:lnTo>
                <a:lnTo>
                  <a:pt x="3664" y="11796"/>
                </a:lnTo>
                <a:lnTo>
                  <a:pt x="8234" y="12387"/>
                </a:lnTo>
                <a:lnTo>
                  <a:pt x="7683" y="7817"/>
                </a:lnTo>
                <a:lnTo>
                  <a:pt x="10796" y="8164"/>
                </a:lnTo>
                <a:lnTo>
                  <a:pt x="13719" y="8250"/>
                </a:lnTo>
                <a:lnTo>
                  <a:pt x="13727" y="0"/>
                </a:lnTo>
                <a:close/>
              </a:path>
            </a:pathLst>
          </a:custGeom>
          <a:solidFill>
            <a:srgbClr val="B6B5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3" name="bg object 973"/>
          <p:cNvSpPr/>
          <p:nvPr/>
        </p:nvSpPr>
        <p:spPr>
          <a:xfrm>
            <a:off x="2256628" y="4053414"/>
            <a:ext cx="5080" cy="27305"/>
          </a:xfrm>
          <a:custGeom>
            <a:avLst/>
            <a:gdLst/>
            <a:ahLst/>
            <a:cxnLst/>
            <a:rect l="l" t="t" r="r" b="b"/>
            <a:pathLst>
              <a:path w="5080" h="27304">
                <a:moveTo>
                  <a:pt x="3136" y="0"/>
                </a:moveTo>
                <a:lnTo>
                  <a:pt x="0" y="394"/>
                </a:lnTo>
                <a:lnTo>
                  <a:pt x="7" y="26517"/>
                </a:lnTo>
                <a:lnTo>
                  <a:pt x="3372" y="26927"/>
                </a:lnTo>
                <a:lnTo>
                  <a:pt x="4263" y="25232"/>
                </a:lnTo>
                <a:lnTo>
                  <a:pt x="4003" y="16264"/>
                </a:lnTo>
                <a:lnTo>
                  <a:pt x="4121" y="10386"/>
                </a:lnTo>
                <a:lnTo>
                  <a:pt x="4121" y="4515"/>
                </a:lnTo>
                <a:lnTo>
                  <a:pt x="4499" y="1379"/>
                </a:lnTo>
                <a:lnTo>
                  <a:pt x="3136" y="0"/>
                </a:lnTo>
                <a:close/>
              </a:path>
            </a:pathLst>
          </a:custGeom>
          <a:solidFill>
            <a:srgbClr val="ACAA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4" name="bg object 974"/>
          <p:cNvSpPr/>
          <p:nvPr/>
        </p:nvSpPr>
        <p:spPr>
          <a:xfrm>
            <a:off x="2254706" y="4097391"/>
            <a:ext cx="10795" cy="15240"/>
          </a:xfrm>
          <a:custGeom>
            <a:avLst/>
            <a:gdLst/>
            <a:ahLst/>
            <a:cxnLst/>
            <a:rect l="l" t="t" r="r" b="b"/>
            <a:pathLst>
              <a:path w="10794" h="15239">
                <a:moveTo>
                  <a:pt x="0" y="0"/>
                </a:moveTo>
                <a:lnTo>
                  <a:pt x="543" y="4554"/>
                </a:lnTo>
                <a:lnTo>
                  <a:pt x="5114" y="3821"/>
                </a:lnTo>
                <a:lnTo>
                  <a:pt x="7139" y="6091"/>
                </a:lnTo>
                <a:lnTo>
                  <a:pt x="4460" y="15185"/>
                </a:lnTo>
                <a:lnTo>
                  <a:pt x="7604" y="14121"/>
                </a:lnTo>
                <a:lnTo>
                  <a:pt x="10134" y="14192"/>
                </a:lnTo>
                <a:lnTo>
                  <a:pt x="10173" y="10086"/>
                </a:lnTo>
                <a:lnTo>
                  <a:pt x="10149" y="449"/>
                </a:lnTo>
                <a:lnTo>
                  <a:pt x="6028" y="441"/>
                </a:lnTo>
                <a:lnTo>
                  <a:pt x="3112" y="346"/>
                </a:lnTo>
                <a:lnTo>
                  <a:pt x="0" y="0"/>
                </a:lnTo>
                <a:close/>
              </a:path>
            </a:pathLst>
          </a:custGeom>
          <a:solidFill>
            <a:srgbClr val="AAA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5" name="bg object 975"/>
          <p:cNvSpPr/>
          <p:nvPr/>
        </p:nvSpPr>
        <p:spPr>
          <a:xfrm>
            <a:off x="2264855" y="4097834"/>
            <a:ext cx="8890" cy="13970"/>
          </a:xfrm>
          <a:custGeom>
            <a:avLst/>
            <a:gdLst/>
            <a:ahLst/>
            <a:cxnLst/>
            <a:rect l="l" t="t" r="r" b="b"/>
            <a:pathLst>
              <a:path w="8889" h="13970">
                <a:moveTo>
                  <a:pt x="4129" y="0"/>
                </a:moveTo>
                <a:lnTo>
                  <a:pt x="0" y="0"/>
                </a:lnTo>
                <a:lnTo>
                  <a:pt x="23" y="9645"/>
                </a:lnTo>
                <a:lnTo>
                  <a:pt x="3183" y="9219"/>
                </a:lnTo>
                <a:lnTo>
                  <a:pt x="4491" y="10662"/>
                </a:lnTo>
                <a:lnTo>
                  <a:pt x="4137" y="13766"/>
                </a:lnTo>
                <a:lnTo>
                  <a:pt x="8242" y="13759"/>
                </a:lnTo>
                <a:lnTo>
                  <a:pt x="8266" y="5508"/>
                </a:lnTo>
                <a:lnTo>
                  <a:pt x="3648" y="6067"/>
                </a:lnTo>
                <a:lnTo>
                  <a:pt x="4042" y="2923"/>
                </a:lnTo>
                <a:lnTo>
                  <a:pt x="4129" y="0"/>
                </a:lnTo>
                <a:close/>
              </a:path>
            </a:pathLst>
          </a:custGeom>
          <a:solidFill>
            <a:srgbClr val="A29F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6" name="bg object 976"/>
          <p:cNvSpPr/>
          <p:nvPr/>
        </p:nvSpPr>
        <p:spPr>
          <a:xfrm>
            <a:off x="2268504" y="4097244"/>
            <a:ext cx="5080" cy="6985"/>
          </a:xfrm>
          <a:custGeom>
            <a:avLst/>
            <a:gdLst/>
            <a:ahLst/>
            <a:cxnLst/>
            <a:rect l="l" t="t" r="r" b="b"/>
            <a:pathLst>
              <a:path w="5080" h="6985">
                <a:moveTo>
                  <a:pt x="5082" y="0"/>
                </a:moveTo>
                <a:lnTo>
                  <a:pt x="480" y="591"/>
                </a:lnTo>
                <a:lnTo>
                  <a:pt x="394" y="3506"/>
                </a:lnTo>
                <a:lnTo>
                  <a:pt x="0" y="6658"/>
                </a:lnTo>
                <a:lnTo>
                  <a:pt x="4570" y="6091"/>
                </a:lnTo>
                <a:lnTo>
                  <a:pt x="4680" y="3160"/>
                </a:lnTo>
                <a:lnTo>
                  <a:pt x="5082" y="0"/>
                </a:lnTo>
                <a:close/>
              </a:path>
            </a:pathLst>
          </a:custGeom>
          <a:solidFill>
            <a:srgbClr val="9795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7" name="bg object 977"/>
          <p:cNvSpPr/>
          <p:nvPr/>
        </p:nvSpPr>
        <p:spPr>
          <a:xfrm>
            <a:off x="2268956" y="4111594"/>
            <a:ext cx="4445" cy="10160"/>
          </a:xfrm>
          <a:custGeom>
            <a:avLst/>
            <a:gdLst/>
            <a:ahLst/>
            <a:cxnLst/>
            <a:rect l="l" t="t" r="r" b="b"/>
            <a:pathLst>
              <a:path w="4444" h="10160">
                <a:moveTo>
                  <a:pt x="4145" y="0"/>
                </a:moveTo>
                <a:lnTo>
                  <a:pt x="39" y="7"/>
                </a:lnTo>
                <a:lnTo>
                  <a:pt x="0" y="9606"/>
                </a:lnTo>
                <a:lnTo>
                  <a:pt x="4137" y="9637"/>
                </a:lnTo>
                <a:lnTo>
                  <a:pt x="4145" y="0"/>
                </a:lnTo>
                <a:close/>
              </a:path>
            </a:pathLst>
          </a:custGeom>
          <a:solidFill>
            <a:srgbClr val="A39A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8" name="bg object 978"/>
          <p:cNvSpPr/>
          <p:nvPr/>
        </p:nvSpPr>
        <p:spPr>
          <a:xfrm>
            <a:off x="2138215" y="3519277"/>
            <a:ext cx="5080" cy="10795"/>
          </a:xfrm>
          <a:custGeom>
            <a:avLst/>
            <a:gdLst/>
            <a:ahLst/>
            <a:cxnLst/>
            <a:rect l="l" t="t" r="r" b="b"/>
            <a:pathLst>
              <a:path w="5080" h="10795">
                <a:moveTo>
                  <a:pt x="5019" y="0"/>
                </a:moveTo>
                <a:lnTo>
                  <a:pt x="401" y="614"/>
                </a:lnTo>
                <a:lnTo>
                  <a:pt x="370" y="6083"/>
                </a:lnTo>
                <a:lnTo>
                  <a:pt x="0" y="9204"/>
                </a:lnTo>
                <a:lnTo>
                  <a:pt x="1316" y="10638"/>
                </a:lnTo>
                <a:lnTo>
                  <a:pt x="4491" y="10212"/>
                </a:lnTo>
                <a:lnTo>
                  <a:pt x="4531" y="3230"/>
                </a:lnTo>
                <a:lnTo>
                  <a:pt x="5019" y="0"/>
                </a:lnTo>
                <a:close/>
              </a:path>
            </a:pathLst>
          </a:custGeom>
          <a:solidFill>
            <a:srgbClr val="857C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9" name="bg object 979"/>
          <p:cNvSpPr/>
          <p:nvPr/>
        </p:nvSpPr>
        <p:spPr>
          <a:xfrm>
            <a:off x="2142704" y="3525384"/>
            <a:ext cx="4445" cy="8255"/>
          </a:xfrm>
          <a:custGeom>
            <a:avLst/>
            <a:gdLst/>
            <a:ahLst/>
            <a:cxnLst/>
            <a:rect l="l" t="t" r="r" b="b"/>
            <a:pathLst>
              <a:path w="4444" h="8254">
                <a:moveTo>
                  <a:pt x="4113" y="0"/>
                </a:moveTo>
                <a:lnTo>
                  <a:pt x="31" y="0"/>
                </a:lnTo>
                <a:lnTo>
                  <a:pt x="0" y="4105"/>
                </a:lnTo>
                <a:lnTo>
                  <a:pt x="7" y="8242"/>
                </a:lnTo>
                <a:lnTo>
                  <a:pt x="4121" y="8242"/>
                </a:lnTo>
                <a:lnTo>
                  <a:pt x="4113" y="0"/>
                </a:lnTo>
                <a:close/>
              </a:path>
            </a:pathLst>
          </a:custGeom>
          <a:solidFill>
            <a:srgbClr val="7062A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0" name="bg object 980"/>
          <p:cNvSpPr/>
          <p:nvPr/>
        </p:nvSpPr>
        <p:spPr>
          <a:xfrm>
            <a:off x="2133082" y="3524028"/>
            <a:ext cx="10160" cy="10160"/>
          </a:xfrm>
          <a:custGeom>
            <a:avLst/>
            <a:gdLst/>
            <a:ahLst/>
            <a:cxnLst/>
            <a:rect l="l" t="t" r="r" b="b"/>
            <a:pathLst>
              <a:path w="10160" h="10160">
                <a:moveTo>
                  <a:pt x="1426" y="0"/>
                </a:moveTo>
                <a:lnTo>
                  <a:pt x="0" y="5445"/>
                </a:lnTo>
                <a:lnTo>
                  <a:pt x="23" y="9590"/>
                </a:lnTo>
                <a:lnTo>
                  <a:pt x="9629" y="9598"/>
                </a:lnTo>
                <a:lnTo>
                  <a:pt x="9621" y="5461"/>
                </a:lnTo>
                <a:lnTo>
                  <a:pt x="6446" y="5886"/>
                </a:lnTo>
                <a:lnTo>
                  <a:pt x="5130" y="4452"/>
                </a:lnTo>
                <a:lnTo>
                  <a:pt x="5500" y="1331"/>
                </a:lnTo>
                <a:lnTo>
                  <a:pt x="1426" y="0"/>
                </a:lnTo>
                <a:close/>
              </a:path>
            </a:pathLst>
          </a:custGeom>
          <a:solidFill>
            <a:srgbClr val="796D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1" name="bg object 981"/>
          <p:cNvSpPr/>
          <p:nvPr/>
        </p:nvSpPr>
        <p:spPr>
          <a:xfrm>
            <a:off x="2116583" y="3640971"/>
            <a:ext cx="19685" cy="31115"/>
          </a:xfrm>
          <a:custGeom>
            <a:avLst/>
            <a:gdLst/>
            <a:ahLst/>
            <a:cxnLst/>
            <a:rect l="l" t="t" r="r" b="b"/>
            <a:pathLst>
              <a:path w="19685" h="31114">
                <a:moveTo>
                  <a:pt x="19251" y="0"/>
                </a:moveTo>
                <a:lnTo>
                  <a:pt x="15153" y="0"/>
                </a:lnTo>
                <a:lnTo>
                  <a:pt x="15130" y="7746"/>
                </a:lnTo>
                <a:lnTo>
                  <a:pt x="9661" y="8258"/>
                </a:lnTo>
                <a:lnTo>
                  <a:pt x="7762" y="11355"/>
                </a:lnTo>
                <a:lnTo>
                  <a:pt x="6438" y="16296"/>
                </a:lnTo>
                <a:lnTo>
                  <a:pt x="0" y="18274"/>
                </a:lnTo>
                <a:lnTo>
                  <a:pt x="2143" y="20457"/>
                </a:lnTo>
                <a:lnTo>
                  <a:pt x="1532" y="21765"/>
                </a:lnTo>
                <a:lnTo>
                  <a:pt x="1426" y="30260"/>
                </a:lnTo>
                <a:lnTo>
                  <a:pt x="4168" y="30520"/>
                </a:lnTo>
                <a:lnTo>
                  <a:pt x="5902" y="29629"/>
                </a:lnTo>
                <a:lnTo>
                  <a:pt x="5098" y="22742"/>
                </a:lnTo>
                <a:lnTo>
                  <a:pt x="7045" y="21765"/>
                </a:lnTo>
                <a:lnTo>
                  <a:pt x="19259" y="21765"/>
                </a:lnTo>
                <a:lnTo>
                  <a:pt x="19251" y="0"/>
                </a:lnTo>
                <a:close/>
              </a:path>
              <a:path w="19685" h="31114">
                <a:moveTo>
                  <a:pt x="19259" y="21765"/>
                </a:moveTo>
                <a:lnTo>
                  <a:pt x="7045" y="21765"/>
                </a:lnTo>
                <a:lnTo>
                  <a:pt x="13333" y="22151"/>
                </a:lnTo>
                <a:lnTo>
                  <a:pt x="19259" y="22151"/>
                </a:lnTo>
                <a:lnTo>
                  <a:pt x="19259" y="21765"/>
                </a:lnTo>
                <a:close/>
              </a:path>
            </a:pathLst>
          </a:custGeom>
          <a:solidFill>
            <a:srgbClr val="C2B7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2" name="bg object 982"/>
          <p:cNvSpPr/>
          <p:nvPr/>
        </p:nvSpPr>
        <p:spPr>
          <a:xfrm>
            <a:off x="2135865" y="3627497"/>
            <a:ext cx="13970" cy="22225"/>
          </a:xfrm>
          <a:custGeom>
            <a:avLst/>
            <a:gdLst/>
            <a:ahLst/>
            <a:cxnLst/>
            <a:rect l="l" t="t" r="r" b="b"/>
            <a:pathLst>
              <a:path w="13969" h="22225">
                <a:moveTo>
                  <a:pt x="8620" y="17234"/>
                </a:moveTo>
                <a:lnTo>
                  <a:pt x="3174" y="17234"/>
                </a:lnTo>
                <a:lnTo>
                  <a:pt x="4491" y="18605"/>
                </a:lnTo>
                <a:lnTo>
                  <a:pt x="4105" y="21726"/>
                </a:lnTo>
                <a:lnTo>
                  <a:pt x="13695" y="21726"/>
                </a:lnTo>
                <a:lnTo>
                  <a:pt x="13709" y="18187"/>
                </a:lnTo>
                <a:lnTo>
                  <a:pt x="10110" y="18187"/>
                </a:lnTo>
                <a:lnTo>
                  <a:pt x="8620" y="17234"/>
                </a:lnTo>
                <a:close/>
              </a:path>
              <a:path w="13969" h="22225">
                <a:moveTo>
                  <a:pt x="13711" y="17596"/>
                </a:moveTo>
                <a:lnTo>
                  <a:pt x="10110" y="18187"/>
                </a:lnTo>
                <a:lnTo>
                  <a:pt x="13709" y="18187"/>
                </a:lnTo>
                <a:lnTo>
                  <a:pt x="13711" y="17596"/>
                </a:lnTo>
                <a:close/>
              </a:path>
              <a:path w="13969" h="22225">
                <a:moveTo>
                  <a:pt x="1536" y="0"/>
                </a:moveTo>
                <a:lnTo>
                  <a:pt x="1024" y="882"/>
                </a:lnTo>
                <a:lnTo>
                  <a:pt x="126" y="1749"/>
                </a:lnTo>
                <a:lnTo>
                  <a:pt x="0" y="17596"/>
                </a:lnTo>
                <a:lnTo>
                  <a:pt x="2887" y="17234"/>
                </a:lnTo>
                <a:lnTo>
                  <a:pt x="8620" y="17234"/>
                </a:lnTo>
                <a:lnTo>
                  <a:pt x="10086" y="10149"/>
                </a:lnTo>
                <a:lnTo>
                  <a:pt x="9590" y="6942"/>
                </a:lnTo>
                <a:lnTo>
                  <a:pt x="9590" y="4791"/>
                </a:lnTo>
                <a:lnTo>
                  <a:pt x="4972" y="4791"/>
                </a:lnTo>
                <a:lnTo>
                  <a:pt x="3706" y="882"/>
                </a:lnTo>
                <a:lnTo>
                  <a:pt x="2371" y="520"/>
                </a:lnTo>
                <a:lnTo>
                  <a:pt x="1536" y="0"/>
                </a:lnTo>
                <a:close/>
              </a:path>
              <a:path w="13969" h="22225">
                <a:moveTo>
                  <a:pt x="7557" y="3522"/>
                </a:moveTo>
                <a:lnTo>
                  <a:pt x="4972" y="4791"/>
                </a:lnTo>
                <a:lnTo>
                  <a:pt x="9590" y="4791"/>
                </a:lnTo>
                <a:lnTo>
                  <a:pt x="9590" y="3837"/>
                </a:lnTo>
                <a:lnTo>
                  <a:pt x="7557" y="3522"/>
                </a:lnTo>
                <a:close/>
              </a:path>
            </a:pathLst>
          </a:custGeom>
          <a:solidFill>
            <a:srgbClr val="ADA0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3" name="bg object 983"/>
          <p:cNvSpPr/>
          <p:nvPr/>
        </p:nvSpPr>
        <p:spPr>
          <a:xfrm>
            <a:off x="2104281" y="3667121"/>
            <a:ext cx="13970" cy="26670"/>
          </a:xfrm>
          <a:custGeom>
            <a:avLst/>
            <a:gdLst/>
            <a:ahLst/>
            <a:cxnLst/>
            <a:rect l="l" t="t" r="r" b="b"/>
            <a:pathLst>
              <a:path w="13969" h="26670">
                <a:moveTo>
                  <a:pt x="12410" y="17454"/>
                </a:moveTo>
                <a:lnTo>
                  <a:pt x="3451" y="17454"/>
                </a:lnTo>
                <a:lnTo>
                  <a:pt x="4468" y="19267"/>
                </a:lnTo>
                <a:lnTo>
                  <a:pt x="3774" y="25484"/>
                </a:lnTo>
                <a:lnTo>
                  <a:pt x="5468" y="26391"/>
                </a:lnTo>
                <a:lnTo>
                  <a:pt x="8227" y="26131"/>
                </a:lnTo>
                <a:lnTo>
                  <a:pt x="8219" y="21465"/>
                </a:lnTo>
                <a:lnTo>
                  <a:pt x="8048" y="19267"/>
                </a:lnTo>
                <a:lnTo>
                  <a:pt x="7974" y="18321"/>
                </a:lnTo>
                <a:lnTo>
                  <a:pt x="9771" y="17683"/>
                </a:lnTo>
                <a:lnTo>
                  <a:pt x="12377" y="17683"/>
                </a:lnTo>
                <a:lnTo>
                  <a:pt x="12410" y="17454"/>
                </a:lnTo>
                <a:close/>
              </a:path>
              <a:path w="13969" h="26670">
                <a:moveTo>
                  <a:pt x="0" y="12372"/>
                </a:moveTo>
                <a:lnTo>
                  <a:pt x="7" y="17888"/>
                </a:lnTo>
                <a:lnTo>
                  <a:pt x="3451" y="17454"/>
                </a:lnTo>
                <a:lnTo>
                  <a:pt x="12410" y="17454"/>
                </a:lnTo>
                <a:lnTo>
                  <a:pt x="12812" y="14681"/>
                </a:lnTo>
                <a:lnTo>
                  <a:pt x="4018" y="14681"/>
                </a:lnTo>
                <a:lnTo>
                  <a:pt x="1836" y="13112"/>
                </a:lnTo>
                <a:lnTo>
                  <a:pt x="0" y="12372"/>
                </a:lnTo>
                <a:close/>
              </a:path>
              <a:path w="13969" h="26670">
                <a:moveTo>
                  <a:pt x="12377" y="17683"/>
                </a:moveTo>
                <a:lnTo>
                  <a:pt x="9771" y="17683"/>
                </a:lnTo>
                <a:lnTo>
                  <a:pt x="12451" y="17888"/>
                </a:lnTo>
                <a:lnTo>
                  <a:pt x="12377" y="17683"/>
                </a:lnTo>
                <a:close/>
              </a:path>
              <a:path w="13969" h="26670">
                <a:moveTo>
                  <a:pt x="8227" y="0"/>
                </a:moveTo>
                <a:lnTo>
                  <a:pt x="4144" y="0"/>
                </a:lnTo>
                <a:lnTo>
                  <a:pt x="4018" y="14681"/>
                </a:lnTo>
                <a:lnTo>
                  <a:pt x="12812" y="14681"/>
                </a:lnTo>
                <a:lnTo>
                  <a:pt x="13703" y="8258"/>
                </a:lnTo>
                <a:lnTo>
                  <a:pt x="8266" y="7738"/>
                </a:lnTo>
                <a:lnTo>
                  <a:pt x="8227" y="0"/>
                </a:lnTo>
                <a:close/>
              </a:path>
            </a:pathLst>
          </a:custGeom>
          <a:solidFill>
            <a:srgbClr val="A89D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4" name="bg object 984"/>
          <p:cNvSpPr/>
          <p:nvPr/>
        </p:nvSpPr>
        <p:spPr>
          <a:xfrm>
            <a:off x="2145275" y="3608740"/>
            <a:ext cx="8890" cy="23495"/>
          </a:xfrm>
          <a:custGeom>
            <a:avLst/>
            <a:gdLst/>
            <a:ahLst/>
            <a:cxnLst/>
            <a:rect l="l" t="t" r="r" b="b"/>
            <a:pathLst>
              <a:path w="8889" h="23495">
                <a:moveTo>
                  <a:pt x="8865" y="0"/>
                </a:moveTo>
                <a:lnTo>
                  <a:pt x="4294" y="567"/>
                </a:lnTo>
                <a:lnTo>
                  <a:pt x="1654" y="370"/>
                </a:lnTo>
                <a:lnTo>
                  <a:pt x="0" y="1103"/>
                </a:lnTo>
                <a:lnTo>
                  <a:pt x="315" y="7596"/>
                </a:lnTo>
                <a:lnTo>
                  <a:pt x="173" y="10961"/>
                </a:lnTo>
                <a:lnTo>
                  <a:pt x="165" y="14326"/>
                </a:lnTo>
                <a:lnTo>
                  <a:pt x="181" y="22600"/>
                </a:lnTo>
                <a:lnTo>
                  <a:pt x="3609" y="23010"/>
                </a:lnTo>
                <a:lnTo>
                  <a:pt x="4657" y="21221"/>
                </a:lnTo>
                <a:lnTo>
                  <a:pt x="3948" y="15004"/>
                </a:lnTo>
                <a:lnTo>
                  <a:pt x="5634" y="14090"/>
                </a:lnTo>
                <a:lnTo>
                  <a:pt x="8400" y="14342"/>
                </a:lnTo>
                <a:lnTo>
                  <a:pt x="8416" y="6083"/>
                </a:lnTo>
                <a:lnTo>
                  <a:pt x="8510" y="3144"/>
                </a:lnTo>
                <a:lnTo>
                  <a:pt x="8865" y="0"/>
                </a:lnTo>
                <a:close/>
              </a:path>
            </a:pathLst>
          </a:custGeom>
          <a:solidFill>
            <a:srgbClr val="C1B7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5" name="bg object 985"/>
          <p:cNvSpPr/>
          <p:nvPr/>
        </p:nvSpPr>
        <p:spPr>
          <a:xfrm>
            <a:off x="2113691" y="3645093"/>
            <a:ext cx="12700" cy="18415"/>
          </a:xfrm>
          <a:custGeom>
            <a:avLst/>
            <a:gdLst/>
            <a:ahLst/>
            <a:cxnLst/>
            <a:rect l="l" t="t" r="r" b="b"/>
            <a:pathLst>
              <a:path w="12700" h="18414">
                <a:moveTo>
                  <a:pt x="4342" y="0"/>
                </a:moveTo>
                <a:lnTo>
                  <a:pt x="4696" y="3120"/>
                </a:lnTo>
                <a:lnTo>
                  <a:pt x="3341" y="4523"/>
                </a:lnTo>
                <a:lnTo>
                  <a:pt x="204" y="4137"/>
                </a:lnTo>
                <a:lnTo>
                  <a:pt x="204" y="7502"/>
                </a:lnTo>
                <a:lnTo>
                  <a:pt x="338" y="10866"/>
                </a:lnTo>
                <a:lnTo>
                  <a:pt x="0" y="17368"/>
                </a:lnTo>
                <a:lnTo>
                  <a:pt x="1678" y="18085"/>
                </a:lnTo>
                <a:lnTo>
                  <a:pt x="4302" y="17904"/>
                </a:lnTo>
                <a:lnTo>
                  <a:pt x="5035" y="16335"/>
                </a:lnTo>
                <a:lnTo>
                  <a:pt x="2892" y="14153"/>
                </a:lnTo>
                <a:lnTo>
                  <a:pt x="9330" y="12175"/>
                </a:lnTo>
                <a:lnTo>
                  <a:pt x="10654" y="7234"/>
                </a:lnTo>
                <a:lnTo>
                  <a:pt x="12553" y="4137"/>
                </a:lnTo>
                <a:lnTo>
                  <a:pt x="4342" y="0"/>
                </a:lnTo>
                <a:close/>
              </a:path>
            </a:pathLst>
          </a:custGeom>
          <a:solidFill>
            <a:srgbClr val="C0B5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6" name="bg object 986"/>
          <p:cNvSpPr/>
          <p:nvPr/>
        </p:nvSpPr>
        <p:spPr>
          <a:xfrm>
            <a:off x="2109598" y="3639071"/>
            <a:ext cx="8890" cy="10795"/>
          </a:xfrm>
          <a:custGeom>
            <a:avLst/>
            <a:gdLst/>
            <a:ahLst/>
            <a:cxnLst/>
            <a:rect l="l" t="t" r="r" b="b"/>
            <a:pathLst>
              <a:path w="8889" h="10795">
                <a:moveTo>
                  <a:pt x="110" y="0"/>
                </a:moveTo>
                <a:lnTo>
                  <a:pt x="212" y="2726"/>
                </a:lnTo>
                <a:lnTo>
                  <a:pt x="0" y="8818"/>
                </a:lnTo>
                <a:lnTo>
                  <a:pt x="882" y="10567"/>
                </a:lnTo>
                <a:lnTo>
                  <a:pt x="4302" y="10165"/>
                </a:lnTo>
                <a:lnTo>
                  <a:pt x="7431" y="10543"/>
                </a:lnTo>
                <a:lnTo>
                  <a:pt x="8786" y="9141"/>
                </a:lnTo>
                <a:lnTo>
                  <a:pt x="8431" y="6020"/>
                </a:lnTo>
                <a:lnTo>
                  <a:pt x="3798" y="6595"/>
                </a:lnTo>
                <a:lnTo>
                  <a:pt x="4215" y="3412"/>
                </a:lnTo>
                <a:lnTo>
                  <a:pt x="4279" y="504"/>
                </a:lnTo>
                <a:close/>
              </a:path>
            </a:pathLst>
          </a:custGeom>
          <a:solidFill>
            <a:srgbClr val="AEA2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7" name="bg object 987"/>
          <p:cNvSpPr/>
          <p:nvPr/>
        </p:nvSpPr>
        <p:spPr>
          <a:xfrm>
            <a:off x="2135758" y="3613602"/>
            <a:ext cx="6350" cy="9525"/>
          </a:xfrm>
          <a:custGeom>
            <a:avLst/>
            <a:gdLst/>
            <a:ahLst/>
            <a:cxnLst/>
            <a:rect l="l" t="t" r="r" b="b"/>
            <a:pathLst>
              <a:path w="6350" h="9525">
                <a:moveTo>
                  <a:pt x="1820" y="0"/>
                </a:moveTo>
                <a:lnTo>
                  <a:pt x="409" y="1221"/>
                </a:lnTo>
                <a:lnTo>
                  <a:pt x="0" y="4444"/>
                </a:lnTo>
                <a:lnTo>
                  <a:pt x="133" y="6974"/>
                </a:lnTo>
                <a:lnTo>
                  <a:pt x="94" y="9472"/>
                </a:lnTo>
                <a:lnTo>
                  <a:pt x="5587" y="9472"/>
                </a:lnTo>
                <a:lnTo>
                  <a:pt x="5547" y="6966"/>
                </a:lnTo>
                <a:lnTo>
                  <a:pt x="5752" y="4428"/>
                </a:lnTo>
                <a:lnTo>
                  <a:pt x="5193" y="1166"/>
                </a:lnTo>
                <a:lnTo>
                  <a:pt x="3538" y="236"/>
                </a:lnTo>
                <a:lnTo>
                  <a:pt x="1820" y="0"/>
                </a:lnTo>
                <a:close/>
              </a:path>
            </a:pathLst>
          </a:custGeom>
          <a:solidFill>
            <a:srgbClr val="BEB1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8" name="bg object 988"/>
          <p:cNvSpPr/>
          <p:nvPr/>
        </p:nvSpPr>
        <p:spPr>
          <a:xfrm>
            <a:off x="2112512" y="3667127"/>
            <a:ext cx="5715" cy="8255"/>
          </a:xfrm>
          <a:custGeom>
            <a:avLst/>
            <a:gdLst/>
            <a:ahLst/>
            <a:cxnLst/>
            <a:rect l="l" t="t" r="r" b="b"/>
            <a:pathLst>
              <a:path w="5714" h="8254">
                <a:moveTo>
                  <a:pt x="5461" y="0"/>
                </a:moveTo>
                <a:lnTo>
                  <a:pt x="0" y="0"/>
                </a:lnTo>
                <a:lnTo>
                  <a:pt x="31" y="7730"/>
                </a:lnTo>
                <a:lnTo>
                  <a:pt x="5468" y="8250"/>
                </a:lnTo>
                <a:lnTo>
                  <a:pt x="5461" y="0"/>
                </a:lnTo>
                <a:close/>
              </a:path>
            </a:pathLst>
          </a:custGeom>
          <a:solidFill>
            <a:srgbClr val="AFA4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9" name="bg object 989"/>
          <p:cNvSpPr/>
          <p:nvPr/>
        </p:nvSpPr>
        <p:spPr>
          <a:xfrm>
            <a:off x="2113390" y="3635692"/>
            <a:ext cx="5080" cy="10160"/>
          </a:xfrm>
          <a:custGeom>
            <a:avLst/>
            <a:gdLst/>
            <a:ahLst/>
            <a:cxnLst/>
            <a:rect l="l" t="t" r="r" b="b"/>
            <a:pathLst>
              <a:path w="5080" h="10160">
                <a:moveTo>
                  <a:pt x="2230" y="0"/>
                </a:moveTo>
                <a:lnTo>
                  <a:pt x="488" y="3884"/>
                </a:lnTo>
                <a:lnTo>
                  <a:pt x="425" y="6792"/>
                </a:lnTo>
                <a:lnTo>
                  <a:pt x="0" y="9968"/>
                </a:lnTo>
                <a:lnTo>
                  <a:pt x="4594" y="9393"/>
                </a:lnTo>
                <a:lnTo>
                  <a:pt x="4594" y="7344"/>
                </a:lnTo>
                <a:lnTo>
                  <a:pt x="4877" y="5240"/>
                </a:lnTo>
                <a:lnTo>
                  <a:pt x="4271" y="2072"/>
                </a:lnTo>
                <a:lnTo>
                  <a:pt x="3018" y="1079"/>
                </a:lnTo>
                <a:lnTo>
                  <a:pt x="2230" y="0"/>
                </a:lnTo>
                <a:close/>
              </a:path>
            </a:pathLst>
          </a:custGeom>
          <a:solidFill>
            <a:srgbClr val="A79B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0" name="bg object 990"/>
          <p:cNvSpPr/>
          <p:nvPr/>
        </p:nvSpPr>
        <p:spPr>
          <a:xfrm>
            <a:off x="2127423" y="3631471"/>
            <a:ext cx="4445" cy="9525"/>
          </a:xfrm>
          <a:custGeom>
            <a:avLst/>
            <a:gdLst/>
            <a:ahLst/>
            <a:cxnLst/>
            <a:rect l="l" t="t" r="r" b="b"/>
            <a:pathLst>
              <a:path w="4444" h="9525">
                <a:moveTo>
                  <a:pt x="2301" y="0"/>
                </a:moveTo>
                <a:lnTo>
                  <a:pt x="1016" y="386"/>
                </a:lnTo>
                <a:lnTo>
                  <a:pt x="630" y="2797"/>
                </a:lnTo>
                <a:lnTo>
                  <a:pt x="0" y="5090"/>
                </a:lnTo>
                <a:lnTo>
                  <a:pt x="677" y="8156"/>
                </a:lnTo>
                <a:lnTo>
                  <a:pt x="2962" y="8715"/>
                </a:lnTo>
                <a:lnTo>
                  <a:pt x="4310" y="9495"/>
                </a:lnTo>
                <a:lnTo>
                  <a:pt x="4286" y="7029"/>
                </a:lnTo>
                <a:lnTo>
                  <a:pt x="4365" y="4554"/>
                </a:lnTo>
                <a:lnTo>
                  <a:pt x="4105" y="1410"/>
                </a:lnTo>
                <a:lnTo>
                  <a:pt x="3333" y="622"/>
                </a:lnTo>
                <a:lnTo>
                  <a:pt x="2301" y="0"/>
                </a:lnTo>
                <a:close/>
              </a:path>
            </a:pathLst>
          </a:custGeom>
          <a:solidFill>
            <a:srgbClr val="AF9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1" name="bg object 991"/>
          <p:cNvSpPr/>
          <p:nvPr/>
        </p:nvSpPr>
        <p:spPr>
          <a:xfrm>
            <a:off x="2100128" y="3675356"/>
            <a:ext cx="4445" cy="10160"/>
          </a:xfrm>
          <a:custGeom>
            <a:avLst/>
            <a:gdLst/>
            <a:ahLst/>
            <a:cxnLst/>
            <a:rect l="l" t="t" r="r" b="b"/>
            <a:pathLst>
              <a:path w="4444" h="10160">
                <a:moveTo>
                  <a:pt x="4145" y="0"/>
                </a:moveTo>
                <a:lnTo>
                  <a:pt x="31" y="15"/>
                </a:lnTo>
                <a:lnTo>
                  <a:pt x="0" y="9621"/>
                </a:lnTo>
                <a:lnTo>
                  <a:pt x="4137" y="9629"/>
                </a:lnTo>
                <a:lnTo>
                  <a:pt x="4152" y="4137"/>
                </a:lnTo>
                <a:lnTo>
                  <a:pt x="4145" y="0"/>
                </a:lnTo>
                <a:close/>
              </a:path>
            </a:pathLst>
          </a:custGeom>
          <a:solidFill>
            <a:srgbClr val="988D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2" name="bg object 992"/>
          <p:cNvSpPr/>
          <p:nvPr/>
        </p:nvSpPr>
        <p:spPr>
          <a:xfrm>
            <a:off x="2182568" y="4407208"/>
            <a:ext cx="10160" cy="11430"/>
          </a:xfrm>
          <a:custGeom>
            <a:avLst/>
            <a:gdLst/>
            <a:ahLst/>
            <a:cxnLst/>
            <a:rect l="l" t="t" r="r" b="b"/>
            <a:pathLst>
              <a:path w="10160" h="11429">
                <a:moveTo>
                  <a:pt x="5390" y="0"/>
                </a:moveTo>
                <a:lnTo>
                  <a:pt x="1922" y="2198"/>
                </a:lnTo>
                <a:lnTo>
                  <a:pt x="31" y="1654"/>
                </a:lnTo>
                <a:lnTo>
                  <a:pt x="0" y="9913"/>
                </a:lnTo>
                <a:lnTo>
                  <a:pt x="9566" y="11253"/>
                </a:lnTo>
                <a:lnTo>
                  <a:pt x="9535" y="5776"/>
                </a:lnTo>
                <a:lnTo>
                  <a:pt x="7990" y="5390"/>
                </a:lnTo>
                <a:lnTo>
                  <a:pt x="5090" y="4925"/>
                </a:lnTo>
                <a:lnTo>
                  <a:pt x="5390" y="0"/>
                </a:lnTo>
                <a:close/>
              </a:path>
            </a:pathLst>
          </a:custGeom>
          <a:solidFill>
            <a:srgbClr val="564E9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3" name="bg object 993"/>
          <p:cNvSpPr/>
          <p:nvPr/>
        </p:nvSpPr>
        <p:spPr>
          <a:xfrm>
            <a:off x="2182471" y="4386802"/>
            <a:ext cx="10160" cy="18415"/>
          </a:xfrm>
          <a:custGeom>
            <a:avLst/>
            <a:gdLst/>
            <a:ahLst/>
            <a:cxnLst/>
            <a:rect l="l" t="t" r="r" b="b"/>
            <a:pathLst>
              <a:path w="10160" h="18414">
                <a:moveTo>
                  <a:pt x="5516" y="0"/>
                </a:moveTo>
                <a:lnTo>
                  <a:pt x="4168" y="811"/>
                </a:lnTo>
                <a:lnTo>
                  <a:pt x="1962" y="1363"/>
                </a:lnTo>
                <a:lnTo>
                  <a:pt x="677" y="5665"/>
                </a:lnTo>
                <a:lnTo>
                  <a:pt x="488" y="9093"/>
                </a:lnTo>
                <a:lnTo>
                  <a:pt x="0" y="12427"/>
                </a:lnTo>
                <a:lnTo>
                  <a:pt x="94" y="17927"/>
                </a:lnTo>
                <a:lnTo>
                  <a:pt x="5122" y="17447"/>
                </a:lnTo>
                <a:lnTo>
                  <a:pt x="8518" y="14011"/>
                </a:lnTo>
                <a:lnTo>
                  <a:pt x="9653" y="8274"/>
                </a:lnTo>
                <a:lnTo>
                  <a:pt x="5516" y="0"/>
                </a:lnTo>
                <a:close/>
              </a:path>
            </a:pathLst>
          </a:custGeom>
          <a:solidFill>
            <a:srgbClr val="6961A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4" name="bg object 994"/>
          <p:cNvSpPr/>
          <p:nvPr/>
        </p:nvSpPr>
        <p:spPr>
          <a:xfrm>
            <a:off x="2223691" y="3713921"/>
            <a:ext cx="8890" cy="22225"/>
          </a:xfrm>
          <a:custGeom>
            <a:avLst/>
            <a:gdLst/>
            <a:ahLst/>
            <a:cxnLst/>
            <a:rect l="l" t="t" r="r" b="b"/>
            <a:pathLst>
              <a:path w="8889" h="22225">
                <a:moveTo>
                  <a:pt x="8239" y="13538"/>
                </a:moveTo>
                <a:lnTo>
                  <a:pt x="2592" y="13538"/>
                </a:lnTo>
                <a:lnTo>
                  <a:pt x="4381" y="14192"/>
                </a:lnTo>
                <a:lnTo>
                  <a:pt x="4129" y="17336"/>
                </a:lnTo>
                <a:lnTo>
                  <a:pt x="4121" y="22001"/>
                </a:lnTo>
                <a:lnTo>
                  <a:pt x="8266" y="22001"/>
                </a:lnTo>
                <a:lnTo>
                  <a:pt x="8239" y="13538"/>
                </a:lnTo>
                <a:close/>
              </a:path>
              <a:path w="8889" h="22225">
                <a:moveTo>
                  <a:pt x="0" y="8234"/>
                </a:moveTo>
                <a:lnTo>
                  <a:pt x="0" y="13743"/>
                </a:lnTo>
                <a:lnTo>
                  <a:pt x="2592" y="13538"/>
                </a:lnTo>
                <a:lnTo>
                  <a:pt x="8239" y="13538"/>
                </a:lnTo>
                <a:lnTo>
                  <a:pt x="8222" y="8424"/>
                </a:lnTo>
                <a:lnTo>
                  <a:pt x="2568" y="8424"/>
                </a:lnTo>
                <a:lnTo>
                  <a:pt x="0" y="8234"/>
                </a:lnTo>
                <a:close/>
              </a:path>
              <a:path w="8889" h="22225">
                <a:moveTo>
                  <a:pt x="8195" y="0"/>
                </a:moveTo>
                <a:lnTo>
                  <a:pt x="4121" y="0"/>
                </a:lnTo>
                <a:lnTo>
                  <a:pt x="4129" y="4649"/>
                </a:lnTo>
                <a:lnTo>
                  <a:pt x="4381" y="7793"/>
                </a:lnTo>
                <a:lnTo>
                  <a:pt x="2568" y="8424"/>
                </a:lnTo>
                <a:lnTo>
                  <a:pt x="8222" y="8424"/>
                </a:lnTo>
                <a:lnTo>
                  <a:pt x="8195" y="0"/>
                </a:lnTo>
                <a:close/>
              </a:path>
            </a:pathLst>
          </a:custGeom>
          <a:solidFill>
            <a:srgbClr val="C1B8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5" name="bg object 995"/>
          <p:cNvSpPr/>
          <p:nvPr/>
        </p:nvSpPr>
        <p:spPr>
          <a:xfrm>
            <a:off x="2227805" y="3704260"/>
            <a:ext cx="4445" cy="10160"/>
          </a:xfrm>
          <a:custGeom>
            <a:avLst/>
            <a:gdLst/>
            <a:ahLst/>
            <a:cxnLst/>
            <a:rect l="l" t="t" r="r" b="b"/>
            <a:pathLst>
              <a:path w="4444" h="10160">
                <a:moveTo>
                  <a:pt x="0" y="0"/>
                </a:moveTo>
                <a:lnTo>
                  <a:pt x="0" y="9637"/>
                </a:lnTo>
                <a:lnTo>
                  <a:pt x="4082" y="9661"/>
                </a:lnTo>
                <a:lnTo>
                  <a:pt x="4168" y="5476"/>
                </a:lnTo>
                <a:lnTo>
                  <a:pt x="4089" y="1394"/>
                </a:lnTo>
                <a:lnTo>
                  <a:pt x="0" y="0"/>
                </a:lnTo>
                <a:close/>
              </a:path>
            </a:pathLst>
          </a:custGeom>
          <a:solidFill>
            <a:srgbClr val="B8A9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6" name="bg object 996"/>
          <p:cNvSpPr/>
          <p:nvPr/>
        </p:nvSpPr>
        <p:spPr>
          <a:xfrm>
            <a:off x="2108400" y="4371698"/>
            <a:ext cx="4445" cy="13970"/>
          </a:xfrm>
          <a:custGeom>
            <a:avLst/>
            <a:gdLst/>
            <a:ahLst/>
            <a:cxnLst/>
            <a:rect l="l" t="t" r="r" b="b"/>
            <a:pathLst>
              <a:path w="4444" h="13970">
                <a:moveTo>
                  <a:pt x="15" y="0"/>
                </a:moveTo>
                <a:lnTo>
                  <a:pt x="0" y="4113"/>
                </a:lnTo>
                <a:lnTo>
                  <a:pt x="0" y="13743"/>
                </a:lnTo>
                <a:lnTo>
                  <a:pt x="4145" y="13751"/>
                </a:lnTo>
                <a:lnTo>
                  <a:pt x="4034" y="23"/>
                </a:lnTo>
                <a:lnTo>
                  <a:pt x="15" y="0"/>
                </a:lnTo>
                <a:close/>
              </a:path>
            </a:pathLst>
          </a:custGeom>
          <a:solidFill>
            <a:srgbClr val="9288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7" name="bg object 997"/>
          <p:cNvSpPr/>
          <p:nvPr/>
        </p:nvSpPr>
        <p:spPr>
          <a:xfrm>
            <a:off x="2057469" y="4196915"/>
            <a:ext cx="5715" cy="18415"/>
          </a:xfrm>
          <a:custGeom>
            <a:avLst/>
            <a:gdLst/>
            <a:ahLst/>
            <a:cxnLst/>
            <a:rect l="l" t="t" r="r" b="b"/>
            <a:pathLst>
              <a:path w="5714" h="18414">
                <a:moveTo>
                  <a:pt x="5626" y="7"/>
                </a:moveTo>
                <a:lnTo>
                  <a:pt x="149" y="0"/>
                </a:lnTo>
                <a:lnTo>
                  <a:pt x="149" y="4728"/>
                </a:lnTo>
                <a:lnTo>
                  <a:pt x="283" y="9456"/>
                </a:lnTo>
                <a:lnTo>
                  <a:pt x="0" y="17320"/>
                </a:lnTo>
                <a:lnTo>
                  <a:pt x="1591" y="18085"/>
                </a:lnTo>
                <a:lnTo>
                  <a:pt x="4247" y="17896"/>
                </a:lnTo>
                <a:lnTo>
                  <a:pt x="4310" y="13751"/>
                </a:lnTo>
                <a:lnTo>
                  <a:pt x="5595" y="8227"/>
                </a:lnTo>
                <a:lnTo>
                  <a:pt x="5626" y="7"/>
                </a:lnTo>
                <a:close/>
              </a:path>
            </a:pathLst>
          </a:custGeom>
          <a:solidFill>
            <a:srgbClr val="8C81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8" name="bg object 998"/>
          <p:cNvSpPr/>
          <p:nvPr/>
        </p:nvSpPr>
        <p:spPr>
          <a:xfrm>
            <a:off x="2061669" y="4218939"/>
            <a:ext cx="5715" cy="18415"/>
          </a:xfrm>
          <a:custGeom>
            <a:avLst/>
            <a:gdLst/>
            <a:ahLst/>
            <a:cxnLst/>
            <a:rect l="l" t="t" r="r" b="b"/>
            <a:pathLst>
              <a:path w="5714" h="18414">
                <a:moveTo>
                  <a:pt x="5539" y="0"/>
                </a:moveTo>
                <a:lnTo>
                  <a:pt x="118" y="15"/>
                </a:lnTo>
                <a:lnTo>
                  <a:pt x="0" y="4113"/>
                </a:lnTo>
                <a:lnTo>
                  <a:pt x="110" y="17856"/>
                </a:lnTo>
                <a:lnTo>
                  <a:pt x="4168" y="17872"/>
                </a:lnTo>
                <a:lnTo>
                  <a:pt x="4215" y="9637"/>
                </a:lnTo>
                <a:lnTo>
                  <a:pt x="5539" y="0"/>
                </a:lnTo>
                <a:close/>
              </a:path>
            </a:pathLst>
          </a:custGeom>
          <a:solidFill>
            <a:srgbClr val="6B62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9" name="bg object 999"/>
          <p:cNvSpPr/>
          <p:nvPr/>
        </p:nvSpPr>
        <p:spPr>
          <a:xfrm>
            <a:off x="2057248" y="4222666"/>
            <a:ext cx="5080" cy="19050"/>
          </a:xfrm>
          <a:custGeom>
            <a:avLst/>
            <a:gdLst/>
            <a:ahLst/>
            <a:cxnLst/>
            <a:rect l="l" t="t" r="r" b="b"/>
            <a:pathLst>
              <a:path w="5080" h="19050">
                <a:moveTo>
                  <a:pt x="1260" y="0"/>
                </a:moveTo>
                <a:lnTo>
                  <a:pt x="0" y="1473"/>
                </a:lnTo>
                <a:lnTo>
                  <a:pt x="362" y="4539"/>
                </a:lnTo>
                <a:lnTo>
                  <a:pt x="315" y="18258"/>
                </a:lnTo>
                <a:lnTo>
                  <a:pt x="457" y="18345"/>
                </a:lnTo>
                <a:lnTo>
                  <a:pt x="3624" y="18699"/>
                </a:lnTo>
                <a:lnTo>
                  <a:pt x="4854" y="17163"/>
                </a:lnTo>
                <a:lnTo>
                  <a:pt x="4531" y="14129"/>
                </a:lnTo>
                <a:lnTo>
                  <a:pt x="4420" y="386"/>
                </a:lnTo>
                <a:lnTo>
                  <a:pt x="1260" y="0"/>
                </a:lnTo>
                <a:close/>
              </a:path>
            </a:pathLst>
          </a:custGeom>
          <a:solidFill>
            <a:srgbClr val="8C83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0" name="bg object 1000"/>
          <p:cNvSpPr/>
          <p:nvPr/>
        </p:nvSpPr>
        <p:spPr>
          <a:xfrm>
            <a:off x="2045239" y="4173521"/>
            <a:ext cx="4445" cy="15240"/>
          </a:xfrm>
          <a:custGeom>
            <a:avLst/>
            <a:gdLst/>
            <a:ahLst/>
            <a:cxnLst/>
            <a:rect l="l" t="t" r="r" b="b"/>
            <a:pathLst>
              <a:path w="4444" h="15239">
                <a:moveTo>
                  <a:pt x="4145" y="0"/>
                </a:moveTo>
                <a:lnTo>
                  <a:pt x="47" y="15"/>
                </a:lnTo>
                <a:lnTo>
                  <a:pt x="0" y="9645"/>
                </a:lnTo>
                <a:lnTo>
                  <a:pt x="1379" y="15169"/>
                </a:lnTo>
                <a:lnTo>
                  <a:pt x="2750" y="15114"/>
                </a:lnTo>
                <a:lnTo>
                  <a:pt x="4105" y="13735"/>
                </a:lnTo>
                <a:lnTo>
                  <a:pt x="4145" y="0"/>
                </a:lnTo>
                <a:close/>
              </a:path>
            </a:pathLst>
          </a:custGeom>
          <a:solidFill>
            <a:srgbClr val="B2AA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1" name="bg object 1001"/>
          <p:cNvSpPr/>
          <p:nvPr/>
        </p:nvSpPr>
        <p:spPr>
          <a:xfrm>
            <a:off x="2049345" y="4173524"/>
            <a:ext cx="4445" cy="13970"/>
          </a:xfrm>
          <a:custGeom>
            <a:avLst/>
            <a:gdLst/>
            <a:ahLst/>
            <a:cxnLst/>
            <a:rect l="l" t="t" r="r" b="b"/>
            <a:pathLst>
              <a:path w="4444" h="13970">
                <a:moveTo>
                  <a:pt x="39" y="0"/>
                </a:moveTo>
                <a:lnTo>
                  <a:pt x="0" y="13735"/>
                </a:lnTo>
                <a:lnTo>
                  <a:pt x="4074" y="13727"/>
                </a:lnTo>
                <a:lnTo>
                  <a:pt x="4239" y="5531"/>
                </a:lnTo>
                <a:lnTo>
                  <a:pt x="4129" y="1363"/>
                </a:lnTo>
                <a:lnTo>
                  <a:pt x="39" y="0"/>
                </a:lnTo>
                <a:close/>
              </a:path>
            </a:pathLst>
          </a:custGeom>
          <a:solidFill>
            <a:srgbClr val="9D95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2" name="bg object 1002"/>
          <p:cNvSpPr/>
          <p:nvPr/>
        </p:nvSpPr>
        <p:spPr>
          <a:xfrm>
            <a:off x="2061719" y="4210666"/>
            <a:ext cx="5715" cy="8890"/>
          </a:xfrm>
          <a:custGeom>
            <a:avLst/>
            <a:gdLst/>
            <a:ahLst/>
            <a:cxnLst/>
            <a:rect l="l" t="t" r="r" b="b"/>
            <a:pathLst>
              <a:path w="5714" h="8889">
                <a:moveTo>
                  <a:pt x="5492" y="7"/>
                </a:moveTo>
                <a:lnTo>
                  <a:pt x="55" y="0"/>
                </a:lnTo>
                <a:lnTo>
                  <a:pt x="0" y="4145"/>
                </a:lnTo>
                <a:lnTo>
                  <a:pt x="70" y="8290"/>
                </a:lnTo>
                <a:lnTo>
                  <a:pt x="5492" y="8274"/>
                </a:lnTo>
                <a:lnTo>
                  <a:pt x="5492" y="7"/>
                </a:lnTo>
                <a:close/>
              </a:path>
            </a:pathLst>
          </a:custGeom>
          <a:solidFill>
            <a:srgbClr val="746B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3" name="bg object 1003"/>
          <p:cNvSpPr/>
          <p:nvPr/>
        </p:nvSpPr>
        <p:spPr>
          <a:xfrm>
            <a:off x="2057584" y="4192768"/>
            <a:ext cx="5715" cy="4445"/>
          </a:xfrm>
          <a:custGeom>
            <a:avLst/>
            <a:gdLst/>
            <a:ahLst/>
            <a:cxnLst/>
            <a:rect l="l" t="t" r="r" b="b"/>
            <a:pathLst>
              <a:path w="5714" h="4445">
                <a:moveTo>
                  <a:pt x="47" y="0"/>
                </a:moveTo>
                <a:lnTo>
                  <a:pt x="31" y="4145"/>
                </a:lnTo>
                <a:lnTo>
                  <a:pt x="5516" y="4152"/>
                </a:lnTo>
                <a:lnTo>
                  <a:pt x="5524" y="31"/>
                </a:lnTo>
                <a:lnTo>
                  <a:pt x="47" y="0"/>
                </a:lnTo>
                <a:close/>
              </a:path>
            </a:pathLst>
          </a:custGeom>
          <a:solidFill>
            <a:srgbClr val="8277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4" name="bg object 1004"/>
          <p:cNvSpPr/>
          <p:nvPr/>
        </p:nvSpPr>
        <p:spPr>
          <a:xfrm>
            <a:off x="2053393" y="4187255"/>
            <a:ext cx="5715" cy="5715"/>
          </a:xfrm>
          <a:custGeom>
            <a:avLst/>
            <a:gdLst/>
            <a:ahLst/>
            <a:cxnLst/>
            <a:rect l="l" t="t" r="r" b="b"/>
            <a:pathLst>
              <a:path w="5714" h="5714">
                <a:moveTo>
                  <a:pt x="31" y="0"/>
                </a:moveTo>
                <a:lnTo>
                  <a:pt x="0" y="2923"/>
                </a:lnTo>
                <a:lnTo>
                  <a:pt x="504" y="5445"/>
                </a:lnTo>
                <a:lnTo>
                  <a:pt x="4192" y="5587"/>
                </a:lnTo>
                <a:lnTo>
                  <a:pt x="5579" y="47"/>
                </a:lnTo>
                <a:lnTo>
                  <a:pt x="141" y="31"/>
                </a:lnTo>
                <a:close/>
              </a:path>
            </a:pathLst>
          </a:custGeom>
          <a:solidFill>
            <a:srgbClr val="7E7A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5" name="bg object 1005"/>
          <p:cNvSpPr/>
          <p:nvPr/>
        </p:nvSpPr>
        <p:spPr>
          <a:xfrm>
            <a:off x="2052061" y="4244530"/>
            <a:ext cx="10160" cy="32384"/>
          </a:xfrm>
          <a:custGeom>
            <a:avLst/>
            <a:gdLst/>
            <a:ahLst/>
            <a:cxnLst/>
            <a:rect l="l" t="t" r="r" b="b"/>
            <a:pathLst>
              <a:path w="10160" h="32385">
                <a:moveTo>
                  <a:pt x="10071" y="0"/>
                </a:moveTo>
                <a:lnTo>
                  <a:pt x="5539" y="543"/>
                </a:lnTo>
                <a:lnTo>
                  <a:pt x="126" y="646"/>
                </a:lnTo>
                <a:lnTo>
                  <a:pt x="0" y="6020"/>
                </a:lnTo>
                <a:lnTo>
                  <a:pt x="55" y="32191"/>
                </a:lnTo>
                <a:lnTo>
                  <a:pt x="4160" y="32222"/>
                </a:lnTo>
                <a:lnTo>
                  <a:pt x="4200" y="24050"/>
                </a:lnTo>
                <a:lnTo>
                  <a:pt x="4034" y="20039"/>
                </a:lnTo>
                <a:lnTo>
                  <a:pt x="4405" y="12742"/>
                </a:lnTo>
                <a:lnTo>
                  <a:pt x="5279" y="9740"/>
                </a:lnTo>
                <a:lnTo>
                  <a:pt x="9661" y="10205"/>
                </a:lnTo>
                <a:lnTo>
                  <a:pt x="9779" y="3096"/>
                </a:lnTo>
                <a:lnTo>
                  <a:pt x="10071" y="0"/>
                </a:lnTo>
                <a:close/>
              </a:path>
            </a:pathLst>
          </a:custGeom>
          <a:solidFill>
            <a:srgbClr val="695F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6" name="bg object 1006"/>
          <p:cNvSpPr/>
          <p:nvPr/>
        </p:nvSpPr>
        <p:spPr>
          <a:xfrm>
            <a:off x="2047628" y="4250216"/>
            <a:ext cx="4445" cy="13335"/>
          </a:xfrm>
          <a:custGeom>
            <a:avLst/>
            <a:gdLst/>
            <a:ahLst/>
            <a:cxnLst/>
            <a:rect l="l" t="t" r="r" b="b"/>
            <a:pathLst>
              <a:path w="4444" h="13335">
                <a:moveTo>
                  <a:pt x="1331" y="0"/>
                </a:moveTo>
                <a:lnTo>
                  <a:pt x="0" y="1410"/>
                </a:lnTo>
                <a:lnTo>
                  <a:pt x="362" y="4491"/>
                </a:lnTo>
                <a:lnTo>
                  <a:pt x="386" y="12750"/>
                </a:lnTo>
                <a:lnTo>
                  <a:pt x="4412" y="12773"/>
                </a:lnTo>
                <a:lnTo>
                  <a:pt x="4436" y="330"/>
                </a:lnTo>
                <a:lnTo>
                  <a:pt x="1331" y="0"/>
                </a:lnTo>
                <a:close/>
              </a:path>
            </a:pathLst>
          </a:custGeom>
          <a:solidFill>
            <a:srgbClr val="8A80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7" name="bg object 1007"/>
          <p:cNvSpPr/>
          <p:nvPr/>
        </p:nvSpPr>
        <p:spPr>
          <a:xfrm>
            <a:off x="2053246" y="4232484"/>
            <a:ext cx="4445" cy="8890"/>
          </a:xfrm>
          <a:custGeom>
            <a:avLst/>
            <a:gdLst/>
            <a:ahLst/>
            <a:cxnLst/>
            <a:rect l="l" t="t" r="r" b="b"/>
            <a:pathLst>
              <a:path w="4444" h="8889">
                <a:moveTo>
                  <a:pt x="1725" y="0"/>
                </a:moveTo>
                <a:lnTo>
                  <a:pt x="0" y="701"/>
                </a:lnTo>
                <a:lnTo>
                  <a:pt x="354" y="5342"/>
                </a:lnTo>
                <a:lnTo>
                  <a:pt x="260" y="6895"/>
                </a:lnTo>
                <a:lnTo>
                  <a:pt x="267" y="8439"/>
                </a:lnTo>
                <a:lnTo>
                  <a:pt x="4318" y="8439"/>
                </a:lnTo>
                <a:lnTo>
                  <a:pt x="4326" y="236"/>
                </a:lnTo>
                <a:lnTo>
                  <a:pt x="1725" y="0"/>
                </a:lnTo>
                <a:close/>
              </a:path>
            </a:pathLst>
          </a:custGeom>
          <a:solidFill>
            <a:srgbClr val="AFA8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8" name="bg object 1008"/>
          <p:cNvSpPr/>
          <p:nvPr/>
        </p:nvSpPr>
        <p:spPr>
          <a:xfrm>
            <a:off x="2052188" y="4240927"/>
            <a:ext cx="5715" cy="4445"/>
          </a:xfrm>
          <a:custGeom>
            <a:avLst/>
            <a:gdLst/>
            <a:ahLst/>
            <a:cxnLst/>
            <a:rect l="l" t="t" r="r" b="b"/>
            <a:pathLst>
              <a:path w="5714" h="4445">
                <a:moveTo>
                  <a:pt x="5374" y="0"/>
                </a:moveTo>
                <a:lnTo>
                  <a:pt x="1323" y="0"/>
                </a:lnTo>
                <a:lnTo>
                  <a:pt x="0" y="4255"/>
                </a:lnTo>
                <a:lnTo>
                  <a:pt x="5413" y="4145"/>
                </a:lnTo>
                <a:lnTo>
                  <a:pt x="5516" y="86"/>
                </a:lnTo>
                <a:lnTo>
                  <a:pt x="5374" y="0"/>
                </a:lnTo>
                <a:close/>
              </a:path>
            </a:pathLst>
          </a:custGeom>
          <a:solidFill>
            <a:srgbClr val="978A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9" name="bg object 1009"/>
          <p:cNvSpPr/>
          <p:nvPr/>
        </p:nvSpPr>
        <p:spPr>
          <a:xfrm>
            <a:off x="2216845" y="3789581"/>
            <a:ext cx="27940" cy="36195"/>
          </a:xfrm>
          <a:custGeom>
            <a:avLst/>
            <a:gdLst/>
            <a:ahLst/>
            <a:cxnLst/>
            <a:rect l="l" t="t" r="r" b="b"/>
            <a:pathLst>
              <a:path w="27939" h="36195">
                <a:moveTo>
                  <a:pt x="5468" y="0"/>
                </a:moveTo>
                <a:lnTo>
                  <a:pt x="0" y="15"/>
                </a:lnTo>
                <a:lnTo>
                  <a:pt x="0" y="17880"/>
                </a:lnTo>
                <a:lnTo>
                  <a:pt x="4089" y="17896"/>
                </a:lnTo>
                <a:lnTo>
                  <a:pt x="9149" y="16493"/>
                </a:lnTo>
                <a:lnTo>
                  <a:pt x="10394" y="21599"/>
                </a:lnTo>
                <a:lnTo>
                  <a:pt x="14996" y="24791"/>
                </a:lnTo>
                <a:lnTo>
                  <a:pt x="13010" y="27565"/>
                </a:lnTo>
                <a:lnTo>
                  <a:pt x="8447" y="26966"/>
                </a:lnTo>
                <a:lnTo>
                  <a:pt x="4105" y="26146"/>
                </a:lnTo>
                <a:lnTo>
                  <a:pt x="4089" y="31663"/>
                </a:lnTo>
                <a:lnTo>
                  <a:pt x="10039" y="31600"/>
                </a:lnTo>
                <a:lnTo>
                  <a:pt x="16871" y="31757"/>
                </a:lnTo>
                <a:lnTo>
                  <a:pt x="21253" y="30418"/>
                </a:lnTo>
                <a:lnTo>
                  <a:pt x="23585" y="35871"/>
                </a:lnTo>
                <a:lnTo>
                  <a:pt x="25122" y="35689"/>
                </a:lnTo>
                <a:lnTo>
                  <a:pt x="26075" y="35776"/>
                </a:lnTo>
                <a:lnTo>
                  <a:pt x="27423" y="27525"/>
                </a:lnTo>
                <a:lnTo>
                  <a:pt x="25871" y="27525"/>
                </a:lnTo>
                <a:lnTo>
                  <a:pt x="24287" y="27352"/>
                </a:lnTo>
                <a:lnTo>
                  <a:pt x="18266" y="28180"/>
                </a:lnTo>
                <a:lnTo>
                  <a:pt x="17360" y="25744"/>
                </a:lnTo>
                <a:lnTo>
                  <a:pt x="17833" y="22017"/>
                </a:lnTo>
                <a:lnTo>
                  <a:pt x="17888" y="18132"/>
                </a:lnTo>
                <a:lnTo>
                  <a:pt x="16643" y="13585"/>
                </a:lnTo>
                <a:lnTo>
                  <a:pt x="23049" y="12758"/>
                </a:lnTo>
                <a:lnTo>
                  <a:pt x="23120" y="10732"/>
                </a:lnTo>
                <a:lnTo>
                  <a:pt x="23309" y="9637"/>
                </a:lnTo>
                <a:lnTo>
                  <a:pt x="17841" y="9629"/>
                </a:lnTo>
                <a:lnTo>
                  <a:pt x="16477" y="8881"/>
                </a:lnTo>
                <a:lnTo>
                  <a:pt x="14972" y="8290"/>
                </a:lnTo>
                <a:lnTo>
                  <a:pt x="12923" y="6580"/>
                </a:lnTo>
                <a:lnTo>
                  <a:pt x="12474" y="5342"/>
                </a:lnTo>
                <a:lnTo>
                  <a:pt x="11844" y="4326"/>
                </a:lnTo>
                <a:lnTo>
                  <a:pt x="9487" y="7643"/>
                </a:lnTo>
                <a:lnTo>
                  <a:pt x="8305" y="9527"/>
                </a:lnTo>
                <a:lnTo>
                  <a:pt x="3837" y="7210"/>
                </a:lnTo>
                <a:lnTo>
                  <a:pt x="6099" y="3144"/>
                </a:lnTo>
                <a:lnTo>
                  <a:pt x="5468" y="0"/>
                </a:lnTo>
                <a:close/>
              </a:path>
            </a:pathLst>
          </a:custGeom>
          <a:solidFill>
            <a:srgbClr val="ACA0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0" name="bg object 1010"/>
          <p:cNvSpPr/>
          <p:nvPr/>
        </p:nvSpPr>
        <p:spPr>
          <a:xfrm>
            <a:off x="2233488" y="3798814"/>
            <a:ext cx="11430" cy="13335"/>
          </a:xfrm>
          <a:custGeom>
            <a:avLst/>
            <a:gdLst/>
            <a:ahLst/>
            <a:cxnLst/>
            <a:rect l="l" t="t" r="r" b="b"/>
            <a:pathLst>
              <a:path w="11430" h="13335">
                <a:moveTo>
                  <a:pt x="9818" y="0"/>
                </a:moveTo>
                <a:lnTo>
                  <a:pt x="6666" y="401"/>
                </a:lnTo>
                <a:lnTo>
                  <a:pt x="6477" y="1505"/>
                </a:lnTo>
                <a:lnTo>
                  <a:pt x="6406" y="3522"/>
                </a:lnTo>
                <a:lnTo>
                  <a:pt x="0" y="4349"/>
                </a:lnTo>
                <a:lnTo>
                  <a:pt x="1245" y="8896"/>
                </a:lnTo>
                <a:lnTo>
                  <a:pt x="1189" y="12781"/>
                </a:lnTo>
                <a:lnTo>
                  <a:pt x="5602" y="12608"/>
                </a:lnTo>
                <a:lnTo>
                  <a:pt x="7234" y="8179"/>
                </a:lnTo>
                <a:lnTo>
                  <a:pt x="10961" y="6335"/>
                </a:lnTo>
                <a:lnTo>
                  <a:pt x="10764" y="5208"/>
                </a:lnTo>
                <a:lnTo>
                  <a:pt x="10796" y="4531"/>
                </a:lnTo>
                <a:lnTo>
                  <a:pt x="11182" y="1386"/>
                </a:lnTo>
                <a:lnTo>
                  <a:pt x="9818" y="0"/>
                </a:lnTo>
                <a:close/>
              </a:path>
            </a:pathLst>
          </a:custGeom>
          <a:solidFill>
            <a:srgbClr val="998D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1" name="bg object 1011"/>
          <p:cNvSpPr/>
          <p:nvPr/>
        </p:nvSpPr>
        <p:spPr>
          <a:xfrm>
            <a:off x="2220938" y="3819997"/>
            <a:ext cx="22225" cy="19685"/>
          </a:xfrm>
          <a:custGeom>
            <a:avLst/>
            <a:gdLst/>
            <a:ahLst/>
            <a:cxnLst/>
            <a:rect l="l" t="t" r="r" b="b"/>
            <a:pathLst>
              <a:path w="22225" h="19685">
                <a:moveTo>
                  <a:pt x="17163" y="0"/>
                </a:moveTo>
                <a:lnTo>
                  <a:pt x="12781" y="1339"/>
                </a:lnTo>
                <a:lnTo>
                  <a:pt x="5949" y="1189"/>
                </a:lnTo>
                <a:lnTo>
                  <a:pt x="2970" y="1245"/>
                </a:lnTo>
                <a:lnTo>
                  <a:pt x="0" y="1245"/>
                </a:lnTo>
                <a:lnTo>
                  <a:pt x="15" y="5374"/>
                </a:lnTo>
                <a:lnTo>
                  <a:pt x="4129" y="9503"/>
                </a:lnTo>
                <a:lnTo>
                  <a:pt x="6777" y="9527"/>
                </a:lnTo>
                <a:lnTo>
                  <a:pt x="9527" y="8928"/>
                </a:lnTo>
                <a:lnTo>
                  <a:pt x="10047" y="15516"/>
                </a:lnTo>
                <a:lnTo>
                  <a:pt x="15027" y="15382"/>
                </a:lnTo>
                <a:lnTo>
                  <a:pt x="13743" y="19133"/>
                </a:lnTo>
                <a:lnTo>
                  <a:pt x="21970" y="15004"/>
                </a:lnTo>
                <a:lnTo>
                  <a:pt x="21930" y="5366"/>
                </a:lnTo>
                <a:lnTo>
                  <a:pt x="21032" y="5271"/>
                </a:lnTo>
                <a:lnTo>
                  <a:pt x="19488" y="5461"/>
                </a:lnTo>
                <a:lnTo>
                  <a:pt x="17163" y="0"/>
                </a:lnTo>
                <a:close/>
              </a:path>
            </a:pathLst>
          </a:custGeom>
          <a:solidFill>
            <a:srgbClr val="AFA7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2" name="bg object 1012"/>
          <p:cNvSpPr/>
          <p:nvPr/>
        </p:nvSpPr>
        <p:spPr>
          <a:xfrm>
            <a:off x="2234681" y="3834995"/>
            <a:ext cx="13970" cy="18415"/>
          </a:xfrm>
          <a:custGeom>
            <a:avLst/>
            <a:gdLst/>
            <a:ahLst/>
            <a:cxnLst/>
            <a:rect l="l" t="t" r="r" b="b"/>
            <a:pathLst>
              <a:path w="13969" h="18414">
                <a:moveTo>
                  <a:pt x="13711" y="0"/>
                </a:moveTo>
                <a:lnTo>
                  <a:pt x="8227" y="0"/>
                </a:lnTo>
                <a:lnTo>
                  <a:pt x="0" y="4137"/>
                </a:lnTo>
                <a:lnTo>
                  <a:pt x="0" y="8242"/>
                </a:lnTo>
                <a:lnTo>
                  <a:pt x="4152" y="7746"/>
                </a:lnTo>
                <a:lnTo>
                  <a:pt x="4365" y="10457"/>
                </a:lnTo>
                <a:lnTo>
                  <a:pt x="3798" y="16540"/>
                </a:lnTo>
                <a:lnTo>
                  <a:pt x="4791" y="18313"/>
                </a:lnTo>
                <a:lnTo>
                  <a:pt x="8227" y="17896"/>
                </a:lnTo>
                <a:lnTo>
                  <a:pt x="8227" y="15886"/>
                </a:lnTo>
                <a:lnTo>
                  <a:pt x="8345" y="13877"/>
                </a:lnTo>
                <a:lnTo>
                  <a:pt x="7974" y="8747"/>
                </a:lnTo>
                <a:lnTo>
                  <a:pt x="9716" y="8053"/>
                </a:lnTo>
                <a:lnTo>
                  <a:pt x="12324" y="8250"/>
                </a:lnTo>
                <a:lnTo>
                  <a:pt x="13711" y="0"/>
                </a:lnTo>
                <a:close/>
              </a:path>
            </a:pathLst>
          </a:custGeom>
          <a:solidFill>
            <a:srgbClr val="ACA0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3" name="bg object 1013"/>
          <p:cNvSpPr/>
          <p:nvPr/>
        </p:nvSpPr>
        <p:spPr>
          <a:xfrm>
            <a:off x="2060316" y="4269833"/>
            <a:ext cx="10795" cy="25400"/>
          </a:xfrm>
          <a:custGeom>
            <a:avLst/>
            <a:gdLst/>
            <a:ahLst/>
            <a:cxnLst/>
            <a:rect l="l" t="t" r="r" b="b"/>
            <a:pathLst>
              <a:path w="10794" h="25400">
                <a:moveTo>
                  <a:pt x="4152" y="0"/>
                </a:moveTo>
                <a:lnTo>
                  <a:pt x="2773" y="15"/>
                </a:lnTo>
                <a:lnTo>
                  <a:pt x="1520" y="2821"/>
                </a:lnTo>
                <a:lnTo>
                  <a:pt x="0" y="10977"/>
                </a:lnTo>
                <a:lnTo>
                  <a:pt x="47" y="20662"/>
                </a:lnTo>
                <a:lnTo>
                  <a:pt x="3191" y="20260"/>
                </a:lnTo>
                <a:lnTo>
                  <a:pt x="4539" y="21670"/>
                </a:lnTo>
                <a:lnTo>
                  <a:pt x="4168" y="24799"/>
                </a:lnTo>
                <a:lnTo>
                  <a:pt x="7076" y="24846"/>
                </a:lnTo>
                <a:lnTo>
                  <a:pt x="10268" y="25264"/>
                </a:lnTo>
                <a:lnTo>
                  <a:pt x="9606" y="20622"/>
                </a:lnTo>
                <a:lnTo>
                  <a:pt x="6981" y="20882"/>
                </a:lnTo>
                <a:lnTo>
                  <a:pt x="5279" y="20149"/>
                </a:lnTo>
                <a:lnTo>
                  <a:pt x="5634" y="15508"/>
                </a:lnTo>
                <a:lnTo>
                  <a:pt x="5539" y="13956"/>
                </a:lnTo>
                <a:lnTo>
                  <a:pt x="5531" y="2765"/>
                </a:lnTo>
                <a:lnTo>
                  <a:pt x="4152" y="0"/>
                </a:lnTo>
                <a:close/>
              </a:path>
            </a:pathLst>
          </a:custGeom>
          <a:solidFill>
            <a:srgbClr val="897F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4" name="bg object 1014"/>
          <p:cNvSpPr/>
          <p:nvPr/>
        </p:nvSpPr>
        <p:spPr>
          <a:xfrm>
            <a:off x="2047994" y="4285058"/>
            <a:ext cx="4445" cy="5715"/>
          </a:xfrm>
          <a:custGeom>
            <a:avLst/>
            <a:gdLst/>
            <a:ahLst/>
            <a:cxnLst/>
            <a:rect l="l" t="t" r="r" b="b"/>
            <a:pathLst>
              <a:path w="4444" h="5714">
                <a:moveTo>
                  <a:pt x="110" y="0"/>
                </a:moveTo>
                <a:lnTo>
                  <a:pt x="0" y="5429"/>
                </a:lnTo>
                <a:lnTo>
                  <a:pt x="1363" y="5437"/>
                </a:lnTo>
                <a:lnTo>
                  <a:pt x="2718" y="5461"/>
                </a:lnTo>
                <a:lnTo>
                  <a:pt x="4074" y="5468"/>
                </a:lnTo>
                <a:lnTo>
                  <a:pt x="4105" y="1316"/>
                </a:lnTo>
                <a:lnTo>
                  <a:pt x="110" y="0"/>
                </a:lnTo>
                <a:close/>
              </a:path>
            </a:pathLst>
          </a:custGeom>
          <a:solidFill>
            <a:srgbClr val="5D52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5" name="bg object 1015"/>
          <p:cNvSpPr/>
          <p:nvPr/>
        </p:nvSpPr>
        <p:spPr>
          <a:xfrm>
            <a:off x="2134481" y="4399192"/>
            <a:ext cx="8890" cy="8890"/>
          </a:xfrm>
          <a:custGeom>
            <a:avLst/>
            <a:gdLst/>
            <a:ahLst/>
            <a:cxnLst/>
            <a:rect l="l" t="t" r="r" b="b"/>
            <a:pathLst>
              <a:path w="8889" h="8889">
                <a:moveTo>
                  <a:pt x="8274" y="0"/>
                </a:moveTo>
                <a:lnTo>
                  <a:pt x="0" y="23"/>
                </a:lnTo>
                <a:lnTo>
                  <a:pt x="0" y="8266"/>
                </a:lnTo>
                <a:lnTo>
                  <a:pt x="4129" y="8290"/>
                </a:lnTo>
                <a:lnTo>
                  <a:pt x="6808" y="5484"/>
                </a:lnTo>
                <a:lnTo>
                  <a:pt x="8274" y="0"/>
                </a:lnTo>
                <a:close/>
              </a:path>
            </a:pathLst>
          </a:custGeom>
          <a:solidFill>
            <a:srgbClr val="A39B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6" name="bg object 1016"/>
          <p:cNvSpPr/>
          <p:nvPr/>
        </p:nvSpPr>
        <p:spPr>
          <a:xfrm>
            <a:off x="2130357" y="4393706"/>
            <a:ext cx="4445" cy="5715"/>
          </a:xfrm>
          <a:custGeom>
            <a:avLst/>
            <a:gdLst/>
            <a:ahLst/>
            <a:cxnLst/>
            <a:rect l="l" t="t" r="r" b="b"/>
            <a:pathLst>
              <a:path w="4444" h="5714">
                <a:moveTo>
                  <a:pt x="0" y="0"/>
                </a:moveTo>
                <a:lnTo>
                  <a:pt x="15" y="5516"/>
                </a:lnTo>
                <a:lnTo>
                  <a:pt x="4129" y="5524"/>
                </a:lnTo>
                <a:lnTo>
                  <a:pt x="4137" y="1402"/>
                </a:lnTo>
                <a:lnTo>
                  <a:pt x="0" y="0"/>
                </a:lnTo>
                <a:close/>
              </a:path>
            </a:pathLst>
          </a:custGeom>
          <a:solidFill>
            <a:srgbClr val="837C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7" name="bg object 1017"/>
          <p:cNvSpPr/>
          <p:nvPr/>
        </p:nvSpPr>
        <p:spPr>
          <a:xfrm>
            <a:off x="2120732" y="4385456"/>
            <a:ext cx="10160" cy="8255"/>
          </a:xfrm>
          <a:custGeom>
            <a:avLst/>
            <a:gdLst/>
            <a:ahLst/>
            <a:cxnLst/>
            <a:rect l="l" t="t" r="r" b="b"/>
            <a:pathLst>
              <a:path w="10160" h="8254">
                <a:moveTo>
                  <a:pt x="9629" y="0"/>
                </a:moveTo>
                <a:lnTo>
                  <a:pt x="5531" y="0"/>
                </a:lnTo>
                <a:lnTo>
                  <a:pt x="4483" y="2427"/>
                </a:lnTo>
                <a:lnTo>
                  <a:pt x="3380" y="4767"/>
                </a:lnTo>
                <a:lnTo>
                  <a:pt x="39" y="4105"/>
                </a:lnTo>
                <a:lnTo>
                  <a:pt x="31" y="8242"/>
                </a:lnTo>
                <a:lnTo>
                  <a:pt x="9629" y="8250"/>
                </a:lnTo>
                <a:lnTo>
                  <a:pt x="9629" y="0"/>
                </a:lnTo>
                <a:close/>
              </a:path>
            </a:pathLst>
          </a:custGeom>
          <a:solidFill>
            <a:srgbClr val="6B61A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8" name="bg object 1018"/>
          <p:cNvSpPr/>
          <p:nvPr/>
        </p:nvSpPr>
        <p:spPr>
          <a:xfrm>
            <a:off x="2112438" y="4367461"/>
            <a:ext cx="13970" cy="22225"/>
          </a:xfrm>
          <a:custGeom>
            <a:avLst/>
            <a:gdLst/>
            <a:ahLst/>
            <a:cxnLst/>
            <a:rect l="l" t="t" r="r" b="b"/>
            <a:pathLst>
              <a:path w="13969" h="22225">
                <a:moveTo>
                  <a:pt x="2529" y="0"/>
                </a:moveTo>
                <a:lnTo>
                  <a:pt x="1008" y="197"/>
                </a:lnTo>
                <a:lnTo>
                  <a:pt x="110" y="118"/>
                </a:lnTo>
                <a:lnTo>
                  <a:pt x="0" y="4255"/>
                </a:lnTo>
                <a:lnTo>
                  <a:pt x="110" y="17990"/>
                </a:lnTo>
                <a:lnTo>
                  <a:pt x="8297" y="22127"/>
                </a:lnTo>
                <a:lnTo>
                  <a:pt x="8337" y="13869"/>
                </a:lnTo>
                <a:lnTo>
                  <a:pt x="8305" y="11119"/>
                </a:lnTo>
                <a:lnTo>
                  <a:pt x="7793" y="8219"/>
                </a:lnTo>
                <a:lnTo>
                  <a:pt x="12710" y="7982"/>
                </a:lnTo>
                <a:lnTo>
                  <a:pt x="13215" y="5531"/>
                </a:lnTo>
                <a:lnTo>
                  <a:pt x="13774" y="4200"/>
                </a:lnTo>
                <a:lnTo>
                  <a:pt x="9716" y="4097"/>
                </a:lnTo>
                <a:lnTo>
                  <a:pt x="5137" y="5595"/>
                </a:lnTo>
                <a:lnTo>
                  <a:pt x="2529" y="0"/>
                </a:lnTo>
                <a:close/>
              </a:path>
            </a:pathLst>
          </a:custGeom>
          <a:solidFill>
            <a:srgbClr val="6E66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9" name="bg object 1019"/>
          <p:cNvSpPr/>
          <p:nvPr/>
        </p:nvSpPr>
        <p:spPr>
          <a:xfrm>
            <a:off x="2028835" y="4057691"/>
            <a:ext cx="23495" cy="24130"/>
          </a:xfrm>
          <a:custGeom>
            <a:avLst/>
            <a:gdLst/>
            <a:ahLst/>
            <a:cxnLst/>
            <a:rect l="l" t="t" r="r" b="b"/>
            <a:pathLst>
              <a:path w="23494" h="24129">
                <a:moveTo>
                  <a:pt x="23273" y="18140"/>
                </a:moveTo>
                <a:lnTo>
                  <a:pt x="4206" y="18140"/>
                </a:lnTo>
                <a:lnTo>
                  <a:pt x="6320" y="23719"/>
                </a:lnTo>
                <a:lnTo>
                  <a:pt x="10338" y="21938"/>
                </a:lnTo>
                <a:lnTo>
                  <a:pt x="21252" y="21938"/>
                </a:lnTo>
                <a:lnTo>
                  <a:pt x="23262" y="21749"/>
                </a:lnTo>
                <a:lnTo>
                  <a:pt x="23273" y="18140"/>
                </a:lnTo>
                <a:close/>
              </a:path>
              <a:path w="23494" h="24129">
                <a:moveTo>
                  <a:pt x="21252" y="21938"/>
                </a:moveTo>
                <a:lnTo>
                  <a:pt x="10338" y="21938"/>
                </a:lnTo>
                <a:lnTo>
                  <a:pt x="13763" y="22261"/>
                </a:lnTo>
                <a:lnTo>
                  <a:pt x="17817" y="22261"/>
                </a:lnTo>
                <a:lnTo>
                  <a:pt x="21252" y="21938"/>
                </a:lnTo>
                <a:close/>
              </a:path>
              <a:path w="23494" h="24129">
                <a:moveTo>
                  <a:pt x="1653" y="14026"/>
                </a:moveTo>
                <a:lnTo>
                  <a:pt x="0" y="14026"/>
                </a:lnTo>
                <a:lnTo>
                  <a:pt x="0" y="18140"/>
                </a:lnTo>
                <a:lnTo>
                  <a:pt x="1544" y="18337"/>
                </a:lnTo>
                <a:lnTo>
                  <a:pt x="4003" y="18140"/>
                </a:lnTo>
                <a:lnTo>
                  <a:pt x="23273" y="18140"/>
                </a:lnTo>
                <a:lnTo>
                  <a:pt x="23284" y="14594"/>
                </a:lnTo>
                <a:lnTo>
                  <a:pt x="5894" y="14594"/>
                </a:lnTo>
                <a:lnTo>
                  <a:pt x="1653" y="14026"/>
                </a:lnTo>
                <a:close/>
              </a:path>
              <a:path w="23494" h="24129">
                <a:moveTo>
                  <a:pt x="5453" y="8494"/>
                </a:moveTo>
                <a:lnTo>
                  <a:pt x="5547" y="11450"/>
                </a:lnTo>
                <a:lnTo>
                  <a:pt x="5831" y="14026"/>
                </a:lnTo>
                <a:lnTo>
                  <a:pt x="5894" y="14594"/>
                </a:lnTo>
                <a:lnTo>
                  <a:pt x="13583" y="14594"/>
                </a:lnTo>
                <a:lnTo>
                  <a:pt x="13767" y="11450"/>
                </a:lnTo>
                <a:lnTo>
                  <a:pt x="13846" y="10094"/>
                </a:lnTo>
                <a:lnTo>
                  <a:pt x="9795" y="10094"/>
                </a:lnTo>
                <a:lnTo>
                  <a:pt x="5453" y="8494"/>
                </a:lnTo>
                <a:close/>
              </a:path>
              <a:path w="23494" h="24129">
                <a:moveTo>
                  <a:pt x="23286" y="14026"/>
                </a:moveTo>
                <a:lnTo>
                  <a:pt x="15882" y="14026"/>
                </a:lnTo>
                <a:lnTo>
                  <a:pt x="13414" y="14594"/>
                </a:lnTo>
                <a:lnTo>
                  <a:pt x="23284" y="14594"/>
                </a:lnTo>
                <a:lnTo>
                  <a:pt x="23286" y="14026"/>
                </a:lnTo>
                <a:close/>
              </a:path>
              <a:path w="23494" h="24129">
                <a:moveTo>
                  <a:pt x="10015" y="0"/>
                </a:moveTo>
                <a:lnTo>
                  <a:pt x="9475" y="1560"/>
                </a:lnTo>
                <a:lnTo>
                  <a:pt x="9393" y="1796"/>
                </a:lnTo>
                <a:lnTo>
                  <a:pt x="9535" y="4003"/>
                </a:lnTo>
                <a:lnTo>
                  <a:pt x="9625" y="4917"/>
                </a:lnTo>
                <a:lnTo>
                  <a:pt x="9929" y="7478"/>
                </a:lnTo>
                <a:lnTo>
                  <a:pt x="9877" y="8494"/>
                </a:lnTo>
                <a:lnTo>
                  <a:pt x="9795" y="10094"/>
                </a:lnTo>
                <a:lnTo>
                  <a:pt x="13846" y="10094"/>
                </a:lnTo>
                <a:lnTo>
                  <a:pt x="13939" y="8494"/>
                </a:lnTo>
                <a:lnTo>
                  <a:pt x="12041" y="4917"/>
                </a:lnTo>
                <a:lnTo>
                  <a:pt x="17817" y="4003"/>
                </a:lnTo>
                <a:lnTo>
                  <a:pt x="18329" y="1796"/>
                </a:lnTo>
                <a:lnTo>
                  <a:pt x="18384" y="1560"/>
                </a:lnTo>
                <a:lnTo>
                  <a:pt x="19021" y="362"/>
                </a:lnTo>
                <a:lnTo>
                  <a:pt x="15130" y="362"/>
                </a:lnTo>
                <a:lnTo>
                  <a:pt x="10015" y="0"/>
                </a:lnTo>
                <a:close/>
              </a:path>
              <a:path w="23494" h="24129">
                <a:moveTo>
                  <a:pt x="19105" y="204"/>
                </a:moveTo>
                <a:lnTo>
                  <a:pt x="17123" y="204"/>
                </a:lnTo>
                <a:lnTo>
                  <a:pt x="15130" y="362"/>
                </a:lnTo>
                <a:lnTo>
                  <a:pt x="19021" y="362"/>
                </a:lnTo>
                <a:lnTo>
                  <a:pt x="19105" y="204"/>
                </a:lnTo>
                <a:close/>
              </a:path>
            </a:pathLst>
          </a:custGeom>
          <a:solidFill>
            <a:srgbClr val="B1A6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0" name="bg object 1020"/>
          <p:cNvSpPr/>
          <p:nvPr/>
        </p:nvSpPr>
        <p:spPr>
          <a:xfrm>
            <a:off x="2042508" y="4089582"/>
            <a:ext cx="8255" cy="22225"/>
          </a:xfrm>
          <a:custGeom>
            <a:avLst/>
            <a:gdLst/>
            <a:ahLst/>
            <a:cxnLst/>
            <a:rect l="l" t="t" r="r" b="b"/>
            <a:pathLst>
              <a:path w="8255" h="22225">
                <a:moveTo>
                  <a:pt x="4129" y="0"/>
                </a:moveTo>
                <a:lnTo>
                  <a:pt x="23" y="0"/>
                </a:lnTo>
                <a:lnTo>
                  <a:pt x="0" y="21993"/>
                </a:lnTo>
                <a:lnTo>
                  <a:pt x="8250" y="22009"/>
                </a:lnTo>
                <a:lnTo>
                  <a:pt x="8234" y="17872"/>
                </a:lnTo>
                <a:lnTo>
                  <a:pt x="5571" y="18093"/>
                </a:lnTo>
                <a:lnTo>
                  <a:pt x="3979" y="17320"/>
                </a:lnTo>
                <a:lnTo>
                  <a:pt x="4255" y="9456"/>
                </a:lnTo>
                <a:lnTo>
                  <a:pt x="4129" y="4728"/>
                </a:lnTo>
                <a:lnTo>
                  <a:pt x="4129" y="0"/>
                </a:lnTo>
                <a:close/>
              </a:path>
            </a:pathLst>
          </a:custGeom>
          <a:solidFill>
            <a:srgbClr val="9D94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1" name="bg object 1021"/>
          <p:cNvSpPr/>
          <p:nvPr/>
        </p:nvSpPr>
        <p:spPr>
          <a:xfrm>
            <a:off x="2042514" y="4079949"/>
            <a:ext cx="4445" cy="10160"/>
          </a:xfrm>
          <a:custGeom>
            <a:avLst/>
            <a:gdLst/>
            <a:ahLst/>
            <a:cxnLst/>
            <a:rect l="l" t="t" r="r" b="b"/>
            <a:pathLst>
              <a:path w="4444" h="10160">
                <a:moveTo>
                  <a:pt x="4137" y="0"/>
                </a:moveTo>
                <a:lnTo>
                  <a:pt x="0" y="0"/>
                </a:lnTo>
                <a:lnTo>
                  <a:pt x="15" y="9637"/>
                </a:lnTo>
                <a:lnTo>
                  <a:pt x="4113" y="9637"/>
                </a:lnTo>
                <a:lnTo>
                  <a:pt x="4137" y="0"/>
                </a:lnTo>
                <a:close/>
              </a:path>
            </a:pathLst>
          </a:custGeom>
          <a:solidFill>
            <a:srgbClr val="A6A0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2" name="bg object 1022"/>
          <p:cNvSpPr/>
          <p:nvPr/>
        </p:nvSpPr>
        <p:spPr>
          <a:xfrm>
            <a:off x="2030139" y="4066188"/>
            <a:ext cx="5080" cy="6350"/>
          </a:xfrm>
          <a:custGeom>
            <a:avLst/>
            <a:gdLst/>
            <a:ahLst/>
            <a:cxnLst/>
            <a:rect l="l" t="t" r="r" b="b"/>
            <a:pathLst>
              <a:path w="5080" h="6350">
                <a:moveTo>
                  <a:pt x="4145" y="0"/>
                </a:moveTo>
                <a:lnTo>
                  <a:pt x="55" y="7"/>
                </a:lnTo>
                <a:lnTo>
                  <a:pt x="0" y="5484"/>
                </a:lnTo>
                <a:lnTo>
                  <a:pt x="4594" y="6099"/>
                </a:lnTo>
                <a:lnTo>
                  <a:pt x="4239" y="2947"/>
                </a:lnTo>
                <a:lnTo>
                  <a:pt x="4145" y="0"/>
                </a:lnTo>
                <a:close/>
              </a:path>
            </a:pathLst>
          </a:custGeom>
          <a:solidFill>
            <a:srgbClr val="A89A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3" name="bg object 1023"/>
          <p:cNvSpPr/>
          <p:nvPr/>
        </p:nvSpPr>
        <p:spPr>
          <a:xfrm>
            <a:off x="2034288" y="4043439"/>
            <a:ext cx="13970" cy="19050"/>
          </a:xfrm>
          <a:custGeom>
            <a:avLst/>
            <a:gdLst/>
            <a:ahLst/>
            <a:cxnLst/>
            <a:rect l="l" t="t" r="r" b="b"/>
            <a:pathLst>
              <a:path w="13969" h="19050">
                <a:moveTo>
                  <a:pt x="4334" y="0"/>
                </a:moveTo>
                <a:lnTo>
                  <a:pt x="3632" y="7415"/>
                </a:lnTo>
                <a:lnTo>
                  <a:pt x="1442" y="5169"/>
                </a:lnTo>
                <a:lnTo>
                  <a:pt x="15" y="4854"/>
                </a:lnTo>
                <a:lnTo>
                  <a:pt x="0" y="18613"/>
                </a:lnTo>
                <a:lnTo>
                  <a:pt x="4105" y="18613"/>
                </a:lnTo>
                <a:lnTo>
                  <a:pt x="3940" y="16044"/>
                </a:lnTo>
                <a:lnTo>
                  <a:pt x="4562" y="14255"/>
                </a:lnTo>
                <a:lnTo>
                  <a:pt x="9677" y="14610"/>
                </a:lnTo>
                <a:lnTo>
                  <a:pt x="11670" y="14460"/>
                </a:lnTo>
                <a:lnTo>
                  <a:pt x="13664" y="14436"/>
                </a:lnTo>
                <a:lnTo>
                  <a:pt x="13625" y="6296"/>
                </a:lnTo>
                <a:lnTo>
                  <a:pt x="9117" y="6737"/>
                </a:lnTo>
                <a:lnTo>
                  <a:pt x="9503" y="3624"/>
                </a:lnTo>
                <a:lnTo>
                  <a:pt x="9613" y="724"/>
                </a:lnTo>
                <a:lnTo>
                  <a:pt x="7084" y="827"/>
                </a:lnTo>
                <a:lnTo>
                  <a:pt x="4334" y="0"/>
                </a:lnTo>
                <a:close/>
              </a:path>
            </a:pathLst>
          </a:custGeom>
          <a:solidFill>
            <a:srgbClr val="9388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4" name="bg object 1024"/>
          <p:cNvSpPr/>
          <p:nvPr/>
        </p:nvSpPr>
        <p:spPr>
          <a:xfrm>
            <a:off x="2034284" y="4062050"/>
            <a:ext cx="5080" cy="6350"/>
          </a:xfrm>
          <a:custGeom>
            <a:avLst/>
            <a:gdLst/>
            <a:ahLst/>
            <a:cxnLst/>
            <a:rect l="l" t="t" r="r" b="b"/>
            <a:pathLst>
              <a:path w="5080" h="6350">
                <a:moveTo>
                  <a:pt x="4105" y="0"/>
                </a:moveTo>
                <a:lnTo>
                  <a:pt x="0" y="0"/>
                </a:lnTo>
                <a:lnTo>
                  <a:pt x="0" y="4137"/>
                </a:lnTo>
                <a:lnTo>
                  <a:pt x="4349" y="5736"/>
                </a:lnTo>
                <a:lnTo>
                  <a:pt x="4476" y="3120"/>
                </a:lnTo>
                <a:lnTo>
                  <a:pt x="4105" y="0"/>
                </a:lnTo>
                <a:close/>
              </a:path>
            </a:pathLst>
          </a:custGeom>
          <a:solidFill>
            <a:srgbClr val="A19A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5" name="bg object 1025"/>
          <p:cNvSpPr/>
          <p:nvPr/>
        </p:nvSpPr>
        <p:spPr>
          <a:xfrm>
            <a:off x="2056245" y="3870776"/>
            <a:ext cx="22225" cy="28575"/>
          </a:xfrm>
          <a:custGeom>
            <a:avLst/>
            <a:gdLst/>
            <a:ahLst/>
            <a:cxnLst/>
            <a:rect l="l" t="t" r="r" b="b"/>
            <a:pathLst>
              <a:path w="22225" h="28575">
                <a:moveTo>
                  <a:pt x="12370" y="27541"/>
                </a:moveTo>
                <a:lnTo>
                  <a:pt x="11355" y="27541"/>
                </a:lnTo>
                <a:lnTo>
                  <a:pt x="12372" y="27990"/>
                </a:lnTo>
                <a:lnTo>
                  <a:pt x="12370" y="27541"/>
                </a:lnTo>
                <a:close/>
              </a:path>
              <a:path w="22225" h="28575">
                <a:moveTo>
                  <a:pt x="12341" y="0"/>
                </a:moveTo>
                <a:lnTo>
                  <a:pt x="0" y="0"/>
                </a:lnTo>
                <a:lnTo>
                  <a:pt x="0" y="4373"/>
                </a:lnTo>
                <a:lnTo>
                  <a:pt x="8219" y="4373"/>
                </a:lnTo>
                <a:lnTo>
                  <a:pt x="8250" y="13822"/>
                </a:lnTo>
                <a:lnTo>
                  <a:pt x="12482" y="13822"/>
                </a:lnTo>
                <a:lnTo>
                  <a:pt x="12370" y="27541"/>
                </a:lnTo>
                <a:lnTo>
                  <a:pt x="20571" y="27541"/>
                </a:lnTo>
                <a:lnTo>
                  <a:pt x="21854" y="18479"/>
                </a:lnTo>
                <a:lnTo>
                  <a:pt x="17904" y="18479"/>
                </a:lnTo>
                <a:lnTo>
                  <a:pt x="16067" y="17076"/>
                </a:lnTo>
                <a:lnTo>
                  <a:pt x="16572" y="9653"/>
                </a:lnTo>
                <a:lnTo>
                  <a:pt x="18597" y="5453"/>
                </a:lnTo>
                <a:lnTo>
                  <a:pt x="12529" y="4373"/>
                </a:lnTo>
                <a:lnTo>
                  <a:pt x="12553" y="1544"/>
                </a:lnTo>
                <a:lnTo>
                  <a:pt x="12341" y="0"/>
                </a:lnTo>
                <a:close/>
              </a:path>
              <a:path w="22225" h="28575">
                <a:moveTo>
                  <a:pt x="21938" y="17880"/>
                </a:moveTo>
                <a:lnTo>
                  <a:pt x="17904" y="18479"/>
                </a:lnTo>
                <a:lnTo>
                  <a:pt x="21854" y="18479"/>
                </a:lnTo>
                <a:lnTo>
                  <a:pt x="21938" y="17880"/>
                </a:lnTo>
                <a:close/>
              </a:path>
            </a:pathLst>
          </a:custGeom>
          <a:solidFill>
            <a:srgbClr val="B6AC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6" name="bg object 1026"/>
          <p:cNvSpPr/>
          <p:nvPr/>
        </p:nvSpPr>
        <p:spPr>
          <a:xfrm>
            <a:off x="2082320" y="3840502"/>
            <a:ext cx="10160" cy="32384"/>
          </a:xfrm>
          <a:custGeom>
            <a:avLst/>
            <a:gdLst/>
            <a:ahLst/>
            <a:cxnLst/>
            <a:rect l="l" t="t" r="r" b="b"/>
            <a:pathLst>
              <a:path w="10160" h="32385">
                <a:moveTo>
                  <a:pt x="5484" y="0"/>
                </a:moveTo>
                <a:lnTo>
                  <a:pt x="1379" y="0"/>
                </a:lnTo>
                <a:lnTo>
                  <a:pt x="0" y="4129"/>
                </a:lnTo>
                <a:lnTo>
                  <a:pt x="31" y="17911"/>
                </a:lnTo>
                <a:lnTo>
                  <a:pt x="2702" y="17667"/>
                </a:lnTo>
                <a:lnTo>
                  <a:pt x="4302" y="18463"/>
                </a:lnTo>
                <a:lnTo>
                  <a:pt x="3987" y="24933"/>
                </a:lnTo>
                <a:lnTo>
                  <a:pt x="4129" y="28306"/>
                </a:lnTo>
                <a:lnTo>
                  <a:pt x="4137" y="31670"/>
                </a:lnTo>
                <a:lnTo>
                  <a:pt x="7919" y="32128"/>
                </a:lnTo>
                <a:lnTo>
                  <a:pt x="10157" y="31095"/>
                </a:lnTo>
                <a:lnTo>
                  <a:pt x="9346" y="23743"/>
                </a:lnTo>
                <a:lnTo>
                  <a:pt x="9613" y="20804"/>
                </a:lnTo>
                <a:lnTo>
                  <a:pt x="9613" y="17888"/>
                </a:lnTo>
                <a:lnTo>
                  <a:pt x="6974" y="18085"/>
                </a:lnTo>
                <a:lnTo>
                  <a:pt x="5342" y="17352"/>
                </a:lnTo>
                <a:lnTo>
                  <a:pt x="5618" y="9464"/>
                </a:lnTo>
                <a:lnTo>
                  <a:pt x="5492" y="4728"/>
                </a:lnTo>
                <a:lnTo>
                  <a:pt x="5484" y="0"/>
                </a:lnTo>
                <a:close/>
              </a:path>
            </a:pathLst>
          </a:custGeom>
          <a:solidFill>
            <a:srgbClr val="C6BC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7" name="bg object 1027"/>
          <p:cNvSpPr/>
          <p:nvPr/>
        </p:nvSpPr>
        <p:spPr>
          <a:xfrm>
            <a:off x="2074083" y="3819855"/>
            <a:ext cx="10160" cy="20955"/>
          </a:xfrm>
          <a:custGeom>
            <a:avLst/>
            <a:gdLst/>
            <a:ahLst/>
            <a:cxnLst/>
            <a:rect l="l" t="t" r="r" b="b"/>
            <a:pathLst>
              <a:path w="10160" h="20954">
                <a:moveTo>
                  <a:pt x="7" y="0"/>
                </a:moveTo>
                <a:lnTo>
                  <a:pt x="0" y="11016"/>
                </a:lnTo>
                <a:lnTo>
                  <a:pt x="7" y="20654"/>
                </a:lnTo>
                <a:lnTo>
                  <a:pt x="1323" y="20157"/>
                </a:lnTo>
                <a:lnTo>
                  <a:pt x="3561" y="19945"/>
                </a:lnTo>
                <a:lnTo>
                  <a:pt x="4783" y="15658"/>
                </a:lnTo>
                <a:lnTo>
                  <a:pt x="7407" y="16745"/>
                </a:lnTo>
                <a:lnTo>
                  <a:pt x="9606" y="16517"/>
                </a:lnTo>
                <a:lnTo>
                  <a:pt x="9613" y="6887"/>
                </a:lnTo>
                <a:lnTo>
                  <a:pt x="9093" y="5571"/>
                </a:lnTo>
                <a:lnTo>
                  <a:pt x="8944" y="3577"/>
                </a:lnTo>
                <a:lnTo>
                  <a:pt x="5516" y="1694"/>
                </a:lnTo>
                <a:lnTo>
                  <a:pt x="2695" y="977"/>
                </a:lnTo>
                <a:lnTo>
                  <a:pt x="7" y="0"/>
                </a:lnTo>
                <a:close/>
              </a:path>
            </a:pathLst>
          </a:custGeom>
          <a:solidFill>
            <a:srgbClr val="B6AE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8" name="bg object 1028"/>
          <p:cNvSpPr/>
          <p:nvPr/>
        </p:nvSpPr>
        <p:spPr>
          <a:xfrm>
            <a:off x="2068587" y="3866654"/>
            <a:ext cx="10160" cy="22860"/>
          </a:xfrm>
          <a:custGeom>
            <a:avLst/>
            <a:gdLst/>
            <a:ahLst/>
            <a:cxnLst/>
            <a:rect l="l" t="t" r="r" b="b"/>
            <a:pathLst>
              <a:path w="10160" h="22860">
                <a:moveTo>
                  <a:pt x="9621" y="0"/>
                </a:moveTo>
                <a:lnTo>
                  <a:pt x="15" y="0"/>
                </a:lnTo>
                <a:lnTo>
                  <a:pt x="0" y="4113"/>
                </a:lnTo>
                <a:lnTo>
                  <a:pt x="204" y="5665"/>
                </a:lnTo>
                <a:lnTo>
                  <a:pt x="189" y="8494"/>
                </a:lnTo>
                <a:lnTo>
                  <a:pt x="6256" y="9574"/>
                </a:lnTo>
                <a:lnTo>
                  <a:pt x="4231" y="13774"/>
                </a:lnTo>
                <a:lnTo>
                  <a:pt x="3727" y="21198"/>
                </a:lnTo>
                <a:lnTo>
                  <a:pt x="5563" y="22600"/>
                </a:lnTo>
                <a:lnTo>
                  <a:pt x="9613" y="22009"/>
                </a:lnTo>
                <a:lnTo>
                  <a:pt x="9621" y="0"/>
                </a:lnTo>
                <a:close/>
              </a:path>
            </a:pathLst>
          </a:custGeom>
          <a:solidFill>
            <a:srgbClr val="AFA5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9" name="bg object 1029"/>
          <p:cNvSpPr/>
          <p:nvPr/>
        </p:nvSpPr>
        <p:spPr>
          <a:xfrm>
            <a:off x="2068423" y="3844429"/>
            <a:ext cx="13970" cy="22225"/>
          </a:xfrm>
          <a:custGeom>
            <a:avLst/>
            <a:gdLst/>
            <a:ahLst/>
            <a:cxnLst/>
            <a:rect l="l" t="t" r="r" b="b"/>
            <a:pathLst>
              <a:path w="13969" h="22225">
                <a:moveTo>
                  <a:pt x="13919" y="13995"/>
                </a:moveTo>
                <a:lnTo>
                  <a:pt x="13893" y="215"/>
                </a:lnTo>
                <a:lnTo>
                  <a:pt x="11252" y="0"/>
                </a:lnTo>
                <a:lnTo>
                  <a:pt x="9588" y="723"/>
                </a:lnTo>
                <a:lnTo>
                  <a:pt x="9906" y="7226"/>
                </a:lnTo>
                <a:lnTo>
                  <a:pt x="9779" y="10591"/>
                </a:lnTo>
                <a:lnTo>
                  <a:pt x="9766" y="13957"/>
                </a:lnTo>
                <a:lnTo>
                  <a:pt x="5372" y="14147"/>
                </a:lnTo>
                <a:lnTo>
                  <a:pt x="3721" y="18580"/>
                </a:lnTo>
                <a:lnTo>
                  <a:pt x="0" y="20421"/>
                </a:lnTo>
                <a:lnTo>
                  <a:pt x="190" y="21551"/>
                </a:lnTo>
                <a:lnTo>
                  <a:pt x="177" y="22225"/>
                </a:lnTo>
                <a:lnTo>
                  <a:pt x="9779" y="22225"/>
                </a:lnTo>
                <a:lnTo>
                  <a:pt x="13855" y="22199"/>
                </a:lnTo>
                <a:lnTo>
                  <a:pt x="12547" y="16713"/>
                </a:lnTo>
                <a:lnTo>
                  <a:pt x="13919" y="13995"/>
                </a:lnTo>
                <a:close/>
              </a:path>
            </a:pathLst>
          </a:custGeom>
          <a:solidFill>
            <a:srgbClr val="B6AE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0" name="bg object 1030"/>
          <p:cNvSpPr/>
          <p:nvPr/>
        </p:nvSpPr>
        <p:spPr>
          <a:xfrm>
            <a:off x="2083687" y="3826748"/>
            <a:ext cx="4445" cy="13970"/>
          </a:xfrm>
          <a:custGeom>
            <a:avLst/>
            <a:gdLst/>
            <a:ahLst/>
            <a:cxnLst/>
            <a:rect l="l" t="t" r="r" b="b"/>
            <a:pathLst>
              <a:path w="4444" h="13970">
                <a:moveTo>
                  <a:pt x="4121" y="0"/>
                </a:moveTo>
                <a:lnTo>
                  <a:pt x="7" y="0"/>
                </a:lnTo>
                <a:lnTo>
                  <a:pt x="0" y="9621"/>
                </a:lnTo>
                <a:lnTo>
                  <a:pt x="7" y="13751"/>
                </a:lnTo>
                <a:lnTo>
                  <a:pt x="4121" y="13751"/>
                </a:lnTo>
                <a:lnTo>
                  <a:pt x="4121" y="0"/>
                </a:lnTo>
                <a:close/>
              </a:path>
            </a:pathLst>
          </a:custGeom>
          <a:solidFill>
            <a:srgbClr val="C7C1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1" name="bg object 1031"/>
          <p:cNvSpPr/>
          <p:nvPr/>
        </p:nvSpPr>
        <p:spPr>
          <a:xfrm>
            <a:off x="2069761" y="3840316"/>
            <a:ext cx="5080" cy="13335"/>
          </a:xfrm>
          <a:custGeom>
            <a:avLst/>
            <a:gdLst/>
            <a:ahLst/>
            <a:cxnLst/>
            <a:rect l="l" t="t" r="r" b="b"/>
            <a:pathLst>
              <a:path w="5080" h="13335">
                <a:moveTo>
                  <a:pt x="1717" y="0"/>
                </a:moveTo>
                <a:lnTo>
                  <a:pt x="0" y="677"/>
                </a:lnTo>
                <a:lnTo>
                  <a:pt x="338" y="6729"/>
                </a:lnTo>
                <a:lnTo>
                  <a:pt x="204" y="9645"/>
                </a:lnTo>
                <a:lnTo>
                  <a:pt x="197" y="12553"/>
                </a:lnTo>
                <a:lnTo>
                  <a:pt x="2821" y="12766"/>
                </a:lnTo>
                <a:lnTo>
                  <a:pt x="4523" y="12088"/>
                </a:lnTo>
                <a:lnTo>
                  <a:pt x="4192" y="6020"/>
                </a:lnTo>
                <a:lnTo>
                  <a:pt x="4318" y="3104"/>
                </a:lnTo>
                <a:lnTo>
                  <a:pt x="4326" y="189"/>
                </a:lnTo>
                <a:lnTo>
                  <a:pt x="1717" y="0"/>
                </a:lnTo>
                <a:close/>
              </a:path>
            </a:pathLst>
          </a:custGeom>
          <a:solidFill>
            <a:srgbClr val="B4AB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2" name="bg object 1032"/>
          <p:cNvSpPr/>
          <p:nvPr/>
        </p:nvSpPr>
        <p:spPr>
          <a:xfrm>
            <a:off x="2073227" y="3804713"/>
            <a:ext cx="14604" cy="22225"/>
          </a:xfrm>
          <a:custGeom>
            <a:avLst/>
            <a:gdLst/>
            <a:ahLst/>
            <a:cxnLst/>
            <a:rect l="l" t="t" r="r" b="b"/>
            <a:pathLst>
              <a:path w="14605" h="22225">
                <a:moveTo>
                  <a:pt x="10457" y="0"/>
                </a:moveTo>
                <a:lnTo>
                  <a:pt x="6367" y="31"/>
                </a:lnTo>
                <a:lnTo>
                  <a:pt x="5996" y="2647"/>
                </a:lnTo>
                <a:lnTo>
                  <a:pt x="5925" y="7431"/>
                </a:lnTo>
                <a:lnTo>
                  <a:pt x="0" y="8282"/>
                </a:lnTo>
                <a:lnTo>
                  <a:pt x="890" y="11851"/>
                </a:lnTo>
                <a:lnTo>
                  <a:pt x="866" y="15145"/>
                </a:lnTo>
                <a:lnTo>
                  <a:pt x="3546" y="16115"/>
                </a:lnTo>
                <a:lnTo>
                  <a:pt x="6375" y="16840"/>
                </a:lnTo>
                <a:lnTo>
                  <a:pt x="9795" y="18723"/>
                </a:lnTo>
                <a:lnTo>
                  <a:pt x="9952" y="20709"/>
                </a:lnTo>
                <a:lnTo>
                  <a:pt x="10472" y="22033"/>
                </a:lnTo>
                <a:lnTo>
                  <a:pt x="14578" y="22033"/>
                </a:lnTo>
                <a:lnTo>
                  <a:pt x="14586" y="4137"/>
                </a:lnTo>
                <a:lnTo>
                  <a:pt x="11867" y="4089"/>
                </a:lnTo>
                <a:lnTo>
                  <a:pt x="10528" y="2679"/>
                </a:lnTo>
                <a:lnTo>
                  <a:pt x="10457" y="0"/>
                </a:lnTo>
                <a:close/>
              </a:path>
            </a:pathLst>
          </a:custGeom>
          <a:solidFill>
            <a:srgbClr val="BAB3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3" name="bg object 1033"/>
          <p:cNvSpPr/>
          <p:nvPr/>
        </p:nvSpPr>
        <p:spPr>
          <a:xfrm>
            <a:off x="2090529" y="3711132"/>
            <a:ext cx="8890" cy="18415"/>
          </a:xfrm>
          <a:custGeom>
            <a:avLst/>
            <a:gdLst/>
            <a:ahLst/>
            <a:cxnLst/>
            <a:rect l="l" t="t" r="r" b="b"/>
            <a:pathLst>
              <a:path w="8889" h="18414">
                <a:moveTo>
                  <a:pt x="55" y="0"/>
                </a:moveTo>
                <a:lnTo>
                  <a:pt x="47" y="9480"/>
                </a:lnTo>
                <a:lnTo>
                  <a:pt x="4318" y="16398"/>
                </a:lnTo>
                <a:lnTo>
                  <a:pt x="4097" y="17218"/>
                </a:lnTo>
                <a:lnTo>
                  <a:pt x="4121" y="17880"/>
                </a:lnTo>
                <a:lnTo>
                  <a:pt x="6729" y="18101"/>
                </a:lnTo>
                <a:lnTo>
                  <a:pt x="8526" y="17462"/>
                </a:lnTo>
                <a:lnTo>
                  <a:pt x="8156" y="12766"/>
                </a:lnTo>
                <a:lnTo>
                  <a:pt x="8258" y="11205"/>
                </a:lnTo>
                <a:lnTo>
                  <a:pt x="8258" y="9653"/>
                </a:lnTo>
                <a:lnTo>
                  <a:pt x="3695" y="10205"/>
                </a:lnTo>
                <a:lnTo>
                  <a:pt x="4050" y="7076"/>
                </a:lnTo>
                <a:lnTo>
                  <a:pt x="4145" y="4137"/>
                </a:lnTo>
                <a:lnTo>
                  <a:pt x="4145" y="23"/>
                </a:lnTo>
                <a:close/>
              </a:path>
            </a:pathLst>
          </a:custGeom>
          <a:solidFill>
            <a:srgbClr val="9B90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4" name="bg object 1034"/>
          <p:cNvSpPr/>
          <p:nvPr/>
        </p:nvSpPr>
        <p:spPr>
          <a:xfrm>
            <a:off x="2093313" y="3720515"/>
            <a:ext cx="13970" cy="40640"/>
          </a:xfrm>
          <a:custGeom>
            <a:avLst/>
            <a:gdLst/>
            <a:ahLst/>
            <a:cxnLst/>
            <a:rect l="l" t="t" r="r" b="b"/>
            <a:pathLst>
              <a:path w="13969" h="40639">
                <a:moveTo>
                  <a:pt x="13270" y="0"/>
                </a:moveTo>
                <a:lnTo>
                  <a:pt x="8589" y="370"/>
                </a:lnTo>
                <a:lnTo>
                  <a:pt x="7029" y="267"/>
                </a:lnTo>
                <a:lnTo>
                  <a:pt x="5476" y="267"/>
                </a:lnTo>
                <a:lnTo>
                  <a:pt x="5476" y="1828"/>
                </a:lnTo>
                <a:lnTo>
                  <a:pt x="5374" y="3388"/>
                </a:lnTo>
                <a:lnTo>
                  <a:pt x="5744" y="8077"/>
                </a:lnTo>
                <a:lnTo>
                  <a:pt x="3948" y="8715"/>
                </a:lnTo>
                <a:lnTo>
                  <a:pt x="1371" y="8526"/>
                </a:lnTo>
                <a:lnTo>
                  <a:pt x="1355" y="12647"/>
                </a:lnTo>
                <a:lnTo>
                  <a:pt x="0" y="22293"/>
                </a:lnTo>
                <a:lnTo>
                  <a:pt x="3814" y="21781"/>
                </a:lnTo>
                <a:lnTo>
                  <a:pt x="6170" y="22860"/>
                </a:lnTo>
                <a:lnTo>
                  <a:pt x="5145" y="29496"/>
                </a:lnTo>
                <a:lnTo>
                  <a:pt x="4948" y="31710"/>
                </a:lnTo>
                <a:lnTo>
                  <a:pt x="3443" y="39086"/>
                </a:lnTo>
                <a:lnTo>
                  <a:pt x="3837" y="39630"/>
                </a:lnTo>
                <a:lnTo>
                  <a:pt x="9590" y="40181"/>
                </a:lnTo>
                <a:lnTo>
                  <a:pt x="9598" y="22277"/>
                </a:lnTo>
                <a:lnTo>
                  <a:pt x="8345" y="19803"/>
                </a:lnTo>
                <a:lnTo>
                  <a:pt x="5902" y="17179"/>
                </a:lnTo>
                <a:lnTo>
                  <a:pt x="6477" y="12521"/>
                </a:lnTo>
                <a:lnTo>
                  <a:pt x="10307" y="11095"/>
                </a:lnTo>
                <a:lnTo>
                  <a:pt x="9172" y="4468"/>
                </a:lnTo>
                <a:lnTo>
                  <a:pt x="11544" y="4357"/>
                </a:lnTo>
                <a:lnTo>
                  <a:pt x="13719" y="4389"/>
                </a:lnTo>
                <a:lnTo>
                  <a:pt x="13908" y="1804"/>
                </a:lnTo>
                <a:lnTo>
                  <a:pt x="13270" y="0"/>
                </a:lnTo>
                <a:close/>
              </a:path>
            </a:pathLst>
          </a:custGeom>
          <a:solidFill>
            <a:srgbClr val="A79E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5" name="bg object 1035"/>
          <p:cNvSpPr/>
          <p:nvPr/>
        </p:nvSpPr>
        <p:spPr>
          <a:xfrm>
            <a:off x="2171504" y="3565229"/>
            <a:ext cx="5715" cy="18415"/>
          </a:xfrm>
          <a:custGeom>
            <a:avLst/>
            <a:gdLst/>
            <a:ahLst/>
            <a:cxnLst/>
            <a:rect l="l" t="t" r="r" b="b"/>
            <a:pathLst>
              <a:path w="5714" h="18414">
                <a:moveTo>
                  <a:pt x="1323" y="0"/>
                </a:moveTo>
                <a:lnTo>
                  <a:pt x="0" y="1371"/>
                </a:lnTo>
                <a:lnTo>
                  <a:pt x="464" y="5390"/>
                </a:lnTo>
                <a:lnTo>
                  <a:pt x="1213" y="9409"/>
                </a:lnTo>
                <a:lnTo>
                  <a:pt x="1394" y="16532"/>
                </a:lnTo>
                <a:lnTo>
                  <a:pt x="2064" y="18353"/>
                </a:lnTo>
                <a:lnTo>
                  <a:pt x="5516" y="17935"/>
                </a:lnTo>
                <a:lnTo>
                  <a:pt x="5539" y="13822"/>
                </a:lnTo>
                <a:lnTo>
                  <a:pt x="5547" y="5531"/>
                </a:lnTo>
                <a:lnTo>
                  <a:pt x="5500" y="63"/>
                </a:lnTo>
                <a:lnTo>
                  <a:pt x="1323" y="0"/>
                </a:lnTo>
                <a:close/>
              </a:path>
            </a:pathLst>
          </a:custGeom>
          <a:solidFill>
            <a:srgbClr val="D3C7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6" name="bg object 1036"/>
          <p:cNvSpPr/>
          <p:nvPr/>
        </p:nvSpPr>
        <p:spPr>
          <a:xfrm>
            <a:off x="2177044" y="3570761"/>
            <a:ext cx="4445" cy="8890"/>
          </a:xfrm>
          <a:custGeom>
            <a:avLst/>
            <a:gdLst/>
            <a:ahLst/>
            <a:cxnLst/>
            <a:rect l="l" t="t" r="r" b="b"/>
            <a:pathLst>
              <a:path w="4444" h="8889">
                <a:moveTo>
                  <a:pt x="7" y="0"/>
                </a:moveTo>
                <a:lnTo>
                  <a:pt x="0" y="8290"/>
                </a:lnTo>
                <a:lnTo>
                  <a:pt x="2576" y="8463"/>
                </a:lnTo>
                <a:lnTo>
                  <a:pt x="4365" y="7817"/>
                </a:lnTo>
                <a:lnTo>
                  <a:pt x="3987" y="3136"/>
                </a:lnTo>
                <a:lnTo>
                  <a:pt x="4097" y="1576"/>
                </a:lnTo>
                <a:lnTo>
                  <a:pt x="4097" y="23"/>
                </a:lnTo>
                <a:lnTo>
                  <a:pt x="7" y="0"/>
                </a:lnTo>
                <a:close/>
              </a:path>
            </a:pathLst>
          </a:custGeom>
          <a:solidFill>
            <a:srgbClr val="C3B8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7" name="bg object 1037"/>
          <p:cNvSpPr/>
          <p:nvPr/>
        </p:nvSpPr>
        <p:spPr>
          <a:xfrm>
            <a:off x="2172833" y="3557019"/>
            <a:ext cx="4445" cy="8890"/>
          </a:xfrm>
          <a:custGeom>
            <a:avLst/>
            <a:gdLst/>
            <a:ahLst/>
            <a:cxnLst/>
            <a:rect l="l" t="t" r="r" b="b"/>
            <a:pathLst>
              <a:path w="4444" h="8889">
                <a:moveTo>
                  <a:pt x="4200" y="0"/>
                </a:moveTo>
                <a:lnTo>
                  <a:pt x="110" y="23"/>
                </a:lnTo>
                <a:lnTo>
                  <a:pt x="0" y="8211"/>
                </a:lnTo>
                <a:lnTo>
                  <a:pt x="4168" y="8274"/>
                </a:lnTo>
                <a:lnTo>
                  <a:pt x="4200" y="0"/>
                </a:lnTo>
                <a:close/>
              </a:path>
            </a:pathLst>
          </a:custGeom>
          <a:solidFill>
            <a:srgbClr val="C6BB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8" name="bg object 1038"/>
          <p:cNvSpPr/>
          <p:nvPr/>
        </p:nvSpPr>
        <p:spPr>
          <a:xfrm>
            <a:off x="2168603" y="3566602"/>
            <a:ext cx="8890" cy="20955"/>
          </a:xfrm>
          <a:custGeom>
            <a:avLst/>
            <a:gdLst/>
            <a:ahLst/>
            <a:cxnLst/>
            <a:rect l="l" t="t" r="r" b="b"/>
            <a:pathLst>
              <a:path w="8889" h="20954">
                <a:moveTo>
                  <a:pt x="2899" y="0"/>
                </a:moveTo>
                <a:lnTo>
                  <a:pt x="149" y="2773"/>
                </a:lnTo>
                <a:lnTo>
                  <a:pt x="144" y="16982"/>
                </a:lnTo>
                <a:lnTo>
                  <a:pt x="0" y="19133"/>
                </a:lnTo>
                <a:lnTo>
                  <a:pt x="538" y="20709"/>
                </a:lnTo>
                <a:lnTo>
                  <a:pt x="622" y="20953"/>
                </a:lnTo>
                <a:lnTo>
                  <a:pt x="3766" y="20709"/>
                </a:lnTo>
                <a:lnTo>
                  <a:pt x="8424" y="20709"/>
                </a:lnTo>
                <a:lnTo>
                  <a:pt x="8416" y="16982"/>
                </a:lnTo>
                <a:lnTo>
                  <a:pt x="4964" y="16982"/>
                </a:lnTo>
                <a:lnTo>
                  <a:pt x="4294" y="15161"/>
                </a:lnTo>
                <a:lnTo>
                  <a:pt x="4215" y="12072"/>
                </a:lnTo>
                <a:lnTo>
                  <a:pt x="4113" y="8037"/>
                </a:lnTo>
                <a:lnTo>
                  <a:pt x="3364" y="4018"/>
                </a:lnTo>
                <a:lnTo>
                  <a:pt x="2899" y="0"/>
                </a:lnTo>
                <a:close/>
              </a:path>
              <a:path w="8889" h="20954">
                <a:moveTo>
                  <a:pt x="8416" y="16564"/>
                </a:moveTo>
                <a:lnTo>
                  <a:pt x="4964" y="16982"/>
                </a:lnTo>
                <a:lnTo>
                  <a:pt x="8416" y="16982"/>
                </a:lnTo>
                <a:lnTo>
                  <a:pt x="8416" y="16564"/>
                </a:lnTo>
                <a:close/>
              </a:path>
            </a:pathLst>
          </a:custGeom>
          <a:solidFill>
            <a:srgbClr val="C7BE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9" name="bg object 1039"/>
          <p:cNvSpPr/>
          <p:nvPr/>
        </p:nvSpPr>
        <p:spPr>
          <a:xfrm>
            <a:off x="2176776" y="3587291"/>
            <a:ext cx="4445" cy="10160"/>
          </a:xfrm>
          <a:custGeom>
            <a:avLst/>
            <a:gdLst/>
            <a:ahLst/>
            <a:cxnLst/>
            <a:rect l="l" t="t" r="r" b="b"/>
            <a:pathLst>
              <a:path w="4444" h="10160">
                <a:moveTo>
                  <a:pt x="252" y="0"/>
                </a:moveTo>
                <a:lnTo>
                  <a:pt x="370" y="4018"/>
                </a:lnTo>
                <a:lnTo>
                  <a:pt x="0" y="9156"/>
                </a:lnTo>
                <a:lnTo>
                  <a:pt x="1201" y="9629"/>
                </a:lnTo>
                <a:lnTo>
                  <a:pt x="4349" y="9629"/>
                </a:lnTo>
                <a:lnTo>
                  <a:pt x="4357" y="1386"/>
                </a:lnTo>
                <a:lnTo>
                  <a:pt x="252" y="0"/>
                </a:lnTo>
                <a:close/>
              </a:path>
            </a:pathLst>
          </a:custGeom>
          <a:solidFill>
            <a:srgbClr val="C2B4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0" name="bg object 1040"/>
          <p:cNvSpPr/>
          <p:nvPr/>
        </p:nvSpPr>
        <p:spPr>
          <a:xfrm>
            <a:off x="2163151" y="3583168"/>
            <a:ext cx="18415" cy="22860"/>
          </a:xfrm>
          <a:custGeom>
            <a:avLst/>
            <a:gdLst/>
            <a:ahLst/>
            <a:cxnLst/>
            <a:rect l="l" t="t" r="r" b="b"/>
            <a:pathLst>
              <a:path w="18414" h="22860">
                <a:moveTo>
                  <a:pt x="5626" y="0"/>
                </a:moveTo>
                <a:lnTo>
                  <a:pt x="149" y="0"/>
                </a:lnTo>
                <a:lnTo>
                  <a:pt x="100" y="17494"/>
                </a:lnTo>
                <a:lnTo>
                  <a:pt x="0" y="20780"/>
                </a:lnTo>
                <a:lnTo>
                  <a:pt x="953" y="22395"/>
                </a:lnTo>
                <a:lnTo>
                  <a:pt x="4279" y="22025"/>
                </a:lnTo>
                <a:lnTo>
                  <a:pt x="13879" y="22025"/>
                </a:lnTo>
                <a:lnTo>
                  <a:pt x="13475" y="18865"/>
                </a:lnTo>
                <a:lnTo>
                  <a:pt x="14244" y="18101"/>
                </a:lnTo>
                <a:lnTo>
                  <a:pt x="4018" y="18101"/>
                </a:lnTo>
                <a:lnTo>
                  <a:pt x="3995" y="15453"/>
                </a:lnTo>
                <a:lnTo>
                  <a:pt x="4680" y="12151"/>
                </a:lnTo>
                <a:lnTo>
                  <a:pt x="6036" y="10993"/>
                </a:lnTo>
                <a:lnTo>
                  <a:pt x="6911" y="9732"/>
                </a:lnTo>
                <a:lnTo>
                  <a:pt x="13881" y="9732"/>
                </a:lnTo>
                <a:lnTo>
                  <a:pt x="13877" y="4389"/>
                </a:lnTo>
                <a:lnTo>
                  <a:pt x="6075" y="4389"/>
                </a:lnTo>
                <a:lnTo>
                  <a:pt x="5453" y="2568"/>
                </a:lnTo>
                <a:lnTo>
                  <a:pt x="5626" y="0"/>
                </a:lnTo>
                <a:close/>
              </a:path>
              <a:path w="18414" h="22860">
                <a:moveTo>
                  <a:pt x="14854" y="17494"/>
                </a:moveTo>
                <a:lnTo>
                  <a:pt x="8003" y="17494"/>
                </a:lnTo>
                <a:lnTo>
                  <a:pt x="4018" y="18101"/>
                </a:lnTo>
                <a:lnTo>
                  <a:pt x="14244" y="18101"/>
                </a:lnTo>
                <a:lnTo>
                  <a:pt x="14854" y="17494"/>
                </a:lnTo>
                <a:close/>
              </a:path>
              <a:path w="18414" h="22860">
                <a:moveTo>
                  <a:pt x="13881" y="9732"/>
                </a:moveTo>
                <a:lnTo>
                  <a:pt x="6911" y="9732"/>
                </a:lnTo>
                <a:lnTo>
                  <a:pt x="11127" y="13987"/>
                </a:lnTo>
                <a:lnTo>
                  <a:pt x="9306" y="15705"/>
                </a:lnTo>
                <a:lnTo>
                  <a:pt x="8286" y="17494"/>
                </a:lnTo>
                <a:lnTo>
                  <a:pt x="14854" y="17494"/>
                </a:lnTo>
                <a:lnTo>
                  <a:pt x="17990" y="17888"/>
                </a:lnTo>
                <a:lnTo>
                  <a:pt x="17975" y="13987"/>
                </a:lnTo>
                <a:lnTo>
                  <a:pt x="15426" y="13987"/>
                </a:lnTo>
                <a:lnTo>
                  <a:pt x="13625" y="13278"/>
                </a:lnTo>
                <a:lnTo>
                  <a:pt x="13734" y="11757"/>
                </a:lnTo>
                <a:lnTo>
                  <a:pt x="13790" y="10993"/>
                </a:lnTo>
                <a:lnTo>
                  <a:pt x="13881" y="9732"/>
                </a:lnTo>
                <a:close/>
              </a:path>
              <a:path w="18414" h="22860">
                <a:moveTo>
                  <a:pt x="17974" y="13751"/>
                </a:moveTo>
                <a:lnTo>
                  <a:pt x="15076" y="13987"/>
                </a:lnTo>
                <a:lnTo>
                  <a:pt x="17975" y="13987"/>
                </a:lnTo>
                <a:lnTo>
                  <a:pt x="17974" y="13751"/>
                </a:lnTo>
                <a:close/>
              </a:path>
              <a:path w="18414" h="22860">
                <a:moveTo>
                  <a:pt x="13869" y="4145"/>
                </a:moveTo>
                <a:lnTo>
                  <a:pt x="9219" y="4145"/>
                </a:lnTo>
                <a:lnTo>
                  <a:pt x="6075" y="4389"/>
                </a:lnTo>
                <a:lnTo>
                  <a:pt x="13877" y="4389"/>
                </a:lnTo>
                <a:lnTo>
                  <a:pt x="13869" y="4145"/>
                </a:lnTo>
                <a:close/>
              </a:path>
            </a:pathLst>
          </a:custGeom>
          <a:solidFill>
            <a:srgbClr val="C1B4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1" name="bg object 1041"/>
          <p:cNvSpPr/>
          <p:nvPr/>
        </p:nvSpPr>
        <p:spPr>
          <a:xfrm>
            <a:off x="2176625" y="3600664"/>
            <a:ext cx="14604" cy="6350"/>
          </a:xfrm>
          <a:custGeom>
            <a:avLst/>
            <a:gdLst/>
            <a:ahLst/>
            <a:cxnLst/>
            <a:rect l="l" t="t" r="r" b="b"/>
            <a:pathLst>
              <a:path w="14605" h="6350">
                <a:moveTo>
                  <a:pt x="1379" y="0"/>
                </a:moveTo>
                <a:lnTo>
                  <a:pt x="0" y="1371"/>
                </a:lnTo>
                <a:lnTo>
                  <a:pt x="401" y="4515"/>
                </a:lnTo>
                <a:lnTo>
                  <a:pt x="12750" y="5902"/>
                </a:lnTo>
                <a:lnTo>
                  <a:pt x="14105" y="394"/>
                </a:lnTo>
                <a:lnTo>
                  <a:pt x="4515" y="394"/>
                </a:lnTo>
                <a:lnTo>
                  <a:pt x="1379" y="0"/>
                </a:lnTo>
                <a:close/>
              </a:path>
            </a:pathLst>
          </a:custGeom>
          <a:solidFill>
            <a:srgbClr val="B9AB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2" name="bg object 1042"/>
          <p:cNvSpPr/>
          <p:nvPr/>
        </p:nvSpPr>
        <p:spPr>
          <a:xfrm>
            <a:off x="2164426" y="3543268"/>
            <a:ext cx="8890" cy="26670"/>
          </a:xfrm>
          <a:custGeom>
            <a:avLst/>
            <a:gdLst/>
            <a:ahLst/>
            <a:cxnLst/>
            <a:rect l="l" t="t" r="r" b="b"/>
            <a:pathLst>
              <a:path w="8889" h="26670">
                <a:moveTo>
                  <a:pt x="8471" y="7"/>
                </a:moveTo>
                <a:lnTo>
                  <a:pt x="4349" y="0"/>
                </a:lnTo>
                <a:lnTo>
                  <a:pt x="4349" y="4736"/>
                </a:lnTo>
                <a:lnTo>
                  <a:pt x="4223" y="9464"/>
                </a:lnTo>
                <a:lnTo>
                  <a:pt x="4515" y="17352"/>
                </a:lnTo>
                <a:lnTo>
                  <a:pt x="2876" y="18077"/>
                </a:lnTo>
                <a:lnTo>
                  <a:pt x="244" y="17896"/>
                </a:lnTo>
                <a:lnTo>
                  <a:pt x="244" y="19440"/>
                </a:lnTo>
                <a:lnTo>
                  <a:pt x="346" y="21001"/>
                </a:lnTo>
                <a:lnTo>
                  <a:pt x="0" y="25634"/>
                </a:lnTo>
                <a:lnTo>
                  <a:pt x="1725" y="26351"/>
                </a:lnTo>
                <a:lnTo>
                  <a:pt x="4326" y="26107"/>
                </a:lnTo>
                <a:lnTo>
                  <a:pt x="7076" y="23333"/>
                </a:lnTo>
                <a:lnTo>
                  <a:pt x="8400" y="21962"/>
                </a:lnTo>
                <a:lnTo>
                  <a:pt x="8518" y="13774"/>
                </a:lnTo>
                <a:lnTo>
                  <a:pt x="8471" y="7"/>
                </a:lnTo>
                <a:close/>
              </a:path>
            </a:pathLst>
          </a:custGeom>
          <a:solidFill>
            <a:srgbClr val="A59B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3" name="bg object 1043"/>
          <p:cNvSpPr/>
          <p:nvPr/>
        </p:nvSpPr>
        <p:spPr>
          <a:xfrm>
            <a:off x="2094666" y="3697365"/>
            <a:ext cx="5080" cy="18415"/>
          </a:xfrm>
          <a:custGeom>
            <a:avLst/>
            <a:gdLst/>
            <a:ahLst/>
            <a:cxnLst/>
            <a:rect l="l" t="t" r="r" b="b"/>
            <a:pathLst>
              <a:path w="5080" h="18414">
                <a:moveTo>
                  <a:pt x="4113" y="0"/>
                </a:moveTo>
                <a:lnTo>
                  <a:pt x="0" y="23"/>
                </a:lnTo>
                <a:lnTo>
                  <a:pt x="7" y="17904"/>
                </a:lnTo>
                <a:lnTo>
                  <a:pt x="3152" y="18313"/>
                </a:lnTo>
                <a:lnTo>
                  <a:pt x="4515" y="16919"/>
                </a:lnTo>
                <a:lnTo>
                  <a:pt x="4129" y="13782"/>
                </a:lnTo>
                <a:lnTo>
                  <a:pt x="4145" y="31"/>
                </a:lnTo>
                <a:close/>
              </a:path>
            </a:pathLst>
          </a:custGeom>
          <a:solidFill>
            <a:srgbClr val="A59D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4" name="bg object 1044"/>
          <p:cNvSpPr/>
          <p:nvPr/>
        </p:nvSpPr>
        <p:spPr>
          <a:xfrm>
            <a:off x="2098740" y="3684985"/>
            <a:ext cx="5715" cy="12700"/>
          </a:xfrm>
          <a:custGeom>
            <a:avLst/>
            <a:gdLst/>
            <a:ahLst/>
            <a:cxnLst/>
            <a:rect l="l" t="t" r="r" b="b"/>
            <a:pathLst>
              <a:path w="5714" h="12700">
                <a:moveTo>
                  <a:pt x="5531" y="0"/>
                </a:moveTo>
                <a:lnTo>
                  <a:pt x="1385" y="0"/>
                </a:lnTo>
                <a:lnTo>
                  <a:pt x="0" y="8234"/>
                </a:lnTo>
                <a:lnTo>
                  <a:pt x="70" y="12411"/>
                </a:lnTo>
                <a:lnTo>
                  <a:pt x="5539" y="12411"/>
                </a:lnTo>
                <a:lnTo>
                  <a:pt x="5531" y="0"/>
                </a:lnTo>
                <a:close/>
              </a:path>
            </a:pathLst>
          </a:custGeom>
          <a:solidFill>
            <a:srgbClr val="A799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5" name="bg object 1045"/>
          <p:cNvSpPr/>
          <p:nvPr/>
        </p:nvSpPr>
        <p:spPr>
          <a:xfrm>
            <a:off x="2090373" y="3697146"/>
            <a:ext cx="4445" cy="14604"/>
          </a:xfrm>
          <a:custGeom>
            <a:avLst/>
            <a:gdLst/>
            <a:ahLst/>
            <a:cxnLst/>
            <a:rect l="l" t="t" r="r" b="b"/>
            <a:pathLst>
              <a:path w="4444" h="14604">
                <a:moveTo>
                  <a:pt x="1639" y="0"/>
                </a:moveTo>
                <a:lnTo>
                  <a:pt x="0" y="756"/>
                </a:lnTo>
                <a:lnTo>
                  <a:pt x="330" y="7249"/>
                </a:lnTo>
                <a:lnTo>
                  <a:pt x="212" y="10622"/>
                </a:lnTo>
                <a:lnTo>
                  <a:pt x="212" y="13987"/>
                </a:lnTo>
                <a:lnTo>
                  <a:pt x="4302" y="14003"/>
                </a:lnTo>
                <a:lnTo>
                  <a:pt x="4294" y="244"/>
                </a:lnTo>
                <a:lnTo>
                  <a:pt x="1639" y="0"/>
                </a:lnTo>
                <a:close/>
              </a:path>
            </a:pathLst>
          </a:custGeom>
          <a:solidFill>
            <a:srgbClr val="ACA2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6" name="bg object 1046"/>
          <p:cNvSpPr/>
          <p:nvPr/>
        </p:nvSpPr>
        <p:spPr>
          <a:xfrm>
            <a:off x="2183887" y="3654728"/>
            <a:ext cx="10160" cy="18415"/>
          </a:xfrm>
          <a:custGeom>
            <a:avLst/>
            <a:gdLst/>
            <a:ahLst/>
            <a:cxnLst/>
            <a:rect l="l" t="t" r="r" b="b"/>
            <a:pathLst>
              <a:path w="10160" h="18414">
                <a:moveTo>
                  <a:pt x="9606" y="0"/>
                </a:moveTo>
                <a:lnTo>
                  <a:pt x="8353" y="338"/>
                </a:lnTo>
                <a:lnTo>
                  <a:pt x="6020" y="669"/>
                </a:lnTo>
                <a:lnTo>
                  <a:pt x="6020" y="6186"/>
                </a:lnTo>
                <a:lnTo>
                  <a:pt x="2395" y="3924"/>
                </a:lnTo>
                <a:lnTo>
                  <a:pt x="0" y="4121"/>
                </a:lnTo>
                <a:lnTo>
                  <a:pt x="15" y="13751"/>
                </a:lnTo>
                <a:lnTo>
                  <a:pt x="2206" y="13979"/>
                </a:lnTo>
                <a:lnTo>
                  <a:pt x="4846" y="12900"/>
                </a:lnTo>
                <a:lnTo>
                  <a:pt x="6052" y="17179"/>
                </a:lnTo>
                <a:lnTo>
                  <a:pt x="8290" y="17399"/>
                </a:lnTo>
                <a:lnTo>
                  <a:pt x="9653" y="17911"/>
                </a:lnTo>
                <a:lnTo>
                  <a:pt x="9606" y="0"/>
                </a:lnTo>
                <a:close/>
              </a:path>
            </a:pathLst>
          </a:custGeom>
          <a:solidFill>
            <a:srgbClr val="CDC3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7" name="bg object 1047"/>
          <p:cNvSpPr/>
          <p:nvPr/>
        </p:nvSpPr>
        <p:spPr>
          <a:xfrm>
            <a:off x="2175652" y="3646469"/>
            <a:ext cx="18415" cy="15240"/>
          </a:xfrm>
          <a:custGeom>
            <a:avLst/>
            <a:gdLst/>
            <a:ahLst/>
            <a:cxnLst/>
            <a:rect l="l" t="t" r="r" b="b"/>
            <a:pathLst>
              <a:path w="18414" h="15239">
                <a:moveTo>
                  <a:pt x="9545" y="8122"/>
                </a:moveTo>
                <a:lnTo>
                  <a:pt x="0" y="8258"/>
                </a:lnTo>
                <a:lnTo>
                  <a:pt x="7" y="15138"/>
                </a:lnTo>
                <a:lnTo>
                  <a:pt x="4113" y="15138"/>
                </a:lnTo>
                <a:lnTo>
                  <a:pt x="4098" y="12182"/>
                </a:lnTo>
                <a:lnTo>
                  <a:pt x="14255" y="12182"/>
                </a:lnTo>
                <a:lnTo>
                  <a:pt x="14255" y="9637"/>
                </a:lnTo>
                <a:lnTo>
                  <a:pt x="9535" y="9637"/>
                </a:lnTo>
                <a:lnTo>
                  <a:pt x="9545" y="8122"/>
                </a:lnTo>
                <a:close/>
              </a:path>
              <a:path w="18414" h="15239">
                <a:moveTo>
                  <a:pt x="14255" y="12182"/>
                </a:moveTo>
                <a:lnTo>
                  <a:pt x="10630" y="12182"/>
                </a:lnTo>
                <a:lnTo>
                  <a:pt x="14255" y="14444"/>
                </a:lnTo>
                <a:lnTo>
                  <a:pt x="14255" y="12182"/>
                </a:lnTo>
                <a:close/>
              </a:path>
              <a:path w="18414" h="15239">
                <a:moveTo>
                  <a:pt x="10630" y="12182"/>
                </a:moveTo>
                <a:lnTo>
                  <a:pt x="4568" y="12182"/>
                </a:lnTo>
                <a:lnTo>
                  <a:pt x="6249" y="12379"/>
                </a:lnTo>
                <a:lnTo>
                  <a:pt x="8234" y="12379"/>
                </a:lnTo>
                <a:lnTo>
                  <a:pt x="10630" y="12182"/>
                </a:lnTo>
                <a:close/>
              </a:path>
              <a:path w="18414" h="15239">
                <a:moveTo>
                  <a:pt x="9598" y="0"/>
                </a:moveTo>
                <a:lnTo>
                  <a:pt x="9535" y="9637"/>
                </a:lnTo>
                <a:lnTo>
                  <a:pt x="10388" y="8258"/>
                </a:lnTo>
                <a:lnTo>
                  <a:pt x="10472" y="8122"/>
                </a:lnTo>
                <a:lnTo>
                  <a:pt x="17841" y="8122"/>
                </a:lnTo>
                <a:lnTo>
                  <a:pt x="17841" y="4121"/>
                </a:lnTo>
                <a:lnTo>
                  <a:pt x="9598" y="0"/>
                </a:lnTo>
                <a:close/>
              </a:path>
              <a:path w="18414" h="15239">
                <a:moveTo>
                  <a:pt x="17841" y="8122"/>
                </a:moveTo>
                <a:lnTo>
                  <a:pt x="10472" y="8122"/>
                </a:lnTo>
                <a:lnTo>
                  <a:pt x="9535" y="9637"/>
                </a:lnTo>
                <a:lnTo>
                  <a:pt x="14255" y="9637"/>
                </a:lnTo>
                <a:lnTo>
                  <a:pt x="14255" y="8928"/>
                </a:lnTo>
                <a:lnTo>
                  <a:pt x="16588" y="8597"/>
                </a:lnTo>
                <a:lnTo>
                  <a:pt x="17841" y="8258"/>
                </a:lnTo>
                <a:lnTo>
                  <a:pt x="17841" y="8122"/>
                </a:lnTo>
                <a:close/>
              </a:path>
            </a:pathLst>
          </a:custGeom>
          <a:solidFill>
            <a:srgbClr val="C5BC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8" name="bg object 1048"/>
          <p:cNvSpPr/>
          <p:nvPr/>
        </p:nvSpPr>
        <p:spPr>
          <a:xfrm>
            <a:off x="2193499" y="3664332"/>
            <a:ext cx="4445" cy="8890"/>
          </a:xfrm>
          <a:custGeom>
            <a:avLst/>
            <a:gdLst/>
            <a:ahLst/>
            <a:cxnLst/>
            <a:rect l="l" t="t" r="r" b="b"/>
            <a:pathLst>
              <a:path w="4444" h="8889">
                <a:moveTo>
                  <a:pt x="4082" y="0"/>
                </a:moveTo>
                <a:lnTo>
                  <a:pt x="0" y="39"/>
                </a:lnTo>
                <a:lnTo>
                  <a:pt x="39" y="8305"/>
                </a:lnTo>
                <a:lnTo>
                  <a:pt x="4113" y="8282"/>
                </a:lnTo>
                <a:lnTo>
                  <a:pt x="4082" y="0"/>
                </a:lnTo>
                <a:close/>
              </a:path>
            </a:pathLst>
          </a:custGeom>
          <a:solidFill>
            <a:srgbClr val="B4A8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9" name="bg object 1049"/>
          <p:cNvSpPr/>
          <p:nvPr/>
        </p:nvSpPr>
        <p:spPr>
          <a:xfrm>
            <a:off x="2163297" y="3617574"/>
            <a:ext cx="22860" cy="38735"/>
          </a:xfrm>
          <a:custGeom>
            <a:avLst/>
            <a:gdLst/>
            <a:ahLst/>
            <a:cxnLst/>
            <a:rect l="l" t="t" r="r" b="b"/>
            <a:pathLst>
              <a:path w="22860" h="38735">
                <a:moveTo>
                  <a:pt x="22748" y="37147"/>
                </a:moveTo>
                <a:lnTo>
                  <a:pt x="21893" y="37147"/>
                </a:lnTo>
                <a:lnTo>
                  <a:pt x="21883" y="38534"/>
                </a:lnTo>
                <a:lnTo>
                  <a:pt x="22748" y="37147"/>
                </a:lnTo>
                <a:close/>
              </a:path>
              <a:path w="22860" h="38735">
                <a:moveTo>
                  <a:pt x="8090" y="19062"/>
                </a:moveTo>
                <a:lnTo>
                  <a:pt x="2639" y="19062"/>
                </a:lnTo>
                <a:lnTo>
                  <a:pt x="4310" y="19787"/>
                </a:lnTo>
                <a:lnTo>
                  <a:pt x="4225" y="21458"/>
                </a:lnTo>
                <a:lnTo>
                  <a:pt x="4137" y="37147"/>
                </a:lnTo>
                <a:lnTo>
                  <a:pt x="8241" y="37147"/>
                </a:lnTo>
                <a:lnTo>
                  <a:pt x="9823" y="29819"/>
                </a:lnTo>
                <a:lnTo>
                  <a:pt x="9854" y="29677"/>
                </a:lnTo>
                <a:lnTo>
                  <a:pt x="9968" y="29149"/>
                </a:lnTo>
                <a:lnTo>
                  <a:pt x="16771" y="29149"/>
                </a:lnTo>
                <a:lnTo>
                  <a:pt x="16138" y="24941"/>
                </a:lnTo>
                <a:lnTo>
                  <a:pt x="14699" y="23861"/>
                </a:lnTo>
                <a:lnTo>
                  <a:pt x="8613" y="23861"/>
                </a:lnTo>
                <a:lnTo>
                  <a:pt x="7880" y="21458"/>
                </a:lnTo>
                <a:lnTo>
                  <a:pt x="8026" y="19787"/>
                </a:lnTo>
                <a:lnTo>
                  <a:pt x="8090" y="19062"/>
                </a:lnTo>
                <a:close/>
              </a:path>
              <a:path w="22860" h="38735">
                <a:moveTo>
                  <a:pt x="16771" y="29149"/>
                </a:moveTo>
                <a:lnTo>
                  <a:pt x="9968" y="29149"/>
                </a:lnTo>
                <a:lnTo>
                  <a:pt x="14381" y="30733"/>
                </a:lnTo>
                <a:lnTo>
                  <a:pt x="11513" y="34492"/>
                </a:lnTo>
                <a:lnTo>
                  <a:pt x="12356" y="37147"/>
                </a:lnTo>
                <a:lnTo>
                  <a:pt x="21893" y="37147"/>
                </a:lnTo>
                <a:lnTo>
                  <a:pt x="21947" y="29819"/>
                </a:lnTo>
                <a:lnTo>
                  <a:pt x="16871" y="29819"/>
                </a:lnTo>
                <a:lnTo>
                  <a:pt x="16771" y="29149"/>
                </a:lnTo>
                <a:close/>
              </a:path>
              <a:path w="22860" h="38735">
                <a:moveTo>
                  <a:pt x="19708" y="28652"/>
                </a:moveTo>
                <a:lnTo>
                  <a:pt x="16871" y="29819"/>
                </a:lnTo>
                <a:lnTo>
                  <a:pt x="21947" y="29819"/>
                </a:lnTo>
                <a:lnTo>
                  <a:pt x="21954" y="28897"/>
                </a:lnTo>
                <a:lnTo>
                  <a:pt x="19708" y="28652"/>
                </a:lnTo>
                <a:close/>
              </a:path>
              <a:path w="22860" h="38735">
                <a:moveTo>
                  <a:pt x="14279" y="23546"/>
                </a:moveTo>
                <a:lnTo>
                  <a:pt x="13160" y="23546"/>
                </a:lnTo>
                <a:lnTo>
                  <a:pt x="8613" y="23861"/>
                </a:lnTo>
                <a:lnTo>
                  <a:pt x="14699" y="23861"/>
                </a:lnTo>
                <a:lnTo>
                  <a:pt x="14279" y="23546"/>
                </a:lnTo>
                <a:close/>
              </a:path>
              <a:path w="22860" h="38735">
                <a:moveTo>
                  <a:pt x="646" y="0"/>
                </a:moveTo>
                <a:lnTo>
                  <a:pt x="141" y="3601"/>
                </a:lnTo>
                <a:lnTo>
                  <a:pt x="84" y="4279"/>
                </a:lnTo>
                <a:lnTo>
                  <a:pt x="0" y="19259"/>
                </a:lnTo>
                <a:lnTo>
                  <a:pt x="2639" y="19062"/>
                </a:lnTo>
                <a:lnTo>
                  <a:pt x="8090" y="19062"/>
                </a:lnTo>
                <a:lnTo>
                  <a:pt x="8400" y="15516"/>
                </a:lnTo>
                <a:lnTo>
                  <a:pt x="8242" y="13254"/>
                </a:lnTo>
                <a:lnTo>
                  <a:pt x="8242" y="11000"/>
                </a:lnTo>
                <a:lnTo>
                  <a:pt x="9834" y="5941"/>
                </a:lnTo>
                <a:lnTo>
                  <a:pt x="4862" y="4279"/>
                </a:lnTo>
                <a:lnTo>
                  <a:pt x="646" y="0"/>
                </a:lnTo>
                <a:close/>
              </a:path>
            </a:pathLst>
          </a:custGeom>
          <a:solidFill>
            <a:srgbClr val="C2B8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0" name="bg object 1050"/>
          <p:cNvSpPr/>
          <p:nvPr/>
        </p:nvSpPr>
        <p:spPr>
          <a:xfrm>
            <a:off x="2153678" y="3605197"/>
            <a:ext cx="23495" cy="24765"/>
          </a:xfrm>
          <a:custGeom>
            <a:avLst/>
            <a:gdLst/>
            <a:ahLst/>
            <a:cxnLst/>
            <a:rect l="l" t="t" r="r" b="b"/>
            <a:pathLst>
              <a:path w="23494" h="24764">
                <a:moveTo>
                  <a:pt x="17848" y="0"/>
                </a:moveTo>
                <a:lnTo>
                  <a:pt x="13751" y="0"/>
                </a:lnTo>
                <a:lnTo>
                  <a:pt x="13569" y="2679"/>
                </a:lnTo>
                <a:lnTo>
                  <a:pt x="14775" y="6532"/>
                </a:lnTo>
                <a:lnTo>
                  <a:pt x="8542" y="4066"/>
                </a:lnTo>
                <a:lnTo>
                  <a:pt x="5862" y="5665"/>
                </a:lnTo>
                <a:lnTo>
                  <a:pt x="5074" y="10575"/>
                </a:lnTo>
                <a:lnTo>
                  <a:pt x="2253" y="9361"/>
                </a:lnTo>
                <a:lnTo>
                  <a:pt x="15" y="9621"/>
                </a:lnTo>
                <a:lnTo>
                  <a:pt x="0" y="17888"/>
                </a:lnTo>
                <a:lnTo>
                  <a:pt x="9606" y="17856"/>
                </a:lnTo>
                <a:lnTo>
                  <a:pt x="9763" y="15973"/>
                </a:lnTo>
                <a:lnTo>
                  <a:pt x="10268" y="12379"/>
                </a:lnTo>
                <a:lnTo>
                  <a:pt x="14484" y="16651"/>
                </a:lnTo>
                <a:lnTo>
                  <a:pt x="19456" y="18313"/>
                </a:lnTo>
                <a:lnTo>
                  <a:pt x="17864" y="23380"/>
                </a:lnTo>
                <a:lnTo>
                  <a:pt x="22868" y="24728"/>
                </a:lnTo>
                <a:lnTo>
                  <a:pt x="21119" y="19314"/>
                </a:lnTo>
                <a:lnTo>
                  <a:pt x="23341" y="17880"/>
                </a:lnTo>
                <a:lnTo>
                  <a:pt x="23333" y="13759"/>
                </a:lnTo>
                <a:lnTo>
                  <a:pt x="19558" y="14223"/>
                </a:lnTo>
                <a:lnTo>
                  <a:pt x="17313" y="13207"/>
                </a:lnTo>
                <a:lnTo>
                  <a:pt x="18116" y="5847"/>
                </a:lnTo>
                <a:lnTo>
                  <a:pt x="17848" y="2907"/>
                </a:lnTo>
                <a:lnTo>
                  <a:pt x="17848" y="0"/>
                </a:lnTo>
                <a:close/>
              </a:path>
            </a:pathLst>
          </a:custGeom>
          <a:solidFill>
            <a:srgbClr val="D1C7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1" name="bg object 1051"/>
          <p:cNvSpPr/>
          <p:nvPr/>
        </p:nvSpPr>
        <p:spPr>
          <a:xfrm>
            <a:off x="2170994" y="3605190"/>
            <a:ext cx="6350" cy="14604"/>
          </a:xfrm>
          <a:custGeom>
            <a:avLst/>
            <a:gdLst/>
            <a:ahLst/>
            <a:cxnLst/>
            <a:rect l="l" t="t" r="r" b="b"/>
            <a:pathLst>
              <a:path w="6350" h="14604">
                <a:moveTo>
                  <a:pt x="6028" y="0"/>
                </a:moveTo>
                <a:lnTo>
                  <a:pt x="527" y="7"/>
                </a:lnTo>
                <a:lnTo>
                  <a:pt x="535" y="2915"/>
                </a:lnTo>
                <a:lnTo>
                  <a:pt x="803" y="5855"/>
                </a:lnTo>
                <a:lnTo>
                  <a:pt x="0" y="13215"/>
                </a:lnTo>
                <a:lnTo>
                  <a:pt x="2238" y="14231"/>
                </a:lnTo>
                <a:lnTo>
                  <a:pt x="6020" y="13766"/>
                </a:lnTo>
                <a:lnTo>
                  <a:pt x="6028" y="0"/>
                </a:lnTo>
                <a:close/>
              </a:path>
            </a:pathLst>
          </a:custGeom>
          <a:solidFill>
            <a:srgbClr val="C9BF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2" name="bg object 1052"/>
          <p:cNvSpPr/>
          <p:nvPr/>
        </p:nvSpPr>
        <p:spPr>
          <a:xfrm>
            <a:off x="2185174" y="3610688"/>
            <a:ext cx="4445" cy="13970"/>
          </a:xfrm>
          <a:custGeom>
            <a:avLst/>
            <a:gdLst/>
            <a:ahLst/>
            <a:cxnLst/>
            <a:rect l="l" t="t" r="r" b="b"/>
            <a:pathLst>
              <a:path w="4444" h="13970">
                <a:moveTo>
                  <a:pt x="4200" y="0"/>
                </a:moveTo>
                <a:lnTo>
                  <a:pt x="2876" y="583"/>
                </a:lnTo>
                <a:lnTo>
                  <a:pt x="496" y="1040"/>
                </a:lnTo>
                <a:lnTo>
                  <a:pt x="0" y="5145"/>
                </a:lnTo>
                <a:lnTo>
                  <a:pt x="0" y="8621"/>
                </a:lnTo>
                <a:lnTo>
                  <a:pt x="496" y="12734"/>
                </a:lnTo>
                <a:lnTo>
                  <a:pt x="2876" y="13175"/>
                </a:lnTo>
                <a:lnTo>
                  <a:pt x="4208" y="13759"/>
                </a:lnTo>
                <a:lnTo>
                  <a:pt x="4200" y="0"/>
                </a:lnTo>
                <a:close/>
              </a:path>
            </a:pathLst>
          </a:custGeom>
          <a:solidFill>
            <a:srgbClr val="C0B0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3" name="bg object 1053"/>
          <p:cNvSpPr/>
          <p:nvPr/>
        </p:nvSpPr>
        <p:spPr>
          <a:xfrm>
            <a:off x="2032912" y="4101973"/>
            <a:ext cx="5715" cy="13970"/>
          </a:xfrm>
          <a:custGeom>
            <a:avLst/>
            <a:gdLst/>
            <a:ahLst/>
            <a:cxnLst/>
            <a:rect l="l" t="t" r="r" b="b"/>
            <a:pathLst>
              <a:path w="5714" h="13970">
                <a:moveTo>
                  <a:pt x="0" y="0"/>
                </a:moveTo>
                <a:lnTo>
                  <a:pt x="0" y="13759"/>
                </a:lnTo>
                <a:lnTo>
                  <a:pt x="4113" y="13759"/>
                </a:lnTo>
                <a:lnTo>
                  <a:pt x="4066" y="6863"/>
                </a:lnTo>
                <a:lnTo>
                  <a:pt x="5295" y="464"/>
                </a:lnTo>
                <a:lnTo>
                  <a:pt x="0" y="0"/>
                </a:lnTo>
                <a:close/>
              </a:path>
            </a:pathLst>
          </a:custGeom>
          <a:solidFill>
            <a:srgbClr val="948D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4" name="bg object 1054"/>
          <p:cNvSpPr/>
          <p:nvPr/>
        </p:nvSpPr>
        <p:spPr>
          <a:xfrm>
            <a:off x="2037024" y="4111577"/>
            <a:ext cx="13970" cy="4445"/>
          </a:xfrm>
          <a:custGeom>
            <a:avLst/>
            <a:gdLst/>
            <a:ahLst/>
            <a:cxnLst/>
            <a:rect l="l" t="t" r="r" b="b"/>
            <a:pathLst>
              <a:path w="13969" h="4445">
                <a:moveTo>
                  <a:pt x="7" y="0"/>
                </a:moveTo>
                <a:lnTo>
                  <a:pt x="0" y="4137"/>
                </a:lnTo>
                <a:lnTo>
                  <a:pt x="13719" y="4160"/>
                </a:lnTo>
                <a:lnTo>
                  <a:pt x="13735" y="15"/>
                </a:lnTo>
                <a:lnTo>
                  <a:pt x="7" y="0"/>
                </a:lnTo>
                <a:close/>
              </a:path>
            </a:pathLst>
          </a:custGeom>
          <a:solidFill>
            <a:srgbClr val="8E84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5" name="bg object 1055"/>
          <p:cNvSpPr/>
          <p:nvPr/>
        </p:nvSpPr>
        <p:spPr>
          <a:xfrm>
            <a:off x="2032910" y="4115714"/>
            <a:ext cx="18415" cy="5715"/>
          </a:xfrm>
          <a:custGeom>
            <a:avLst/>
            <a:gdLst/>
            <a:ahLst/>
            <a:cxnLst/>
            <a:rect l="l" t="t" r="r" b="b"/>
            <a:pathLst>
              <a:path w="18414" h="5714">
                <a:moveTo>
                  <a:pt x="4113" y="0"/>
                </a:moveTo>
                <a:lnTo>
                  <a:pt x="0" y="15"/>
                </a:lnTo>
                <a:lnTo>
                  <a:pt x="7" y="4137"/>
                </a:lnTo>
                <a:lnTo>
                  <a:pt x="9629" y="4145"/>
                </a:lnTo>
                <a:lnTo>
                  <a:pt x="17809" y="5516"/>
                </a:lnTo>
                <a:lnTo>
                  <a:pt x="17833" y="23"/>
                </a:lnTo>
                <a:lnTo>
                  <a:pt x="4113" y="0"/>
                </a:lnTo>
                <a:close/>
              </a:path>
            </a:pathLst>
          </a:custGeom>
          <a:solidFill>
            <a:srgbClr val="8177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6" name="bg object 1056"/>
          <p:cNvSpPr/>
          <p:nvPr/>
        </p:nvSpPr>
        <p:spPr>
          <a:xfrm>
            <a:off x="2234660" y="3785299"/>
            <a:ext cx="5715" cy="13970"/>
          </a:xfrm>
          <a:custGeom>
            <a:avLst/>
            <a:gdLst/>
            <a:ahLst/>
            <a:cxnLst/>
            <a:rect l="l" t="t" r="r" b="b"/>
            <a:pathLst>
              <a:path w="5714" h="13970">
                <a:moveTo>
                  <a:pt x="2513" y="0"/>
                </a:moveTo>
                <a:lnTo>
                  <a:pt x="110" y="614"/>
                </a:lnTo>
                <a:lnTo>
                  <a:pt x="0" y="4302"/>
                </a:lnTo>
                <a:lnTo>
                  <a:pt x="23" y="13916"/>
                </a:lnTo>
                <a:lnTo>
                  <a:pt x="5461" y="13900"/>
                </a:lnTo>
                <a:lnTo>
                  <a:pt x="5500" y="157"/>
                </a:lnTo>
                <a:lnTo>
                  <a:pt x="2513" y="0"/>
                </a:lnTo>
                <a:close/>
              </a:path>
            </a:pathLst>
          </a:custGeom>
          <a:solidFill>
            <a:srgbClr val="AFA3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7" name="bg object 1057"/>
          <p:cNvSpPr/>
          <p:nvPr/>
        </p:nvSpPr>
        <p:spPr>
          <a:xfrm>
            <a:off x="2043891" y="3991861"/>
            <a:ext cx="5715" cy="22225"/>
          </a:xfrm>
          <a:custGeom>
            <a:avLst/>
            <a:gdLst/>
            <a:ahLst/>
            <a:cxnLst/>
            <a:rect l="l" t="t" r="r" b="b"/>
            <a:pathLst>
              <a:path w="5714" h="22225">
                <a:moveTo>
                  <a:pt x="5461" y="0"/>
                </a:moveTo>
                <a:lnTo>
                  <a:pt x="7" y="15"/>
                </a:lnTo>
                <a:lnTo>
                  <a:pt x="0" y="12395"/>
                </a:lnTo>
                <a:lnTo>
                  <a:pt x="0" y="22025"/>
                </a:lnTo>
                <a:lnTo>
                  <a:pt x="4097" y="22041"/>
                </a:lnTo>
                <a:lnTo>
                  <a:pt x="4129" y="12411"/>
                </a:lnTo>
                <a:lnTo>
                  <a:pt x="5461" y="0"/>
                </a:lnTo>
                <a:close/>
              </a:path>
            </a:pathLst>
          </a:custGeom>
          <a:solidFill>
            <a:srgbClr val="B4A8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8" name="bg object 1058"/>
          <p:cNvSpPr/>
          <p:nvPr/>
        </p:nvSpPr>
        <p:spPr>
          <a:xfrm>
            <a:off x="2043898" y="3982237"/>
            <a:ext cx="5715" cy="10160"/>
          </a:xfrm>
          <a:custGeom>
            <a:avLst/>
            <a:gdLst/>
            <a:ahLst/>
            <a:cxnLst/>
            <a:rect l="l" t="t" r="r" b="b"/>
            <a:pathLst>
              <a:path w="5714" h="10160">
                <a:moveTo>
                  <a:pt x="5468" y="0"/>
                </a:moveTo>
                <a:lnTo>
                  <a:pt x="1363" y="7"/>
                </a:lnTo>
                <a:lnTo>
                  <a:pt x="0" y="9637"/>
                </a:lnTo>
                <a:lnTo>
                  <a:pt x="5453" y="9621"/>
                </a:lnTo>
                <a:lnTo>
                  <a:pt x="5516" y="23"/>
                </a:lnTo>
                <a:close/>
              </a:path>
            </a:pathLst>
          </a:custGeom>
          <a:solidFill>
            <a:srgbClr val="AAA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9" name="bg object 1059"/>
          <p:cNvSpPr/>
          <p:nvPr/>
        </p:nvSpPr>
        <p:spPr>
          <a:xfrm>
            <a:off x="2039751" y="4013876"/>
            <a:ext cx="8255" cy="12700"/>
          </a:xfrm>
          <a:custGeom>
            <a:avLst/>
            <a:gdLst/>
            <a:ahLst/>
            <a:cxnLst/>
            <a:rect l="l" t="t" r="r" b="b"/>
            <a:pathLst>
              <a:path w="8255" h="12700">
                <a:moveTo>
                  <a:pt x="4137" y="7"/>
                </a:moveTo>
                <a:lnTo>
                  <a:pt x="31" y="0"/>
                </a:lnTo>
                <a:lnTo>
                  <a:pt x="31" y="4137"/>
                </a:lnTo>
                <a:lnTo>
                  <a:pt x="2624" y="3948"/>
                </a:lnTo>
                <a:lnTo>
                  <a:pt x="4405" y="4602"/>
                </a:lnTo>
                <a:lnTo>
                  <a:pt x="4034" y="9290"/>
                </a:lnTo>
                <a:lnTo>
                  <a:pt x="4152" y="10859"/>
                </a:lnTo>
                <a:lnTo>
                  <a:pt x="4160" y="12419"/>
                </a:lnTo>
                <a:lnTo>
                  <a:pt x="8234" y="12372"/>
                </a:lnTo>
                <a:lnTo>
                  <a:pt x="8242" y="23"/>
                </a:lnTo>
                <a:lnTo>
                  <a:pt x="4137" y="7"/>
                </a:lnTo>
                <a:close/>
              </a:path>
            </a:pathLst>
          </a:custGeom>
          <a:solidFill>
            <a:srgbClr val="A59A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0" name="bg object 1060"/>
          <p:cNvSpPr/>
          <p:nvPr/>
        </p:nvSpPr>
        <p:spPr>
          <a:xfrm>
            <a:off x="2039783" y="4004254"/>
            <a:ext cx="4445" cy="10160"/>
          </a:xfrm>
          <a:custGeom>
            <a:avLst/>
            <a:gdLst/>
            <a:ahLst/>
            <a:cxnLst/>
            <a:rect l="l" t="t" r="r" b="b"/>
            <a:pathLst>
              <a:path w="4444" h="10160">
                <a:moveTo>
                  <a:pt x="4105" y="0"/>
                </a:moveTo>
                <a:lnTo>
                  <a:pt x="0" y="15"/>
                </a:lnTo>
                <a:lnTo>
                  <a:pt x="0" y="9621"/>
                </a:lnTo>
                <a:lnTo>
                  <a:pt x="4105" y="9629"/>
                </a:lnTo>
                <a:lnTo>
                  <a:pt x="4105" y="0"/>
                </a:lnTo>
                <a:close/>
              </a:path>
            </a:pathLst>
          </a:custGeom>
          <a:solidFill>
            <a:srgbClr val="B6AA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1" name="bg object 1061"/>
          <p:cNvSpPr/>
          <p:nvPr/>
        </p:nvSpPr>
        <p:spPr>
          <a:xfrm>
            <a:off x="2159203" y="3539149"/>
            <a:ext cx="10160" cy="22225"/>
          </a:xfrm>
          <a:custGeom>
            <a:avLst/>
            <a:gdLst/>
            <a:ahLst/>
            <a:cxnLst/>
            <a:rect l="l" t="t" r="r" b="b"/>
            <a:pathLst>
              <a:path w="10160" h="22225">
                <a:moveTo>
                  <a:pt x="5437" y="15"/>
                </a:moveTo>
                <a:lnTo>
                  <a:pt x="1363" y="0"/>
                </a:lnTo>
                <a:lnTo>
                  <a:pt x="1339" y="12379"/>
                </a:lnTo>
                <a:lnTo>
                  <a:pt x="0" y="17841"/>
                </a:lnTo>
                <a:lnTo>
                  <a:pt x="2915" y="17793"/>
                </a:lnTo>
                <a:lnTo>
                  <a:pt x="6067" y="17431"/>
                </a:lnTo>
                <a:lnTo>
                  <a:pt x="5453" y="22009"/>
                </a:lnTo>
                <a:lnTo>
                  <a:pt x="8100" y="22198"/>
                </a:lnTo>
                <a:lnTo>
                  <a:pt x="9740" y="21465"/>
                </a:lnTo>
                <a:lnTo>
                  <a:pt x="9448" y="13585"/>
                </a:lnTo>
                <a:lnTo>
                  <a:pt x="9574" y="8849"/>
                </a:lnTo>
                <a:lnTo>
                  <a:pt x="9574" y="4121"/>
                </a:lnTo>
                <a:lnTo>
                  <a:pt x="5437" y="15"/>
                </a:lnTo>
                <a:close/>
              </a:path>
            </a:pathLst>
          </a:custGeom>
          <a:solidFill>
            <a:srgbClr val="9586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2" name="bg object 1062"/>
          <p:cNvSpPr/>
          <p:nvPr/>
        </p:nvSpPr>
        <p:spPr>
          <a:xfrm>
            <a:off x="2160312" y="3529295"/>
            <a:ext cx="4445" cy="10160"/>
          </a:xfrm>
          <a:custGeom>
            <a:avLst/>
            <a:gdLst/>
            <a:ahLst/>
            <a:cxnLst/>
            <a:rect l="l" t="t" r="r" b="b"/>
            <a:pathLst>
              <a:path w="4444" h="10160">
                <a:moveTo>
                  <a:pt x="1757" y="0"/>
                </a:moveTo>
                <a:lnTo>
                  <a:pt x="0" y="677"/>
                </a:lnTo>
                <a:lnTo>
                  <a:pt x="362" y="5823"/>
                </a:lnTo>
                <a:lnTo>
                  <a:pt x="252" y="7840"/>
                </a:lnTo>
                <a:lnTo>
                  <a:pt x="252" y="9858"/>
                </a:lnTo>
                <a:lnTo>
                  <a:pt x="4326" y="9874"/>
                </a:lnTo>
                <a:lnTo>
                  <a:pt x="4365" y="204"/>
                </a:lnTo>
                <a:lnTo>
                  <a:pt x="1757" y="0"/>
                </a:lnTo>
                <a:close/>
              </a:path>
            </a:pathLst>
          </a:custGeom>
          <a:solidFill>
            <a:srgbClr val="A39C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3" name="bg object 1063"/>
          <p:cNvSpPr/>
          <p:nvPr/>
        </p:nvSpPr>
        <p:spPr>
          <a:xfrm>
            <a:off x="2203061" y="3753809"/>
            <a:ext cx="24765" cy="36830"/>
          </a:xfrm>
          <a:custGeom>
            <a:avLst/>
            <a:gdLst/>
            <a:ahLst/>
            <a:cxnLst/>
            <a:rect l="l" t="t" r="r" b="b"/>
            <a:pathLst>
              <a:path w="24764" h="36829">
                <a:moveTo>
                  <a:pt x="5623" y="35784"/>
                </a:moveTo>
                <a:lnTo>
                  <a:pt x="4703" y="35784"/>
                </a:lnTo>
                <a:lnTo>
                  <a:pt x="5634" y="36619"/>
                </a:lnTo>
                <a:lnTo>
                  <a:pt x="5623" y="35784"/>
                </a:lnTo>
                <a:close/>
              </a:path>
              <a:path w="24764" h="36829">
                <a:moveTo>
                  <a:pt x="6887" y="0"/>
                </a:moveTo>
                <a:lnTo>
                  <a:pt x="1418" y="0"/>
                </a:lnTo>
                <a:lnTo>
                  <a:pt x="1851" y="3246"/>
                </a:lnTo>
                <a:lnTo>
                  <a:pt x="0" y="6966"/>
                </a:lnTo>
                <a:lnTo>
                  <a:pt x="6918" y="10181"/>
                </a:lnTo>
                <a:lnTo>
                  <a:pt x="5366" y="12734"/>
                </a:lnTo>
                <a:lnTo>
                  <a:pt x="1402" y="13782"/>
                </a:lnTo>
                <a:lnTo>
                  <a:pt x="1300" y="16178"/>
                </a:lnTo>
                <a:lnTo>
                  <a:pt x="6816" y="18731"/>
                </a:lnTo>
                <a:lnTo>
                  <a:pt x="5453" y="23278"/>
                </a:lnTo>
                <a:lnTo>
                  <a:pt x="5508" y="27297"/>
                </a:lnTo>
                <a:lnTo>
                  <a:pt x="5623" y="35784"/>
                </a:lnTo>
                <a:lnTo>
                  <a:pt x="13790" y="35784"/>
                </a:lnTo>
                <a:lnTo>
                  <a:pt x="14247" y="33601"/>
                </a:lnTo>
                <a:lnTo>
                  <a:pt x="14996" y="31426"/>
                </a:lnTo>
                <a:lnTo>
                  <a:pt x="15082" y="29220"/>
                </a:lnTo>
                <a:lnTo>
                  <a:pt x="15201" y="26178"/>
                </a:lnTo>
                <a:lnTo>
                  <a:pt x="19230" y="26178"/>
                </a:lnTo>
                <a:lnTo>
                  <a:pt x="19354" y="25004"/>
                </a:lnTo>
                <a:lnTo>
                  <a:pt x="19046" y="23530"/>
                </a:lnTo>
                <a:lnTo>
                  <a:pt x="24413" y="17250"/>
                </a:lnTo>
                <a:lnTo>
                  <a:pt x="23858" y="13782"/>
                </a:lnTo>
                <a:lnTo>
                  <a:pt x="23815" y="13514"/>
                </a:lnTo>
                <a:lnTo>
                  <a:pt x="16942" y="13514"/>
                </a:lnTo>
                <a:lnTo>
                  <a:pt x="16343" y="12238"/>
                </a:lnTo>
                <a:lnTo>
                  <a:pt x="15382" y="11008"/>
                </a:lnTo>
                <a:lnTo>
                  <a:pt x="14700" y="5918"/>
                </a:lnTo>
                <a:lnTo>
                  <a:pt x="14610" y="5240"/>
                </a:lnTo>
                <a:lnTo>
                  <a:pt x="11221" y="1126"/>
                </a:lnTo>
                <a:lnTo>
                  <a:pt x="6887" y="0"/>
                </a:lnTo>
                <a:close/>
              </a:path>
              <a:path w="24764" h="36829">
                <a:moveTo>
                  <a:pt x="23341" y="4129"/>
                </a:moveTo>
                <a:lnTo>
                  <a:pt x="19283" y="4129"/>
                </a:lnTo>
                <a:lnTo>
                  <a:pt x="19275" y="5918"/>
                </a:lnTo>
                <a:lnTo>
                  <a:pt x="19429" y="6966"/>
                </a:lnTo>
                <a:lnTo>
                  <a:pt x="19551" y="7793"/>
                </a:lnTo>
                <a:lnTo>
                  <a:pt x="19013" y="10181"/>
                </a:lnTo>
                <a:lnTo>
                  <a:pt x="18919" y="10599"/>
                </a:lnTo>
                <a:lnTo>
                  <a:pt x="18784" y="11008"/>
                </a:lnTo>
                <a:lnTo>
                  <a:pt x="17687" y="12238"/>
                </a:lnTo>
                <a:lnTo>
                  <a:pt x="16942" y="13514"/>
                </a:lnTo>
                <a:lnTo>
                  <a:pt x="23815" y="13514"/>
                </a:lnTo>
                <a:lnTo>
                  <a:pt x="23414" y="11008"/>
                </a:lnTo>
                <a:lnTo>
                  <a:pt x="23341" y="4129"/>
                </a:lnTo>
                <a:close/>
              </a:path>
            </a:pathLst>
          </a:custGeom>
          <a:solidFill>
            <a:srgbClr val="B9AE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4" name="bg object 1064"/>
          <p:cNvSpPr/>
          <p:nvPr/>
        </p:nvSpPr>
        <p:spPr>
          <a:xfrm>
            <a:off x="2220680" y="3757427"/>
            <a:ext cx="14604" cy="41910"/>
          </a:xfrm>
          <a:custGeom>
            <a:avLst/>
            <a:gdLst/>
            <a:ahLst/>
            <a:cxnLst/>
            <a:rect l="l" t="t" r="r" b="b"/>
            <a:pathLst>
              <a:path w="14605" h="41910">
                <a:moveTo>
                  <a:pt x="9574" y="0"/>
                </a:moveTo>
                <a:lnTo>
                  <a:pt x="5721" y="512"/>
                </a:lnTo>
                <a:lnTo>
                  <a:pt x="5728" y="6981"/>
                </a:lnTo>
                <a:lnTo>
                  <a:pt x="6792" y="13632"/>
                </a:lnTo>
                <a:lnTo>
                  <a:pt x="1426" y="19913"/>
                </a:lnTo>
                <a:lnTo>
                  <a:pt x="1733" y="21387"/>
                </a:lnTo>
                <a:lnTo>
                  <a:pt x="1615" y="22506"/>
                </a:lnTo>
                <a:lnTo>
                  <a:pt x="1631" y="32151"/>
                </a:lnTo>
                <a:lnTo>
                  <a:pt x="2269" y="35295"/>
                </a:lnTo>
                <a:lnTo>
                  <a:pt x="0" y="39362"/>
                </a:lnTo>
                <a:lnTo>
                  <a:pt x="4476" y="41678"/>
                </a:lnTo>
                <a:lnTo>
                  <a:pt x="5303" y="40299"/>
                </a:lnTo>
                <a:lnTo>
                  <a:pt x="8006" y="36477"/>
                </a:lnTo>
                <a:lnTo>
                  <a:pt x="8644" y="37494"/>
                </a:lnTo>
                <a:lnTo>
                  <a:pt x="9086" y="38739"/>
                </a:lnTo>
                <a:lnTo>
                  <a:pt x="11134" y="40441"/>
                </a:lnTo>
                <a:lnTo>
                  <a:pt x="12640" y="41032"/>
                </a:lnTo>
                <a:lnTo>
                  <a:pt x="14011" y="41789"/>
                </a:lnTo>
                <a:lnTo>
                  <a:pt x="13979" y="32175"/>
                </a:lnTo>
                <a:lnTo>
                  <a:pt x="10630" y="32537"/>
                </a:lnTo>
                <a:lnTo>
                  <a:pt x="9621" y="30875"/>
                </a:lnTo>
                <a:lnTo>
                  <a:pt x="10394" y="20354"/>
                </a:lnTo>
                <a:lnTo>
                  <a:pt x="10630" y="12947"/>
                </a:lnTo>
                <a:lnTo>
                  <a:pt x="11702" y="1071"/>
                </a:lnTo>
                <a:lnTo>
                  <a:pt x="9574" y="0"/>
                </a:lnTo>
                <a:close/>
              </a:path>
            </a:pathLst>
          </a:custGeom>
          <a:solidFill>
            <a:srgbClr val="9F95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5" name="bg object 1065"/>
          <p:cNvSpPr/>
          <p:nvPr/>
        </p:nvSpPr>
        <p:spPr>
          <a:xfrm>
            <a:off x="2209417" y="3742790"/>
            <a:ext cx="18415" cy="24765"/>
          </a:xfrm>
          <a:custGeom>
            <a:avLst/>
            <a:gdLst/>
            <a:ahLst/>
            <a:cxnLst/>
            <a:rect l="l" t="t" r="r" b="b"/>
            <a:pathLst>
              <a:path w="18414" h="24764">
                <a:moveTo>
                  <a:pt x="4680" y="0"/>
                </a:moveTo>
                <a:lnTo>
                  <a:pt x="1111" y="1371"/>
                </a:lnTo>
                <a:lnTo>
                  <a:pt x="0" y="4058"/>
                </a:lnTo>
                <a:lnTo>
                  <a:pt x="669" y="8778"/>
                </a:lnTo>
                <a:lnTo>
                  <a:pt x="535" y="9905"/>
                </a:lnTo>
                <a:lnTo>
                  <a:pt x="527" y="11016"/>
                </a:lnTo>
                <a:lnTo>
                  <a:pt x="4870" y="12143"/>
                </a:lnTo>
                <a:lnTo>
                  <a:pt x="8250" y="16264"/>
                </a:lnTo>
                <a:lnTo>
                  <a:pt x="9030" y="22033"/>
                </a:lnTo>
                <a:lnTo>
                  <a:pt x="9984" y="23254"/>
                </a:lnTo>
                <a:lnTo>
                  <a:pt x="10591" y="24531"/>
                </a:lnTo>
                <a:lnTo>
                  <a:pt x="11355" y="23207"/>
                </a:lnTo>
                <a:lnTo>
                  <a:pt x="12482" y="21962"/>
                </a:lnTo>
                <a:lnTo>
                  <a:pt x="13199" y="18810"/>
                </a:lnTo>
                <a:lnTo>
                  <a:pt x="12915" y="16934"/>
                </a:lnTo>
                <a:lnTo>
                  <a:pt x="12923" y="15122"/>
                </a:lnTo>
                <a:lnTo>
                  <a:pt x="12923" y="11032"/>
                </a:lnTo>
                <a:lnTo>
                  <a:pt x="12293" y="6422"/>
                </a:lnTo>
                <a:lnTo>
                  <a:pt x="15461" y="6808"/>
                </a:lnTo>
                <a:lnTo>
                  <a:pt x="18376" y="6871"/>
                </a:lnTo>
                <a:lnTo>
                  <a:pt x="18376" y="2750"/>
                </a:lnTo>
                <a:lnTo>
                  <a:pt x="13372" y="4026"/>
                </a:lnTo>
                <a:lnTo>
                  <a:pt x="9196" y="1174"/>
                </a:lnTo>
                <a:lnTo>
                  <a:pt x="4680" y="0"/>
                </a:lnTo>
                <a:close/>
              </a:path>
            </a:pathLst>
          </a:custGeom>
          <a:solidFill>
            <a:srgbClr val="C3B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6" name="bg object 1066"/>
          <p:cNvSpPr/>
          <p:nvPr/>
        </p:nvSpPr>
        <p:spPr>
          <a:xfrm>
            <a:off x="2221715" y="3749213"/>
            <a:ext cx="10795" cy="5080"/>
          </a:xfrm>
          <a:custGeom>
            <a:avLst/>
            <a:gdLst/>
            <a:ahLst/>
            <a:cxnLst/>
            <a:rect l="l" t="t" r="r" b="b"/>
            <a:pathLst>
              <a:path w="10794" h="5079">
                <a:moveTo>
                  <a:pt x="0" y="0"/>
                </a:moveTo>
                <a:lnTo>
                  <a:pt x="622" y="4609"/>
                </a:lnTo>
                <a:lnTo>
                  <a:pt x="10205" y="4594"/>
                </a:lnTo>
                <a:lnTo>
                  <a:pt x="10205" y="457"/>
                </a:lnTo>
                <a:lnTo>
                  <a:pt x="6083" y="449"/>
                </a:lnTo>
                <a:lnTo>
                  <a:pt x="3160" y="386"/>
                </a:lnTo>
                <a:lnTo>
                  <a:pt x="0" y="0"/>
                </a:lnTo>
                <a:close/>
              </a:path>
            </a:pathLst>
          </a:custGeom>
          <a:solidFill>
            <a:srgbClr val="B2AA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7" name="bg object 1067"/>
          <p:cNvSpPr/>
          <p:nvPr/>
        </p:nvSpPr>
        <p:spPr>
          <a:xfrm>
            <a:off x="2227797" y="3735896"/>
            <a:ext cx="4445" cy="13970"/>
          </a:xfrm>
          <a:custGeom>
            <a:avLst/>
            <a:gdLst/>
            <a:ahLst/>
            <a:cxnLst/>
            <a:rect l="l" t="t" r="r" b="b"/>
            <a:pathLst>
              <a:path w="4444" h="13970">
                <a:moveTo>
                  <a:pt x="4082" y="0"/>
                </a:moveTo>
                <a:lnTo>
                  <a:pt x="15" y="31"/>
                </a:lnTo>
                <a:lnTo>
                  <a:pt x="0" y="13766"/>
                </a:lnTo>
                <a:lnTo>
                  <a:pt x="4121" y="13774"/>
                </a:lnTo>
                <a:lnTo>
                  <a:pt x="4082" y="0"/>
                </a:lnTo>
                <a:close/>
              </a:path>
            </a:pathLst>
          </a:custGeom>
          <a:solidFill>
            <a:srgbClr val="B9AE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8" name="bg object 1068"/>
          <p:cNvSpPr/>
          <p:nvPr/>
        </p:nvSpPr>
        <p:spPr>
          <a:xfrm>
            <a:off x="2039626" y="4119857"/>
            <a:ext cx="11430" cy="19685"/>
          </a:xfrm>
          <a:custGeom>
            <a:avLst/>
            <a:gdLst/>
            <a:ahLst/>
            <a:cxnLst/>
            <a:rect l="l" t="t" r="r" b="b"/>
            <a:pathLst>
              <a:path w="11430" h="19685">
                <a:moveTo>
                  <a:pt x="2915" y="0"/>
                </a:moveTo>
                <a:lnTo>
                  <a:pt x="2876" y="2308"/>
                </a:lnTo>
                <a:lnTo>
                  <a:pt x="0" y="5799"/>
                </a:lnTo>
                <a:lnTo>
                  <a:pt x="5989" y="5886"/>
                </a:lnTo>
                <a:lnTo>
                  <a:pt x="6461" y="8337"/>
                </a:lnTo>
                <a:lnTo>
                  <a:pt x="6950" y="9645"/>
                </a:lnTo>
                <a:lnTo>
                  <a:pt x="7005" y="19259"/>
                </a:lnTo>
                <a:lnTo>
                  <a:pt x="11127" y="19259"/>
                </a:lnTo>
                <a:lnTo>
                  <a:pt x="11174" y="1379"/>
                </a:lnTo>
                <a:lnTo>
                  <a:pt x="2915" y="0"/>
                </a:lnTo>
                <a:close/>
              </a:path>
            </a:pathLst>
          </a:custGeom>
          <a:solidFill>
            <a:srgbClr val="8D82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9" name="bg object 1069"/>
          <p:cNvSpPr/>
          <p:nvPr/>
        </p:nvSpPr>
        <p:spPr>
          <a:xfrm>
            <a:off x="2041142" y="4129482"/>
            <a:ext cx="5715" cy="8890"/>
          </a:xfrm>
          <a:custGeom>
            <a:avLst/>
            <a:gdLst/>
            <a:ahLst/>
            <a:cxnLst/>
            <a:rect l="l" t="t" r="r" b="b"/>
            <a:pathLst>
              <a:path w="5714" h="8889">
                <a:moveTo>
                  <a:pt x="15" y="0"/>
                </a:moveTo>
                <a:lnTo>
                  <a:pt x="0" y="8274"/>
                </a:lnTo>
                <a:lnTo>
                  <a:pt x="5484" y="8242"/>
                </a:lnTo>
                <a:lnTo>
                  <a:pt x="5437" y="23"/>
                </a:lnTo>
                <a:lnTo>
                  <a:pt x="15" y="0"/>
                </a:lnTo>
                <a:close/>
              </a:path>
            </a:pathLst>
          </a:custGeom>
          <a:solidFill>
            <a:srgbClr val="7167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0" name="bg object 1070"/>
          <p:cNvSpPr/>
          <p:nvPr/>
        </p:nvSpPr>
        <p:spPr>
          <a:xfrm>
            <a:off x="2043848" y="4026249"/>
            <a:ext cx="4445" cy="18415"/>
          </a:xfrm>
          <a:custGeom>
            <a:avLst/>
            <a:gdLst/>
            <a:ahLst/>
            <a:cxnLst/>
            <a:rect l="l" t="t" r="r" b="b"/>
            <a:pathLst>
              <a:path w="4444" h="18414">
                <a:moveTo>
                  <a:pt x="4137" y="0"/>
                </a:moveTo>
                <a:lnTo>
                  <a:pt x="63" y="47"/>
                </a:lnTo>
                <a:lnTo>
                  <a:pt x="0" y="9645"/>
                </a:lnTo>
                <a:lnTo>
                  <a:pt x="31" y="17927"/>
                </a:lnTo>
                <a:lnTo>
                  <a:pt x="4145" y="17927"/>
                </a:lnTo>
                <a:lnTo>
                  <a:pt x="4137" y="0"/>
                </a:lnTo>
                <a:close/>
              </a:path>
            </a:pathLst>
          </a:custGeom>
          <a:solidFill>
            <a:srgbClr val="B4AB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1" name="bg object 1071"/>
          <p:cNvSpPr/>
          <p:nvPr/>
        </p:nvSpPr>
        <p:spPr>
          <a:xfrm>
            <a:off x="2055914" y="4272586"/>
            <a:ext cx="6350" cy="8890"/>
          </a:xfrm>
          <a:custGeom>
            <a:avLst/>
            <a:gdLst/>
            <a:ahLst/>
            <a:cxnLst/>
            <a:rect l="l" t="t" r="r" b="b"/>
            <a:pathLst>
              <a:path w="6350" h="8889">
                <a:moveTo>
                  <a:pt x="346" y="0"/>
                </a:moveTo>
                <a:lnTo>
                  <a:pt x="307" y="4168"/>
                </a:lnTo>
                <a:lnTo>
                  <a:pt x="0" y="7218"/>
                </a:lnTo>
                <a:lnTo>
                  <a:pt x="1197" y="8739"/>
                </a:lnTo>
                <a:lnTo>
                  <a:pt x="4405" y="8227"/>
                </a:lnTo>
                <a:lnTo>
                  <a:pt x="5925" y="70"/>
                </a:lnTo>
                <a:lnTo>
                  <a:pt x="346" y="0"/>
                </a:lnTo>
                <a:close/>
              </a:path>
            </a:pathLst>
          </a:custGeom>
          <a:solidFill>
            <a:srgbClr val="5E519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2" name="bg object 1072"/>
          <p:cNvSpPr/>
          <p:nvPr/>
        </p:nvSpPr>
        <p:spPr>
          <a:xfrm>
            <a:off x="2049206" y="3966912"/>
            <a:ext cx="8890" cy="15875"/>
          </a:xfrm>
          <a:custGeom>
            <a:avLst/>
            <a:gdLst/>
            <a:ahLst/>
            <a:cxnLst/>
            <a:rect l="l" t="t" r="r" b="b"/>
            <a:pathLst>
              <a:path w="8889" h="15875">
                <a:moveTo>
                  <a:pt x="1639" y="0"/>
                </a:moveTo>
                <a:lnTo>
                  <a:pt x="0" y="740"/>
                </a:lnTo>
                <a:lnTo>
                  <a:pt x="307" y="7691"/>
                </a:lnTo>
                <a:lnTo>
                  <a:pt x="165" y="11505"/>
                </a:lnTo>
                <a:lnTo>
                  <a:pt x="157" y="15319"/>
                </a:lnTo>
                <a:lnTo>
                  <a:pt x="4294" y="15342"/>
                </a:lnTo>
                <a:lnTo>
                  <a:pt x="3892" y="12175"/>
                </a:lnTo>
                <a:lnTo>
                  <a:pt x="5295" y="10811"/>
                </a:lnTo>
                <a:lnTo>
                  <a:pt x="8424" y="11182"/>
                </a:lnTo>
                <a:lnTo>
                  <a:pt x="8408" y="7068"/>
                </a:lnTo>
                <a:lnTo>
                  <a:pt x="2474" y="7517"/>
                </a:lnTo>
                <a:lnTo>
                  <a:pt x="4806" y="2986"/>
                </a:lnTo>
                <a:lnTo>
                  <a:pt x="4279" y="181"/>
                </a:lnTo>
                <a:lnTo>
                  <a:pt x="1639" y="0"/>
                </a:lnTo>
                <a:close/>
              </a:path>
            </a:pathLst>
          </a:custGeom>
          <a:solidFill>
            <a:srgbClr val="ABA2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3" name="bg object 1073"/>
          <p:cNvSpPr/>
          <p:nvPr/>
        </p:nvSpPr>
        <p:spPr>
          <a:xfrm>
            <a:off x="2051680" y="3964351"/>
            <a:ext cx="7620" cy="10160"/>
          </a:xfrm>
          <a:custGeom>
            <a:avLst/>
            <a:gdLst/>
            <a:ahLst/>
            <a:cxnLst/>
            <a:rect l="l" t="t" r="r" b="b"/>
            <a:pathLst>
              <a:path w="7619" h="10160">
                <a:moveTo>
                  <a:pt x="1804" y="0"/>
                </a:moveTo>
                <a:lnTo>
                  <a:pt x="1804" y="2742"/>
                </a:lnTo>
                <a:lnTo>
                  <a:pt x="2332" y="5547"/>
                </a:lnTo>
                <a:lnTo>
                  <a:pt x="0" y="10078"/>
                </a:lnTo>
                <a:lnTo>
                  <a:pt x="5933" y="9629"/>
                </a:lnTo>
                <a:lnTo>
                  <a:pt x="7289" y="15"/>
                </a:lnTo>
                <a:lnTo>
                  <a:pt x="1804" y="0"/>
                </a:lnTo>
                <a:close/>
              </a:path>
            </a:pathLst>
          </a:custGeom>
          <a:solidFill>
            <a:srgbClr val="B9B0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4" name="bg object 1074"/>
          <p:cNvSpPr/>
          <p:nvPr/>
        </p:nvSpPr>
        <p:spPr>
          <a:xfrm>
            <a:off x="2064498" y="3884597"/>
            <a:ext cx="12700" cy="18415"/>
          </a:xfrm>
          <a:custGeom>
            <a:avLst/>
            <a:gdLst/>
            <a:ahLst/>
            <a:cxnLst/>
            <a:rect l="l" t="t" r="r" b="b"/>
            <a:pathLst>
              <a:path w="12700" h="18414">
                <a:moveTo>
                  <a:pt x="4223" y="0"/>
                </a:moveTo>
                <a:lnTo>
                  <a:pt x="0" y="0"/>
                </a:lnTo>
                <a:lnTo>
                  <a:pt x="15" y="17841"/>
                </a:lnTo>
                <a:lnTo>
                  <a:pt x="8754" y="17841"/>
                </a:lnTo>
                <a:lnTo>
                  <a:pt x="11907" y="18085"/>
                </a:lnTo>
                <a:lnTo>
                  <a:pt x="12537" y="16272"/>
                </a:lnTo>
                <a:lnTo>
                  <a:pt x="12357" y="14168"/>
                </a:lnTo>
                <a:lnTo>
                  <a:pt x="4113" y="14168"/>
                </a:lnTo>
                <a:lnTo>
                  <a:pt x="3104" y="13727"/>
                </a:lnTo>
                <a:lnTo>
                  <a:pt x="4116" y="13727"/>
                </a:lnTo>
                <a:lnTo>
                  <a:pt x="4223" y="0"/>
                </a:lnTo>
                <a:close/>
              </a:path>
              <a:path w="12700" h="18414">
                <a:moveTo>
                  <a:pt x="4116" y="13727"/>
                </a:moveTo>
                <a:lnTo>
                  <a:pt x="3104" y="13727"/>
                </a:lnTo>
                <a:lnTo>
                  <a:pt x="4113" y="14168"/>
                </a:lnTo>
                <a:lnTo>
                  <a:pt x="4116" y="13727"/>
                </a:lnTo>
                <a:close/>
              </a:path>
              <a:path w="12700" h="18414">
                <a:moveTo>
                  <a:pt x="12320" y="13727"/>
                </a:moveTo>
                <a:lnTo>
                  <a:pt x="4116" y="13727"/>
                </a:lnTo>
                <a:lnTo>
                  <a:pt x="4113" y="14168"/>
                </a:lnTo>
                <a:lnTo>
                  <a:pt x="12357" y="14168"/>
                </a:lnTo>
                <a:lnTo>
                  <a:pt x="12320" y="13727"/>
                </a:lnTo>
                <a:close/>
              </a:path>
            </a:pathLst>
          </a:custGeom>
          <a:solidFill>
            <a:srgbClr val="C0B6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5" name="bg object 1075"/>
          <p:cNvSpPr/>
          <p:nvPr/>
        </p:nvSpPr>
        <p:spPr>
          <a:xfrm>
            <a:off x="2054880" y="3875032"/>
            <a:ext cx="10160" cy="9525"/>
          </a:xfrm>
          <a:custGeom>
            <a:avLst/>
            <a:gdLst/>
            <a:ahLst/>
            <a:cxnLst/>
            <a:rect l="l" t="t" r="r" b="b"/>
            <a:pathLst>
              <a:path w="10160" h="9525">
                <a:moveTo>
                  <a:pt x="9582" y="0"/>
                </a:moveTo>
                <a:lnTo>
                  <a:pt x="1353" y="0"/>
                </a:lnTo>
                <a:lnTo>
                  <a:pt x="0" y="9503"/>
                </a:lnTo>
                <a:lnTo>
                  <a:pt x="9598" y="9503"/>
                </a:lnTo>
                <a:lnTo>
                  <a:pt x="9582" y="0"/>
                </a:lnTo>
                <a:close/>
              </a:path>
            </a:pathLst>
          </a:custGeom>
          <a:solidFill>
            <a:srgbClr val="AD9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6" name="bg object 1076"/>
          <p:cNvSpPr/>
          <p:nvPr/>
        </p:nvSpPr>
        <p:spPr>
          <a:xfrm>
            <a:off x="2251136" y="4101212"/>
            <a:ext cx="18415" cy="24765"/>
          </a:xfrm>
          <a:custGeom>
            <a:avLst/>
            <a:gdLst/>
            <a:ahLst/>
            <a:cxnLst/>
            <a:rect l="l" t="t" r="r" b="b"/>
            <a:pathLst>
              <a:path w="18414" h="24764">
                <a:moveTo>
                  <a:pt x="8684" y="0"/>
                </a:moveTo>
                <a:lnTo>
                  <a:pt x="4113" y="756"/>
                </a:lnTo>
                <a:lnTo>
                  <a:pt x="4113" y="2758"/>
                </a:lnTo>
                <a:lnTo>
                  <a:pt x="3995" y="4775"/>
                </a:lnTo>
                <a:lnTo>
                  <a:pt x="4365" y="9929"/>
                </a:lnTo>
                <a:lnTo>
                  <a:pt x="2592" y="10575"/>
                </a:lnTo>
                <a:lnTo>
                  <a:pt x="0" y="10386"/>
                </a:lnTo>
                <a:lnTo>
                  <a:pt x="15" y="14523"/>
                </a:lnTo>
                <a:lnTo>
                  <a:pt x="2639" y="14302"/>
                </a:lnTo>
                <a:lnTo>
                  <a:pt x="4365" y="15004"/>
                </a:lnTo>
                <a:lnTo>
                  <a:pt x="4003" y="20149"/>
                </a:lnTo>
                <a:lnTo>
                  <a:pt x="4145" y="22167"/>
                </a:lnTo>
                <a:lnTo>
                  <a:pt x="4160" y="24176"/>
                </a:lnTo>
                <a:lnTo>
                  <a:pt x="17833" y="24137"/>
                </a:lnTo>
                <a:lnTo>
                  <a:pt x="17848" y="20023"/>
                </a:lnTo>
                <a:lnTo>
                  <a:pt x="12395" y="18526"/>
                </a:lnTo>
                <a:lnTo>
                  <a:pt x="13924" y="14074"/>
                </a:lnTo>
                <a:lnTo>
                  <a:pt x="13703" y="10370"/>
                </a:lnTo>
                <a:lnTo>
                  <a:pt x="11174" y="10299"/>
                </a:lnTo>
                <a:lnTo>
                  <a:pt x="8030" y="11363"/>
                </a:lnTo>
                <a:lnTo>
                  <a:pt x="10709" y="2269"/>
                </a:lnTo>
                <a:lnTo>
                  <a:pt x="8684" y="0"/>
                </a:lnTo>
                <a:close/>
              </a:path>
            </a:pathLst>
          </a:custGeom>
          <a:solidFill>
            <a:srgbClr val="A297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7" name="bg object 1077"/>
          <p:cNvSpPr/>
          <p:nvPr/>
        </p:nvSpPr>
        <p:spPr>
          <a:xfrm>
            <a:off x="2249784" y="4125337"/>
            <a:ext cx="23495" cy="22225"/>
          </a:xfrm>
          <a:custGeom>
            <a:avLst/>
            <a:gdLst/>
            <a:ahLst/>
            <a:cxnLst/>
            <a:rect l="l" t="t" r="r" b="b"/>
            <a:pathLst>
              <a:path w="23494" h="22225">
                <a:moveTo>
                  <a:pt x="19188" y="7"/>
                </a:moveTo>
                <a:lnTo>
                  <a:pt x="19385" y="2632"/>
                </a:lnTo>
                <a:lnTo>
                  <a:pt x="18715" y="4334"/>
                </a:lnTo>
                <a:lnTo>
                  <a:pt x="12222" y="4018"/>
                </a:lnTo>
                <a:lnTo>
                  <a:pt x="8865" y="4152"/>
                </a:lnTo>
                <a:lnTo>
                  <a:pt x="5524" y="4160"/>
                </a:lnTo>
                <a:lnTo>
                  <a:pt x="5413" y="8912"/>
                </a:lnTo>
                <a:lnTo>
                  <a:pt x="5665" y="10015"/>
                </a:lnTo>
                <a:lnTo>
                  <a:pt x="835" y="12931"/>
                </a:lnTo>
                <a:lnTo>
                  <a:pt x="1741" y="18077"/>
                </a:lnTo>
                <a:lnTo>
                  <a:pt x="0" y="22025"/>
                </a:lnTo>
                <a:lnTo>
                  <a:pt x="5468" y="22041"/>
                </a:lnTo>
                <a:lnTo>
                  <a:pt x="5823" y="20788"/>
                </a:lnTo>
                <a:lnTo>
                  <a:pt x="5941" y="18597"/>
                </a:lnTo>
                <a:lnTo>
                  <a:pt x="10110" y="17533"/>
                </a:lnTo>
                <a:lnTo>
                  <a:pt x="9298" y="14870"/>
                </a:lnTo>
                <a:lnTo>
                  <a:pt x="9929" y="11063"/>
                </a:lnTo>
                <a:lnTo>
                  <a:pt x="11190" y="9818"/>
                </a:lnTo>
                <a:lnTo>
                  <a:pt x="11985" y="8502"/>
                </a:lnTo>
                <a:lnTo>
                  <a:pt x="13719" y="12411"/>
                </a:lnTo>
                <a:lnTo>
                  <a:pt x="19196" y="12403"/>
                </a:lnTo>
                <a:lnTo>
                  <a:pt x="19952" y="11000"/>
                </a:lnTo>
                <a:lnTo>
                  <a:pt x="20843" y="9653"/>
                </a:lnTo>
                <a:lnTo>
                  <a:pt x="22167" y="6288"/>
                </a:lnTo>
                <a:lnTo>
                  <a:pt x="23144" y="4271"/>
                </a:lnTo>
                <a:lnTo>
                  <a:pt x="22986" y="1497"/>
                </a:lnTo>
                <a:lnTo>
                  <a:pt x="20543" y="780"/>
                </a:lnTo>
                <a:lnTo>
                  <a:pt x="19188" y="0"/>
                </a:lnTo>
                <a:close/>
              </a:path>
            </a:pathLst>
          </a:custGeom>
          <a:solidFill>
            <a:srgbClr val="B8B3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8" name="bg object 1078"/>
          <p:cNvSpPr/>
          <p:nvPr/>
        </p:nvSpPr>
        <p:spPr>
          <a:xfrm>
            <a:off x="2263506" y="4137745"/>
            <a:ext cx="13970" cy="13970"/>
          </a:xfrm>
          <a:custGeom>
            <a:avLst/>
            <a:gdLst/>
            <a:ahLst/>
            <a:cxnLst/>
            <a:rect l="l" t="t" r="r" b="b"/>
            <a:pathLst>
              <a:path w="13969" h="13970">
                <a:moveTo>
                  <a:pt x="5468" y="0"/>
                </a:moveTo>
                <a:lnTo>
                  <a:pt x="0" y="7"/>
                </a:lnTo>
                <a:lnTo>
                  <a:pt x="0" y="13751"/>
                </a:lnTo>
                <a:lnTo>
                  <a:pt x="9574" y="13743"/>
                </a:lnTo>
                <a:lnTo>
                  <a:pt x="13711" y="5500"/>
                </a:lnTo>
                <a:lnTo>
                  <a:pt x="12647" y="1733"/>
                </a:lnTo>
                <a:lnTo>
                  <a:pt x="11560" y="2513"/>
                </a:lnTo>
                <a:lnTo>
                  <a:pt x="10354" y="3175"/>
                </a:lnTo>
                <a:lnTo>
                  <a:pt x="7706" y="5799"/>
                </a:lnTo>
                <a:lnTo>
                  <a:pt x="6343" y="6067"/>
                </a:lnTo>
                <a:lnTo>
                  <a:pt x="5311" y="2348"/>
                </a:lnTo>
                <a:lnTo>
                  <a:pt x="5508" y="1142"/>
                </a:lnTo>
                <a:lnTo>
                  <a:pt x="5468" y="0"/>
                </a:lnTo>
                <a:close/>
              </a:path>
            </a:pathLst>
          </a:custGeom>
          <a:solidFill>
            <a:srgbClr val="B6AE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9" name="bg object 1079"/>
          <p:cNvSpPr/>
          <p:nvPr/>
        </p:nvSpPr>
        <p:spPr>
          <a:xfrm>
            <a:off x="2245350" y="4147366"/>
            <a:ext cx="14604" cy="22225"/>
          </a:xfrm>
          <a:custGeom>
            <a:avLst/>
            <a:gdLst/>
            <a:ahLst/>
            <a:cxnLst/>
            <a:rect l="l" t="t" r="r" b="b"/>
            <a:pathLst>
              <a:path w="14605" h="22225">
                <a:moveTo>
                  <a:pt x="9897" y="15"/>
                </a:moveTo>
                <a:lnTo>
                  <a:pt x="4436" y="0"/>
                </a:lnTo>
                <a:lnTo>
                  <a:pt x="4412" y="8266"/>
                </a:lnTo>
                <a:lnTo>
                  <a:pt x="3869" y="9606"/>
                </a:lnTo>
                <a:lnTo>
                  <a:pt x="3624" y="11812"/>
                </a:lnTo>
                <a:lnTo>
                  <a:pt x="0" y="13073"/>
                </a:lnTo>
                <a:lnTo>
                  <a:pt x="133" y="15059"/>
                </a:lnTo>
                <a:lnTo>
                  <a:pt x="559" y="18636"/>
                </a:lnTo>
                <a:lnTo>
                  <a:pt x="1331" y="20173"/>
                </a:lnTo>
                <a:lnTo>
                  <a:pt x="1836" y="21741"/>
                </a:lnTo>
                <a:lnTo>
                  <a:pt x="2829" y="20804"/>
                </a:lnTo>
                <a:lnTo>
                  <a:pt x="3687" y="19645"/>
                </a:lnTo>
                <a:lnTo>
                  <a:pt x="5910" y="18353"/>
                </a:lnTo>
                <a:lnTo>
                  <a:pt x="7289" y="18242"/>
                </a:lnTo>
                <a:lnTo>
                  <a:pt x="8534" y="17896"/>
                </a:lnTo>
                <a:lnTo>
                  <a:pt x="8707" y="14310"/>
                </a:lnTo>
                <a:lnTo>
                  <a:pt x="10173" y="12450"/>
                </a:lnTo>
                <a:lnTo>
                  <a:pt x="14034" y="13759"/>
                </a:lnTo>
                <a:lnTo>
                  <a:pt x="14019" y="8266"/>
                </a:lnTo>
                <a:lnTo>
                  <a:pt x="11450" y="8455"/>
                </a:lnTo>
                <a:lnTo>
                  <a:pt x="9653" y="7817"/>
                </a:lnTo>
                <a:lnTo>
                  <a:pt x="10015" y="3128"/>
                </a:lnTo>
                <a:lnTo>
                  <a:pt x="9905" y="1568"/>
                </a:lnTo>
                <a:lnTo>
                  <a:pt x="9897" y="15"/>
                </a:lnTo>
                <a:close/>
              </a:path>
            </a:pathLst>
          </a:custGeom>
          <a:solidFill>
            <a:srgbClr val="AFA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0" name="bg object 1080"/>
          <p:cNvSpPr/>
          <p:nvPr/>
        </p:nvSpPr>
        <p:spPr>
          <a:xfrm>
            <a:off x="2259375" y="4169392"/>
            <a:ext cx="13335" cy="22860"/>
          </a:xfrm>
          <a:custGeom>
            <a:avLst/>
            <a:gdLst/>
            <a:ahLst/>
            <a:cxnLst/>
            <a:rect l="l" t="t" r="r" b="b"/>
            <a:pathLst>
              <a:path w="13335" h="22860">
                <a:moveTo>
                  <a:pt x="12348" y="0"/>
                </a:moveTo>
                <a:lnTo>
                  <a:pt x="7" y="0"/>
                </a:lnTo>
                <a:lnTo>
                  <a:pt x="0" y="4113"/>
                </a:lnTo>
                <a:lnTo>
                  <a:pt x="4113" y="4137"/>
                </a:lnTo>
                <a:lnTo>
                  <a:pt x="5445" y="4712"/>
                </a:lnTo>
                <a:lnTo>
                  <a:pt x="7825" y="5161"/>
                </a:lnTo>
                <a:lnTo>
                  <a:pt x="8321" y="9267"/>
                </a:lnTo>
                <a:lnTo>
                  <a:pt x="8321" y="12750"/>
                </a:lnTo>
                <a:lnTo>
                  <a:pt x="7825" y="16848"/>
                </a:lnTo>
                <a:lnTo>
                  <a:pt x="5445" y="17305"/>
                </a:lnTo>
                <a:lnTo>
                  <a:pt x="4121" y="17888"/>
                </a:lnTo>
                <a:lnTo>
                  <a:pt x="3719" y="21040"/>
                </a:lnTo>
                <a:lnTo>
                  <a:pt x="5090" y="22419"/>
                </a:lnTo>
                <a:lnTo>
                  <a:pt x="8234" y="22025"/>
                </a:lnTo>
                <a:lnTo>
                  <a:pt x="11371" y="22411"/>
                </a:lnTo>
                <a:lnTo>
                  <a:pt x="12750" y="21048"/>
                </a:lnTo>
                <a:lnTo>
                  <a:pt x="12348" y="17896"/>
                </a:lnTo>
                <a:lnTo>
                  <a:pt x="12348" y="0"/>
                </a:lnTo>
                <a:close/>
              </a:path>
            </a:pathLst>
          </a:custGeom>
          <a:solidFill>
            <a:srgbClr val="9B90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1" name="bg object 1081"/>
          <p:cNvSpPr/>
          <p:nvPr/>
        </p:nvSpPr>
        <p:spPr>
          <a:xfrm>
            <a:off x="2253884" y="4164849"/>
            <a:ext cx="6350" cy="18415"/>
          </a:xfrm>
          <a:custGeom>
            <a:avLst/>
            <a:gdLst/>
            <a:ahLst/>
            <a:cxnLst/>
            <a:rect l="l" t="t" r="r" b="b"/>
            <a:pathLst>
              <a:path w="6350" h="18414">
                <a:moveTo>
                  <a:pt x="6036" y="0"/>
                </a:moveTo>
                <a:lnTo>
                  <a:pt x="1953" y="417"/>
                </a:lnTo>
                <a:lnTo>
                  <a:pt x="0" y="417"/>
                </a:lnTo>
                <a:lnTo>
                  <a:pt x="15" y="18313"/>
                </a:lnTo>
                <a:lnTo>
                  <a:pt x="4121" y="18313"/>
                </a:lnTo>
                <a:lnTo>
                  <a:pt x="5492" y="8652"/>
                </a:lnTo>
                <a:lnTo>
                  <a:pt x="5500" y="4539"/>
                </a:lnTo>
                <a:lnTo>
                  <a:pt x="5987" y="417"/>
                </a:lnTo>
                <a:lnTo>
                  <a:pt x="6036" y="0"/>
                </a:lnTo>
                <a:close/>
              </a:path>
            </a:pathLst>
          </a:custGeom>
          <a:solidFill>
            <a:srgbClr val="9286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2" name="bg object 1082"/>
          <p:cNvSpPr/>
          <p:nvPr/>
        </p:nvSpPr>
        <p:spPr>
          <a:xfrm>
            <a:off x="2259371" y="4151492"/>
            <a:ext cx="8890" cy="13970"/>
          </a:xfrm>
          <a:custGeom>
            <a:avLst/>
            <a:gdLst/>
            <a:ahLst/>
            <a:cxnLst/>
            <a:rect l="l" t="t" r="r" b="b"/>
            <a:pathLst>
              <a:path w="8889" h="13970">
                <a:moveTo>
                  <a:pt x="4137" y="0"/>
                </a:moveTo>
                <a:lnTo>
                  <a:pt x="4507" y="3144"/>
                </a:lnTo>
                <a:lnTo>
                  <a:pt x="3144" y="4539"/>
                </a:lnTo>
                <a:lnTo>
                  <a:pt x="0" y="4145"/>
                </a:lnTo>
                <a:lnTo>
                  <a:pt x="15" y="9629"/>
                </a:lnTo>
                <a:lnTo>
                  <a:pt x="1339" y="10173"/>
                </a:lnTo>
                <a:lnTo>
                  <a:pt x="2742" y="10591"/>
                </a:lnTo>
                <a:lnTo>
                  <a:pt x="4972" y="11851"/>
                </a:lnTo>
                <a:lnTo>
                  <a:pt x="5776" y="12750"/>
                </a:lnTo>
                <a:lnTo>
                  <a:pt x="6666" y="13498"/>
                </a:lnTo>
                <a:lnTo>
                  <a:pt x="7186" y="12379"/>
                </a:lnTo>
                <a:lnTo>
                  <a:pt x="8077" y="11292"/>
                </a:lnTo>
                <a:lnTo>
                  <a:pt x="8353" y="6784"/>
                </a:lnTo>
                <a:lnTo>
                  <a:pt x="8242" y="3396"/>
                </a:lnTo>
                <a:lnTo>
                  <a:pt x="8250" y="15"/>
                </a:lnTo>
                <a:lnTo>
                  <a:pt x="4137" y="0"/>
                </a:lnTo>
                <a:close/>
              </a:path>
            </a:pathLst>
          </a:custGeom>
          <a:solidFill>
            <a:srgbClr val="B9B4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3" name="bg object 1083"/>
          <p:cNvSpPr/>
          <p:nvPr/>
        </p:nvSpPr>
        <p:spPr>
          <a:xfrm>
            <a:off x="2249560" y="3960044"/>
            <a:ext cx="13970" cy="12700"/>
          </a:xfrm>
          <a:custGeom>
            <a:avLst/>
            <a:gdLst/>
            <a:ahLst/>
            <a:cxnLst/>
            <a:rect l="l" t="t" r="r" b="b"/>
            <a:pathLst>
              <a:path w="13969" h="12700">
                <a:moveTo>
                  <a:pt x="1741" y="0"/>
                </a:moveTo>
                <a:lnTo>
                  <a:pt x="0" y="646"/>
                </a:lnTo>
                <a:lnTo>
                  <a:pt x="330" y="6729"/>
                </a:lnTo>
                <a:lnTo>
                  <a:pt x="181" y="9645"/>
                </a:lnTo>
                <a:lnTo>
                  <a:pt x="173" y="12561"/>
                </a:lnTo>
                <a:lnTo>
                  <a:pt x="4342" y="12545"/>
                </a:lnTo>
                <a:lnTo>
                  <a:pt x="4349" y="5327"/>
                </a:lnTo>
                <a:lnTo>
                  <a:pt x="4326" y="5137"/>
                </a:lnTo>
                <a:lnTo>
                  <a:pt x="13861" y="4026"/>
                </a:lnTo>
                <a:lnTo>
                  <a:pt x="13963" y="2348"/>
                </a:lnTo>
                <a:lnTo>
                  <a:pt x="13916" y="173"/>
                </a:lnTo>
                <a:lnTo>
                  <a:pt x="4342" y="181"/>
                </a:lnTo>
                <a:lnTo>
                  <a:pt x="1741" y="0"/>
                </a:lnTo>
                <a:close/>
              </a:path>
            </a:pathLst>
          </a:custGeom>
          <a:solidFill>
            <a:srgbClr val="AA9A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4" name="bg object 1084"/>
          <p:cNvSpPr/>
          <p:nvPr/>
        </p:nvSpPr>
        <p:spPr>
          <a:xfrm>
            <a:off x="2257993" y="3954711"/>
            <a:ext cx="5715" cy="5715"/>
          </a:xfrm>
          <a:custGeom>
            <a:avLst/>
            <a:gdLst/>
            <a:ahLst/>
            <a:cxnLst/>
            <a:rect l="l" t="t" r="r" b="b"/>
            <a:pathLst>
              <a:path w="5714" h="5714">
                <a:moveTo>
                  <a:pt x="1379" y="0"/>
                </a:moveTo>
                <a:lnTo>
                  <a:pt x="0" y="5500"/>
                </a:lnTo>
                <a:lnTo>
                  <a:pt x="5484" y="5508"/>
                </a:lnTo>
                <a:lnTo>
                  <a:pt x="5484" y="1386"/>
                </a:lnTo>
                <a:lnTo>
                  <a:pt x="1379" y="0"/>
                </a:lnTo>
                <a:close/>
              </a:path>
            </a:pathLst>
          </a:custGeom>
          <a:solidFill>
            <a:srgbClr val="9F8E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5" name="bg object 1085"/>
          <p:cNvSpPr/>
          <p:nvPr/>
        </p:nvSpPr>
        <p:spPr>
          <a:xfrm>
            <a:off x="2231417" y="3990489"/>
            <a:ext cx="17145" cy="22225"/>
          </a:xfrm>
          <a:custGeom>
            <a:avLst/>
            <a:gdLst/>
            <a:ahLst/>
            <a:cxnLst/>
            <a:rect l="l" t="t" r="r" b="b"/>
            <a:pathLst>
              <a:path w="17144" h="22225">
                <a:moveTo>
                  <a:pt x="12064" y="0"/>
                </a:moveTo>
                <a:lnTo>
                  <a:pt x="11867" y="23"/>
                </a:lnTo>
                <a:lnTo>
                  <a:pt x="512" y="7"/>
                </a:lnTo>
                <a:lnTo>
                  <a:pt x="0" y="3183"/>
                </a:lnTo>
                <a:lnTo>
                  <a:pt x="6721" y="4539"/>
                </a:lnTo>
                <a:lnTo>
                  <a:pt x="4200" y="9810"/>
                </a:lnTo>
                <a:lnTo>
                  <a:pt x="4633" y="13782"/>
                </a:lnTo>
                <a:lnTo>
                  <a:pt x="7218" y="13569"/>
                </a:lnTo>
                <a:lnTo>
                  <a:pt x="9007" y="14223"/>
                </a:lnTo>
                <a:lnTo>
                  <a:pt x="8636" y="18912"/>
                </a:lnTo>
                <a:lnTo>
                  <a:pt x="8739" y="20473"/>
                </a:lnTo>
                <a:lnTo>
                  <a:pt x="8739" y="22025"/>
                </a:lnTo>
                <a:lnTo>
                  <a:pt x="12852" y="22033"/>
                </a:lnTo>
                <a:lnTo>
                  <a:pt x="12860" y="20480"/>
                </a:lnTo>
                <a:lnTo>
                  <a:pt x="12963" y="18912"/>
                </a:lnTo>
                <a:lnTo>
                  <a:pt x="12600" y="14231"/>
                </a:lnTo>
                <a:lnTo>
                  <a:pt x="14381" y="13569"/>
                </a:lnTo>
                <a:lnTo>
                  <a:pt x="16966" y="13782"/>
                </a:lnTo>
                <a:lnTo>
                  <a:pt x="16989" y="9637"/>
                </a:lnTo>
                <a:lnTo>
                  <a:pt x="14791" y="9677"/>
                </a:lnTo>
                <a:lnTo>
                  <a:pt x="13136" y="9527"/>
                </a:lnTo>
                <a:close/>
              </a:path>
            </a:pathLst>
          </a:custGeom>
          <a:solidFill>
            <a:srgbClr val="BEB4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6" name="bg object 1086"/>
          <p:cNvSpPr/>
          <p:nvPr/>
        </p:nvSpPr>
        <p:spPr>
          <a:xfrm>
            <a:off x="2238788" y="4012514"/>
            <a:ext cx="10160" cy="18415"/>
          </a:xfrm>
          <a:custGeom>
            <a:avLst/>
            <a:gdLst/>
            <a:ahLst/>
            <a:cxnLst/>
            <a:rect l="l" t="t" r="r" b="b"/>
            <a:pathLst>
              <a:path w="10160" h="18414">
                <a:moveTo>
                  <a:pt x="5476" y="7"/>
                </a:moveTo>
                <a:lnTo>
                  <a:pt x="1371" y="0"/>
                </a:lnTo>
                <a:lnTo>
                  <a:pt x="1363" y="9645"/>
                </a:lnTo>
                <a:lnTo>
                  <a:pt x="0" y="17888"/>
                </a:lnTo>
                <a:lnTo>
                  <a:pt x="9606" y="17888"/>
                </a:lnTo>
                <a:lnTo>
                  <a:pt x="9393" y="15421"/>
                </a:lnTo>
                <a:lnTo>
                  <a:pt x="10000" y="11347"/>
                </a:lnTo>
                <a:lnTo>
                  <a:pt x="3632" y="8100"/>
                </a:lnTo>
                <a:lnTo>
                  <a:pt x="6130" y="3672"/>
                </a:lnTo>
                <a:lnTo>
                  <a:pt x="5476" y="7"/>
                </a:lnTo>
                <a:close/>
              </a:path>
            </a:pathLst>
          </a:custGeom>
          <a:solidFill>
            <a:srgbClr val="B3AD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7" name="bg object 1087"/>
          <p:cNvSpPr/>
          <p:nvPr/>
        </p:nvSpPr>
        <p:spPr>
          <a:xfrm>
            <a:off x="2238783" y="4030404"/>
            <a:ext cx="14604" cy="6350"/>
          </a:xfrm>
          <a:custGeom>
            <a:avLst/>
            <a:gdLst/>
            <a:ahLst/>
            <a:cxnLst/>
            <a:rect l="l" t="t" r="r" b="b"/>
            <a:pathLst>
              <a:path w="14605" h="6350">
                <a:moveTo>
                  <a:pt x="13727" y="0"/>
                </a:moveTo>
                <a:lnTo>
                  <a:pt x="7" y="0"/>
                </a:lnTo>
                <a:lnTo>
                  <a:pt x="0" y="4129"/>
                </a:lnTo>
                <a:lnTo>
                  <a:pt x="23" y="5516"/>
                </a:lnTo>
                <a:lnTo>
                  <a:pt x="9621" y="5508"/>
                </a:lnTo>
                <a:lnTo>
                  <a:pt x="14200" y="6075"/>
                </a:lnTo>
                <a:lnTo>
                  <a:pt x="13822" y="2939"/>
                </a:lnTo>
                <a:lnTo>
                  <a:pt x="13727" y="0"/>
                </a:lnTo>
                <a:close/>
              </a:path>
            </a:pathLst>
          </a:custGeom>
          <a:solidFill>
            <a:srgbClr val="B9AF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8" name="bg object 1088"/>
          <p:cNvSpPr/>
          <p:nvPr/>
        </p:nvSpPr>
        <p:spPr>
          <a:xfrm>
            <a:off x="2230434" y="4035914"/>
            <a:ext cx="18415" cy="26670"/>
          </a:xfrm>
          <a:custGeom>
            <a:avLst/>
            <a:gdLst/>
            <a:ahLst/>
            <a:cxnLst/>
            <a:rect l="l" t="t" r="r" b="b"/>
            <a:pathLst>
              <a:path w="18414" h="26670">
                <a:moveTo>
                  <a:pt x="17967" y="0"/>
                </a:moveTo>
                <a:lnTo>
                  <a:pt x="8368" y="7"/>
                </a:lnTo>
                <a:lnTo>
                  <a:pt x="8361" y="1560"/>
                </a:lnTo>
                <a:lnTo>
                  <a:pt x="8242" y="3120"/>
                </a:lnTo>
                <a:lnTo>
                  <a:pt x="8613" y="7809"/>
                </a:lnTo>
                <a:lnTo>
                  <a:pt x="6808" y="8447"/>
                </a:lnTo>
                <a:lnTo>
                  <a:pt x="4239" y="8250"/>
                </a:lnTo>
                <a:lnTo>
                  <a:pt x="4066" y="11749"/>
                </a:lnTo>
                <a:lnTo>
                  <a:pt x="5468" y="15744"/>
                </a:lnTo>
                <a:lnTo>
                  <a:pt x="0" y="17904"/>
                </a:lnTo>
                <a:lnTo>
                  <a:pt x="275" y="20504"/>
                </a:lnTo>
                <a:lnTo>
                  <a:pt x="118" y="22009"/>
                </a:lnTo>
                <a:lnTo>
                  <a:pt x="3246" y="21623"/>
                </a:lnTo>
                <a:lnTo>
                  <a:pt x="4625" y="22994"/>
                </a:lnTo>
                <a:lnTo>
                  <a:pt x="4239" y="26131"/>
                </a:lnTo>
                <a:lnTo>
                  <a:pt x="8353" y="26146"/>
                </a:lnTo>
                <a:lnTo>
                  <a:pt x="8353" y="17281"/>
                </a:lnTo>
                <a:lnTo>
                  <a:pt x="17959" y="17888"/>
                </a:lnTo>
                <a:lnTo>
                  <a:pt x="17951" y="12379"/>
                </a:lnTo>
                <a:lnTo>
                  <a:pt x="15792" y="12033"/>
                </a:lnTo>
                <a:lnTo>
                  <a:pt x="12419" y="13546"/>
                </a:lnTo>
                <a:lnTo>
                  <a:pt x="12718" y="6249"/>
                </a:lnTo>
                <a:lnTo>
                  <a:pt x="13979" y="3664"/>
                </a:lnTo>
                <a:lnTo>
                  <a:pt x="17982" y="4121"/>
                </a:lnTo>
                <a:lnTo>
                  <a:pt x="17967" y="0"/>
                </a:lnTo>
                <a:close/>
              </a:path>
            </a:pathLst>
          </a:custGeom>
          <a:solidFill>
            <a:srgbClr val="C1B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9" name="bg object 1089"/>
          <p:cNvSpPr/>
          <p:nvPr/>
        </p:nvSpPr>
        <p:spPr>
          <a:xfrm>
            <a:off x="2248366" y="4040033"/>
            <a:ext cx="8890" cy="13970"/>
          </a:xfrm>
          <a:custGeom>
            <a:avLst/>
            <a:gdLst/>
            <a:ahLst/>
            <a:cxnLst/>
            <a:rect l="l" t="t" r="r" b="b"/>
            <a:pathLst>
              <a:path w="8889" h="13970">
                <a:moveTo>
                  <a:pt x="47" y="0"/>
                </a:moveTo>
                <a:lnTo>
                  <a:pt x="31" y="13766"/>
                </a:lnTo>
                <a:lnTo>
                  <a:pt x="8266" y="13774"/>
                </a:lnTo>
                <a:lnTo>
                  <a:pt x="8266" y="4160"/>
                </a:lnTo>
                <a:lnTo>
                  <a:pt x="47" y="0"/>
                </a:lnTo>
                <a:close/>
              </a:path>
            </a:pathLst>
          </a:custGeom>
          <a:solidFill>
            <a:srgbClr val="BDB4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0" name="bg object 1090"/>
          <p:cNvSpPr/>
          <p:nvPr/>
        </p:nvSpPr>
        <p:spPr>
          <a:xfrm>
            <a:off x="2231913" y="3972607"/>
            <a:ext cx="18415" cy="27940"/>
          </a:xfrm>
          <a:custGeom>
            <a:avLst/>
            <a:gdLst/>
            <a:ahLst/>
            <a:cxnLst/>
            <a:rect l="l" t="t" r="r" b="b"/>
            <a:pathLst>
              <a:path w="18414" h="27939">
                <a:moveTo>
                  <a:pt x="17856" y="0"/>
                </a:moveTo>
                <a:lnTo>
                  <a:pt x="8250" y="0"/>
                </a:lnTo>
                <a:lnTo>
                  <a:pt x="8250" y="3199"/>
                </a:lnTo>
                <a:lnTo>
                  <a:pt x="8408" y="6406"/>
                </a:lnTo>
                <a:lnTo>
                  <a:pt x="8061" y="10945"/>
                </a:lnTo>
                <a:lnTo>
                  <a:pt x="7100" y="12230"/>
                </a:lnTo>
                <a:lnTo>
                  <a:pt x="6524" y="13546"/>
                </a:lnTo>
                <a:lnTo>
                  <a:pt x="4121" y="9629"/>
                </a:lnTo>
                <a:lnTo>
                  <a:pt x="23" y="9637"/>
                </a:lnTo>
                <a:lnTo>
                  <a:pt x="0" y="17896"/>
                </a:lnTo>
                <a:lnTo>
                  <a:pt x="11568" y="17880"/>
                </a:lnTo>
                <a:lnTo>
                  <a:pt x="12640" y="27407"/>
                </a:lnTo>
                <a:lnTo>
                  <a:pt x="14294" y="27557"/>
                </a:lnTo>
                <a:lnTo>
                  <a:pt x="16461" y="27533"/>
                </a:lnTo>
                <a:lnTo>
                  <a:pt x="17848" y="17888"/>
                </a:lnTo>
                <a:lnTo>
                  <a:pt x="17856" y="0"/>
                </a:lnTo>
                <a:close/>
              </a:path>
            </a:pathLst>
          </a:custGeom>
          <a:solidFill>
            <a:srgbClr val="B2A8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1" name="bg object 1091"/>
          <p:cNvSpPr/>
          <p:nvPr/>
        </p:nvSpPr>
        <p:spPr>
          <a:xfrm>
            <a:off x="2045286" y="4133418"/>
            <a:ext cx="13970" cy="18415"/>
          </a:xfrm>
          <a:custGeom>
            <a:avLst/>
            <a:gdLst/>
            <a:ahLst/>
            <a:cxnLst/>
            <a:rect l="l" t="t" r="r" b="b"/>
            <a:pathLst>
              <a:path w="13969" h="18414">
                <a:moveTo>
                  <a:pt x="12198" y="0"/>
                </a:moveTo>
                <a:lnTo>
                  <a:pt x="9582" y="204"/>
                </a:lnTo>
                <a:lnTo>
                  <a:pt x="9677" y="3144"/>
                </a:lnTo>
                <a:lnTo>
                  <a:pt x="10031" y="6272"/>
                </a:lnTo>
                <a:lnTo>
                  <a:pt x="5468" y="5697"/>
                </a:lnTo>
                <a:lnTo>
                  <a:pt x="1347" y="5697"/>
                </a:lnTo>
                <a:lnTo>
                  <a:pt x="0" y="13963"/>
                </a:lnTo>
                <a:lnTo>
                  <a:pt x="2923" y="13861"/>
                </a:lnTo>
                <a:lnTo>
                  <a:pt x="6028" y="13522"/>
                </a:lnTo>
                <a:lnTo>
                  <a:pt x="5468" y="18077"/>
                </a:lnTo>
                <a:lnTo>
                  <a:pt x="9566" y="18069"/>
                </a:lnTo>
                <a:lnTo>
                  <a:pt x="9582" y="16525"/>
                </a:lnTo>
                <a:lnTo>
                  <a:pt x="9700" y="14972"/>
                </a:lnTo>
                <a:lnTo>
                  <a:pt x="9353" y="10338"/>
                </a:lnTo>
                <a:lnTo>
                  <a:pt x="11032" y="9606"/>
                </a:lnTo>
                <a:lnTo>
                  <a:pt x="13656" y="9881"/>
                </a:lnTo>
                <a:lnTo>
                  <a:pt x="13672" y="7872"/>
                </a:lnTo>
                <a:lnTo>
                  <a:pt x="13569" y="5847"/>
                </a:lnTo>
                <a:lnTo>
                  <a:pt x="13956" y="685"/>
                </a:lnTo>
                <a:lnTo>
                  <a:pt x="12198" y="0"/>
                </a:lnTo>
                <a:close/>
              </a:path>
            </a:pathLst>
          </a:custGeom>
          <a:solidFill>
            <a:srgbClr val="9E95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2" name="bg object 1092"/>
          <p:cNvSpPr/>
          <p:nvPr/>
        </p:nvSpPr>
        <p:spPr>
          <a:xfrm>
            <a:off x="2049394" y="4143021"/>
            <a:ext cx="10160" cy="22860"/>
          </a:xfrm>
          <a:custGeom>
            <a:avLst/>
            <a:gdLst/>
            <a:ahLst/>
            <a:cxnLst/>
            <a:rect l="l" t="t" r="r" b="b"/>
            <a:pathLst>
              <a:path w="10160" h="22860">
                <a:moveTo>
                  <a:pt x="0" y="14003"/>
                </a:moveTo>
                <a:lnTo>
                  <a:pt x="0" y="21749"/>
                </a:lnTo>
                <a:lnTo>
                  <a:pt x="5461" y="22261"/>
                </a:lnTo>
                <a:lnTo>
                  <a:pt x="5098" y="19133"/>
                </a:lnTo>
                <a:lnTo>
                  <a:pt x="6430" y="17714"/>
                </a:lnTo>
                <a:lnTo>
                  <a:pt x="9589" y="17714"/>
                </a:lnTo>
                <a:lnTo>
                  <a:pt x="9582" y="14681"/>
                </a:lnTo>
                <a:lnTo>
                  <a:pt x="4373" y="14681"/>
                </a:lnTo>
                <a:lnTo>
                  <a:pt x="0" y="14003"/>
                </a:lnTo>
                <a:close/>
              </a:path>
              <a:path w="10160" h="22860">
                <a:moveTo>
                  <a:pt x="9589" y="17714"/>
                </a:moveTo>
                <a:lnTo>
                  <a:pt x="6430" y="17714"/>
                </a:lnTo>
                <a:lnTo>
                  <a:pt x="9590" y="18124"/>
                </a:lnTo>
                <a:lnTo>
                  <a:pt x="9589" y="17714"/>
                </a:lnTo>
                <a:close/>
              </a:path>
              <a:path w="10160" h="22860">
                <a:moveTo>
                  <a:pt x="6926" y="0"/>
                </a:moveTo>
                <a:lnTo>
                  <a:pt x="5240" y="740"/>
                </a:lnTo>
                <a:lnTo>
                  <a:pt x="5476" y="3829"/>
                </a:lnTo>
                <a:lnTo>
                  <a:pt x="5461" y="8463"/>
                </a:lnTo>
                <a:lnTo>
                  <a:pt x="6186" y="12829"/>
                </a:lnTo>
                <a:lnTo>
                  <a:pt x="4373" y="14681"/>
                </a:lnTo>
                <a:lnTo>
                  <a:pt x="9582" y="14681"/>
                </a:lnTo>
                <a:lnTo>
                  <a:pt x="9550" y="283"/>
                </a:lnTo>
                <a:lnTo>
                  <a:pt x="6926" y="0"/>
                </a:lnTo>
                <a:close/>
              </a:path>
            </a:pathLst>
          </a:custGeom>
          <a:solidFill>
            <a:srgbClr val="837C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3" name="bg object 1093"/>
          <p:cNvSpPr/>
          <p:nvPr/>
        </p:nvSpPr>
        <p:spPr>
          <a:xfrm>
            <a:off x="2053476" y="4160738"/>
            <a:ext cx="10160" cy="18415"/>
          </a:xfrm>
          <a:custGeom>
            <a:avLst/>
            <a:gdLst/>
            <a:ahLst/>
            <a:cxnLst/>
            <a:rect l="l" t="t" r="r" b="b"/>
            <a:pathLst>
              <a:path w="10160" h="18414">
                <a:moveTo>
                  <a:pt x="2348" y="0"/>
                </a:moveTo>
                <a:lnTo>
                  <a:pt x="1016" y="1418"/>
                </a:lnTo>
                <a:lnTo>
                  <a:pt x="1379" y="4546"/>
                </a:lnTo>
                <a:lnTo>
                  <a:pt x="1379" y="8668"/>
                </a:lnTo>
                <a:lnTo>
                  <a:pt x="5776" y="8636"/>
                </a:lnTo>
                <a:lnTo>
                  <a:pt x="4972" y="15303"/>
                </a:lnTo>
                <a:lnTo>
                  <a:pt x="2048" y="13766"/>
                </a:lnTo>
                <a:lnTo>
                  <a:pt x="86" y="14200"/>
                </a:lnTo>
                <a:lnTo>
                  <a:pt x="110" y="18321"/>
                </a:lnTo>
                <a:lnTo>
                  <a:pt x="9613" y="18321"/>
                </a:lnTo>
                <a:lnTo>
                  <a:pt x="9708" y="14137"/>
                </a:lnTo>
                <a:lnTo>
                  <a:pt x="9661" y="8684"/>
                </a:lnTo>
                <a:lnTo>
                  <a:pt x="5516" y="394"/>
                </a:lnTo>
                <a:lnTo>
                  <a:pt x="2348" y="0"/>
                </a:lnTo>
                <a:close/>
              </a:path>
            </a:pathLst>
          </a:custGeom>
          <a:solidFill>
            <a:srgbClr val="7A7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4" name="bg object 1094"/>
          <p:cNvSpPr/>
          <p:nvPr/>
        </p:nvSpPr>
        <p:spPr>
          <a:xfrm>
            <a:off x="2045068" y="4169155"/>
            <a:ext cx="10160" cy="6350"/>
          </a:xfrm>
          <a:custGeom>
            <a:avLst/>
            <a:gdLst/>
            <a:ahLst/>
            <a:cxnLst/>
            <a:rect l="l" t="t" r="r" b="b"/>
            <a:pathLst>
              <a:path w="10160" h="6350">
                <a:moveTo>
                  <a:pt x="638" y="0"/>
                </a:moveTo>
                <a:lnTo>
                  <a:pt x="0" y="1788"/>
                </a:lnTo>
                <a:lnTo>
                  <a:pt x="220" y="4381"/>
                </a:lnTo>
                <a:lnTo>
                  <a:pt x="4318" y="4365"/>
                </a:lnTo>
                <a:lnTo>
                  <a:pt x="8408" y="5728"/>
                </a:lnTo>
                <a:lnTo>
                  <a:pt x="9850" y="212"/>
                </a:lnTo>
                <a:lnTo>
                  <a:pt x="7793" y="252"/>
                </a:lnTo>
                <a:lnTo>
                  <a:pt x="5784" y="362"/>
                </a:lnTo>
                <a:lnTo>
                  <a:pt x="638" y="0"/>
                </a:lnTo>
                <a:close/>
              </a:path>
            </a:pathLst>
          </a:custGeom>
          <a:solidFill>
            <a:srgbClr val="A8A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5" name="bg object 1095"/>
          <p:cNvSpPr/>
          <p:nvPr/>
        </p:nvSpPr>
        <p:spPr>
          <a:xfrm>
            <a:off x="2049394" y="4151485"/>
            <a:ext cx="6350" cy="6350"/>
          </a:xfrm>
          <a:custGeom>
            <a:avLst/>
            <a:gdLst/>
            <a:ahLst/>
            <a:cxnLst/>
            <a:rect l="l" t="t" r="r" b="b"/>
            <a:pathLst>
              <a:path w="6350" h="6350">
                <a:moveTo>
                  <a:pt x="5461" y="0"/>
                </a:moveTo>
                <a:lnTo>
                  <a:pt x="1355" y="7"/>
                </a:lnTo>
                <a:lnTo>
                  <a:pt x="0" y="5539"/>
                </a:lnTo>
                <a:lnTo>
                  <a:pt x="4373" y="6217"/>
                </a:lnTo>
                <a:lnTo>
                  <a:pt x="6186" y="4365"/>
                </a:lnTo>
                <a:lnTo>
                  <a:pt x="5461" y="0"/>
                </a:lnTo>
                <a:close/>
              </a:path>
            </a:pathLst>
          </a:custGeom>
          <a:solidFill>
            <a:srgbClr val="8D84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6" name="bg object 1096"/>
          <p:cNvSpPr/>
          <p:nvPr/>
        </p:nvSpPr>
        <p:spPr>
          <a:xfrm>
            <a:off x="2187988" y="4373052"/>
            <a:ext cx="13970" cy="10160"/>
          </a:xfrm>
          <a:custGeom>
            <a:avLst/>
            <a:gdLst/>
            <a:ahLst/>
            <a:cxnLst/>
            <a:rect l="l" t="t" r="r" b="b"/>
            <a:pathLst>
              <a:path w="13969" h="10160">
                <a:moveTo>
                  <a:pt x="9645" y="0"/>
                </a:moveTo>
                <a:lnTo>
                  <a:pt x="23" y="7"/>
                </a:lnTo>
                <a:lnTo>
                  <a:pt x="23" y="4152"/>
                </a:lnTo>
                <a:lnTo>
                  <a:pt x="4617" y="3561"/>
                </a:lnTo>
                <a:lnTo>
                  <a:pt x="4208" y="6729"/>
                </a:lnTo>
                <a:lnTo>
                  <a:pt x="4129" y="9645"/>
                </a:lnTo>
                <a:lnTo>
                  <a:pt x="13759" y="9598"/>
                </a:lnTo>
                <a:lnTo>
                  <a:pt x="12852" y="8014"/>
                </a:lnTo>
                <a:lnTo>
                  <a:pt x="12309" y="5595"/>
                </a:lnTo>
                <a:lnTo>
                  <a:pt x="7911" y="3687"/>
                </a:lnTo>
                <a:lnTo>
                  <a:pt x="9755" y="1725"/>
                </a:lnTo>
                <a:lnTo>
                  <a:pt x="9645" y="0"/>
                </a:lnTo>
                <a:close/>
              </a:path>
            </a:pathLst>
          </a:custGeom>
          <a:solidFill>
            <a:srgbClr val="8B82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7" name="bg object 1097"/>
          <p:cNvSpPr/>
          <p:nvPr/>
        </p:nvSpPr>
        <p:spPr>
          <a:xfrm>
            <a:off x="2197596" y="4360258"/>
            <a:ext cx="8890" cy="13335"/>
          </a:xfrm>
          <a:custGeom>
            <a:avLst/>
            <a:gdLst/>
            <a:ahLst/>
            <a:cxnLst/>
            <a:rect l="l" t="t" r="r" b="b"/>
            <a:pathLst>
              <a:path w="8889" h="13335">
                <a:moveTo>
                  <a:pt x="4830" y="0"/>
                </a:moveTo>
                <a:lnTo>
                  <a:pt x="3774" y="1773"/>
                </a:lnTo>
                <a:lnTo>
                  <a:pt x="4476" y="7974"/>
                </a:lnTo>
                <a:lnTo>
                  <a:pt x="2829" y="8928"/>
                </a:lnTo>
                <a:lnTo>
                  <a:pt x="55" y="8668"/>
                </a:lnTo>
                <a:lnTo>
                  <a:pt x="0" y="12797"/>
                </a:lnTo>
                <a:lnTo>
                  <a:pt x="1583" y="12797"/>
                </a:lnTo>
                <a:lnTo>
                  <a:pt x="3144" y="12695"/>
                </a:lnTo>
                <a:lnTo>
                  <a:pt x="7833" y="13065"/>
                </a:lnTo>
                <a:lnTo>
                  <a:pt x="8431" y="11237"/>
                </a:lnTo>
                <a:lnTo>
                  <a:pt x="8250" y="8668"/>
                </a:lnTo>
                <a:lnTo>
                  <a:pt x="8266" y="417"/>
                </a:lnTo>
                <a:close/>
              </a:path>
            </a:pathLst>
          </a:custGeom>
          <a:solidFill>
            <a:srgbClr val="9A94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8" name="bg object 1098"/>
          <p:cNvSpPr/>
          <p:nvPr/>
        </p:nvSpPr>
        <p:spPr>
          <a:xfrm>
            <a:off x="2205837" y="4342782"/>
            <a:ext cx="13970" cy="8255"/>
          </a:xfrm>
          <a:custGeom>
            <a:avLst/>
            <a:gdLst/>
            <a:ahLst/>
            <a:cxnLst/>
            <a:rect l="l" t="t" r="r" b="b"/>
            <a:pathLst>
              <a:path w="13969" h="8254">
                <a:moveTo>
                  <a:pt x="13743" y="0"/>
                </a:moveTo>
                <a:lnTo>
                  <a:pt x="7" y="7"/>
                </a:lnTo>
                <a:lnTo>
                  <a:pt x="0" y="8258"/>
                </a:lnTo>
                <a:lnTo>
                  <a:pt x="13719" y="8258"/>
                </a:lnTo>
                <a:lnTo>
                  <a:pt x="13743" y="0"/>
                </a:lnTo>
                <a:close/>
              </a:path>
            </a:pathLst>
          </a:custGeom>
          <a:solidFill>
            <a:srgbClr val="8D86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9" name="bg object 1099"/>
          <p:cNvSpPr/>
          <p:nvPr/>
        </p:nvSpPr>
        <p:spPr>
          <a:xfrm>
            <a:off x="2219556" y="4342782"/>
            <a:ext cx="10160" cy="13970"/>
          </a:xfrm>
          <a:custGeom>
            <a:avLst/>
            <a:gdLst/>
            <a:ahLst/>
            <a:cxnLst/>
            <a:rect l="l" t="t" r="r" b="b"/>
            <a:pathLst>
              <a:path w="10160" h="13970">
                <a:moveTo>
                  <a:pt x="9629" y="7"/>
                </a:moveTo>
                <a:lnTo>
                  <a:pt x="23" y="0"/>
                </a:lnTo>
                <a:lnTo>
                  <a:pt x="0" y="8258"/>
                </a:lnTo>
                <a:lnTo>
                  <a:pt x="4562" y="7691"/>
                </a:lnTo>
                <a:lnTo>
                  <a:pt x="4231" y="10811"/>
                </a:lnTo>
                <a:lnTo>
                  <a:pt x="4137" y="13759"/>
                </a:lnTo>
                <a:lnTo>
                  <a:pt x="8290" y="13735"/>
                </a:lnTo>
                <a:lnTo>
                  <a:pt x="9629" y="7"/>
                </a:lnTo>
                <a:close/>
              </a:path>
            </a:pathLst>
          </a:custGeom>
          <a:solidFill>
            <a:srgbClr val="7E75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0" name="bg object 1100"/>
          <p:cNvSpPr/>
          <p:nvPr/>
        </p:nvSpPr>
        <p:spPr>
          <a:xfrm>
            <a:off x="2205846" y="4351042"/>
            <a:ext cx="5715" cy="10160"/>
          </a:xfrm>
          <a:custGeom>
            <a:avLst/>
            <a:gdLst/>
            <a:ahLst/>
            <a:cxnLst/>
            <a:rect l="l" t="t" r="r" b="b"/>
            <a:pathLst>
              <a:path w="5714" h="10160">
                <a:moveTo>
                  <a:pt x="5492" y="0"/>
                </a:moveTo>
                <a:lnTo>
                  <a:pt x="0" y="7"/>
                </a:lnTo>
                <a:lnTo>
                  <a:pt x="0" y="9637"/>
                </a:lnTo>
                <a:lnTo>
                  <a:pt x="4089" y="9645"/>
                </a:lnTo>
                <a:lnTo>
                  <a:pt x="5492" y="0"/>
                </a:lnTo>
                <a:close/>
              </a:path>
            </a:pathLst>
          </a:custGeom>
          <a:solidFill>
            <a:srgbClr val="938E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1" name="bg object 1101"/>
          <p:cNvSpPr/>
          <p:nvPr/>
        </p:nvSpPr>
        <p:spPr>
          <a:xfrm>
            <a:off x="2187991" y="4382697"/>
            <a:ext cx="9525" cy="12700"/>
          </a:xfrm>
          <a:custGeom>
            <a:avLst/>
            <a:gdLst/>
            <a:ahLst/>
            <a:cxnLst/>
            <a:rect l="l" t="t" r="r" b="b"/>
            <a:pathLst>
              <a:path w="9525" h="12700">
                <a:moveTo>
                  <a:pt x="4129" y="0"/>
                </a:moveTo>
                <a:lnTo>
                  <a:pt x="31" y="15"/>
                </a:lnTo>
                <a:lnTo>
                  <a:pt x="0" y="4105"/>
                </a:lnTo>
                <a:lnTo>
                  <a:pt x="4129" y="12379"/>
                </a:lnTo>
                <a:lnTo>
                  <a:pt x="8242" y="12372"/>
                </a:lnTo>
                <a:lnTo>
                  <a:pt x="8124" y="8707"/>
                </a:lnTo>
                <a:lnTo>
                  <a:pt x="9361" y="4539"/>
                </a:lnTo>
                <a:lnTo>
                  <a:pt x="4050" y="2529"/>
                </a:lnTo>
                <a:lnTo>
                  <a:pt x="4192" y="961"/>
                </a:lnTo>
                <a:lnTo>
                  <a:pt x="4089" y="55"/>
                </a:lnTo>
                <a:close/>
              </a:path>
            </a:pathLst>
          </a:custGeom>
          <a:solidFill>
            <a:srgbClr val="5853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2" name="bg object 1102"/>
          <p:cNvSpPr/>
          <p:nvPr/>
        </p:nvSpPr>
        <p:spPr>
          <a:xfrm>
            <a:off x="2227783" y="4360158"/>
            <a:ext cx="5715" cy="5080"/>
          </a:xfrm>
          <a:custGeom>
            <a:avLst/>
            <a:gdLst/>
            <a:ahLst/>
            <a:cxnLst/>
            <a:rect l="l" t="t" r="r" b="b"/>
            <a:pathLst>
              <a:path w="5714" h="5079">
                <a:moveTo>
                  <a:pt x="78" y="0"/>
                </a:moveTo>
                <a:lnTo>
                  <a:pt x="0" y="2458"/>
                </a:lnTo>
                <a:lnTo>
                  <a:pt x="39" y="4617"/>
                </a:lnTo>
                <a:lnTo>
                  <a:pt x="5484" y="4625"/>
                </a:lnTo>
                <a:lnTo>
                  <a:pt x="4688" y="3278"/>
                </a:lnTo>
                <a:lnTo>
                  <a:pt x="4129" y="1016"/>
                </a:lnTo>
                <a:lnTo>
                  <a:pt x="78" y="0"/>
                </a:lnTo>
                <a:close/>
              </a:path>
            </a:pathLst>
          </a:custGeom>
          <a:solidFill>
            <a:srgbClr val="9395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3" name="bg object 1103"/>
          <p:cNvSpPr/>
          <p:nvPr/>
        </p:nvSpPr>
        <p:spPr>
          <a:xfrm>
            <a:off x="2242430" y="4209293"/>
            <a:ext cx="15875" cy="31750"/>
          </a:xfrm>
          <a:custGeom>
            <a:avLst/>
            <a:gdLst/>
            <a:ahLst/>
            <a:cxnLst/>
            <a:rect l="l" t="t" r="r" b="b"/>
            <a:pathLst>
              <a:path w="15875" h="31750">
                <a:moveTo>
                  <a:pt x="15563" y="0"/>
                </a:moveTo>
                <a:lnTo>
                  <a:pt x="9637" y="1576"/>
                </a:lnTo>
                <a:lnTo>
                  <a:pt x="6036" y="5713"/>
                </a:lnTo>
                <a:lnTo>
                  <a:pt x="5957" y="17904"/>
                </a:lnTo>
                <a:lnTo>
                  <a:pt x="5421" y="21064"/>
                </a:lnTo>
                <a:lnTo>
                  <a:pt x="0" y="21796"/>
                </a:lnTo>
                <a:lnTo>
                  <a:pt x="1859" y="26162"/>
                </a:lnTo>
                <a:lnTo>
                  <a:pt x="6446" y="25587"/>
                </a:lnTo>
                <a:lnTo>
                  <a:pt x="6028" y="28755"/>
                </a:lnTo>
                <a:lnTo>
                  <a:pt x="5973" y="31670"/>
                </a:lnTo>
                <a:lnTo>
                  <a:pt x="10078" y="31663"/>
                </a:lnTo>
                <a:lnTo>
                  <a:pt x="11457" y="17904"/>
                </a:lnTo>
                <a:lnTo>
                  <a:pt x="15571" y="9637"/>
                </a:lnTo>
                <a:lnTo>
                  <a:pt x="15571" y="7"/>
                </a:lnTo>
                <a:close/>
              </a:path>
            </a:pathLst>
          </a:custGeom>
          <a:solidFill>
            <a:srgbClr val="9F98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4" name="bg object 1104"/>
          <p:cNvSpPr/>
          <p:nvPr/>
        </p:nvSpPr>
        <p:spPr>
          <a:xfrm>
            <a:off x="2252509" y="4227193"/>
            <a:ext cx="5715" cy="18415"/>
          </a:xfrm>
          <a:custGeom>
            <a:avLst/>
            <a:gdLst/>
            <a:ahLst/>
            <a:cxnLst/>
            <a:rect l="l" t="t" r="r" b="b"/>
            <a:pathLst>
              <a:path w="5714" h="18414">
                <a:moveTo>
                  <a:pt x="5484" y="0"/>
                </a:moveTo>
                <a:lnTo>
                  <a:pt x="1379" y="0"/>
                </a:lnTo>
                <a:lnTo>
                  <a:pt x="0" y="13759"/>
                </a:lnTo>
                <a:lnTo>
                  <a:pt x="795" y="15114"/>
                </a:lnTo>
                <a:lnTo>
                  <a:pt x="1379" y="17376"/>
                </a:lnTo>
                <a:lnTo>
                  <a:pt x="5461" y="18400"/>
                </a:lnTo>
                <a:lnTo>
                  <a:pt x="5508" y="15910"/>
                </a:lnTo>
                <a:lnTo>
                  <a:pt x="5484" y="0"/>
                </a:lnTo>
                <a:close/>
              </a:path>
            </a:pathLst>
          </a:custGeom>
          <a:solidFill>
            <a:srgbClr val="ACA4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5" name="bg object 1105"/>
          <p:cNvSpPr/>
          <p:nvPr/>
        </p:nvSpPr>
        <p:spPr>
          <a:xfrm>
            <a:off x="2225184" y="4234410"/>
            <a:ext cx="31750" cy="42545"/>
          </a:xfrm>
          <a:custGeom>
            <a:avLst/>
            <a:gdLst/>
            <a:ahLst/>
            <a:cxnLst/>
            <a:rect l="l" t="t" r="r" b="b"/>
            <a:pathLst>
              <a:path w="31750" h="42545">
                <a:moveTo>
                  <a:pt x="18573" y="32490"/>
                </a:moveTo>
                <a:lnTo>
                  <a:pt x="12088" y="32490"/>
                </a:lnTo>
                <a:lnTo>
                  <a:pt x="14135" y="33270"/>
                </a:lnTo>
                <a:lnTo>
                  <a:pt x="13837" y="33270"/>
                </a:lnTo>
                <a:lnTo>
                  <a:pt x="13483" y="38306"/>
                </a:lnTo>
                <a:lnTo>
                  <a:pt x="13617" y="40315"/>
                </a:lnTo>
                <a:lnTo>
                  <a:pt x="13617" y="42325"/>
                </a:lnTo>
                <a:lnTo>
                  <a:pt x="16264" y="42530"/>
                </a:lnTo>
                <a:lnTo>
                  <a:pt x="17770" y="41781"/>
                </a:lnTo>
                <a:lnTo>
                  <a:pt x="17825" y="36028"/>
                </a:lnTo>
                <a:lnTo>
                  <a:pt x="18258" y="33270"/>
                </a:lnTo>
                <a:lnTo>
                  <a:pt x="18494" y="32687"/>
                </a:lnTo>
                <a:lnTo>
                  <a:pt x="18573" y="32490"/>
                </a:lnTo>
                <a:close/>
              </a:path>
              <a:path w="31750" h="42545">
                <a:moveTo>
                  <a:pt x="9495" y="28574"/>
                </a:moveTo>
                <a:lnTo>
                  <a:pt x="9487" y="32687"/>
                </a:lnTo>
                <a:lnTo>
                  <a:pt x="12088" y="32490"/>
                </a:lnTo>
                <a:lnTo>
                  <a:pt x="18573" y="32490"/>
                </a:lnTo>
                <a:lnTo>
                  <a:pt x="19685" y="29740"/>
                </a:lnTo>
                <a:lnTo>
                  <a:pt x="21844" y="29306"/>
                </a:lnTo>
                <a:lnTo>
                  <a:pt x="22504" y="28952"/>
                </a:lnTo>
                <a:lnTo>
                  <a:pt x="12640" y="28952"/>
                </a:lnTo>
                <a:lnTo>
                  <a:pt x="9495" y="28574"/>
                </a:lnTo>
                <a:close/>
              </a:path>
              <a:path w="31750" h="42545">
                <a:moveTo>
                  <a:pt x="16453" y="24428"/>
                </a:moveTo>
                <a:lnTo>
                  <a:pt x="13609" y="24428"/>
                </a:lnTo>
                <a:lnTo>
                  <a:pt x="13995" y="27557"/>
                </a:lnTo>
                <a:lnTo>
                  <a:pt x="12640" y="28952"/>
                </a:lnTo>
                <a:lnTo>
                  <a:pt x="22504" y="28952"/>
                </a:lnTo>
                <a:lnTo>
                  <a:pt x="23208" y="28574"/>
                </a:lnTo>
                <a:lnTo>
                  <a:pt x="31466" y="28574"/>
                </a:lnTo>
                <a:lnTo>
                  <a:pt x="31456" y="25098"/>
                </a:lnTo>
                <a:lnTo>
                  <a:pt x="19385" y="25098"/>
                </a:lnTo>
                <a:lnTo>
                  <a:pt x="16453" y="24428"/>
                </a:lnTo>
                <a:close/>
              </a:path>
              <a:path w="31750" h="42545">
                <a:moveTo>
                  <a:pt x="23228" y="14255"/>
                </a:moveTo>
                <a:lnTo>
                  <a:pt x="19874" y="14255"/>
                </a:lnTo>
                <a:lnTo>
                  <a:pt x="18944" y="17746"/>
                </a:lnTo>
                <a:lnTo>
                  <a:pt x="19345" y="24428"/>
                </a:lnTo>
                <a:lnTo>
                  <a:pt x="19385" y="25098"/>
                </a:lnTo>
                <a:lnTo>
                  <a:pt x="31456" y="25098"/>
                </a:lnTo>
                <a:lnTo>
                  <a:pt x="31444" y="20945"/>
                </a:lnTo>
                <a:lnTo>
                  <a:pt x="23081" y="20945"/>
                </a:lnTo>
                <a:lnTo>
                  <a:pt x="23159" y="17746"/>
                </a:lnTo>
                <a:lnTo>
                  <a:pt x="23228" y="14255"/>
                </a:lnTo>
                <a:close/>
              </a:path>
              <a:path w="31750" h="42545">
                <a:moveTo>
                  <a:pt x="27636" y="20063"/>
                </a:moveTo>
                <a:lnTo>
                  <a:pt x="23081" y="20945"/>
                </a:lnTo>
                <a:lnTo>
                  <a:pt x="31444" y="20945"/>
                </a:lnTo>
                <a:lnTo>
                  <a:pt x="31442" y="20307"/>
                </a:lnTo>
                <a:lnTo>
                  <a:pt x="27636" y="20063"/>
                </a:lnTo>
                <a:close/>
              </a:path>
              <a:path w="31750" h="42545">
                <a:moveTo>
                  <a:pt x="19428" y="10417"/>
                </a:moveTo>
                <a:lnTo>
                  <a:pt x="14539" y="10417"/>
                </a:lnTo>
                <a:lnTo>
                  <a:pt x="15161" y="12222"/>
                </a:lnTo>
                <a:lnTo>
                  <a:pt x="15025" y="14255"/>
                </a:lnTo>
                <a:lnTo>
                  <a:pt x="14988" y="14814"/>
                </a:lnTo>
                <a:lnTo>
                  <a:pt x="19874" y="14255"/>
                </a:lnTo>
                <a:lnTo>
                  <a:pt x="23228" y="14255"/>
                </a:lnTo>
                <a:lnTo>
                  <a:pt x="23209" y="11063"/>
                </a:lnTo>
                <a:lnTo>
                  <a:pt x="20071" y="11063"/>
                </a:lnTo>
                <a:lnTo>
                  <a:pt x="19428" y="10417"/>
                </a:lnTo>
                <a:close/>
              </a:path>
              <a:path w="31750" h="42545">
                <a:moveTo>
                  <a:pt x="23208" y="10796"/>
                </a:moveTo>
                <a:lnTo>
                  <a:pt x="22247" y="10796"/>
                </a:lnTo>
                <a:lnTo>
                  <a:pt x="20071" y="11063"/>
                </a:lnTo>
                <a:lnTo>
                  <a:pt x="23209" y="11063"/>
                </a:lnTo>
                <a:lnTo>
                  <a:pt x="23208" y="10796"/>
                </a:lnTo>
                <a:close/>
              </a:path>
              <a:path w="31750" h="42545">
                <a:moveTo>
                  <a:pt x="15130" y="527"/>
                </a:moveTo>
                <a:lnTo>
                  <a:pt x="11541" y="1158"/>
                </a:lnTo>
                <a:lnTo>
                  <a:pt x="1358" y="1158"/>
                </a:lnTo>
                <a:lnTo>
                  <a:pt x="1251" y="10796"/>
                </a:lnTo>
                <a:lnTo>
                  <a:pt x="9377" y="10796"/>
                </a:lnTo>
                <a:lnTo>
                  <a:pt x="14539" y="10417"/>
                </a:lnTo>
                <a:lnTo>
                  <a:pt x="19428" y="10417"/>
                </a:lnTo>
                <a:lnTo>
                  <a:pt x="18699" y="9684"/>
                </a:lnTo>
                <a:lnTo>
                  <a:pt x="19094" y="6532"/>
                </a:lnTo>
                <a:lnTo>
                  <a:pt x="17770" y="5965"/>
                </a:lnTo>
                <a:lnTo>
                  <a:pt x="15335" y="5445"/>
                </a:lnTo>
                <a:lnTo>
                  <a:pt x="15156" y="1158"/>
                </a:lnTo>
                <a:lnTo>
                  <a:pt x="15130" y="527"/>
                </a:lnTo>
                <a:close/>
              </a:path>
              <a:path w="31750" h="42545">
                <a:moveTo>
                  <a:pt x="1371" y="0"/>
                </a:moveTo>
                <a:lnTo>
                  <a:pt x="0" y="1158"/>
                </a:lnTo>
                <a:lnTo>
                  <a:pt x="1358" y="1158"/>
                </a:lnTo>
                <a:lnTo>
                  <a:pt x="1371" y="0"/>
                </a:lnTo>
                <a:close/>
              </a:path>
            </a:pathLst>
          </a:custGeom>
          <a:solidFill>
            <a:srgbClr val="9388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6" name="bg object 1106"/>
          <p:cNvSpPr/>
          <p:nvPr/>
        </p:nvSpPr>
        <p:spPr>
          <a:xfrm>
            <a:off x="2256628" y="4254717"/>
            <a:ext cx="6350" cy="8890"/>
          </a:xfrm>
          <a:custGeom>
            <a:avLst/>
            <a:gdLst/>
            <a:ahLst/>
            <a:cxnLst/>
            <a:rect l="l" t="t" r="r" b="b"/>
            <a:pathLst>
              <a:path w="6350" h="8889">
                <a:moveTo>
                  <a:pt x="5492" y="0"/>
                </a:moveTo>
                <a:lnTo>
                  <a:pt x="0" y="0"/>
                </a:lnTo>
                <a:lnTo>
                  <a:pt x="23" y="8234"/>
                </a:lnTo>
                <a:lnTo>
                  <a:pt x="3758" y="8739"/>
                </a:lnTo>
                <a:lnTo>
                  <a:pt x="6138" y="7777"/>
                </a:lnTo>
                <a:lnTo>
                  <a:pt x="5358" y="2238"/>
                </a:lnTo>
                <a:lnTo>
                  <a:pt x="5492" y="1111"/>
                </a:lnTo>
                <a:lnTo>
                  <a:pt x="5492" y="0"/>
                </a:lnTo>
                <a:close/>
              </a:path>
            </a:pathLst>
          </a:custGeom>
          <a:solidFill>
            <a:srgbClr val="998E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7" name="bg object 1107"/>
          <p:cNvSpPr/>
          <p:nvPr/>
        </p:nvSpPr>
        <p:spPr>
          <a:xfrm>
            <a:off x="2248260" y="4248536"/>
            <a:ext cx="8890" cy="6985"/>
          </a:xfrm>
          <a:custGeom>
            <a:avLst/>
            <a:gdLst/>
            <a:ahLst/>
            <a:cxnLst/>
            <a:rect l="l" t="t" r="r" b="b"/>
            <a:pathLst>
              <a:path w="8889" h="6985">
                <a:moveTo>
                  <a:pt x="7951" y="0"/>
                </a:moveTo>
                <a:lnTo>
                  <a:pt x="2387" y="803"/>
                </a:lnTo>
                <a:lnTo>
                  <a:pt x="1260" y="661"/>
                </a:lnTo>
                <a:lnTo>
                  <a:pt x="157" y="654"/>
                </a:lnTo>
                <a:lnTo>
                  <a:pt x="0" y="6816"/>
                </a:lnTo>
                <a:lnTo>
                  <a:pt x="4554" y="5941"/>
                </a:lnTo>
                <a:lnTo>
                  <a:pt x="8368" y="6178"/>
                </a:lnTo>
                <a:lnTo>
                  <a:pt x="8818" y="2490"/>
                </a:lnTo>
                <a:lnTo>
                  <a:pt x="7951" y="0"/>
                </a:lnTo>
                <a:close/>
              </a:path>
            </a:pathLst>
          </a:custGeom>
          <a:solidFill>
            <a:srgbClr val="9D90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8" name="bg object 1108"/>
          <p:cNvSpPr/>
          <p:nvPr/>
        </p:nvSpPr>
        <p:spPr>
          <a:xfrm>
            <a:off x="2243884" y="4234875"/>
            <a:ext cx="5080" cy="10795"/>
          </a:xfrm>
          <a:custGeom>
            <a:avLst/>
            <a:gdLst/>
            <a:ahLst/>
            <a:cxnLst/>
            <a:rect l="l" t="t" r="r" b="b"/>
            <a:pathLst>
              <a:path w="5080" h="10795">
                <a:moveTo>
                  <a:pt x="4988" y="0"/>
                </a:moveTo>
                <a:lnTo>
                  <a:pt x="401" y="583"/>
                </a:lnTo>
                <a:lnTo>
                  <a:pt x="394" y="6067"/>
                </a:lnTo>
                <a:lnTo>
                  <a:pt x="0" y="9219"/>
                </a:lnTo>
                <a:lnTo>
                  <a:pt x="1371" y="10599"/>
                </a:lnTo>
                <a:lnTo>
                  <a:pt x="4507" y="10212"/>
                </a:lnTo>
                <a:lnTo>
                  <a:pt x="4523" y="6091"/>
                </a:lnTo>
                <a:lnTo>
                  <a:pt x="4578" y="3175"/>
                </a:lnTo>
                <a:lnTo>
                  <a:pt x="4988" y="0"/>
                </a:lnTo>
                <a:close/>
              </a:path>
            </a:pathLst>
          </a:custGeom>
          <a:solidFill>
            <a:srgbClr val="9693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9" name="bg object 1109"/>
          <p:cNvSpPr/>
          <p:nvPr/>
        </p:nvSpPr>
        <p:spPr>
          <a:xfrm>
            <a:off x="2257999" y="4183172"/>
            <a:ext cx="10160" cy="26670"/>
          </a:xfrm>
          <a:custGeom>
            <a:avLst/>
            <a:gdLst/>
            <a:ahLst/>
            <a:cxnLst/>
            <a:rect l="l" t="t" r="r" b="b"/>
            <a:pathLst>
              <a:path w="10160" h="26670">
                <a:moveTo>
                  <a:pt x="5492" y="0"/>
                </a:moveTo>
                <a:lnTo>
                  <a:pt x="15" y="0"/>
                </a:lnTo>
                <a:lnTo>
                  <a:pt x="0" y="26131"/>
                </a:lnTo>
                <a:lnTo>
                  <a:pt x="6256" y="24484"/>
                </a:lnTo>
                <a:lnTo>
                  <a:pt x="9582" y="20646"/>
                </a:lnTo>
                <a:lnTo>
                  <a:pt x="9612" y="8636"/>
                </a:lnTo>
                <a:lnTo>
                  <a:pt x="6461" y="8636"/>
                </a:lnTo>
                <a:lnTo>
                  <a:pt x="5098" y="7257"/>
                </a:lnTo>
                <a:lnTo>
                  <a:pt x="5500" y="4105"/>
                </a:lnTo>
                <a:lnTo>
                  <a:pt x="5492" y="0"/>
                </a:lnTo>
                <a:close/>
              </a:path>
              <a:path w="10160" h="26670">
                <a:moveTo>
                  <a:pt x="9613" y="8242"/>
                </a:moveTo>
                <a:lnTo>
                  <a:pt x="6461" y="8636"/>
                </a:lnTo>
                <a:lnTo>
                  <a:pt x="9612" y="8636"/>
                </a:lnTo>
                <a:lnTo>
                  <a:pt x="9613" y="8242"/>
                </a:lnTo>
                <a:close/>
              </a:path>
            </a:pathLst>
          </a:custGeom>
          <a:solidFill>
            <a:srgbClr val="A39A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0" name="bg object 1110"/>
          <p:cNvSpPr/>
          <p:nvPr/>
        </p:nvSpPr>
        <p:spPr>
          <a:xfrm>
            <a:off x="2247028" y="4262975"/>
            <a:ext cx="10160" cy="22225"/>
          </a:xfrm>
          <a:custGeom>
            <a:avLst/>
            <a:gdLst/>
            <a:ahLst/>
            <a:cxnLst/>
            <a:rect l="l" t="t" r="r" b="b"/>
            <a:pathLst>
              <a:path w="10160" h="22225">
                <a:moveTo>
                  <a:pt x="5492" y="0"/>
                </a:moveTo>
                <a:lnTo>
                  <a:pt x="1379" y="0"/>
                </a:lnTo>
                <a:lnTo>
                  <a:pt x="1379" y="4956"/>
                </a:lnTo>
                <a:lnTo>
                  <a:pt x="1513" y="9913"/>
                </a:lnTo>
                <a:lnTo>
                  <a:pt x="1205" y="17257"/>
                </a:lnTo>
                <a:lnTo>
                  <a:pt x="449" y="19621"/>
                </a:lnTo>
                <a:lnTo>
                  <a:pt x="0" y="22009"/>
                </a:lnTo>
                <a:lnTo>
                  <a:pt x="9598" y="22017"/>
                </a:lnTo>
                <a:lnTo>
                  <a:pt x="9574" y="9613"/>
                </a:lnTo>
                <a:lnTo>
                  <a:pt x="3136" y="8581"/>
                </a:lnTo>
                <a:lnTo>
                  <a:pt x="6256" y="3459"/>
                </a:lnTo>
                <a:lnTo>
                  <a:pt x="5492" y="0"/>
                </a:lnTo>
                <a:close/>
              </a:path>
            </a:pathLst>
          </a:custGeom>
          <a:solidFill>
            <a:srgbClr val="807A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1" name="bg object 1111"/>
          <p:cNvSpPr/>
          <p:nvPr/>
        </p:nvSpPr>
        <p:spPr>
          <a:xfrm>
            <a:off x="2250164" y="4262978"/>
            <a:ext cx="6985" cy="10160"/>
          </a:xfrm>
          <a:custGeom>
            <a:avLst/>
            <a:gdLst/>
            <a:ahLst/>
            <a:cxnLst/>
            <a:rect l="l" t="t" r="r" b="b"/>
            <a:pathLst>
              <a:path w="6985" h="10160">
                <a:moveTo>
                  <a:pt x="6453" y="0"/>
                </a:moveTo>
                <a:lnTo>
                  <a:pt x="2356" y="0"/>
                </a:lnTo>
                <a:lnTo>
                  <a:pt x="3120" y="3451"/>
                </a:lnTo>
                <a:lnTo>
                  <a:pt x="0" y="8573"/>
                </a:lnTo>
                <a:lnTo>
                  <a:pt x="6438" y="9613"/>
                </a:lnTo>
                <a:lnTo>
                  <a:pt x="6453" y="0"/>
                </a:lnTo>
                <a:close/>
              </a:path>
            </a:pathLst>
          </a:custGeom>
          <a:solidFill>
            <a:srgbClr val="7C76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2" name="bg object 1112"/>
          <p:cNvSpPr/>
          <p:nvPr/>
        </p:nvSpPr>
        <p:spPr>
          <a:xfrm>
            <a:off x="2192761" y="3847373"/>
            <a:ext cx="32384" cy="40640"/>
          </a:xfrm>
          <a:custGeom>
            <a:avLst/>
            <a:gdLst/>
            <a:ahLst/>
            <a:cxnLst/>
            <a:rect l="l" t="t" r="r" b="b"/>
            <a:pathLst>
              <a:path w="32385" h="40639">
                <a:moveTo>
                  <a:pt x="28164" y="7"/>
                </a:moveTo>
                <a:lnTo>
                  <a:pt x="26856" y="488"/>
                </a:lnTo>
                <a:lnTo>
                  <a:pt x="24625" y="717"/>
                </a:lnTo>
                <a:lnTo>
                  <a:pt x="23404" y="4980"/>
                </a:lnTo>
                <a:lnTo>
                  <a:pt x="20804" y="3924"/>
                </a:lnTo>
                <a:lnTo>
                  <a:pt x="18605" y="4113"/>
                </a:lnTo>
                <a:lnTo>
                  <a:pt x="18573" y="14728"/>
                </a:lnTo>
                <a:lnTo>
                  <a:pt x="19133" y="17478"/>
                </a:lnTo>
                <a:lnTo>
                  <a:pt x="14862" y="18668"/>
                </a:lnTo>
                <a:lnTo>
                  <a:pt x="14791" y="20804"/>
                </a:lnTo>
                <a:lnTo>
                  <a:pt x="14468" y="22033"/>
                </a:lnTo>
                <a:lnTo>
                  <a:pt x="15815" y="22805"/>
                </a:lnTo>
                <a:lnTo>
                  <a:pt x="18085" y="23365"/>
                </a:lnTo>
                <a:lnTo>
                  <a:pt x="18770" y="26422"/>
                </a:lnTo>
                <a:lnTo>
                  <a:pt x="18101" y="28707"/>
                </a:lnTo>
                <a:lnTo>
                  <a:pt x="17896" y="30890"/>
                </a:lnTo>
                <a:lnTo>
                  <a:pt x="16832" y="30646"/>
                </a:lnTo>
                <a:lnTo>
                  <a:pt x="15161" y="30709"/>
                </a:lnTo>
                <a:lnTo>
                  <a:pt x="14255" y="28999"/>
                </a:lnTo>
                <a:lnTo>
                  <a:pt x="14523" y="27478"/>
                </a:lnTo>
                <a:lnTo>
                  <a:pt x="14436" y="26139"/>
                </a:lnTo>
                <a:lnTo>
                  <a:pt x="4846" y="26154"/>
                </a:lnTo>
                <a:lnTo>
                  <a:pt x="0" y="25634"/>
                </a:lnTo>
                <a:lnTo>
                  <a:pt x="866" y="29078"/>
                </a:lnTo>
                <a:lnTo>
                  <a:pt x="551" y="35106"/>
                </a:lnTo>
                <a:lnTo>
                  <a:pt x="2143" y="35965"/>
                </a:lnTo>
                <a:lnTo>
                  <a:pt x="6249" y="35713"/>
                </a:lnTo>
                <a:lnTo>
                  <a:pt x="7612" y="35808"/>
                </a:lnTo>
                <a:lnTo>
                  <a:pt x="10985" y="35808"/>
                </a:lnTo>
                <a:lnTo>
                  <a:pt x="12994" y="35918"/>
                </a:lnTo>
                <a:lnTo>
                  <a:pt x="18164" y="35516"/>
                </a:lnTo>
                <a:lnTo>
                  <a:pt x="18731" y="37384"/>
                </a:lnTo>
                <a:lnTo>
                  <a:pt x="18613" y="39929"/>
                </a:lnTo>
                <a:lnTo>
                  <a:pt x="19519" y="39834"/>
                </a:lnTo>
                <a:lnTo>
                  <a:pt x="21032" y="40031"/>
                </a:lnTo>
                <a:lnTo>
                  <a:pt x="23633" y="34421"/>
                </a:lnTo>
                <a:lnTo>
                  <a:pt x="28211" y="35918"/>
                </a:lnTo>
                <a:lnTo>
                  <a:pt x="32269" y="35800"/>
                </a:lnTo>
                <a:lnTo>
                  <a:pt x="32332" y="27565"/>
                </a:lnTo>
                <a:lnTo>
                  <a:pt x="31820" y="24405"/>
                </a:lnTo>
                <a:lnTo>
                  <a:pt x="32332" y="20268"/>
                </a:lnTo>
                <a:lnTo>
                  <a:pt x="28676" y="16469"/>
                </a:lnTo>
                <a:lnTo>
                  <a:pt x="28203" y="14956"/>
                </a:lnTo>
                <a:lnTo>
                  <a:pt x="28203" y="0"/>
                </a:lnTo>
                <a:close/>
              </a:path>
            </a:pathLst>
          </a:custGeom>
          <a:solidFill>
            <a:srgbClr val="C0B4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3" name="bg object 1113"/>
          <p:cNvSpPr/>
          <p:nvPr/>
        </p:nvSpPr>
        <p:spPr>
          <a:xfrm>
            <a:off x="2223665" y="3874934"/>
            <a:ext cx="10160" cy="30480"/>
          </a:xfrm>
          <a:custGeom>
            <a:avLst/>
            <a:gdLst/>
            <a:ahLst/>
            <a:cxnLst/>
            <a:rect l="l" t="t" r="r" b="b"/>
            <a:pathLst>
              <a:path w="10160" h="30479">
                <a:moveTo>
                  <a:pt x="9621" y="0"/>
                </a:moveTo>
                <a:lnTo>
                  <a:pt x="1434" y="0"/>
                </a:lnTo>
                <a:lnTo>
                  <a:pt x="1363" y="8242"/>
                </a:lnTo>
                <a:lnTo>
                  <a:pt x="0" y="17864"/>
                </a:lnTo>
                <a:lnTo>
                  <a:pt x="23" y="30244"/>
                </a:lnTo>
                <a:lnTo>
                  <a:pt x="5476" y="29748"/>
                </a:lnTo>
                <a:lnTo>
                  <a:pt x="5524" y="21993"/>
                </a:lnTo>
                <a:lnTo>
                  <a:pt x="5650" y="17864"/>
                </a:lnTo>
                <a:lnTo>
                  <a:pt x="4239" y="13238"/>
                </a:lnTo>
                <a:lnTo>
                  <a:pt x="9771" y="10543"/>
                </a:lnTo>
                <a:lnTo>
                  <a:pt x="9566" y="9086"/>
                </a:lnTo>
                <a:lnTo>
                  <a:pt x="9621" y="0"/>
                </a:lnTo>
                <a:close/>
              </a:path>
            </a:pathLst>
          </a:custGeom>
          <a:solidFill>
            <a:srgbClr val="A99F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4" name="bg object 1114"/>
          <p:cNvSpPr/>
          <p:nvPr/>
        </p:nvSpPr>
        <p:spPr>
          <a:xfrm>
            <a:off x="2220919" y="3825363"/>
            <a:ext cx="8890" cy="31750"/>
          </a:xfrm>
          <a:custGeom>
            <a:avLst/>
            <a:gdLst/>
            <a:ahLst/>
            <a:cxnLst/>
            <a:rect l="l" t="t" r="r" b="b"/>
            <a:pathLst>
              <a:path w="8889" h="31750">
                <a:moveTo>
                  <a:pt x="23" y="0"/>
                </a:moveTo>
                <a:lnTo>
                  <a:pt x="0" y="22017"/>
                </a:lnTo>
                <a:lnTo>
                  <a:pt x="4223" y="21986"/>
                </a:lnTo>
                <a:lnTo>
                  <a:pt x="4089" y="26359"/>
                </a:lnTo>
                <a:lnTo>
                  <a:pt x="3940" y="27754"/>
                </a:lnTo>
                <a:lnTo>
                  <a:pt x="4468" y="29921"/>
                </a:lnTo>
                <a:lnTo>
                  <a:pt x="5382" y="30646"/>
                </a:lnTo>
                <a:lnTo>
                  <a:pt x="5981" y="31450"/>
                </a:lnTo>
                <a:lnTo>
                  <a:pt x="6721" y="30796"/>
                </a:lnTo>
                <a:lnTo>
                  <a:pt x="7785" y="30284"/>
                </a:lnTo>
                <a:lnTo>
                  <a:pt x="8494" y="28487"/>
                </a:lnTo>
                <a:lnTo>
                  <a:pt x="8250" y="27258"/>
                </a:lnTo>
                <a:lnTo>
                  <a:pt x="8313" y="20646"/>
                </a:lnTo>
                <a:lnTo>
                  <a:pt x="8132" y="14972"/>
                </a:lnTo>
                <a:lnTo>
                  <a:pt x="2151" y="12490"/>
                </a:lnTo>
                <a:lnTo>
                  <a:pt x="4791" y="7809"/>
                </a:lnTo>
                <a:lnTo>
                  <a:pt x="4145" y="4137"/>
                </a:lnTo>
                <a:lnTo>
                  <a:pt x="39" y="7"/>
                </a:lnTo>
                <a:close/>
              </a:path>
            </a:pathLst>
          </a:custGeom>
          <a:solidFill>
            <a:srgbClr val="ACA4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5" name="bg object 1115"/>
          <p:cNvSpPr/>
          <p:nvPr/>
        </p:nvSpPr>
        <p:spPr>
          <a:xfrm>
            <a:off x="2223069" y="3828924"/>
            <a:ext cx="13335" cy="24130"/>
          </a:xfrm>
          <a:custGeom>
            <a:avLst/>
            <a:gdLst/>
            <a:ahLst/>
            <a:cxnLst/>
            <a:rect l="l" t="t" r="r" b="b"/>
            <a:pathLst>
              <a:path w="13335" h="24129">
                <a:moveTo>
                  <a:pt x="7399" y="0"/>
                </a:moveTo>
                <a:lnTo>
                  <a:pt x="4641" y="598"/>
                </a:lnTo>
                <a:lnTo>
                  <a:pt x="2001" y="575"/>
                </a:lnTo>
                <a:lnTo>
                  <a:pt x="2639" y="4247"/>
                </a:lnTo>
                <a:lnTo>
                  <a:pt x="0" y="8936"/>
                </a:lnTo>
                <a:lnTo>
                  <a:pt x="5981" y="11410"/>
                </a:lnTo>
                <a:lnTo>
                  <a:pt x="6162" y="17084"/>
                </a:lnTo>
                <a:lnTo>
                  <a:pt x="6115" y="19834"/>
                </a:lnTo>
                <a:lnTo>
                  <a:pt x="6123" y="22577"/>
                </a:lnTo>
                <a:lnTo>
                  <a:pt x="11489" y="23672"/>
                </a:lnTo>
                <a:lnTo>
                  <a:pt x="11623" y="17013"/>
                </a:lnTo>
                <a:lnTo>
                  <a:pt x="11607" y="10205"/>
                </a:lnTo>
                <a:lnTo>
                  <a:pt x="12900" y="6453"/>
                </a:lnTo>
                <a:lnTo>
                  <a:pt x="7919" y="6587"/>
                </a:lnTo>
                <a:lnTo>
                  <a:pt x="7399" y="0"/>
                </a:lnTo>
                <a:close/>
              </a:path>
            </a:pathLst>
          </a:custGeom>
          <a:solidFill>
            <a:srgbClr val="BAB1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6" name="bg object 1116"/>
          <p:cNvSpPr/>
          <p:nvPr/>
        </p:nvSpPr>
        <p:spPr>
          <a:xfrm>
            <a:off x="2241540" y="3888666"/>
            <a:ext cx="10160" cy="8255"/>
          </a:xfrm>
          <a:custGeom>
            <a:avLst/>
            <a:gdLst/>
            <a:ahLst/>
            <a:cxnLst/>
            <a:rect l="l" t="t" r="r" b="b"/>
            <a:pathLst>
              <a:path w="10160" h="8254">
                <a:moveTo>
                  <a:pt x="1355" y="0"/>
                </a:moveTo>
                <a:lnTo>
                  <a:pt x="0" y="8242"/>
                </a:lnTo>
                <a:lnTo>
                  <a:pt x="9590" y="8242"/>
                </a:lnTo>
                <a:lnTo>
                  <a:pt x="9558" y="4105"/>
                </a:lnTo>
                <a:lnTo>
                  <a:pt x="4105" y="1355"/>
                </a:lnTo>
                <a:lnTo>
                  <a:pt x="1355" y="0"/>
                </a:lnTo>
                <a:close/>
              </a:path>
            </a:pathLst>
          </a:custGeom>
          <a:solidFill>
            <a:srgbClr val="A297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7" name="bg object 1117"/>
          <p:cNvSpPr/>
          <p:nvPr/>
        </p:nvSpPr>
        <p:spPr>
          <a:xfrm>
            <a:off x="2227908" y="3883145"/>
            <a:ext cx="15240" cy="18415"/>
          </a:xfrm>
          <a:custGeom>
            <a:avLst/>
            <a:gdLst/>
            <a:ahLst/>
            <a:cxnLst/>
            <a:rect l="l" t="t" r="r" b="b"/>
            <a:pathLst>
              <a:path w="15239" h="18414">
                <a:moveTo>
                  <a:pt x="14956" y="0"/>
                </a:moveTo>
                <a:lnTo>
                  <a:pt x="5405" y="0"/>
                </a:lnTo>
                <a:lnTo>
                  <a:pt x="5327" y="874"/>
                </a:lnTo>
                <a:lnTo>
                  <a:pt x="5531" y="2332"/>
                </a:lnTo>
                <a:lnTo>
                  <a:pt x="0" y="5027"/>
                </a:lnTo>
                <a:lnTo>
                  <a:pt x="1402" y="9653"/>
                </a:lnTo>
                <a:lnTo>
                  <a:pt x="1276" y="13782"/>
                </a:lnTo>
                <a:lnTo>
                  <a:pt x="5382" y="13774"/>
                </a:lnTo>
                <a:lnTo>
                  <a:pt x="7108" y="9874"/>
                </a:lnTo>
                <a:lnTo>
                  <a:pt x="7903" y="10953"/>
                </a:lnTo>
                <a:lnTo>
                  <a:pt x="9070" y="11930"/>
                </a:lnTo>
                <a:lnTo>
                  <a:pt x="9803" y="14625"/>
                </a:lnTo>
                <a:lnTo>
                  <a:pt x="9511" y="16304"/>
                </a:lnTo>
                <a:lnTo>
                  <a:pt x="9519" y="17896"/>
                </a:lnTo>
                <a:lnTo>
                  <a:pt x="13625" y="17904"/>
                </a:lnTo>
                <a:lnTo>
                  <a:pt x="13632" y="13766"/>
                </a:lnTo>
                <a:lnTo>
                  <a:pt x="14988" y="5524"/>
                </a:lnTo>
                <a:lnTo>
                  <a:pt x="14956" y="0"/>
                </a:lnTo>
                <a:close/>
              </a:path>
            </a:pathLst>
          </a:custGeom>
          <a:solidFill>
            <a:srgbClr val="B7AA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8" name="bg object 1118"/>
          <p:cNvSpPr/>
          <p:nvPr/>
        </p:nvSpPr>
        <p:spPr>
          <a:xfrm>
            <a:off x="2214300" y="3896925"/>
            <a:ext cx="40005" cy="76200"/>
          </a:xfrm>
          <a:custGeom>
            <a:avLst/>
            <a:gdLst/>
            <a:ahLst/>
            <a:cxnLst/>
            <a:rect l="l" t="t" r="r" b="b"/>
            <a:pathLst>
              <a:path w="40005" h="76200">
                <a:moveTo>
                  <a:pt x="21862" y="57802"/>
                </a:moveTo>
                <a:lnTo>
                  <a:pt x="21749" y="75690"/>
                </a:lnTo>
                <a:lnTo>
                  <a:pt x="35429" y="75690"/>
                </a:lnTo>
                <a:lnTo>
                  <a:pt x="35445" y="72766"/>
                </a:lnTo>
                <a:lnTo>
                  <a:pt x="35595" y="69843"/>
                </a:lnTo>
                <a:lnTo>
                  <a:pt x="35264" y="63767"/>
                </a:lnTo>
                <a:lnTo>
                  <a:pt x="36998" y="63121"/>
                </a:lnTo>
                <a:lnTo>
                  <a:pt x="39598" y="63121"/>
                </a:lnTo>
                <a:lnTo>
                  <a:pt x="39592" y="58345"/>
                </a:lnTo>
                <a:lnTo>
                  <a:pt x="25770" y="58345"/>
                </a:lnTo>
                <a:lnTo>
                  <a:pt x="21862" y="57802"/>
                </a:lnTo>
                <a:close/>
              </a:path>
              <a:path w="40005" h="76200">
                <a:moveTo>
                  <a:pt x="39598" y="63121"/>
                </a:moveTo>
                <a:lnTo>
                  <a:pt x="36998" y="63121"/>
                </a:lnTo>
                <a:lnTo>
                  <a:pt x="39598" y="63294"/>
                </a:lnTo>
                <a:lnTo>
                  <a:pt x="39598" y="63121"/>
                </a:lnTo>
                <a:close/>
              </a:path>
              <a:path w="40005" h="76200">
                <a:moveTo>
                  <a:pt x="22405" y="48235"/>
                </a:moveTo>
                <a:lnTo>
                  <a:pt x="11268" y="48235"/>
                </a:lnTo>
                <a:lnTo>
                  <a:pt x="12001" y="49551"/>
                </a:lnTo>
                <a:lnTo>
                  <a:pt x="13475" y="50938"/>
                </a:lnTo>
                <a:lnTo>
                  <a:pt x="13120" y="54508"/>
                </a:lnTo>
                <a:lnTo>
                  <a:pt x="13042" y="55280"/>
                </a:lnTo>
                <a:lnTo>
                  <a:pt x="12952" y="56170"/>
                </a:lnTo>
                <a:lnTo>
                  <a:pt x="12837" y="57313"/>
                </a:lnTo>
                <a:lnTo>
                  <a:pt x="15469" y="58345"/>
                </a:lnTo>
                <a:lnTo>
                  <a:pt x="19740" y="57802"/>
                </a:lnTo>
                <a:lnTo>
                  <a:pt x="21748" y="57802"/>
                </a:lnTo>
                <a:lnTo>
                  <a:pt x="22157" y="52167"/>
                </a:lnTo>
                <a:lnTo>
                  <a:pt x="22240" y="50938"/>
                </a:lnTo>
                <a:lnTo>
                  <a:pt x="22325" y="49551"/>
                </a:lnTo>
                <a:lnTo>
                  <a:pt x="22405" y="48235"/>
                </a:lnTo>
                <a:close/>
              </a:path>
              <a:path w="40005" h="76200">
                <a:moveTo>
                  <a:pt x="35026" y="35973"/>
                </a:moveTo>
                <a:lnTo>
                  <a:pt x="25209" y="35973"/>
                </a:lnTo>
                <a:lnTo>
                  <a:pt x="25878" y="36974"/>
                </a:lnTo>
                <a:lnTo>
                  <a:pt x="27076" y="37943"/>
                </a:lnTo>
                <a:lnTo>
                  <a:pt x="27173" y="50938"/>
                </a:lnTo>
                <a:lnTo>
                  <a:pt x="27452" y="54508"/>
                </a:lnTo>
                <a:lnTo>
                  <a:pt x="27512" y="55280"/>
                </a:lnTo>
                <a:lnTo>
                  <a:pt x="27582" y="56170"/>
                </a:lnTo>
                <a:lnTo>
                  <a:pt x="27652" y="57061"/>
                </a:lnTo>
                <a:lnTo>
                  <a:pt x="25701" y="58345"/>
                </a:lnTo>
                <a:lnTo>
                  <a:pt x="39592" y="58345"/>
                </a:lnTo>
                <a:lnTo>
                  <a:pt x="39575" y="45800"/>
                </a:lnTo>
                <a:lnTo>
                  <a:pt x="36257" y="45800"/>
                </a:lnTo>
                <a:lnTo>
                  <a:pt x="35154" y="44169"/>
                </a:lnTo>
                <a:lnTo>
                  <a:pt x="35632" y="38976"/>
                </a:lnTo>
                <a:lnTo>
                  <a:pt x="35682" y="36162"/>
                </a:lnTo>
                <a:lnTo>
                  <a:pt x="35026" y="35973"/>
                </a:lnTo>
                <a:close/>
              </a:path>
              <a:path w="40005" h="76200">
                <a:moveTo>
                  <a:pt x="6627" y="21781"/>
                </a:moveTo>
                <a:lnTo>
                  <a:pt x="5114" y="22679"/>
                </a:lnTo>
                <a:lnTo>
                  <a:pt x="5042" y="43554"/>
                </a:lnTo>
                <a:lnTo>
                  <a:pt x="4533" y="45177"/>
                </a:lnTo>
                <a:lnTo>
                  <a:pt x="4459" y="45414"/>
                </a:lnTo>
                <a:lnTo>
                  <a:pt x="4345" y="45800"/>
                </a:lnTo>
                <a:lnTo>
                  <a:pt x="3869" y="48235"/>
                </a:lnTo>
                <a:lnTo>
                  <a:pt x="3479" y="49551"/>
                </a:lnTo>
                <a:lnTo>
                  <a:pt x="3364" y="49937"/>
                </a:lnTo>
                <a:lnTo>
                  <a:pt x="3160" y="50938"/>
                </a:lnTo>
                <a:lnTo>
                  <a:pt x="3047" y="51489"/>
                </a:lnTo>
                <a:lnTo>
                  <a:pt x="2986" y="51789"/>
                </a:lnTo>
                <a:lnTo>
                  <a:pt x="1796" y="54508"/>
                </a:lnTo>
                <a:lnTo>
                  <a:pt x="772" y="55280"/>
                </a:lnTo>
                <a:lnTo>
                  <a:pt x="0" y="56170"/>
                </a:lnTo>
                <a:lnTo>
                  <a:pt x="3908" y="57802"/>
                </a:lnTo>
                <a:lnTo>
                  <a:pt x="9385" y="57802"/>
                </a:lnTo>
                <a:lnTo>
                  <a:pt x="9385" y="48731"/>
                </a:lnTo>
                <a:lnTo>
                  <a:pt x="11268" y="48235"/>
                </a:lnTo>
                <a:lnTo>
                  <a:pt x="22405" y="48235"/>
                </a:lnTo>
                <a:lnTo>
                  <a:pt x="22554" y="45800"/>
                </a:lnTo>
                <a:lnTo>
                  <a:pt x="22592" y="45177"/>
                </a:lnTo>
                <a:lnTo>
                  <a:pt x="22692" y="44169"/>
                </a:lnTo>
                <a:lnTo>
                  <a:pt x="14243" y="44169"/>
                </a:lnTo>
                <a:lnTo>
                  <a:pt x="11300" y="43554"/>
                </a:lnTo>
                <a:lnTo>
                  <a:pt x="9606" y="41702"/>
                </a:lnTo>
                <a:lnTo>
                  <a:pt x="9543" y="40496"/>
                </a:lnTo>
                <a:lnTo>
                  <a:pt x="9444" y="38526"/>
                </a:lnTo>
                <a:lnTo>
                  <a:pt x="9369" y="22017"/>
                </a:lnTo>
                <a:lnTo>
                  <a:pt x="9565" y="22017"/>
                </a:lnTo>
                <a:lnTo>
                  <a:pt x="6627" y="21781"/>
                </a:lnTo>
                <a:close/>
              </a:path>
              <a:path w="40005" h="76200">
                <a:moveTo>
                  <a:pt x="39574" y="45414"/>
                </a:moveTo>
                <a:lnTo>
                  <a:pt x="36257" y="45800"/>
                </a:lnTo>
                <a:lnTo>
                  <a:pt x="39575" y="45800"/>
                </a:lnTo>
                <a:lnTo>
                  <a:pt x="39574" y="45414"/>
                </a:lnTo>
                <a:close/>
              </a:path>
              <a:path w="40005" h="76200">
                <a:moveTo>
                  <a:pt x="21881" y="17904"/>
                </a:moveTo>
                <a:lnTo>
                  <a:pt x="12238" y="17904"/>
                </a:lnTo>
                <a:lnTo>
                  <a:pt x="14271" y="21442"/>
                </a:lnTo>
                <a:lnTo>
                  <a:pt x="12332" y="26619"/>
                </a:lnTo>
                <a:lnTo>
                  <a:pt x="18053" y="26950"/>
                </a:lnTo>
                <a:lnTo>
                  <a:pt x="18000" y="28164"/>
                </a:lnTo>
                <a:lnTo>
                  <a:pt x="17883" y="30843"/>
                </a:lnTo>
                <a:lnTo>
                  <a:pt x="17816" y="32892"/>
                </a:lnTo>
                <a:lnTo>
                  <a:pt x="17694" y="37943"/>
                </a:lnTo>
                <a:lnTo>
                  <a:pt x="17068" y="43192"/>
                </a:lnTo>
                <a:lnTo>
                  <a:pt x="13794" y="44169"/>
                </a:lnTo>
                <a:lnTo>
                  <a:pt x="22692" y="44169"/>
                </a:lnTo>
                <a:lnTo>
                  <a:pt x="23207" y="38976"/>
                </a:lnTo>
                <a:lnTo>
                  <a:pt x="23310" y="37943"/>
                </a:lnTo>
                <a:lnTo>
                  <a:pt x="23952" y="37376"/>
                </a:lnTo>
                <a:lnTo>
                  <a:pt x="24474" y="36974"/>
                </a:lnTo>
                <a:lnTo>
                  <a:pt x="25209" y="35973"/>
                </a:lnTo>
                <a:lnTo>
                  <a:pt x="35026" y="35973"/>
                </a:lnTo>
                <a:lnTo>
                  <a:pt x="31773" y="35035"/>
                </a:lnTo>
                <a:lnTo>
                  <a:pt x="31686" y="32892"/>
                </a:lnTo>
                <a:lnTo>
                  <a:pt x="31489" y="32167"/>
                </a:lnTo>
                <a:lnTo>
                  <a:pt x="27187" y="32167"/>
                </a:lnTo>
                <a:lnTo>
                  <a:pt x="27084" y="23396"/>
                </a:lnTo>
                <a:lnTo>
                  <a:pt x="27719" y="22017"/>
                </a:lnTo>
                <a:lnTo>
                  <a:pt x="27828" y="21781"/>
                </a:lnTo>
                <a:lnTo>
                  <a:pt x="27912" y="21599"/>
                </a:lnTo>
                <a:lnTo>
                  <a:pt x="31347" y="21599"/>
                </a:lnTo>
                <a:lnTo>
                  <a:pt x="31347" y="20023"/>
                </a:lnTo>
                <a:lnTo>
                  <a:pt x="23042" y="20023"/>
                </a:lnTo>
                <a:lnTo>
                  <a:pt x="21980" y="18085"/>
                </a:lnTo>
                <a:lnTo>
                  <a:pt x="21881" y="17904"/>
                </a:lnTo>
                <a:close/>
              </a:path>
              <a:path w="40005" h="76200">
                <a:moveTo>
                  <a:pt x="31347" y="31647"/>
                </a:moveTo>
                <a:lnTo>
                  <a:pt x="27187" y="32167"/>
                </a:lnTo>
                <a:lnTo>
                  <a:pt x="31489" y="32167"/>
                </a:lnTo>
                <a:lnTo>
                  <a:pt x="31347" y="31647"/>
                </a:lnTo>
                <a:close/>
              </a:path>
              <a:path w="40005" h="76200">
                <a:moveTo>
                  <a:pt x="31347" y="21599"/>
                </a:moveTo>
                <a:lnTo>
                  <a:pt x="27912" y="21599"/>
                </a:lnTo>
                <a:lnTo>
                  <a:pt x="31347" y="22017"/>
                </a:lnTo>
                <a:lnTo>
                  <a:pt x="31347" y="21599"/>
                </a:lnTo>
                <a:close/>
              </a:path>
              <a:path w="40005" h="76200">
                <a:moveTo>
                  <a:pt x="27667" y="17053"/>
                </a:moveTo>
                <a:lnTo>
                  <a:pt x="23042" y="20023"/>
                </a:lnTo>
                <a:lnTo>
                  <a:pt x="31347" y="20023"/>
                </a:lnTo>
                <a:lnTo>
                  <a:pt x="31347" y="17904"/>
                </a:lnTo>
                <a:lnTo>
                  <a:pt x="27667" y="17053"/>
                </a:lnTo>
                <a:close/>
              </a:path>
              <a:path w="40005" h="76200">
                <a:moveTo>
                  <a:pt x="18991" y="0"/>
                </a:moveTo>
                <a:lnTo>
                  <a:pt x="14885" y="0"/>
                </a:lnTo>
                <a:lnTo>
                  <a:pt x="14838" y="7754"/>
                </a:lnTo>
                <a:lnTo>
                  <a:pt x="9377" y="8274"/>
                </a:lnTo>
                <a:lnTo>
                  <a:pt x="9447" y="17904"/>
                </a:lnTo>
                <a:lnTo>
                  <a:pt x="10504" y="18085"/>
                </a:lnTo>
                <a:lnTo>
                  <a:pt x="12238" y="17904"/>
                </a:lnTo>
                <a:lnTo>
                  <a:pt x="21881" y="17904"/>
                </a:lnTo>
                <a:lnTo>
                  <a:pt x="20370" y="15145"/>
                </a:lnTo>
                <a:lnTo>
                  <a:pt x="18991" y="0"/>
                </a:lnTo>
                <a:close/>
              </a:path>
            </a:pathLst>
          </a:custGeom>
          <a:solidFill>
            <a:srgbClr val="B6AD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9" name="bg object 1119"/>
          <p:cNvSpPr/>
          <p:nvPr/>
        </p:nvSpPr>
        <p:spPr>
          <a:xfrm>
            <a:off x="2233288" y="3893023"/>
            <a:ext cx="4445" cy="19050"/>
          </a:xfrm>
          <a:custGeom>
            <a:avLst/>
            <a:gdLst/>
            <a:ahLst/>
            <a:cxnLst/>
            <a:rect l="l" t="t" r="r" b="b"/>
            <a:pathLst>
              <a:path w="4444" h="19050">
                <a:moveTo>
                  <a:pt x="1725" y="0"/>
                </a:moveTo>
                <a:lnTo>
                  <a:pt x="0" y="3900"/>
                </a:lnTo>
                <a:lnTo>
                  <a:pt x="1386" y="19046"/>
                </a:lnTo>
                <a:lnTo>
                  <a:pt x="4113" y="17651"/>
                </a:lnTo>
                <a:lnTo>
                  <a:pt x="4129" y="6422"/>
                </a:lnTo>
                <a:lnTo>
                  <a:pt x="4420" y="4743"/>
                </a:lnTo>
                <a:lnTo>
                  <a:pt x="3687" y="2056"/>
                </a:lnTo>
                <a:lnTo>
                  <a:pt x="2521" y="1079"/>
                </a:lnTo>
                <a:lnTo>
                  <a:pt x="1725" y="0"/>
                </a:lnTo>
                <a:close/>
              </a:path>
            </a:pathLst>
          </a:custGeom>
          <a:solidFill>
            <a:srgbClr val="C4BA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0" name="bg object 1120"/>
          <p:cNvSpPr/>
          <p:nvPr/>
        </p:nvSpPr>
        <p:spPr>
          <a:xfrm>
            <a:off x="2237401" y="3901042"/>
            <a:ext cx="9525" cy="11430"/>
          </a:xfrm>
          <a:custGeom>
            <a:avLst/>
            <a:gdLst/>
            <a:ahLst/>
            <a:cxnLst/>
            <a:rect l="l" t="t" r="r" b="b"/>
            <a:pathLst>
              <a:path w="9525" h="11429">
                <a:moveTo>
                  <a:pt x="4129" y="7"/>
                </a:moveTo>
                <a:lnTo>
                  <a:pt x="23" y="0"/>
                </a:lnTo>
                <a:lnTo>
                  <a:pt x="0" y="9629"/>
                </a:lnTo>
                <a:lnTo>
                  <a:pt x="3751" y="10937"/>
                </a:lnTo>
                <a:lnTo>
                  <a:pt x="3829" y="6840"/>
                </a:lnTo>
                <a:lnTo>
                  <a:pt x="7265" y="4617"/>
                </a:lnTo>
                <a:lnTo>
                  <a:pt x="8219" y="2947"/>
                </a:lnTo>
                <a:lnTo>
                  <a:pt x="9385" y="1615"/>
                </a:lnTo>
                <a:lnTo>
                  <a:pt x="4129" y="7"/>
                </a:lnTo>
                <a:close/>
              </a:path>
            </a:pathLst>
          </a:custGeom>
          <a:solidFill>
            <a:srgbClr val="BBB2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1" name="bg object 1121"/>
          <p:cNvSpPr/>
          <p:nvPr/>
        </p:nvSpPr>
        <p:spPr>
          <a:xfrm>
            <a:off x="2241385" y="3910240"/>
            <a:ext cx="10160" cy="19050"/>
          </a:xfrm>
          <a:custGeom>
            <a:avLst/>
            <a:gdLst/>
            <a:ahLst/>
            <a:cxnLst/>
            <a:rect l="l" t="t" r="r" b="b"/>
            <a:pathLst>
              <a:path w="10160" h="19050">
                <a:moveTo>
                  <a:pt x="4254" y="8712"/>
                </a:moveTo>
                <a:lnTo>
                  <a:pt x="825" y="8280"/>
                </a:lnTo>
                <a:lnTo>
                  <a:pt x="0" y="10083"/>
                </a:lnTo>
                <a:lnTo>
                  <a:pt x="165" y="16154"/>
                </a:lnTo>
                <a:lnTo>
                  <a:pt x="101" y="18859"/>
                </a:lnTo>
                <a:lnTo>
                  <a:pt x="4254" y="18338"/>
                </a:lnTo>
                <a:lnTo>
                  <a:pt x="4254" y="8712"/>
                </a:lnTo>
                <a:close/>
              </a:path>
              <a:path w="10160" h="19050">
                <a:moveTo>
                  <a:pt x="9740" y="457"/>
                </a:moveTo>
                <a:lnTo>
                  <a:pt x="6819" y="355"/>
                </a:lnTo>
                <a:lnTo>
                  <a:pt x="3695" y="0"/>
                </a:lnTo>
                <a:lnTo>
                  <a:pt x="4254" y="4584"/>
                </a:lnTo>
                <a:lnTo>
                  <a:pt x="4254" y="8699"/>
                </a:lnTo>
                <a:lnTo>
                  <a:pt x="9740" y="8699"/>
                </a:lnTo>
                <a:lnTo>
                  <a:pt x="9740" y="457"/>
                </a:lnTo>
                <a:close/>
              </a:path>
            </a:pathLst>
          </a:custGeom>
          <a:solidFill>
            <a:srgbClr val="B9B1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2" name="bg object 1122"/>
          <p:cNvSpPr/>
          <p:nvPr/>
        </p:nvSpPr>
        <p:spPr>
          <a:xfrm>
            <a:off x="2253899" y="3950617"/>
            <a:ext cx="5715" cy="10160"/>
          </a:xfrm>
          <a:custGeom>
            <a:avLst/>
            <a:gdLst/>
            <a:ahLst/>
            <a:cxnLst/>
            <a:rect l="l" t="t" r="r" b="b"/>
            <a:pathLst>
              <a:path w="5714" h="10160">
                <a:moveTo>
                  <a:pt x="5453" y="0"/>
                </a:moveTo>
                <a:lnTo>
                  <a:pt x="55" y="23"/>
                </a:lnTo>
                <a:lnTo>
                  <a:pt x="0" y="9606"/>
                </a:lnTo>
                <a:lnTo>
                  <a:pt x="4089" y="9598"/>
                </a:lnTo>
                <a:lnTo>
                  <a:pt x="5468" y="4097"/>
                </a:lnTo>
                <a:lnTo>
                  <a:pt x="5453" y="0"/>
                </a:lnTo>
                <a:close/>
              </a:path>
            </a:pathLst>
          </a:custGeom>
          <a:solidFill>
            <a:srgbClr val="928A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3" name="bg object 1123"/>
          <p:cNvSpPr/>
          <p:nvPr/>
        </p:nvSpPr>
        <p:spPr>
          <a:xfrm>
            <a:off x="2253899" y="3946021"/>
            <a:ext cx="6350" cy="5080"/>
          </a:xfrm>
          <a:custGeom>
            <a:avLst/>
            <a:gdLst/>
            <a:ahLst/>
            <a:cxnLst/>
            <a:rect l="l" t="t" r="r" b="b"/>
            <a:pathLst>
              <a:path w="6350" h="5079">
                <a:moveTo>
                  <a:pt x="6059" y="0"/>
                </a:moveTo>
                <a:lnTo>
                  <a:pt x="2947" y="330"/>
                </a:lnTo>
                <a:lnTo>
                  <a:pt x="0" y="457"/>
                </a:lnTo>
                <a:lnTo>
                  <a:pt x="55" y="4617"/>
                </a:lnTo>
                <a:lnTo>
                  <a:pt x="5453" y="4594"/>
                </a:lnTo>
                <a:lnTo>
                  <a:pt x="6059" y="0"/>
                </a:lnTo>
                <a:close/>
              </a:path>
            </a:pathLst>
          </a:custGeom>
          <a:solidFill>
            <a:srgbClr val="9F98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4" name="bg object 1124"/>
          <p:cNvSpPr/>
          <p:nvPr/>
        </p:nvSpPr>
        <p:spPr>
          <a:xfrm>
            <a:off x="2149570" y="3583170"/>
            <a:ext cx="19050" cy="33020"/>
          </a:xfrm>
          <a:custGeom>
            <a:avLst/>
            <a:gdLst/>
            <a:ahLst/>
            <a:cxnLst/>
            <a:rect l="l" t="t" r="r" b="b"/>
            <a:pathLst>
              <a:path w="19050" h="33020">
                <a:moveTo>
                  <a:pt x="13727" y="0"/>
                </a:moveTo>
                <a:lnTo>
                  <a:pt x="9613" y="0"/>
                </a:lnTo>
                <a:lnTo>
                  <a:pt x="9606" y="6107"/>
                </a:lnTo>
                <a:lnTo>
                  <a:pt x="9684" y="12222"/>
                </a:lnTo>
                <a:lnTo>
                  <a:pt x="9503" y="19472"/>
                </a:lnTo>
                <a:lnTo>
                  <a:pt x="8597" y="20583"/>
                </a:lnTo>
                <a:lnTo>
                  <a:pt x="8100" y="21710"/>
                </a:lnTo>
                <a:lnTo>
                  <a:pt x="7186" y="20985"/>
                </a:lnTo>
                <a:lnTo>
                  <a:pt x="6367" y="20039"/>
                </a:lnTo>
                <a:lnTo>
                  <a:pt x="3632" y="18857"/>
                </a:lnTo>
                <a:lnTo>
                  <a:pt x="1788" y="18447"/>
                </a:lnTo>
                <a:lnTo>
                  <a:pt x="7" y="17896"/>
                </a:lnTo>
                <a:lnTo>
                  <a:pt x="0" y="26139"/>
                </a:lnTo>
                <a:lnTo>
                  <a:pt x="4570" y="25571"/>
                </a:lnTo>
                <a:lnTo>
                  <a:pt x="4215" y="28715"/>
                </a:lnTo>
                <a:lnTo>
                  <a:pt x="4121" y="31655"/>
                </a:lnTo>
                <a:lnTo>
                  <a:pt x="6359" y="31387"/>
                </a:lnTo>
                <a:lnTo>
                  <a:pt x="9180" y="32600"/>
                </a:lnTo>
                <a:lnTo>
                  <a:pt x="9968" y="27691"/>
                </a:lnTo>
                <a:lnTo>
                  <a:pt x="12655" y="26091"/>
                </a:lnTo>
                <a:lnTo>
                  <a:pt x="18881" y="28558"/>
                </a:lnTo>
                <a:lnTo>
                  <a:pt x="17675" y="24704"/>
                </a:lnTo>
                <a:lnTo>
                  <a:pt x="17856" y="22025"/>
                </a:lnTo>
                <a:lnTo>
                  <a:pt x="14531" y="22395"/>
                </a:lnTo>
                <a:lnTo>
                  <a:pt x="13577" y="20780"/>
                </a:lnTo>
                <a:lnTo>
                  <a:pt x="13861" y="11757"/>
                </a:lnTo>
                <a:lnTo>
                  <a:pt x="13727" y="5870"/>
                </a:lnTo>
                <a:lnTo>
                  <a:pt x="13727" y="0"/>
                </a:lnTo>
                <a:close/>
              </a:path>
            </a:pathLst>
          </a:custGeom>
          <a:solidFill>
            <a:srgbClr val="C9BC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5" name="bg object 1125"/>
          <p:cNvSpPr/>
          <p:nvPr/>
        </p:nvSpPr>
        <p:spPr>
          <a:xfrm>
            <a:off x="2135765" y="3587093"/>
            <a:ext cx="13970" cy="19685"/>
          </a:xfrm>
          <a:custGeom>
            <a:avLst/>
            <a:gdLst/>
            <a:ahLst/>
            <a:cxnLst/>
            <a:rect l="l" t="t" r="r" b="b"/>
            <a:pathLst>
              <a:path w="13969" h="19685">
                <a:moveTo>
                  <a:pt x="1619" y="17965"/>
                </a:moveTo>
                <a:lnTo>
                  <a:pt x="0" y="17965"/>
                </a:lnTo>
                <a:lnTo>
                  <a:pt x="1646" y="19448"/>
                </a:lnTo>
                <a:lnTo>
                  <a:pt x="1619" y="17965"/>
                </a:lnTo>
                <a:close/>
              </a:path>
              <a:path w="13969" h="19685">
                <a:moveTo>
                  <a:pt x="4144" y="0"/>
                </a:moveTo>
                <a:lnTo>
                  <a:pt x="1480" y="189"/>
                </a:lnTo>
                <a:lnTo>
                  <a:pt x="1505" y="11584"/>
                </a:lnTo>
                <a:lnTo>
                  <a:pt x="1619" y="17965"/>
                </a:lnTo>
                <a:lnTo>
                  <a:pt x="11688" y="18101"/>
                </a:lnTo>
                <a:lnTo>
                  <a:pt x="13797" y="18101"/>
                </a:lnTo>
                <a:lnTo>
                  <a:pt x="13813" y="13735"/>
                </a:lnTo>
                <a:lnTo>
                  <a:pt x="7438" y="13735"/>
                </a:lnTo>
                <a:lnTo>
                  <a:pt x="6815" y="12710"/>
                </a:lnTo>
                <a:lnTo>
                  <a:pt x="5814" y="11733"/>
                </a:lnTo>
                <a:lnTo>
                  <a:pt x="5391" y="8447"/>
                </a:lnTo>
                <a:lnTo>
                  <a:pt x="5444" y="6146"/>
                </a:lnTo>
                <a:lnTo>
                  <a:pt x="5822" y="772"/>
                </a:lnTo>
                <a:lnTo>
                  <a:pt x="4144" y="0"/>
                </a:lnTo>
                <a:close/>
              </a:path>
              <a:path w="13969" h="19685">
                <a:moveTo>
                  <a:pt x="13813" y="4342"/>
                </a:moveTo>
                <a:lnTo>
                  <a:pt x="9699" y="4342"/>
                </a:lnTo>
                <a:lnTo>
                  <a:pt x="9691" y="6343"/>
                </a:lnTo>
                <a:lnTo>
                  <a:pt x="9946" y="8447"/>
                </a:lnTo>
                <a:lnTo>
                  <a:pt x="9360" y="11584"/>
                </a:lnTo>
                <a:lnTo>
                  <a:pt x="8128" y="12710"/>
                </a:lnTo>
                <a:lnTo>
                  <a:pt x="7438" y="13735"/>
                </a:lnTo>
                <a:lnTo>
                  <a:pt x="13813" y="13735"/>
                </a:lnTo>
                <a:lnTo>
                  <a:pt x="13813" y="4342"/>
                </a:lnTo>
                <a:close/>
              </a:path>
            </a:pathLst>
          </a:custGeom>
          <a:solidFill>
            <a:srgbClr val="BBAF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6" name="bg object 1126"/>
          <p:cNvSpPr/>
          <p:nvPr/>
        </p:nvSpPr>
        <p:spPr>
          <a:xfrm>
            <a:off x="2150563" y="3561129"/>
            <a:ext cx="18415" cy="22860"/>
          </a:xfrm>
          <a:custGeom>
            <a:avLst/>
            <a:gdLst/>
            <a:ahLst/>
            <a:cxnLst/>
            <a:rect l="l" t="t" r="r" b="b"/>
            <a:pathLst>
              <a:path w="18414" h="22860">
                <a:moveTo>
                  <a:pt x="8621" y="0"/>
                </a:moveTo>
                <a:lnTo>
                  <a:pt x="8613" y="1591"/>
                </a:lnTo>
                <a:lnTo>
                  <a:pt x="8510" y="3152"/>
                </a:lnTo>
                <a:lnTo>
                  <a:pt x="8881" y="7840"/>
                </a:lnTo>
                <a:lnTo>
                  <a:pt x="7076" y="8471"/>
                </a:lnTo>
                <a:lnTo>
                  <a:pt x="4507" y="8282"/>
                </a:lnTo>
                <a:lnTo>
                  <a:pt x="1379" y="7880"/>
                </a:lnTo>
                <a:lnTo>
                  <a:pt x="0" y="9251"/>
                </a:lnTo>
                <a:lnTo>
                  <a:pt x="370" y="12395"/>
                </a:lnTo>
                <a:lnTo>
                  <a:pt x="378" y="14405"/>
                </a:lnTo>
                <a:lnTo>
                  <a:pt x="504" y="16414"/>
                </a:lnTo>
                <a:lnTo>
                  <a:pt x="133" y="21560"/>
                </a:lnTo>
                <a:lnTo>
                  <a:pt x="1883" y="22238"/>
                </a:lnTo>
                <a:lnTo>
                  <a:pt x="4491" y="22041"/>
                </a:lnTo>
                <a:lnTo>
                  <a:pt x="12734" y="22041"/>
                </a:lnTo>
                <a:lnTo>
                  <a:pt x="18219" y="22033"/>
                </a:lnTo>
                <a:lnTo>
                  <a:pt x="18187" y="8242"/>
                </a:lnTo>
                <a:lnTo>
                  <a:pt x="15587" y="8487"/>
                </a:lnTo>
                <a:lnTo>
                  <a:pt x="13861" y="7777"/>
                </a:lnTo>
                <a:lnTo>
                  <a:pt x="14208" y="3136"/>
                </a:lnTo>
                <a:lnTo>
                  <a:pt x="14105" y="1583"/>
                </a:lnTo>
                <a:lnTo>
                  <a:pt x="14105" y="39"/>
                </a:lnTo>
                <a:lnTo>
                  <a:pt x="8621" y="0"/>
                </a:lnTo>
                <a:close/>
              </a:path>
            </a:pathLst>
          </a:custGeom>
          <a:solidFill>
            <a:srgbClr val="B9AE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7" name="bg object 1127"/>
          <p:cNvSpPr/>
          <p:nvPr/>
        </p:nvSpPr>
        <p:spPr>
          <a:xfrm>
            <a:off x="2149577" y="3583167"/>
            <a:ext cx="10160" cy="22225"/>
          </a:xfrm>
          <a:custGeom>
            <a:avLst/>
            <a:gdLst/>
            <a:ahLst/>
            <a:cxnLst/>
            <a:rect l="l" t="t" r="r" b="b"/>
            <a:pathLst>
              <a:path w="10160" h="22225">
                <a:moveTo>
                  <a:pt x="9606" y="0"/>
                </a:moveTo>
                <a:lnTo>
                  <a:pt x="5476" y="0"/>
                </a:lnTo>
                <a:lnTo>
                  <a:pt x="5468" y="7762"/>
                </a:lnTo>
                <a:lnTo>
                  <a:pt x="0" y="8266"/>
                </a:lnTo>
                <a:lnTo>
                  <a:pt x="0" y="17896"/>
                </a:lnTo>
                <a:lnTo>
                  <a:pt x="1780" y="18447"/>
                </a:lnTo>
                <a:lnTo>
                  <a:pt x="3624" y="18857"/>
                </a:lnTo>
                <a:lnTo>
                  <a:pt x="6359" y="20039"/>
                </a:lnTo>
                <a:lnTo>
                  <a:pt x="7178" y="20993"/>
                </a:lnTo>
                <a:lnTo>
                  <a:pt x="8093" y="21710"/>
                </a:lnTo>
                <a:lnTo>
                  <a:pt x="8589" y="20591"/>
                </a:lnTo>
                <a:lnTo>
                  <a:pt x="9495" y="19472"/>
                </a:lnTo>
                <a:lnTo>
                  <a:pt x="9677" y="12222"/>
                </a:lnTo>
                <a:lnTo>
                  <a:pt x="9598" y="6115"/>
                </a:lnTo>
                <a:lnTo>
                  <a:pt x="9606" y="0"/>
                </a:lnTo>
                <a:close/>
              </a:path>
            </a:pathLst>
          </a:custGeom>
          <a:solidFill>
            <a:srgbClr val="C0B6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8" name="bg object 1128"/>
          <p:cNvSpPr/>
          <p:nvPr/>
        </p:nvSpPr>
        <p:spPr>
          <a:xfrm>
            <a:off x="2150957" y="3543251"/>
            <a:ext cx="10160" cy="8890"/>
          </a:xfrm>
          <a:custGeom>
            <a:avLst/>
            <a:gdLst/>
            <a:ahLst/>
            <a:cxnLst/>
            <a:rect l="l" t="t" r="r" b="b"/>
            <a:pathLst>
              <a:path w="10160" h="8889">
                <a:moveTo>
                  <a:pt x="9582" y="0"/>
                </a:moveTo>
                <a:lnTo>
                  <a:pt x="0" y="0"/>
                </a:lnTo>
                <a:lnTo>
                  <a:pt x="0" y="8274"/>
                </a:lnTo>
                <a:lnTo>
                  <a:pt x="9582" y="8274"/>
                </a:lnTo>
                <a:lnTo>
                  <a:pt x="9582" y="0"/>
                </a:lnTo>
                <a:close/>
              </a:path>
            </a:pathLst>
          </a:custGeom>
          <a:solidFill>
            <a:srgbClr val="9F94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9" name="bg object 1129"/>
          <p:cNvSpPr/>
          <p:nvPr/>
        </p:nvSpPr>
        <p:spPr>
          <a:xfrm>
            <a:off x="2150958" y="3551526"/>
            <a:ext cx="10160" cy="10160"/>
          </a:xfrm>
          <a:custGeom>
            <a:avLst/>
            <a:gdLst/>
            <a:ahLst/>
            <a:cxnLst/>
            <a:rect l="l" t="t" r="r" b="b"/>
            <a:pathLst>
              <a:path w="10160" h="10160">
                <a:moveTo>
                  <a:pt x="9582" y="0"/>
                </a:moveTo>
                <a:lnTo>
                  <a:pt x="0" y="0"/>
                </a:lnTo>
                <a:lnTo>
                  <a:pt x="0" y="4113"/>
                </a:lnTo>
                <a:lnTo>
                  <a:pt x="4570" y="3546"/>
                </a:lnTo>
                <a:lnTo>
                  <a:pt x="4192" y="6698"/>
                </a:lnTo>
                <a:lnTo>
                  <a:pt x="4105" y="9621"/>
                </a:lnTo>
                <a:lnTo>
                  <a:pt x="8219" y="9645"/>
                </a:lnTo>
                <a:lnTo>
                  <a:pt x="8250" y="5468"/>
                </a:lnTo>
                <a:lnTo>
                  <a:pt x="9582" y="0"/>
                </a:lnTo>
                <a:close/>
              </a:path>
            </a:pathLst>
          </a:custGeom>
          <a:solidFill>
            <a:srgbClr val="AA9E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0" name="bg object 1130"/>
          <p:cNvSpPr/>
          <p:nvPr/>
        </p:nvSpPr>
        <p:spPr>
          <a:xfrm>
            <a:off x="2155067" y="3561152"/>
            <a:ext cx="4445" cy="8890"/>
          </a:xfrm>
          <a:custGeom>
            <a:avLst/>
            <a:gdLst/>
            <a:ahLst/>
            <a:cxnLst/>
            <a:rect l="l" t="t" r="r" b="b"/>
            <a:pathLst>
              <a:path w="4444" h="8889">
                <a:moveTo>
                  <a:pt x="0" y="0"/>
                </a:moveTo>
                <a:lnTo>
                  <a:pt x="0" y="8258"/>
                </a:lnTo>
                <a:lnTo>
                  <a:pt x="2576" y="8447"/>
                </a:lnTo>
                <a:lnTo>
                  <a:pt x="4381" y="7817"/>
                </a:lnTo>
                <a:lnTo>
                  <a:pt x="4011" y="3128"/>
                </a:lnTo>
                <a:lnTo>
                  <a:pt x="4105" y="1568"/>
                </a:lnTo>
                <a:lnTo>
                  <a:pt x="4113" y="15"/>
                </a:lnTo>
                <a:lnTo>
                  <a:pt x="0" y="0"/>
                </a:lnTo>
                <a:close/>
              </a:path>
            </a:pathLst>
          </a:custGeom>
          <a:solidFill>
            <a:srgbClr val="BAB1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1" name="bg object 1131"/>
          <p:cNvSpPr/>
          <p:nvPr/>
        </p:nvSpPr>
        <p:spPr>
          <a:xfrm>
            <a:off x="2219573" y="4305869"/>
            <a:ext cx="23495" cy="23495"/>
          </a:xfrm>
          <a:custGeom>
            <a:avLst/>
            <a:gdLst/>
            <a:ahLst/>
            <a:cxnLst/>
            <a:rect l="l" t="t" r="r" b="b"/>
            <a:pathLst>
              <a:path w="23494" h="23495">
                <a:moveTo>
                  <a:pt x="11686" y="0"/>
                </a:moveTo>
                <a:lnTo>
                  <a:pt x="10126" y="291"/>
                </a:lnTo>
                <a:lnTo>
                  <a:pt x="9464" y="4554"/>
                </a:lnTo>
                <a:lnTo>
                  <a:pt x="9795" y="6438"/>
                </a:lnTo>
                <a:lnTo>
                  <a:pt x="9086" y="11324"/>
                </a:lnTo>
                <a:lnTo>
                  <a:pt x="7588" y="11623"/>
                </a:lnTo>
                <a:lnTo>
                  <a:pt x="5484" y="9401"/>
                </a:lnTo>
                <a:lnTo>
                  <a:pt x="898" y="8825"/>
                </a:lnTo>
                <a:lnTo>
                  <a:pt x="1292" y="11993"/>
                </a:lnTo>
                <a:lnTo>
                  <a:pt x="1363" y="14909"/>
                </a:lnTo>
                <a:lnTo>
                  <a:pt x="0" y="23152"/>
                </a:lnTo>
                <a:lnTo>
                  <a:pt x="5484" y="23152"/>
                </a:lnTo>
                <a:lnTo>
                  <a:pt x="5484" y="21592"/>
                </a:lnTo>
                <a:lnTo>
                  <a:pt x="5595" y="20031"/>
                </a:lnTo>
                <a:lnTo>
                  <a:pt x="5232" y="15319"/>
                </a:lnTo>
                <a:lnTo>
                  <a:pt x="7045" y="14704"/>
                </a:lnTo>
                <a:lnTo>
                  <a:pt x="9621" y="14917"/>
                </a:lnTo>
                <a:lnTo>
                  <a:pt x="12222" y="14688"/>
                </a:lnTo>
                <a:lnTo>
                  <a:pt x="13979" y="15366"/>
                </a:lnTo>
                <a:lnTo>
                  <a:pt x="13617" y="20039"/>
                </a:lnTo>
                <a:lnTo>
                  <a:pt x="13719" y="21592"/>
                </a:lnTo>
                <a:lnTo>
                  <a:pt x="13727" y="23152"/>
                </a:lnTo>
                <a:lnTo>
                  <a:pt x="17833" y="23168"/>
                </a:lnTo>
                <a:lnTo>
                  <a:pt x="17841" y="14901"/>
                </a:lnTo>
                <a:lnTo>
                  <a:pt x="18849" y="12427"/>
                </a:lnTo>
                <a:lnTo>
                  <a:pt x="20000" y="10141"/>
                </a:lnTo>
                <a:lnTo>
                  <a:pt x="23333" y="10772"/>
                </a:lnTo>
                <a:lnTo>
                  <a:pt x="23325" y="6658"/>
                </a:lnTo>
                <a:lnTo>
                  <a:pt x="21150" y="6186"/>
                </a:lnTo>
                <a:lnTo>
                  <a:pt x="18991" y="5398"/>
                </a:lnTo>
                <a:lnTo>
                  <a:pt x="13782" y="5201"/>
                </a:lnTo>
                <a:lnTo>
                  <a:pt x="13688" y="3333"/>
                </a:lnTo>
                <a:lnTo>
                  <a:pt x="13688" y="1174"/>
                </a:lnTo>
                <a:lnTo>
                  <a:pt x="11686" y="0"/>
                </a:lnTo>
                <a:close/>
              </a:path>
            </a:pathLst>
          </a:custGeom>
          <a:solidFill>
            <a:srgbClr val="796A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2" name="bg object 1132"/>
          <p:cNvSpPr/>
          <p:nvPr/>
        </p:nvSpPr>
        <p:spPr>
          <a:xfrm>
            <a:off x="2242890" y="4294617"/>
            <a:ext cx="13970" cy="22225"/>
          </a:xfrm>
          <a:custGeom>
            <a:avLst/>
            <a:gdLst/>
            <a:ahLst/>
            <a:cxnLst/>
            <a:rect l="l" t="t" r="r" b="b"/>
            <a:pathLst>
              <a:path w="13969" h="22225">
                <a:moveTo>
                  <a:pt x="13735" y="0"/>
                </a:moveTo>
                <a:lnTo>
                  <a:pt x="4137" y="0"/>
                </a:lnTo>
                <a:lnTo>
                  <a:pt x="0" y="8282"/>
                </a:lnTo>
                <a:lnTo>
                  <a:pt x="15" y="12395"/>
                </a:lnTo>
                <a:lnTo>
                  <a:pt x="1363" y="13191"/>
                </a:lnTo>
                <a:lnTo>
                  <a:pt x="3617" y="13774"/>
                </a:lnTo>
                <a:lnTo>
                  <a:pt x="4641" y="17864"/>
                </a:lnTo>
                <a:lnTo>
                  <a:pt x="7" y="17911"/>
                </a:lnTo>
                <a:lnTo>
                  <a:pt x="15" y="22025"/>
                </a:lnTo>
                <a:lnTo>
                  <a:pt x="8234" y="22033"/>
                </a:lnTo>
                <a:lnTo>
                  <a:pt x="8305" y="4539"/>
                </a:lnTo>
                <a:lnTo>
                  <a:pt x="10764" y="4003"/>
                </a:lnTo>
                <a:lnTo>
                  <a:pt x="13719" y="4113"/>
                </a:lnTo>
                <a:lnTo>
                  <a:pt x="13735" y="0"/>
                </a:lnTo>
                <a:close/>
              </a:path>
            </a:pathLst>
          </a:custGeom>
          <a:solidFill>
            <a:srgbClr val="7A7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3" name="bg object 1133"/>
          <p:cNvSpPr/>
          <p:nvPr/>
        </p:nvSpPr>
        <p:spPr>
          <a:xfrm>
            <a:off x="2214581" y="4328627"/>
            <a:ext cx="14604" cy="14604"/>
          </a:xfrm>
          <a:custGeom>
            <a:avLst/>
            <a:gdLst/>
            <a:ahLst/>
            <a:cxnLst/>
            <a:rect l="l" t="t" r="r" b="b"/>
            <a:pathLst>
              <a:path w="14605" h="14604">
                <a:moveTo>
                  <a:pt x="1851" y="0"/>
                </a:moveTo>
                <a:lnTo>
                  <a:pt x="496" y="1394"/>
                </a:lnTo>
                <a:lnTo>
                  <a:pt x="1103" y="6714"/>
                </a:lnTo>
                <a:lnTo>
                  <a:pt x="0" y="9369"/>
                </a:lnTo>
                <a:lnTo>
                  <a:pt x="4279" y="10591"/>
                </a:lnTo>
                <a:lnTo>
                  <a:pt x="4507" y="12837"/>
                </a:lnTo>
                <a:lnTo>
                  <a:pt x="4996" y="14145"/>
                </a:lnTo>
                <a:lnTo>
                  <a:pt x="14594" y="14160"/>
                </a:lnTo>
                <a:lnTo>
                  <a:pt x="14602" y="10023"/>
                </a:lnTo>
                <a:lnTo>
                  <a:pt x="12009" y="10236"/>
                </a:lnTo>
                <a:lnTo>
                  <a:pt x="10228" y="9598"/>
                </a:lnTo>
                <a:lnTo>
                  <a:pt x="10599" y="4436"/>
                </a:lnTo>
                <a:lnTo>
                  <a:pt x="10496" y="2419"/>
                </a:lnTo>
                <a:lnTo>
                  <a:pt x="10496" y="409"/>
                </a:lnTo>
                <a:lnTo>
                  <a:pt x="4988" y="394"/>
                </a:lnTo>
                <a:lnTo>
                  <a:pt x="1851" y="0"/>
                </a:lnTo>
                <a:close/>
              </a:path>
            </a:pathLst>
          </a:custGeom>
          <a:solidFill>
            <a:srgbClr val="6F67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4" name="bg object 1134"/>
          <p:cNvSpPr/>
          <p:nvPr/>
        </p:nvSpPr>
        <p:spPr>
          <a:xfrm>
            <a:off x="2229177" y="4329012"/>
            <a:ext cx="4445" cy="10160"/>
          </a:xfrm>
          <a:custGeom>
            <a:avLst/>
            <a:gdLst/>
            <a:ahLst/>
            <a:cxnLst/>
            <a:rect l="l" t="t" r="r" b="b"/>
            <a:pathLst>
              <a:path w="4444" h="10160">
                <a:moveTo>
                  <a:pt x="4121" y="7"/>
                </a:moveTo>
                <a:lnTo>
                  <a:pt x="0" y="7"/>
                </a:lnTo>
                <a:lnTo>
                  <a:pt x="0" y="9653"/>
                </a:lnTo>
                <a:lnTo>
                  <a:pt x="2584" y="9826"/>
                </a:lnTo>
                <a:lnTo>
                  <a:pt x="4373" y="9196"/>
                </a:lnTo>
                <a:lnTo>
                  <a:pt x="3995" y="4026"/>
                </a:lnTo>
                <a:lnTo>
                  <a:pt x="4129" y="2009"/>
                </a:lnTo>
                <a:lnTo>
                  <a:pt x="4137" y="0"/>
                </a:lnTo>
                <a:close/>
              </a:path>
            </a:pathLst>
          </a:custGeom>
          <a:solidFill>
            <a:srgbClr val="5148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5" name="bg object 1135"/>
          <p:cNvSpPr/>
          <p:nvPr/>
        </p:nvSpPr>
        <p:spPr>
          <a:xfrm>
            <a:off x="2256610" y="4307027"/>
            <a:ext cx="4445" cy="10160"/>
          </a:xfrm>
          <a:custGeom>
            <a:avLst/>
            <a:gdLst/>
            <a:ahLst/>
            <a:cxnLst/>
            <a:rect l="l" t="t" r="r" b="b"/>
            <a:pathLst>
              <a:path w="4444" h="10160">
                <a:moveTo>
                  <a:pt x="47" y="0"/>
                </a:moveTo>
                <a:lnTo>
                  <a:pt x="0" y="5468"/>
                </a:lnTo>
                <a:lnTo>
                  <a:pt x="15" y="9606"/>
                </a:lnTo>
                <a:lnTo>
                  <a:pt x="4137" y="9613"/>
                </a:lnTo>
                <a:lnTo>
                  <a:pt x="4152" y="1371"/>
                </a:lnTo>
                <a:close/>
              </a:path>
            </a:pathLst>
          </a:custGeom>
          <a:solidFill>
            <a:srgbClr val="80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6" name="bg object 1136"/>
          <p:cNvSpPr/>
          <p:nvPr/>
        </p:nvSpPr>
        <p:spPr>
          <a:xfrm>
            <a:off x="2251141" y="4312486"/>
            <a:ext cx="5715" cy="4445"/>
          </a:xfrm>
          <a:custGeom>
            <a:avLst/>
            <a:gdLst/>
            <a:ahLst/>
            <a:cxnLst/>
            <a:rect l="l" t="t" r="r" b="b"/>
            <a:pathLst>
              <a:path w="5714" h="4445">
                <a:moveTo>
                  <a:pt x="47" y="0"/>
                </a:moveTo>
                <a:lnTo>
                  <a:pt x="0" y="4152"/>
                </a:lnTo>
                <a:lnTo>
                  <a:pt x="2742" y="4160"/>
                </a:lnTo>
                <a:lnTo>
                  <a:pt x="5484" y="4152"/>
                </a:lnTo>
                <a:lnTo>
                  <a:pt x="5468" y="7"/>
                </a:lnTo>
                <a:lnTo>
                  <a:pt x="47" y="0"/>
                </a:lnTo>
                <a:close/>
              </a:path>
            </a:pathLst>
          </a:custGeom>
          <a:solidFill>
            <a:srgbClr val="8A88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7" name="bg object 1137"/>
          <p:cNvSpPr/>
          <p:nvPr/>
        </p:nvSpPr>
        <p:spPr>
          <a:xfrm>
            <a:off x="2079598" y="4278102"/>
            <a:ext cx="17145" cy="26670"/>
          </a:xfrm>
          <a:custGeom>
            <a:avLst/>
            <a:gdLst/>
            <a:ahLst/>
            <a:cxnLst/>
            <a:rect l="l" t="t" r="r" b="b"/>
            <a:pathLst>
              <a:path w="17144" h="26670">
                <a:moveTo>
                  <a:pt x="8203" y="0"/>
                </a:moveTo>
                <a:lnTo>
                  <a:pt x="4160" y="47"/>
                </a:lnTo>
                <a:lnTo>
                  <a:pt x="4066" y="4105"/>
                </a:lnTo>
                <a:lnTo>
                  <a:pt x="4089" y="8242"/>
                </a:lnTo>
                <a:lnTo>
                  <a:pt x="0" y="15114"/>
                </a:lnTo>
                <a:lnTo>
                  <a:pt x="3270" y="16446"/>
                </a:lnTo>
                <a:lnTo>
                  <a:pt x="2695" y="19338"/>
                </a:lnTo>
                <a:lnTo>
                  <a:pt x="2758" y="21970"/>
                </a:lnTo>
                <a:lnTo>
                  <a:pt x="5650" y="21954"/>
                </a:lnTo>
                <a:lnTo>
                  <a:pt x="8818" y="21576"/>
                </a:lnTo>
                <a:lnTo>
                  <a:pt x="8227" y="26139"/>
                </a:lnTo>
                <a:lnTo>
                  <a:pt x="10835" y="26351"/>
                </a:lnTo>
                <a:lnTo>
                  <a:pt x="12576" y="25658"/>
                </a:lnTo>
                <a:lnTo>
                  <a:pt x="12230" y="21016"/>
                </a:lnTo>
                <a:lnTo>
                  <a:pt x="12340" y="19464"/>
                </a:lnTo>
                <a:lnTo>
                  <a:pt x="12348" y="17919"/>
                </a:lnTo>
                <a:lnTo>
                  <a:pt x="10993" y="17147"/>
                </a:lnTo>
                <a:lnTo>
                  <a:pt x="8699" y="16580"/>
                </a:lnTo>
                <a:lnTo>
                  <a:pt x="8014" y="13506"/>
                </a:lnTo>
                <a:lnTo>
                  <a:pt x="8644" y="11205"/>
                </a:lnTo>
                <a:lnTo>
                  <a:pt x="9030" y="8794"/>
                </a:lnTo>
                <a:lnTo>
                  <a:pt x="10323" y="8400"/>
                </a:lnTo>
                <a:lnTo>
                  <a:pt x="11355" y="9022"/>
                </a:lnTo>
                <a:lnTo>
                  <a:pt x="12119" y="9818"/>
                </a:lnTo>
                <a:lnTo>
                  <a:pt x="12387" y="12955"/>
                </a:lnTo>
                <a:lnTo>
                  <a:pt x="12316" y="15445"/>
                </a:lnTo>
                <a:lnTo>
                  <a:pt x="12356" y="17911"/>
                </a:lnTo>
                <a:lnTo>
                  <a:pt x="16438" y="17872"/>
                </a:lnTo>
                <a:lnTo>
                  <a:pt x="16461" y="12395"/>
                </a:lnTo>
                <a:lnTo>
                  <a:pt x="16454" y="10843"/>
                </a:lnTo>
                <a:lnTo>
                  <a:pt x="16335" y="9275"/>
                </a:lnTo>
                <a:lnTo>
                  <a:pt x="16714" y="4586"/>
                </a:lnTo>
                <a:lnTo>
                  <a:pt x="14909" y="3948"/>
                </a:lnTo>
                <a:lnTo>
                  <a:pt x="12340" y="4129"/>
                </a:lnTo>
                <a:lnTo>
                  <a:pt x="9172" y="4546"/>
                </a:lnTo>
                <a:lnTo>
                  <a:pt x="7833" y="3136"/>
                </a:lnTo>
                <a:lnTo>
                  <a:pt x="8203" y="0"/>
                </a:lnTo>
                <a:close/>
              </a:path>
            </a:pathLst>
          </a:custGeom>
          <a:solidFill>
            <a:srgbClr val="817B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8" name="bg object 1138"/>
          <p:cNvSpPr/>
          <p:nvPr/>
        </p:nvSpPr>
        <p:spPr>
          <a:xfrm>
            <a:off x="2064473" y="4251971"/>
            <a:ext cx="10160" cy="20955"/>
          </a:xfrm>
          <a:custGeom>
            <a:avLst/>
            <a:gdLst/>
            <a:ahLst/>
            <a:cxnLst/>
            <a:rect l="l" t="t" r="r" b="b"/>
            <a:pathLst>
              <a:path w="10160" h="20954">
                <a:moveTo>
                  <a:pt x="4076" y="0"/>
                </a:moveTo>
                <a:lnTo>
                  <a:pt x="2742" y="0"/>
                </a:lnTo>
                <a:lnTo>
                  <a:pt x="2285" y="3546"/>
                </a:lnTo>
                <a:lnTo>
                  <a:pt x="1918" y="6871"/>
                </a:lnTo>
                <a:lnTo>
                  <a:pt x="1104" y="12379"/>
                </a:lnTo>
                <a:lnTo>
                  <a:pt x="1000" y="13073"/>
                </a:lnTo>
                <a:lnTo>
                  <a:pt x="457" y="15461"/>
                </a:lnTo>
                <a:lnTo>
                  <a:pt x="0" y="17864"/>
                </a:lnTo>
                <a:lnTo>
                  <a:pt x="1379" y="20630"/>
                </a:lnTo>
                <a:lnTo>
                  <a:pt x="9598" y="16517"/>
                </a:lnTo>
                <a:lnTo>
                  <a:pt x="9611" y="12931"/>
                </a:lnTo>
                <a:lnTo>
                  <a:pt x="5051" y="12931"/>
                </a:lnTo>
                <a:lnTo>
                  <a:pt x="5390" y="9818"/>
                </a:lnTo>
                <a:lnTo>
                  <a:pt x="5508" y="6871"/>
                </a:lnTo>
                <a:lnTo>
                  <a:pt x="4076" y="0"/>
                </a:lnTo>
                <a:close/>
              </a:path>
              <a:path w="10160" h="20954">
                <a:moveTo>
                  <a:pt x="9613" y="12379"/>
                </a:moveTo>
                <a:lnTo>
                  <a:pt x="5051" y="12931"/>
                </a:lnTo>
                <a:lnTo>
                  <a:pt x="9611" y="12931"/>
                </a:lnTo>
                <a:lnTo>
                  <a:pt x="9613" y="12379"/>
                </a:lnTo>
                <a:close/>
              </a:path>
            </a:pathLst>
          </a:custGeom>
          <a:solidFill>
            <a:srgbClr val="8C81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9" name="bg object 1139"/>
          <p:cNvSpPr/>
          <p:nvPr/>
        </p:nvSpPr>
        <p:spPr>
          <a:xfrm>
            <a:off x="2068539" y="4250561"/>
            <a:ext cx="11430" cy="13970"/>
          </a:xfrm>
          <a:custGeom>
            <a:avLst/>
            <a:gdLst/>
            <a:ahLst/>
            <a:cxnLst/>
            <a:rect l="l" t="t" r="r" b="b"/>
            <a:pathLst>
              <a:path w="11430" h="13970">
                <a:moveTo>
                  <a:pt x="1394" y="0"/>
                </a:moveTo>
                <a:lnTo>
                  <a:pt x="0" y="1363"/>
                </a:lnTo>
                <a:lnTo>
                  <a:pt x="1442" y="8282"/>
                </a:lnTo>
                <a:lnTo>
                  <a:pt x="6004" y="7722"/>
                </a:lnTo>
                <a:lnTo>
                  <a:pt x="5642" y="10851"/>
                </a:lnTo>
                <a:lnTo>
                  <a:pt x="5547" y="13782"/>
                </a:lnTo>
                <a:lnTo>
                  <a:pt x="11040" y="13782"/>
                </a:lnTo>
                <a:lnTo>
                  <a:pt x="11016" y="4145"/>
                </a:lnTo>
                <a:lnTo>
                  <a:pt x="7840" y="4578"/>
                </a:lnTo>
                <a:lnTo>
                  <a:pt x="6548" y="3120"/>
                </a:lnTo>
                <a:lnTo>
                  <a:pt x="6911" y="15"/>
                </a:lnTo>
                <a:lnTo>
                  <a:pt x="1394" y="0"/>
                </a:lnTo>
                <a:close/>
              </a:path>
            </a:pathLst>
          </a:custGeom>
          <a:solidFill>
            <a:srgbClr val="A59E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0" name="bg object 1140"/>
          <p:cNvSpPr/>
          <p:nvPr/>
        </p:nvSpPr>
        <p:spPr>
          <a:xfrm>
            <a:off x="2079576" y="4264337"/>
            <a:ext cx="8255" cy="13970"/>
          </a:xfrm>
          <a:custGeom>
            <a:avLst/>
            <a:gdLst/>
            <a:ahLst/>
            <a:cxnLst/>
            <a:rect l="l" t="t" r="r" b="b"/>
            <a:pathLst>
              <a:path w="8255" h="13970">
                <a:moveTo>
                  <a:pt x="8234" y="0"/>
                </a:moveTo>
                <a:lnTo>
                  <a:pt x="0" y="7"/>
                </a:lnTo>
                <a:lnTo>
                  <a:pt x="1379" y="2758"/>
                </a:lnTo>
                <a:lnTo>
                  <a:pt x="4105" y="8282"/>
                </a:lnTo>
                <a:lnTo>
                  <a:pt x="4184" y="13814"/>
                </a:lnTo>
                <a:lnTo>
                  <a:pt x="8227" y="13766"/>
                </a:lnTo>
                <a:lnTo>
                  <a:pt x="8234" y="0"/>
                </a:lnTo>
                <a:close/>
              </a:path>
            </a:pathLst>
          </a:custGeom>
          <a:solidFill>
            <a:srgbClr val="948D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1" name="bg object 1141"/>
          <p:cNvSpPr/>
          <p:nvPr/>
        </p:nvSpPr>
        <p:spPr>
          <a:xfrm>
            <a:off x="2065852" y="4268488"/>
            <a:ext cx="8255" cy="13970"/>
          </a:xfrm>
          <a:custGeom>
            <a:avLst/>
            <a:gdLst/>
            <a:ahLst/>
            <a:cxnLst/>
            <a:rect l="l" t="t" r="r" b="b"/>
            <a:pathLst>
              <a:path w="8255" h="13970">
                <a:moveTo>
                  <a:pt x="8219" y="0"/>
                </a:moveTo>
                <a:lnTo>
                  <a:pt x="0" y="4113"/>
                </a:lnTo>
                <a:lnTo>
                  <a:pt x="0" y="13751"/>
                </a:lnTo>
                <a:lnTo>
                  <a:pt x="4121" y="13751"/>
                </a:lnTo>
                <a:lnTo>
                  <a:pt x="4003" y="10827"/>
                </a:lnTo>
                <a:lnTo>
                  <a:pt x="3632" y="7714"/>
                </a:lnTo>
                <a:lnTo>
                  <a:pt x="8203" y="8219"/>
                </a:lnTo>
                <a:lnTo>
                  <a:pt x="8219" y="0"/>
                </a:lnTo>
                <a:close/>
              </a:path>
            </a:pathLst>
          </a:custGeom>
          <a:solidFill>
            <a:srgbClr val="8078B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2" name="bg object 1142"/>
          <p:cNvSpPr/>
          <p:nvPr/>
        </p:nvSpPr>
        <p:spPr>
          <a:xfrm>
            <a:off x="2078034" y="4272034"/>
            <a:ext cx="5715" cy="10795"/>
          </a:xfrm>
          <a:custGeom>
            <a:avLst/>
            <a:gdLst/>
            <a:ahLst/>
            <a:cxnLst/>
            <a:rect l="l" t="t" r="r" b="b"/>
            <a:pathLst>
              <a:path w="5714" h="10795">
                <a:moveTo>
                  <a:pt x="1678" y="0"/>
                </a:moveTo>
                <a:lnTo>
                  <a:pt x="0" y="1316"/>
                </a:lnTo>
                <a:lnTo>
                  <a:pt x="47" y="10228"/>
                </a:lnTo>
                <a:lnTo>
                  <a:pt x="2379" y="10449"/>
                </a:lnTo>
                <a:lnTo>
                  <a:pt x="5626" y="10181"/>
                </a:lnTo>
                <a:lnTo>
                  <a:pt x="5721" y="6115"/>
                </a:lnTo>
                <a:lnTo>
                  <a:pt x="5650" y="583"/>
                </a:lnTo>
                <a:lnTo>
                  <a:pt x="1678" y="0"/>
                </a:lnTo>
                <a:close/>
              </a:path>
            </a:pathLst>
          </a:custGeom>
          <a:solidFill>
            <a:srgbClr val="ABA5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3" name="bg object 1143"/>
          <p:cNvSpPr/>
          <p:nvPr/>
        </p:nvSpPr>
        <p:spPr>
          <a:xfrm>
            <a:off x="2065592" y="4282237"/>
            <a:ext cx="4445" cy="8890"/>
          </a:xfrm>
          <a:custGeom>
            <a:avLst/>
            <a:gdLst/>
            <a:ahLst/>
            <a:cxnLst/>
            <a:rect l="l" t="t" r="r" b="b"/>
            <a:pathLst>
              <a:path w="4444" h="8889">
                <a:moveTo>
                  <a:pt x="4381" y="0"/>
                </a:moveTo>
                <a:lnTo>
                  <a:pt x="260" y="0"/>
                </a:lnTo>
                <a:lnTo>
                  <a:pt x="260" y="1544"/>
                </a:lnTo>
                <a:lnTo>
                  <a:pt x="362" y="3104"/>
                </a:lnTo>
                <a:lnTo>
                  <a:pt x="0" y="7746"/>
                </a:lnTo>
                <a:lnTo>
                  <a:pt x="1710" y="8479"/>
                </a:lnTo>
                <a:lnTo>
                  <a:pt x="4334" y="8219"/>
                </a:lnTo>
                <a:lnTo>
                  <a:pt x="4381" y="0"/>
                </a:lnTo>
                <a:close/>
              </a:path>
            </a:pathLst>
          </a:custGeom>
          <a:solidFill>
            <a:srgbClr val="786F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4" name="bg object 1144"/>
          <p:cNvSpPr/>
          <p:nvPr/>
        </p:nvSpPr>
        <p:spPr>
          <a:xfrm>
            <a:off x="2077496" y="4285677"/>
            <a:ext cx="6350" cy="7620"/>
          </a:xfrm>
          <a:custGeom>
            <a:avLst/>
            <a:gdLst/>
            <a:ahLst/>
            <a:cxnLst/>
            <a:rect l="l" t="t" r="r" b="b"/>
            <a:pathLst>
              <a:path w="6350" h="7620">
                <a:moveTo>
                  <a:pt x="1867" y="0"/>
                </a:moveTo>
                <a:lnTo>
                  <a:pt x="0" y="1804"/>
                </a:lnTo>
                <a:lnTo>
                  <a:pt x="701" y="6170"/>
                </a:lnTo>
                <a:lnTo>
                  <a:pt x="724" y="7596"/>
                </a:lnTo>
                <a:lnTo>
                  <a:pt x="2096" y="7533"/>
                </a:lnTo>
                <a:lnTo>
                  <a:pt x="6193" y="669"/>
                </a:lnTo>
                <a:lnTo>
                  <a:pt x="1867" y="0"/>
                </a:lnTo>
                <a:close/>
              </a:path>
            </a:pathLst>
          </a:custGeom>
          <a:solidFill>
            <a:srgbClr val="7F7B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5" name="bg object 1145"/>
          <p:cNvSpPr/>
          <p:nvPr/>
        </p:nvSpPr>
        <p:spPr>
          <a:xfrm>
            <a:off x="2069484" y="4276204"/>
            <a:ext cx="5715" cy="6985"/>
          </a:xfrm>
          <a:custGeom>
            <a:avLst/>
            <a:gdLst/>
            <a:ahLst/>
            <a:cxnLst/>
            <a:rect l="l" t="t" r="r" b="b"/>
            <a:pathLst>
              <a:path w="5714" h="6985">
                <a:moveTo>
                  <a:pt x="0" y="0"/>
                </a:moveTo>
                <a:lnTo>
                  <a:pt x="370" y="3112"/>
                </a:lnTo>
                <a:lnTo>
                  <a:pt x="535" y="6059"/>
                </a:lnTo>
                <a:lnTo>
                  <a:pt x="5114" y="6572"/>
                </a:lnTo>
                <a:lnTo>
                  <a:pt x="4680" y="3427"/>
                </a:lnTo>
                <a:lnTo>
                  <a:pt x="4570" y="504"/>
                </a:lnTo>
                <a:lnTo>
                  <a:pt x="0" y="0"/>
                </a:lnTo>
                <a:close/>
              </a:path>
            </a:pathLst>
          </a:custGeom>
          <a:solidFill>
            <a:srgbClr val="8983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6" name="bg object 1146"/>
          <p:cNvSpPr/>
          <p:nvPr/>
        </p:nvSpPr>
        <p:spPr>
          <a:xfrm>
            <a:off x="2081706" y="4299671"/>
            <a:ext cx="6985" cy="5080"/>
          </a:xfrm>
          <a:custGeom>
            <a:avLst/>
            <a:gdLst/>
            <a:ahLst/>
            <a:cxnLst/>
            <a:rect l="l" t="t" r="r" b="b"/>
            <a:pathLst>
              <a:path w="6985" h="5079">
                <a:moveTo>
                  <a:pt x="6706" y="0"/>
                </a:moveTo>
                <a:lnTo>
                  <a:pt x="3546" y="386"/>
                </a:lnTo>
                <a:lnTo>
                  <a:pt x="654" y="401"/>
                </a:lnTo>
                <a:lnTo>
                  <a:pt x="0" y="5051"/>
                </a:lnTo>
                <a:lnTo>
                  <a:pt x="3167" y="4673"/>
                </a:lnTo>
                <a:lnTo>
                  <a:pt x="6123" y="4570"/>
                </a:lnTo>
                <a:lnTo>
                  <a:pt x="6706" y="0"/>
                </a:lnTo>
                <a:close/>
              </a:path>
            </a:pathLst>
          </a:custGeom>
          <a:solidFill>
            <a:srgbClr val="6760A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7" name="bg object 1147"/>
          <p:cNvSpPr/>
          <p:nvPr/>
        </p:nvSpPr>
        <p:spPr>
          <a:xfrm>
            <a:off x="2117989" y="4327624"/>
            <a:ext cx="8255" cy="18415"/>
          </a:xfrm>
          <a:custGeom>
            <a:avLst/>
            <a:gdLst/>
            <a:ahLst/>
            <a:cxnLst/>
            <a:rect l="l" t="t" r="r" b="b"/>
            <a:pathLst>
              <a:path w="8255" h="18414">
                <a:moveTo>
                  <a:pt x="4097" y="0"/>
                </a:moveTo>
                <a:lnTo>
                  <a:pt x="31" y="31"/>
                </a:lnTo>
                <a:lnTo>
                  <a:pt x="0" y="17904"/>
                </a:lnTo>
                <a:lnTo>
                  <a:pt x="2206" y="17998"/>
                </a:lnTo>
                <a:lnTo>
                  <a:pt x="3900" y="17817"/>
                </a:lnTo>
                <a:lnTo>
                  <a:pt x="4507" y="13877"/>
                </a:lnTo>
                <a:lnTo>
                  <a:pt x="6871" y="13223"/>
                </a:lnTo>
                <a:lnTo>
                  <a:pt x="8227" y="12419"/>
                </a:lnTo>
                <a:lnTo>
                  <a:pt x="6847" y="5508"/>
                </a:lnTo>
                <a:lnTo>
                  <a:pt x="2829" y="5232"/>
                </a:lnTo>
                <a:lnTo>
                  <a:pt x="4570" y="2056"/>
                </a:lnTo>
                <a:lnTo>
                  <a:pt x="4097" y="0"/>
                </a:lnTo>
                <a:close/>
              </a:path>
            </a:pathLst>
          </a:custGeom>
          <a:solidFill>
            <a:srgbClr val="9795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8" name="bg object 1148"/>
          <p:cNvSpPr/>
          <p:nvPr/>
        </p:nvSpPr>
        <p:spPr>
          <a:xfrm>
            <a:off x="2117955" y="4309761"/>
            <a:ext cx="4445" cy="18415"/>
          </a:xfrm>
          <a:custGeom>
            <a:avLst/>
            <a:gdLst/>
            <a:ahLst/>
            <a:cxnLst/>
            <a:rect l="l" t="t" r="r" b="b"/>
            <a:pathLst>
              <a:path w="4444" h="18414">
                <a:moveTo>
                  <a:pt x="39" y="0"/>
                </a:moveTo>
                <a:lnTo>
                  <a:pt x="0" y="8234"/>
                </a:lnTo>
                <a:lnTo>
                  <a:pt x="63" y="17896"/>
                </a:lnTo>
                <a:lnTo>
                  <a:pt x="4129" y="17864"/>
                </a:lnTo>
                <a:lnTo>
                  <a:pt x="4255" y="63"/>
                </a:lnTo>
                <a:lnTo>
                  <a:pt x="39" y="0"/>
                </a:lnTo>
                <a:close/>
              </a:path>
            </a:pathLst>
          </a:custGeom>
          <a:solidFill>
            <a:srgbClr val="918C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9" name="bg object 1149"/>
          <p:cNvSpPr/>
          <p:nvPr/>
        </p:nvSpPr>
        <p:spPr>
          <a:xfrm>
            <a:off x="2122110" y="4323542"/>
            <a:ext cx="10160" cy="40005"/>
          </a:xfrm>
          <a:custGeom>
            <a:avLst/>
            <a:gdLst/>
            <a:ahLst/>
            <a:cxnLst/>
            <a:rect l="l" t="t" r="r" b="b"/>
            <a:pathLst>
              <a:path w="10160" h="40004">
                <a:moveTo>
                  <a:pt x="9629" y="0"/>
                </a:moveTo>
                <a:lnTo>
                  <a:pt x="4192" y="15"/>
                </a:lnTo>
                <a:lnTo>
                  <a:pt x="2726" y="9590"/>
                </a:lnTo>
                <a:lnTo>
                  <a:pt x="4105" y="16501"/>
                </a:lnTo>
                <a:lnTo>
                  <a:pt x="4105" y="19866"/>
                </a:lnTo>
                <a:lnTo>
                  <a:pt x="3979" y="23231"/>
                </a:lnTo>
                <a:lnTo>
                  <a:pt x="4310" y="29740"/>
                </a:lnTo>
                <a:lnTo>
                  <a:pt x="2616" y="30433"/>
                </a:lnTo>
                <a:lnTo>
                  <a:pt x="7" y="30276"/>
                </a:lnTo>
                <a:lnTo>
                  <a:pt x="0" y="39882"/>
                </a:lnTo>
                <a:lnTo>
                  <a:pt x="4129" y="39882"/>
                </a:lnTo>
                <a:lnTo>
                  <a:pt x="4570" y="37573"/>
                </a:lnTo>
                <a:lnTo>
                  <a:pt x="2655" y="32884"/>
                </a:lnTo>
                <a:lnTo>
                  <a:pt x="8250" y="35760"/>
                </a:lnTo>
                <a:lnTo>
                  <a:pt x="8250" y="21993"/>
                </a:lnTo>
                <a:lnTo>
                  <a:pt x="9629" y="4113"/>
                </a:lnTo>
                <a:lnTo>
                  <a:pt x="9629" y="0"/>
                </a:lnTo>
                <a:close/>
              </a:path>
            </a:pathLst>
          </a:custGeom>
          <a:solidFill>
            <a:srgbClr val="8376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0" name="bg object 1150"/>
          <p:cNvSpPr/>
          <p:nvPr/>
        </p:nvSpPr>
        <p:spPr>
          <a:xfrm>
            <a:off x="2112493" y="4353796"/>
            <a:ext cx="4445" cy="10160"/>
          </a:xfrm>
          <a:custGeom>
            <a:avLst/>
            <a:gdLst/>
            <a:ahLst/>
            <a:cxnLst/>
            <a:rect l="l" t="t" r="r" b="b"/>
            <a:pathLst>
              <a:path w="4444" h="10160">
                <a:moveTo>
                  <a:pt x="31" y="0"/>
                </a:moveTo>
                <a:lnTo>
                  <a:pt x="0" y="9574"/>
                </a:lnTo>
                <a:lnTo>
                  <a:pt x="4137" y="9629"/>
                </a:lnTo>
                <a:lnTo>
                  <a:pt x="4176" y="4152"/>
                </a:lnTo>
                <a:lnTo>
                  <a:pt x="4168" y="23"/>
                </a:lnTo>
                <a:lnTo>
                  <a:pt x="31" y="0"/>
                </a:lnTo>
                <a:close/>
              </a:path>
            </a:pathLst>
          </a:custGeom>
          <a:solidFill>
            <a:srgbClr val="908D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1" name="bg object 1151"/>
          <p:cNvSpPr/>
          <p:nvPr/>
        </p:nvSpPr>
        <p:spPr>
          <a:xfrm>
            <a:off x="2116659" y="4353818"/>
            <a:ext cx="5715" cy="4445"/>
          </a:xfrm>
          <a:custGeom>
            <a:avLst/>
            <a:gdLst/>
            <a:ahLst/>
            <a:cxnLst/>
            <a:rect l="l" t="t" r="r" b="b"/>
            <a:pathLst>
              <a:path w="5714" h="4445">
                <a:moveTo>
                  <a:pt x="5461" y="0"/>
                </a:moveTo>
                <a:lnTo>
                  <a:pt x="0" y="0"/>
                </a:lnTo>
                <a:lnTo>
                  <a:pt x="7" y="4129"/>
                </a:lnTo>
                <a:lnTo>
                  <a:pt x="5445" y="4129"/>
                </a:lnTo>
                <a:lnTo>
                  <a:pt x="5461" y="0"/>
                </a:lnTo>
                <a:close/>
              </a:path>
            </a:pathLst>
          </a:custGeom>
          <a:solidFill>
            <a:srgbClr val="7B75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2" name="bg object 1152"/>
          <p:cNvSpPr/>
          <p:nvPr/>
        </p:nvSpPr>
        <p:spPr>
          <a:xfrm>
            <a:off x="2108408" y="4362045"/>
            <a:ext cx="4445" cy="10160"/>
          </a:xfrm>
          <a:custGeom>
            <a:avLst/>
            <a:gdLst/>
            <a:ahLst/>
            <a:cxnLst/>
            <a:rect l="l" t="t" r="r" b="b"/>
            <a:pathLst>
              <a:path w="4444" h="10160">
                <a:moveTo>
                  <a:pt x="0" y="0"/>
                </a:moveTo>
                <a:lnTo>
                  <a:pt x="7" y="9653"/>
                </a:lnTo>
                <a:lnTo>
                  <a:pt x="4026" y="9677"/>
                </a:lnTo>
                <a:lnTo>
                  <a:pt x="4137" y="5531"/>
                </a:lnTo>
                <a:lnTo>
                  <a:pt x="4137" y="1434"/>
                </a:lnTo>
                <a:lnTo>
                  <a:pt x="0" y="0"/>
                </a:lnTo>
                <a:close/>
              </a:path>
            </a:pathLst>
          </a:custGeom>
          <a:solidFill>
            <a:srgbClr val="8C81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3" name="bg object 1153"/>
          <p:cNvSpPr/>
          <p:nvPr/>
        </p:nvSpPr>
        <p:spPr>
          <a:xfrm>
            <a:off x="2117622" y="4282202"/>
            <a:ext cx="10160" cy="18415"/>
          </a:xfrm>
          <a:custGeom>
            <a:avLst/>
            <a:gdLst/>
            <a:ahLst/>
            <a:cxnLst/>
            <a:rect l="l" t="t" r="r" b="b"/>
            <a:pathLst>
              <a:path w="10160" h="18414">
                <a:moveTo>
                  <a:pt x="5910" y="0"/>
                </a:moveTo>
                <a:lnTo>
                  <a:pt x="5634" y="6162"/>
                </a:lnTo>
                <a:lnTo>
                  <a:pt x="394" y="4160"/>
                </a:lnTo>
                <a:lnTo>
                  <a:pt x="370" y="13782"/>
                </a:lnTo>
                <a:lnTo>
                  <a:pt x="0" y="16919"/>
                </a:lnTo>
                <a:lnTo>
                  <a:pt x="1355" y="18321"/>
                </a:lnTo>
                <a:lnTo>
                  <a:pt x="4507" y="17935"/>
                </a:lnTo>
                <a:lnTo>
                  <a:pt x="6241" y="16454"/>
                </a:lnTo>
                <a:lnTo>
                  <a:pt x="6241" y="12663"/>
                </a:lnTo>
                <a:lnTo>
                  <a:pt x="9960" y="13814"/>
                </a:lnTo>
                <a:lnTo>
                  <a:pt x="9992" y="39"/>
                </a:lnTo>
                <a:lnTo>
                  <a:pt x="5910" y="0"/>
                </a:lnTo>
                <a:close/>
              </a:path>
            </a:pathLst>
          </a:custGeom>
          <a:solidFill>
            <a:srgbClr val="837D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4" name="bg object 1154"/>
          <p:cNvSpPr/>
          <p:nvPr/>
        </p:nvSpPr>
        <p:spPr>
          <a:xfrm>
            <a:off x="2105495" y="4291602"/>
            <a:ext cx="8890" cy="8890"/>
          </a:xfrm>
          <a:custGeom>
            <a:avLst/>
            <a:gdLst/>
            <a:ahLst/>
            <a:cxnLst/>
            <a:rect l="l" t="t" r="r" b="b"/>
            <a:pathLst>
              <a:path w="8889" h="8889">
                <a:moveTo>
                  <a:pt x="520" y="0"/>
                </a:moveTo>
                <a:lnTo>
                  <a:pt x="0" y="1907"/>
                </a:lnTo>
                <a:lnTo>
                  <a:pt x="126" y="4436"/>
                </a:lnTo>
                <a:lnTo>
                  <a:pt x="165" y="8518"/>
                </a:lnTo>
                <a:lnTo>
                  <a:pt x="8400" y="4397"/>
                </a:lnTo>
                <a:lnTo>
                  <a:pt x="8361" y="275"/>
                </a:lnTo>
                <a:lnTo>
                  <a:pt x="6808" y="275"/>
                </a:lnTo>
                <a:lnTo>
                  <a:pt x="5248" y="378"/>
                </a:lnTo>
                <a:lnTo>
                  <a:pt x="520" y="0"/>
                </a:lnTo>
                <a:close/>
              </a:path>
            </a:pathLst>
          </a:custGeom>
          <a:solidFill>
            <a:srgbClr val="8278B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5" name="bg object 1155"/>
          <p:cNvSpPr/>
          <p:nvPr/>
        </p:nvSpPr>
        <p:spPr>
          <a:xfrm>
            <a:off x="2122130" y="4294866"/>
            <a:ext cx="5715" cy="11430"/>
          </a:xfrm>
          <a:custGeom>
            <a:avLst/>
            <a:gdLst/>
            <a:ahLst/>
            <a:cxnLst/>
            <a:rect l="l" t="t" r="r" b="b"/>
            <a:pathLst>
              <a:path w="5714" h="11429">
                <a:moveTo>
                  <a:pt x="1733" y="0"/>
                </a:moveTo>
                <a:lnTo>
                  <a:pt x="1733" y="3790"/>
                </a:lnTo>
                <a:lnTo>
                  <a:pt x="0" y="5271"/>
                </a:lnTo>
                <a:lnTo>
                  <a:pt x="0" y="10756"/>
                </a:lnTo>
                <a:lnTo>
                  <a:pt x="5461" y="10748"/>
                </a:lnTo>
                <a:lnTo>
                  <a:pt x="5484" y="1134"/>
                </a:lnTo>
                <a:lnTo>
                  <a:pt x="1733" y="0"/>
                </a:lnTo>
                <a:close/>
              </a:path>
            </a:pathLst>
          </a:custGeom>
          <a:solidFill>
            <a:srgbClr val="776E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6" name="bg object 1156"/>
          <p:cNvSpPr/>
          <p:nvPr/>
        </p:nvSpPr>
        <p:spPr>
          <a:xfrm>
            <a:off x="2118044" y="4304225"/>
            <a:ext cx="10795" cy="6350"/>
          </a:xfrm>
          <a:custGeom>
            <a:avLst/>
            <a:gdLst/>
            <a:ahLst/>
            <a:cxnLst/>
            <a:rect l="l" t="t" r="r" b="b"/>
            <a:pathLst>
              <a:path w="10794" h="6350">
                <a:moveTo>
                  <a:pt x="15" y="0"/>
                </a:moveTo>
                <a:lnTo>
                  <a:pt x="0" y="5555"/>
                </a:lnTo>
                <a:lnTo>
                  <a:pt x="7060" y="5610"/>
                </a:lnTo>
                <a:lnTo>
                  <a:pt x="10244" y="5996"/>
                </a:lnTo>
                <a:lnTo>
                  <a:pt x="9550" y="1394"/>
                </a:lnTo>
                <a:lnTo>
                  <a:pt x="4082" y="1394"/>
                </a:lnTo>
                <a:lnTo>
                  <a:pt x="15" y="0"/>
                </a:lnTo>
                <a:close/>
              </a:path>
            </a:pathLst>
          </a:custGeom>
          <a:solidFill>
            <a:srgbClr val="847D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7" name="bg object 1157"/>
          <p:cNvSpPr/>
          <p:nvPr/>
        </p:nvSpPr>
        <p:spPr>
          <a:xfrm>
            <a:off x="2113860" y="4286367"/>
            <a:ext cx="4445" cy="10160"/>
          </a:xfrm>
          <a:custGeom>
            <a:avLst/>
            <a:gdLst/>
            <a:ahLst/>
            <a:cxnLst/>
            <a:rect l="l" t="t" r="r" b="b"/>
            <a:pathLst>
              <a:path w="4444" h="10160">
                <a:moveTo>
                  <a:pt x="4152" y="0"/>
                </a:moveTo>
                <a:lnTo>
                  <a:pt x="15" y="0"/>
                </a:lnTo>
                <a:lnTo>
                  <a:pt x="0" y="5516"/>
                </a:lnTo>
                <a:lnTo>
                  <a:pt x="31" y="9629"/>
                </a:lnTo>
                <a:lnTo>
                  <a:pt x="4137" y="9613"/>
                </a:lnTo>
                <a:lnTo>
                  <a:pt x="4152" y="0"/>
                </a:lnTo>
                <a:close/>
              </a:path>
            </a:pathLst>
          </a:custGeom>
          <a:solidFill>
            <a:srgbClr val="6E5F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8" name="bg object 1158"/>
          <p:cNvSpPr/>
          <p:nvPr/>
        </p:nvSpPr>
        <p:spPr>
          <a:xfrm>
            <a:off x="2113506" y="4309356"/>
            <a:ext cx="5080" cy="9525"/>
          </a:xfrm>
          <a:custGeom>
            <a:avLst/>
            <a:gdLst/>
            <a:ahLst/>
            <a:cxnLst/>
            <a:rect l="l" t="t" r="r" b="b"/>
            <a:pathLst>
              <a:path w="5080" h="9525">
                <a:moveTo>
                  <a:pt x="1355" y="0"/>
                </a:moveTo>
                <a:lnTo>
                  <a:pt x="0" y="1386"/>
                </a:lnTo>
                <a:lnTo>
                  <a:pt x="370" y="4523"/>
                </a:lnTo>
                <a:lnTo>
                  <a:pt x="15" y="7596"/>
                </a:lnTo>
                <a:lnTo>
                  <a:pt x="1268" y="9078"/>
                </a:lnTo>
                <a:lnTo>
                  <a:pt x="4452" y="8644"/>
                </a:lnTo>
                <a:lnTo>
                  <a:pt x="4491" y="401"/>
                </a:lnTo>
                <a:lnTo>
                  <a:pt x="1355" y="0"/>
                </a:lnTo>
                <a:close/>
              </a:path>
            </a:pathLst>
          </a:custGeom>
          <a:solidFill>
            <a:srgbClr val="6A5E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9" name="bg object 1159"/>
          <p:cNvSpPr/>
          <p:nvPr/>
        </p:nvSpPr>
        <p:spPr>
          <a:xfrm>
            <a:off x="2099482" y="4282229"/>
            <a:ext cx="14604" cy="14604"/>
          </a:xfrm>
          <a:custGeom>
            <a:avLst/>
            <a:gdLst/>
            <a:ahLst/>
            <a:cxnLst/>
            <a:rect l="l" t="t" r="r" b="b"/>
            <a:pathLst>
              <a:path w="14605" h="14604">
                <a:moveTo>
                  <a:pt x="2064" y="0"/>
                </a:moveTo>
                <a:lnTo>
                  <a:pt x="677" y="8258"/>
                </a:lnTo>
                <a:lnTo>
                  <a:pt x="0" y="12592"/>
                </a:lnTo>
                <a:lnTo>
                  <a:pt x="1788" y="14476"/>
                </a:lnTo>
                <a:lnTo>
                  <a:pt x="6138" y="13806"/>
                </a:lnTo>
                <a:lnTo>
                  <a:pt x="6012" y="11284"/>
                </a:lnTo>
                <a:lnTo>
                  <a:pt x="6532" y="9369"/>
                </a:lnTo>
                <a:lnTo>
                  <a:pt x="11260" y="9747"/>
                </a:lnTo>
                <a:lnTo>
                  <a:pt x="12821" y="9653"/>
                </a:lnTo>
                <a:lnTo>
                  <a:pt x="14381" y="9653"/>
                </a:lnTo>
                <a:lnTo>
                  <a:pt x="14397" y="4137"/>
                </a:lnTo>
                <a:lnTo>
                  <a:pt x="11260" y="4531"/>
                </a:lnTo>
                <a:lnTo>
                  <a:pt x="9897" y="3152"/>
                </a:lnTo>
                <a:lnTo>
                  <a:pt x="10291" y="15"/>
                </a:lnTo>
                <a:lnTo>
                  <a:pt x="2064" y="0"/>
                </a:lnTo>
                <a:close/>
              </a:path>
            </a:pathLst>
          </a:custGeom>
          <a:solidFill>
            <a:srgbClr val="7A72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0" name="bg object 1160"/>
          <p:cNvSpPr/>
          <p:nvPr/>
        </p:nvSpPr>
        <p:spPr>
          <a:xfrm>
            <a:off x="2091737" y="4277862"/>
            <a:ext cx="10160" cy="12700"/>
          </a:xfrm>
          <a:custGeom>
            <a:avLst/>
            <a:gdLst/>
            <a:ahLst/>
            <a:cxnLst/>
            <a:rect l="l" t="t" r="r" b="b"/>
            <a:pathLst>
              <a:path w="10160" h="12700">
                <a:moveTo>
                  <a:pt x="638" y="0"/>
                </a:moveTo>
                <a:lnTo>
                  <a:pt x="0" y="1780"/>
                </a:lnTo>
                <a:lnTo>
                  <a:pt x="197" y="4365"/>
                </a:lnTo>
                <a:lnTo>
                  <a:pt x="2765" y="4184"/>
                </a:lnTo>
                <a:lnTo>
                  <a:pt x="4570" y="4822"/>
                </a:lnTo>
                <a:lnTo>
                  <a:pt x="4200" y="9519"/>
                </a:lnTo>
                <a:lnTo>
                  <a:pt x="4318" y="11079"/>
                </a:lnTo>
                <a:lnTo>
                  <a:pt x="4326" y="12632"/>
                </a:lnTo>
                <a:lnTo>
                  <a:pt x="8424" y="12632"/>
                </a:lnTo>
                <a:lnTo>
                  <a:pt x="9810" y="4365"/>
                </a:lnTo>
                <a:lnTo>
                  <a:pt x="9763" y="252"/>
                </a:lnTo>
                <a:lnTo>
                  <a:pt x="7777" y="252"/>
                </a:lnTo>
                <a:lnTo>
                  <a:pt x="5768" y="370"/>
                </a:lnTo>
                <a:lnTo>
                  <a:pt x="638" y="0"/>
                </a:lnTo>
                <a:close/>
              </a:path>
            </a:pathLst>
          </a:custGeom>
          <a:solidFill>
            <a:srgbClr val="6F64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1" name="bg object 1161"/>
          <p:cNvSpPr/>
          <p:nvPr/>
        </p:nvSpPr>
        <p:spPr>
          <a:xfrm>
            <a:off x="2247024" y="4284987"/>
            <a:ext cx="10160" cy="10160"/>
          </a:xfrm>
          <a:custGeom>
            <a:avLst/>
            <a:gdLst/>
            <a:ahLst/>
            <a:cxnLst/>
            <a:rect l="l" t="t" r="r" b="b"/>
            <a:pathLst>
              <a:path w="10160" h="10160">
                <a:moveTo>
                  <a:pt x="9598" y="9629"/>
                </a:moveTo>
                <a:lnTo>
                  <a:pt x="0" y="9629"/>
                </a:lnTo>
                <a:lnTo>
                  <a:pt x="0" y="0"/>
                </a:lnTo>
                <a:lnTo>
                  <a:pt x="9598" y="7"/>
                </a:lnTo>
                <a:lnTo>
                  <a:pt x="9598" y="9629"/>
                </a:lnTo>
                <a:close/>
              </a:path>
            </a:pathLst>
          </a:custGeom>
          <a:solidFill>
            <a:srgbClr val="756B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2" name="bg object 1162"/>
          <p:cNvSpPr/>
          <p:nvPr/>
        </p:nvSpPr>
        <p:spPr>
          <a:xfrm>
            <a:off x="2251182" y="4298574"/>
            <a:ext cx="10160" cy="10160"/>
          </a:xfrm>
          <a:custGeom>
            <a:avLst/>
            <a:gdLst/>
            <a:ahLst/>
            <a:cxnLst/>
            <a:rect l="l" t="t" r="r" b="b"/>
            <a:pathLst>
              <a:path w="10160" h="10160">
                <a:moveTo>
                  <a:pt x="7998" y="0"/>
                </a:moveTo>
                <a:lnTo>
                  <a:pt x="5429" y="157"/>
                </a:lnTo>
                <a:lnTo>
                  <a:pt x="2474" y="47"/>
                </a:lnTo>
                <a:lnTo>
                  <a:pt x="7" y="583"/>
                </a:lnTo>
                <a:lnTo>
                  <a:pt x="0" y="4326"/>
                </a:lnTo>
                <a:lnTo>
                  <a:pt x="5989" y="3955"/>
                </a:lnTo>
                <a:lnTo>
                  <a:pt x="5468" y="8447"/>
                </a:lnTo>
                <a:lnTo>
                  <a:pt x="9558" y="9795"/>
                </a:lnTo>
                <a:lnTo>
                  <a:pt x="9558" y="7793"/>
                </a:lnTo>
                <a:lnTo>
                  <a:pt x="9440" y="5776"/>
                </a:lnTo>
                <a:lnTo>
                  <a:pt x="9810" y="606"/>
                </a:lnTo>
                <a:lnTo>
                  <a:pt x="7998" y="0"/>
                </a:lnTo>
                <a:close/>
              </a:path>
            </a:pathLst>
          </a:custGeom>
          <a:solidFill>
            <a:srgbClr val="918B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3" name="bg object 1163"/>
          <p:cNvSpPr/>
          <p:nvPr/>
        </p:nvSpPr>
        <p:spPr>
          <a:xfrm>
            <a:off x="2063130" y="3912060"/>
            <a:ext cx="18415" cy="36195"/>
          </a:xfrm>
          <a:custGeom>
            <a:avLst/>
            <a:gdLst/>
            <a:ahLst/>
            <a:cxnLst/>
            <a:rect l="l" t="t" r="r" b="b"/>
            <a:pathLst>
              <a:path w="18414" h="36195">
                <a:moveTo>
                  <a:pt x="9574" y="7"/>
                </a:moveTo>
                <a:lnTo>
                  <a:pt x="5468" y="0"/>
                </a:lnTo>
                <a:lnTo>
                  <a:pt x="6036" y="4539"/>
                </a:lnTo>
                <a:lnTo>
                  <a:pt x="2931" y="4231"/>
                </a:lnTo>
                <a:lnTo>
                  <a:pt x="0" y="4145"/>
                </a:lnTo>
                <a:lnTo>
                  <a:pt x="7" y="8234"/>
                </a:lnTo>
                <a:lnTo>
                  <a:pt x="2923" y="8164"/>
                </a:lnTo>
                <a:lnTo>
                  <a:pt x="6044" y="7833"/>
                </a:lnTo>
                <a:lnTo>
                  <a:pt x="5461" y="12379"/>
                </a:lnTo>
                <a:lnTo>
                  <a:pt x="9629" y="12356"/>
                </a:lnTo>
                <a:lnTo>
                  <a:pt x="9527" y="18479"/>
                </a:lnTo>
                <a:lnTo>
                  <a:pt x="8999" y="21781"/>
                </a:lnTo>
                <a:lnTo>
                  <a:pt x="13601" y="23144"/>
                </a:lnTo>
                <a:lnTo>
                  <a:pt x="13506" y="25083"/>
                </a:lnTo>
                <a:lnTo>
                  <a:pt x="13664" y="26186"/>
                </a:lnTo>
                <a:lnTo>
                  <a:pt x="13680" y="28172"/>
                </a:lnTo>
                <a:lnTo>
                  <a:pt x="13822" y="30181"/>
                </a:lnTo>
                <a:lnTo>
                  <a:pt x="13435" y="35280"/>
                </a:lnTo>
                <a:lnTo>
                  <a:pt x="15185" y="35965"/>
                </a:lnTo>
                <a:lnTo>
                  <a:pt x="17754" y="35847"/>
                </a:lnTo>
                <a:lnTo>
                  <a:pt x="17809" y="12379"/>
                </a:lnTo>
                <a:lnTo>
                  <a:pt x="14665" y="12750"/>
                </a:lnTo>
                <a:lnTo>
                  <a:pt x="13333" y="11339"/>
                </a:lnTo>
                <a:lnTo>
                  <a:pt x="14019" y="5453"/>
                </a:lnTo>
                <a:lnTo>
                  <a:pt x="13483" y="3033"/>
                </a:lnTo>
                <a:lnTo>
                  <a:pt x="10985" y="1394"/>
                </a:lnTo>
                <a:lnTo>
                  <a:pt x="9574" y="7"/>
                </a:lnTo>
                <a:close/>
              </a:path>
            </a:pathLst>
          </a:custGeom>
          <a:solidFill>
            <a:srgbClr val="BAB0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4" name="bg object 1164"/>
          <p:cNvSpPr/>
          <p:nvPr/>
        </p:nvSpPr>
        <p:spPr>
          <a:xfrm>
            <a:off x="2061715" y="3924422"/>
            <a:ext cx="15240" cy="28575"/>
          </a:xfrm>
          <a:custGeom>
            <a:avLst/>
            <a:gdLst/>
            <a:ahLst/>
            <a:cxnLst/>
            <a:rect l="l" t="t" r="r" b="b"/>
            <a:pathLst>
              <a:path w="15239" h="28575">
                <a:moveTo>
                  <a:pt x="11048" y="0"/>
                </a:moveTo>
                <a:lnTo>
                  <a:pt x="6879" y="23"/>
                </a:lnTo>
                <a:lnTo>
                  <a:pt x="6304" y="1347"/>
                </a:lnTo>
                <a:lnTo>
                  <a:pt x="6099" y="3254"/>
                </a:lnTo>
                <a:lnTo>
                  <a:pt x="472" y="6847"/>
                </a:lnTo>
                <a:lnTo>
                  <a:pt x="0" y="10212"/>
                </a:lnTo>
                <a:lnTo>
                  <a:pt x="4728" y="14878"/>
                </a:lnTo>
                <a:lnTo>
                  <a:pt x="4933" y="16580"/>
                </a:lnTo>
                <a:lnTo>
                  <a:pt x="5476" y="17927"/>
                </a:lnTo>
                <a:lnTo>
                  <a:pt x="5516" y="27533"/>
                </a:lnTo>
                <a:lnTo>
                  <a:pt x="9503" y="28203"/>
                </a:lnTo>
                <a:lnTo>
                  <a:pt x="9629" y="25303"/>
                </a:lnTo>
                <a:lnTo>
                  <a:pt x="10346" y="20685"/>
                </a:lnTo>
                <a:lnTo>
                  <a:pt x="10922" y="18739"/>
                </a:lnTo>
                <a:lnTo>
                  <a:pt x="11056" y="13782"/>
                </a:lnTo>
                <a:lnTo>
                  <a:pt x="12963" y="13751"/>
                </a:lnTo>
                <a:lnTo>
                  <a:pt x="15075" y="13822"/>
                </a:lnTo>
                <a:lnTo>
                  <a:pt x="14925" y="12718"/>
                </a:lnTo>
                <a:lnTo>
                  <a:pt x="15019" y="10780"/>
                </a:lnTo>
                <a:lnTo>
                  <a:pt x="10417" y="9416"/>
                </a:lnTo>
                <a:lnTo>
                  <a:pt x="10945" y="6115"/>
                </a:lnTo>
                <a:lnTo>
                  <a:pt x="11048" y="0"/>
                </a:lnTo>
                <a:close/>
              </a:path>
            </a:pathLst>
          </a:custGeom>
          <a:solidFill>
            <a:srgbClr val="B2A4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5" name="bg object 1165"/>
          <p:cNvSpPr/>
          <p:nvPr/>
        </p:nvSpPr>
        <p:spPr>
          <a:xfrm>
            <a:off x="2063132" y="3902411"/>
            <a:ext cx="6350" cy="14604"/>
          </a:xfrm>
          <a:custGeom>
            <a:avLst/>
            <a:gdLst/>
            <a:ahLst/>
            <a:cxnLst/>
            <a:rect l="l" t="t" r="r" b="b"/>
            <a:pathLst>
              <a:path w="6350" h="14604">
                <a:moveTo>
                  <a:pt x="1379" y="0"/>
                </a:moveTo>
                <a:lnTo>
                  <a:pt x="1347" y="4145"/>
                </a:lnTo>
                <a:lnTo>
                  <a:pt x="0" y="13798"/>
                </a:lnTo>
                <a:lnTo>
                  <a:pt x="2931" y="13877"/>
                </a:lnTo>
                <a:lnTo>
                  <a:pt x="6036" y="14192"/>
                </a:lnTo>
                <a:lnTo>
                  <a:pt x="5468" y="9645"/>
                </a:lnTo>
                <a:lnTo>
                  <a:pt x="5461" y="15"/>
                </a:lnTo>
                <a:lnTo>
                  <a:pt x="1379" y="0"/>
                </a:lnTo>
                <a:close/>
              </a:path>
            </a:pathLst>
          </a:custGeom>
          <a:solidFill>
            <a:srgbClr val="B2A9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6" name="bg object 1166"/>
          <p:cNvSpPr/>
          <p:nvPr/>
        </p:nvSpPr>
        <p:spPr>
          <a:xfrm>
            <a:off x="2058333" y="3897822"/>
            <a:ext cx="6350" cy="8890"/>
          </a:xfrm>
          <a:custGeom>
            <a:avLst/>
            <a:gdLst/>
            <a:ahLst/>
            <a:cxnLst/>
            <a:rect l="l" t="t" r="r" b="b"/>
            <a:pathLst>
              <a:path w="6350" h="8889">
                <a:moveTo>
                  <a:pt x="2395" y="0"/>
                </a:moveTo>
                <a:lnTo>
                  <a:pt x="0" y="953"/>
                </a:lnTo>
                <a:lnTo>
                  <a:pt x="788" y="6493"/>
                </a:lnTo>
                <a:lnTo>
                  <a:pt x="654" y="7620"/>
                </a:lnTo>
                <a:lnTo>
                  <a:pt x="654" y="8731"/>
                </a:lnTo>
                <a:lnTo>
                  <a:pt x="6138" y="8731"/>
                </a:lnTo>
                <a:lnTo>
                  <a:pt x="6178" y="4586"/>
                </a:lnTo>
                <a:lnTo>
                  <a:pt x="6123" y="488"/>
                </a:lnTo>
                <a:lnTo>
                  <a:pt x="2395" y="0"/>
                </a:lnTo>
                <a:close/>
              </a:path>
            </a:pathLst>
          </a:custGeom>
          <a:solidFill>
            <a:srgbClr val="A49C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7" name="bg object 1167"/>
          <p:cNvSpPr/>
          <p:nvPr/>
        </p:nvSpPr>
        <p:spPr>
          <a:xfrm>
            <a:off x="2062516" y="3919893"/>
            <a:ext cx="6985" cy="5080"/>
          </a:xfrm>
          <a:custGeom>
            <a:avLst/>
            <a:gdLst/>
            <a:ahLst/>
            <a:cxnLst/>
            <a:rect l="l" t="t" r="r" b="b"/>
            <a:pathLst>
              <a:path w="6985" h="5079">
                <a:moveTo>
                  <a:pt x="6658" y="0"/>
                </a:moveTo>
                <a:lnTo>
                  <a:pt x="3538" y="330"/>
                </a:lnTo>
                <a:lnTo>
                  <a:pt x="622" y="401"/>
                </a:lnTo>
                <a:lnTo>
                  <a:pt x="0" y="5019"/>
                </a:lnTo>
                <a:lnTo>
                  <a:pt x="3152" y="4641"/>
                </a:lnTo>
                <a:lnTo>
                  <a:pt x="6075" y="4546"/>
                </a:lnTo>
                <a:lnTo>
                  <a:pt x="6658" y="0"/>
                </a:lnTo>
                <a:close/>
              </a:path>
            </a:pathLst>
          </a:custGeom>
          <a:solidFill>
            <a:srgbClr val="B2A9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8" name="bg object 1168"/>
          <p:cNvSpPr/>
          <p:nvPr/>
        </p:nvSpPr>
        <p:spPr>
          <a:xfrm>
            <a:off x="2067212" y="3969849"/>
            <a:ext cx="13335" cy="26670"/>
          </a:xfrm>
          <a:custGeom>
            <a:avLst/>
            <a:gdLst/>
            <a:ahLst/>
            <a:cxnLst/>
            <a:rect l="l" t="t" r="r" b="b"/>
            <a:pathLst>
              <a:path w="13335" h="26670">
                <a:moveTo>
                  <a:pt x="8250" y="15"/>
                </a:moveTo>
                <a:lnTo>
                  <a:pt x="0" y="0"/>
                </a:lnTo>
                <a:lnTo>
                  <a:pt x="0" y="4113"/>
                </a:lnTo>
                <a:lnTo>
                  <a:pt x="3364" y="3743"/>
                </a:lnTo>
                <a:lnTo>
                  <a:pt x="4279" y="5405"/>
                </a:lnTo>
                <a:lnTo>
                  <a:pt x="4003" y="14397"/>
                </a:lnTo>
                <a:lnTo>
                  <a:pt x="4137" y="20283"/>
                </a:lnTo>
                <a:lnTo>
                  <a:pt x="4137" y="26154"/>
                </a:lnTo>
                <a:lnTo>
                  <a:pt x="8242" y="24775"/>
                </a:lnTo>
                <a:lnTo>
                  <a:pt x="8707" y="22167"/>
                </a:lnTo>
                <a:lnTo>
                  <a:pt x="6847" y="18873"/>
                </a:lnTo>
                <a:lnTo>
                  <a:pt x="12049" y="16997"/>
                </a:lnTo>
                <a:lnTo>
                  <a:pt x="11867" y="13743"/>
                </a:lnTo>
                <a:lnTo>
                  <a:pt x="13144" y="9495"/>
                </a:lnTo>
                <a:lnTo>
                  <a:pt x="12316" y="8975"/>
                </a:lnTo>
                <a:lnTo>
                  <a:pt x="8558" y="6816"/>
                </a:lnTo>
                <a:lnTo>
                  <a:pt x="8810" y="2695"/>
                </a:lnTo>
                <a:close/>
              </a:path>
            </a:pathLst>
          </a:custGeom>
          <a:solidFill>
            <a:srgbClr val="B3A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9" name="bg object 1169"/>
          <p:cNvSpPr/>
          <p:nvPr/>
        </p:nvSpPr>
        <p:spPr>
          <a:xfrm>
            <a:off x="2053097" y="3973960"/>
            <a:ext cx="14604" cy="12700"/>
          </a:xfrm>
          <a:custGeom>
            <a:avLst/>
            <a:gdLst/>
            <a:ahLst/>
            <a:cxnLst/>
            <a:rect l="l" t="t" r="r" b="b"/>
            <a:pathLst>
              <a:path w="14605" h="12700">
                <a:moveTo>
                  <a:pt x="1402" y="3766"/>
                </a:moveTo>
                <a:lnTo>
                  <a:pt x="0" y="5130"/>
                </a:lnTo>
                <a:lnTo>
                  <a:pt x="336" y="7785"/>
                </a:lnTo>
                <a:lnTo>
                  <a:pt x="401" y="8297"/>
                </a:lnTo>
                <a:lnTo>
                  <a:pt x="2033" y="12190"/>
                </a:lnTo>
                <a:lnTo>
                  <a:pt x="2907" y="11418"/>
                </a:lnTo>
                <a:lnTo>
                  <a:pt x="3687" y="10488"/>
                </a:lnTo>
                <a:lnTo>
                  <a:pt x="5910" y="9219"/>
                </a:lnTo>
                <a:lnTo>
                  <a:pt x="7305" y="8818"/>
                </a:lnTo>
                <a:lnTo>
                  <a:pt x="8609" y="8297"/>
                </a:lnTo>
                <a:lnTo>
                  <a:pt x="14097" y="7785"/>
                </a:lnTo>
                <a:lnTo>
                  <a:pt x="14103" y="5130"/>
                </a:lnTo>
                <a:lnTo>
                  <a:pt x="9640" y="5130"/>
                </a:lnTo>
                <a:lnTo>
                  <a:pt x="7234" y="4137"/>
                </a:lnTo>
                <a:lnTo>
                  <a:pt x="4539" y="4137"/>
                </a:lnTo>
                <a:lnTo>
                  <a:pt x="1402" y="3766"/>
                </a:lnTo>
                <a:close/>
              </a:path>
              <a:path w="14605" h="12700">
                <a:moveTo>
                  <a:pt x="14113" y="0"/>
                </a:moveTo>
                <a:lnTo>
                  <a:pt x="12805" y="496"/>
                </a:lnTo>
                <a:lnTo>
                  <a:pt x="10575" y="724"/>
                </a:lnTo>
                <a:lnTo>
                  <a:pt x="9320" y="5130"/>
                </a:lnTo>
                <a:lnTo>
                  <a:pt x="14103" y="5130"/>
                </a:lnTo>
                <a:lnTo>
                  <a:pt x="14113" y="0"/>
                </a:lnTo>
                <a:close/>
              </a:path>
              <a:path w="14605" h="12700">
                <a:moveTo>
                  <a:pt x="6737" y="3932"/>
                </a:moveTo>
                <a:lnTo>
                  <a:pt x="4539" y="4137"/>
                </a:lnTo>
                <a:lnTo>
                  <a:pt x="7234" y="4137"/>
                </a:lnTo>
                <a:lnTo>
                  <a:pt x="6737" y="3932"/>
                </a:lnTo>
                <a:close/>
              </a:path>
            </a:pathLst>
          </a:custGeom>
          <a:solidFill>
            <a:srgbClr val="B6A9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0" name="bg object 1170"/>
          <p:cNvSpPr/>
          <p:nvPr/>
        </p:nvSpPr>
        <p:spPr>
          <a:xfrm>
            <a:off x="2059133" y="3951467"/>
            <a:ext cx="8255" cy="18415"/>
          </a:xfrm>
          <a:custGeom>
            <a:avLst/>
            <a:gdLst/>
            <a:ahLst/>
            <a:cxnLst/>
            <a:rect l="l" t="t" r="r" b="b"/>
            <a:pathLst>
              <a:path w="8255" h="18414">
                <a:moveTo>
                  <a:pt x="3963" y="0"/>
                </a:moveTo>
                <a:lnTo>
                  <a:pt x="3223" y="2852"/>
                </a:lnTo>
                <a:lnTo>
                  <a:pt x="5437" y="9826"/>
                </a:lnTo>
                <a:lnTo>
                  <a:pt x="0" y="15823"/>
                </a:lnTo>
                <a:lnTo>
                  <a:pt x="7460" y="18384"/>
                </a:lnTo>
                <a:lnTo>
                  <a:pt x="8085" y="18384"/>
                </a:lnTo>
                <a:lnTo>
                  <a:pt x="8100" y="496"/>
                </a:lnTo>
                <a:lnTo>
                  <a:pt x="3963" y="0"/>
                </a:lnTo>
                <a:close/>
              </a:path>
            </a:pathLst>
          </a:custGeom>
          <a:solidFill>
            <a:srgbClr val="9991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1" name="bg object 1171"/>
          <p:cNvSpPr/>
          <p:nvPr/>
        </p:nvSpPr>
        <p:spPr>
          <a:xfrm>
            <a:off x="2213663" y="3727456"/>
            <a:ext cx="14604" cy="19685"/>
          </a:xfrm>
          <a:custGeom>
            <a:avLst/>
            <a:gdLst/>
            <a:ahLst/>
            <a:cxnLst/>
            <a:rect l="l" t="t" r="r" b="b"/>
            <a:pathLst>
              <a:path w="14605" h="19685">
                <a:moveTo>
                  <a:pt x="12616" y="0"/>
                </a:moveTo>
                <a:lnTo>
                  <a:pt x="10031" y="204"/>
                </a:lnTo>
                <a:lnTo>
                  <a:pt x="10031" y="1316"/>
                </a:lnTo>
                <a:lnTo>
                  <a:pt x="9889" y="2450"/>
                </a:lnTo>
                <a:lnTo>
                  <a:pt x="10677" y="8030"/>
                </a:lnTo>
                <a:lnTo>
                  <a:pt x="8234" y="8928"/>
                </a:lnTo>
                <a:lnTo>
                  <a:pt x="4523" y="8439"/>
                </a:lnTo>
                <a:lnTo>
                  <a:pt x="1741" y="9889"/>
                </a:lnTo>
                <a:lnTo>
                  <a:pt x="0" y="11970"/>
                </a:lnTo>
                <a:lnTo>
                  <a:pt x="433" y="15335"/>
                </a:lnTo>
                <a:lnTo>
                  <a:pt x="4948" y="16509"/>
                </a:lnTo>
                <a:lnTo>
                  <a:pt x="9125" y="19361"/>
                </a:lnTo>
                <a:lnTo>
                  <a:pt x="14129" y="18085"/>
                </a:lnTo>
                <a:lnTo>
                  <a:pt x="14153" y="8471"/>
                </a:lnTo>
                <a:lnTo>
                  <a:pt x="14153" y="6911"/>
                </a:lnTo>
                <a:lnTo>
                  <a:pt x="14042" y="5350"/>
                </a:lnTo>
                <a:lnTo>
                  <a:pt x="14405" y="661"/>
                </a:lnTo>
                <a:lnTo>
                  <a:pt x="12616" y="0"/>
                </a:lnTo>
                <a:close/>
              </a:path>
            </a:pathLst>
          </a:custGeom>
          <a:solidFill>
            <a:srgbClr val="CAC1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2" name="bg object 1172"/>
          <p:cNvSpPr/>
          <p:nvPr/>
        </p:nvSpPr>
        <p:spPr>
          <a:xfrm>
            <a:off x="2200358" y="3743975"/>
            <a:ext cx="10160" cy="24130"/>
          </a:xfrm>
          <a:custGeom>
            <a:avLst/>
            <a:gdLst/>
            <a:ahLst/>
            <a:cxnLst/>
            <a:rect l="l" t="t" r="r" b="b"/>
            <a:pathLst>
              <a:path w="10160" h="24129">
                <a:moveTo>
                  <a:pt x="2592" y="0"/>
                </a:moveTo>
                <a:lnTo>
                  <a:pt x="0" y="197"/>
                </a:lnTo>
                <a:lnTo>
                  <a:pt x="0" y="22222"/>
                </a:lnTo>
                <a:lnTo>
                  <a:pt x="4105" y="23617"/>
                </a:lnTo>
                <a:lnTo>
                  <a:pt x="8069" y="22569"/>
                </a:lnTo>
                <a:lnTo>
                  <a:pt x="9621" y="20015"/>
                </a:lnTo>
                <a:lnTo>
                  <a:pt x="2702" y="16800"/>
                </a:lnTo>
                <a:lnTo>
                  <a:pt x="4554" y="13081"/>
                </a:lnTo>
                <a:lnTo>
                  <a:pt x="4121" y="9834"/>
                </a:lnTo>
                <a:lnTo>
                  <a:pt x="4121" y="7825"/>
                </a:lnTo>
                <a:lnTo>
                  <a:pt x="3995" y="5807"/>
                </a:lnTo>
                <a:lnTo>
                  <a:pt x="4365" y="654"/>
                </a:lnTo>
                <a:lnTo>
                  <a:pt x="2592" y="0"/>
                </a:lnTo>
                <a:close/>
              </a:path>
            </a:pathLst>
          </a:custGeom>
          <a:solidFill>
            <a:srgbClr val="B1A2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3" name="bg object 1173"/>
          <p:cNvSpPr/>
          <p:nvPr/>
        </p:nvSpPr>
        <p:spPr>
          <a:xfrm>
            <a:off x="2217658" y="3721680"/>
            <a:ext cx="6985" cy="15240"/>
          </a:xfrm>
          <a:custGeom>
            <a:avLst/>
            <a:gdLst/>
            <a:ahLst/>
            <a:cxnLst/>
            <a:rect l="l" t="t" r="r" b="b"/>
            <a:pathLst>
              <a:path w="6985" h="15239">
                <a:moveTo>
                  <a:pt x="2253" y="0"/>
                </a:moveTo>
                <a:lnTo>
                  <a:pt x="0" y="1000"/>
                </a:lnTo>
                <a:lnTo>
                  <a:pt x="803" y="8361"/>
                </a:lnTo>
                <a:lnTo>
                  <a:pt x="535" y="11308"/>
                </a:lnTo>
                <a:lnTo>
                  <a:pt x="527" y="14216"/>
                </a:lnTo>
                <a:lnTo>
                  <a:pt x="4239" y="14704"/>
                </a:lnTo>
                <a:lnTo>
                  <a:pt x="6682" y="13806"/>
                </a:lnTo>
                <a:lnTo>
                  <a:pt x="5894" y="8227"/>
                </a:lnTo>
                <a:lnTo>
                  <a:pt x="6036" y="7092"/>
                </a:lnTo>
                <a:lnTo>
                  <a:pt x="6036" y="5981"/>
                </a:lnTo>
                <a:lnTo>
                  <a:pt x="6028" y="480"/>
                </a:lnTo>
                <a:lnTo>
                  <a:pt x="2253" y="0"/>
                </a:lnTo>
                <a:close/>
              </a:path>
            </a:pathLst>
          </a:custGeom>
          <a:solidFill>
            <a:srgbClr val="BBB1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4" name="bg object 1174"/>
          <p:cNvSpPr/>
          <p:nvPr/>
        </p:nvSpPr>
        <p:spPr>
          <a:xfrm>
            <a:off x="2223432" y="3713703"/>
            <a:ext cx="5080" cy="8890"/>
          </a:xfrm>
          <a:custGeom>
            <a:avLst/>
            <a:gdLst/>
            <a:ahLst/>
            <a:cxnLst/>
            <a:rect l="l" t="t" r="r" b="b"/>
            <a:pathLst>
              <a:path w="5080" h="8889">
                <a:moveTo>
                  <a:pt x="1796" y="0"/>
                </a:moveTo>
                <a:lnTo>
                  <a:pt x="0" y="638"/>
                </a:lnTo>
                <a:lnTo>
                  <a:pt x="362" y="5327"/>
                </a:lnTo>
                <a:lnTo>
                  <a:pt x="260" y="6895"/>
                </a:lnTo>
                <a:lnTo>
                  <a:pt x="260" y="8455"/>
                </a:lnTo>
                <a:lnTo>
                  <a:pt x="2829" y="8644"/>
                </a:lnTo>
                <a:lnTo>
                  <a:pt x="4633" y="8014"/>
                </a:lnTo>
                <a:lnTo>
                  <a:pt x="4271" y="3325"/>
                </a:lnTo>
                <a:lnTo>
                  <a:pt x="4381" y="1757"/>
                </a:lnTo>
                <a:lnTo>
                  <a:pt x="4381" y="204"/>
                </a:lnTo>
                <a:lnTo>
                  <a:pt x="1796" y="0"/>
                </a:lnTo>
                <a:close/>
              </a:path>
            </a:pathLst>
          </a:custGeom>
          <a:solidFill>
            <a:srgbClr val="B9B1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5" name="bg object 1175"/>
          <p:cNvSpPr/>
          <p:nvPr/>
        </p:nvSpPr>
        <p:spPr>
          <a:xfrm>
            <a:off x="2182488" y="3712504"/>
            <a:ext cx="10160" cy="31750"/>
          </a:xfrm>
          <a:custGeom>
            <a:avLst/>
            <a:gdLst/>
            <a:ahLst/>
            <a:cxnLst/>
            <a:rect l="l" t="t" r="r" b="b"/>
            <a:pathLst>
              <a:path w="10160" h="31750">
                <a:moveTo>
                  <a:pt x="5516" y="15"/>
                </a:moveTo>
                <a:lnTo>
                  <a:pt x="1442" y="0"/>
                </a:lnTo>
                <a:lnTo>
                  <a:pt x="0" y="13782"/>
                </a:lnTo>
                <a:lnTo>
                  <a:pt x="31" y="31670"/>
                </a:lnTo>
                <a:lnTo>
                  <a:pt x="4121" y="31694"/>
                </a:lnTo>
                <a:lnTo>
                  <a:pt x="4247" y="28022"/>
                </a:lnTo>
                <a:lnTo>
                  <a:pt x="6627" y="27360"/>
                </a:lnTo>
                <a:lnTo>
                  <a:pt x="9629" y="27541"/>
                </a:lnTo>
                <a:lnTo>
                  <a:pt x="9637" y="17919"/>
                </a:lnTo>
                <a:lnTo>
                  <a:pt x="6997" y="18116"/>
                </a:lnTo>
                <a:lnTo>
                  <a:pt x="5311" y="17407"/>
                </a:lnTo>
                <a:lnTo>
                  <a:pt x="5650" y="11355"/>
                </a:lnTo>
                <a:lnTo>
                  <a:pt x="5524" y="8439"/>
                </a:lnTo>
                <a:lnTo>
                  <a:pt x="5516" y="15"/>
                </a:lnTo>
                <a:close/>
              </a:path>
            </a:pathLst>
          </a:custGeom>
          <a:solidFill>
            <a:srgbClr val="C3BC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6" name="bg object 1176"/>
          <p:cNvSpPr/>
          <p:nvPr/>
        </p:nvSpPr>
        <p:spPr>
          <a:xfrm>
            <a:off x="2192120" y="3730402"/>
            <a:ext cx="8255" cy="31750"/>
          </a:xfrm>
          <a:custGeom>
            <a:avLst/>
            <a:gdLst/>
            <a:ahLst/>
            <a:cxnLst/>
            <a:rect l="l" t="t" r="r" b="b"/>
            <a:pathLst>
              <a:path w="8255" h="31750">
                <a:moveTo>
                  <a:pt x="4105" y="0"/>
                </a:moveTo>
                <a:lnTo>
                  <a:pt x="7" y="23"/>
                </a:lnTo>
                <a:lnTo>
                  <a:pt x="0" y="9645"/>
                </a:lnTo>
                <a:lnTo>
                  <a:pt x="15" y="17896"/>
                </a:lnTo>
                <a:lnTo>
                  <a:pt x="2655" y="17699"/>
                </a:lnTo>
                <a:lnTo>
                  <a:pt x="4310" y="18432"/>
                </a:lnTo>
                <a:lnTo>
                  <a:pt x="3979" y="24925"/>
                </a:lnTo>
                <a:lnTo>
                  <a:pt x="4113" y="28290"/>
                </a:lnTo>
                <a:lnTo>
                  <a:pt x="4113" y="31647"/>
                </a:lnTo>
                <a:lnTo>
                  <a:pt x="8227" y="31655"/>
                </a:lnTo>
                <a:lnTo>
                  <a:pt x="8234" y="13774"/>
                </a:lnTo>
                <a:lnTo>
                  <a:pt x="5595" y="13979"/>
                </a:lnTo>
                <a:lnTo>
                  <a:pt x="3940" y="13246"/>
                </a:lnTo>
                <a:lnTo>
                  <a:pt x="4255" y="6737"/>
                </a:lnTo>
                <a:lnTo>
                  <a:pt x="4113" y="3364"/>
                </a:lnTo>
                <a:lnTo>
                  <a:pt x="4105" y="0"/>
                </a:lnTo>
                <a:close/>
              </a:path>
            </a:pathLst>
          </a:custGeom>
          <a:solidFill>
            <a:srgbClr val="BEB3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7" name="bg object 1177"/>
          <p:cNvSpPr/>
          <p:nvPr/>
        </p:nvSpPr>
        <p:spPr>
          <a:xfrm>
            <a:off x="2187794" y="3717830"/>
            <a:ext cx="5080" cy="13335"/>
          </a:xfrm>
          <a:custGeom>
            <a:avLst/>
            <a:gdLst/>
            <a:ahLst/>
            <a:cxnLst/>
            <a:rect l="l" t="t" r="r" b="b"/>
            <a:pathLst>
              <a:path w="5080" h="13335">
                <a:moveTo>
                  <a:pt x="2836" y="0"/>
                </a:moveTo>
                <a:lnTo>
                  <a:pt x="220" y="204"/>
                </a:lnTo>
                <a:lnTo>
                  <a:pt x="220" y="3112"/>
                </a:lnTo>
                <a:lnTo>
                  <a:pt x="346" y="6028"/>
                </a:lnTo>
                <a:lnTo>
                  <a:pt x="0" y="12080"/>
                </a:lnTo>
                <a:lnTo>
                  <a:pt x="1694" y="12789"/>
                </a:lnTo>
                <a:lnTo>
                  <a:pt x="4326" y="12569"/>
                </a:lnTo>
                <a:lnTo>
                  <a:pt x="4326" y="9661"/>
                </a:lnTo>
                <a:lnTo>
                  <a:pt x="4192" y="6745"/>
                </a:lnTo>
                <a:lnTo>
                  <a:pt x="4531" y="701"/>
                </a:lnTo>
                <a:lnTo>
                  <a:pt x="2836" y="0"/>
                </a:lnTo>
                <a:close/>
              </a:path>
            </a:pathLst>
          </a:custGeom>
          <a:solidFill>
            <a:srgbClr val="D1CC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8" name="bg object 1178"/>
          <p:cNvSpPr/>
          <p:nvPr/>
        </p:nvSpPr>
        <p:spPr>
          <a:xfrm>
            <a:off x="2179391" y="3667633"/>
            <a:ext cx="18415" cy="28575"/>
          </a:xfrm>
          <a:custGeom>
            <a:avLst/>
            <a:gdLst/>
            <a:ahLst/>
            <a:cxnLst/>
            <a:rect l="l" t="t" r="r" b="b"/>
            <a:pathLst>
              <a:path w="18414" h="28575">
                <a:moveTo>
                  <a:pt x="9338" y="0"/>
                </a:moveTo>
                <a:lnTo>
                  <a:pt x="6706" y="1071"/>
                </a:lnTo>
                <a:lnTo>
                  <a:pt x="4507" y="843"/>
                </a:lnTo>
                <a:lnTo>
                  <a:pt x="4507" y="4208"/>
                </a:lnTo>
                <a:lnTo>
                  <a:pt x="4365" y="7588"/>
                </a:lnTo>
                <a:lnTo>
                  <a:pt x="4680" y="14121"/>
                </a:lnTo>
                <a:lnTo>
                  <a:pt x="2978" y="14799"/>
                </a:lnTo>
                <a:lnTo>
                  <a:pt x="362" y="14617"/>
                </a:lnTo>
                <a:lnTo>
                  <a:pt x="354" y="18731"/>
                </a:lnTo>
                <a:lnTo>
                  <a:pt x="0" y="21844"/>
                </a:lnTo>
                <a:lnTo>
                  <a:pt x="1308" y="23286"/>
                </a:lnTo>
                <a:lnTo>
                  <a:pt x="4476" y="22868"/>
                </a:lnTo>
                <a:lnTo>
                  <a:pt x="6028" y="22876"/>
                </a:lnTo>
                <a:lnTo>
                  <a:pt x="7596" y="22986"/>
                </a:lnTo>
                <a:lnTo>
                  <a:pt x="12285" y="22608"/>
                </a:lnTo>
                <a:lnTo>
                  <a:pt x="12923" y="24413"/>
                </a:lnTo>
                <a:lnTo>
                  <a:pt x="12742" y="27005"/>
                </a:lnTo>
                <a:lnTo>
                  <a:pt x="18211" y="28377"/>
                </a:lnTo>
                <a:lnTo>
                  <a:pt x="18211" y="18755"/>
                </a:lnTo>
                <a:lnTo>
                  <a:pt x="15469" y="18778"/>
                </a:lnTo>
                <a:lnTo>
                  <a:pt x="9251" y="18613"/>
                </a:lnTo>
                <a:lnTo>
                  <a:pt x="6666" y="14988"/>
                </a:lnTo>
                <a:lnTo>
                  <a:pt x="9369" y="10039"/>
                </a:lnTo>
                <a:lnTo>
                  <a:pt x="12309" y="10575"/>
                </a:lnTo>
                <a:lnTo>
                  <a:pt x="14097" y="10480"/>
                </a:lnTo>
                <a:lnTo>
                  <a:pt x="14097" y="4980"/>
                </a:lnTo>
                <a:lnTo>
                  <a:pt x="12789" y="4499"/>
                </a:lnTo>
                <a:lnTo>
                  <a:pt x="10543" y="4279"/>
                </a:lnTo>
                <a:lnTo>
                  <a:pt x="9338" y="0"/>
                </a:lnTo>
                <a:close/>
              </a:path>
            </a:pathLst>
          </a:custGeom>
          <a:solidFill>
            <a:srgbClr val="C4B6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9" name="bg object 1179"/>
          <p:cNvSpPr/>
          <p:nvPr/>
        </p:nvSpPr>
        <p:spPr>
          <a:xfrm>
            <a:off x="2192109" y="3694638"/>
            <a:ext cx="5715" cy="10160"/>
          </a:xfrm>
          <a:custGeom>
            <a:avLst/>
            <a:gdLst/>
            <a:ahLst/>
            <a:cxnLst/>
            <a:rect l="l" t="t" r="r" b="b"/>
            <a:pathLst>
              <a:path w="5714" h="10160">
                <a:moveTo>
                  <a:pt x="23" y="0"/>
                </a:moveTo>
                <a:lnTo>
                  <a:pt x="0" y="9629"/>
                </a:lnTo>
                <a:lnTo>
                  <a:pt x="5508" y="9629"/>
                </a:lnTo>
                <a:lnTo>
                  <a:pt x="5492" y="1371"/>
                </a:lnTo>
                <a:lnTo>
                  <a:pt x="23" y="0"/>
                </a:lnTo>
                <a:close/>
              </a:path>
            </a:pathLst>
          </a:custGeom>
          <a:solidFill>
            <a:srgbClr val="C0B3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0" name="bg object 1180"/>
          <p:cNvSpPr/>
          <p:nvPr/>
        </p:nvSpPr>
        <p:spPr>
          <a:xfrm>
            <a:off x="2183858" y="3690241"/>
            <a:ext cx="8890" cy="22860"/>
          </a:xfrm>
          <a:custGeom>
            <a:avLst/>
            <a:gdLst/>
            <a:ahLst/>
            <a:cxnLst/>
            <a:rect l="l" t="t" r="r" b="b"/>
            <a:pathLst>
              <a:path w="8889" h="22860">
                <a:moveTo>
                  <a:pt x="7817" y="0"/>
                </a:moveTo>
                <a:lnTo>
                  <a:pt x="3128" y="378"/>
                </a:lnTo>
                <a:lnTo>
                  <a:pt x="1560" y="267"/>
                </a:lnTo>
                <a:lnTo>
                  <a:pt x="7" y="267"/>
                </a:lnTo>
                <a:lnTo>
                  <a:pt x="0" y="18164"/>
                </a:lnTo>
                <a:lnTo>
                  <a:pt x="70" y="22261"/>
                </a:lnTo>
                <a:lnTo>
                  <a:pt x="4145" y="22277"/>
                </a:lnTo>
                <a:lnTo>
                  <a:pt x="4145" y="20725"/>
                </a:lnTo>
                <a:lnTo>
                  <a:pt x="4247" y="19164"/>
                </a:lnTo>
                <a:lnTo>
                  <a:pt x="3877" y="14484"/>
                </a:lnTo>
                <a:lnTo>
                  <a:pt x="5665" y="13829"/>
                </a:lnTo>
                <a:lnTo>
                  <a:pt x="8250" y="14026"/>
                </a:lnTo>
                <a:lnTo>
                  <a:pt x="8274" y="4397"/>
                </a:lnTo>
                <a:lnTo>
                  <a:pt x="8455" y="1812"/>
                </a:lnTo>
                <a:lnTo>
                  <a:pt x="7817" y="0"/>
                </a:lnTo>
                <a:close/>
              </a:path>
            </a:pathLst>
          </a:custGeom>
          <a:solidFill>
            <a:srgbClr val="D0C7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1" name="bg object 1181"/>
          <p:cNvSpPr/>
          <p:nvPr/>
        </p:nvSpPr>
        <p:spPr>
          <a:xfrm>
            <a:off x="2186065" y="3677678"/>
            <a:ext cx="12065" cy="8890"/>
          </a:xfrm>
          <a:custGeom>
            <a:avLst/>
            <a:gdLst/>
            <a:ahLst/>
            <a:cxnLst/>
            <a:rect l="l" t="t" r="r" b="b"/>
            <a:pathLst>
              <a:path w="12064" h="8889">
                <a:moveTo>
                  <a:pt x="2695" y="0"/>
                </a:moveTo>
                <a:lnTo>
                  <a:pt x="0" y="4948"/>
                </a:lnTo>
                <a:lnTo>
                  <a:pt x="2576" y="8565"/>
                </a:lnTo>
                <a:lnTo>
                  <a:pt x="8794" y="8731"/>
                </a:lnTo>
                <a:lnTo>
                  <a:pt x="10165" y="8707"/>
                </a:lnTo>
                <a:lnTo>
                  <a:pt x="11536" y="8707"/>
                </a:lnTo>
                <a:lnTo>
                  <a:pt x="7423" y="433"/>
                </a:lnTo>
                <a:lnTo>
                  <a:pt x="5634" y="535"/>
                </a:lnTo>
                <a:lnTo>
                  <a:pt x="2695" y="0"/>
                </a:lnTo>
                <a:close/>
              </a:path>
            </a:pathLst>
          </a:custGeom>
          <a:solidFill>
            <a:srgbClr val="B5A7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2" name="bg object 1182"/>
          <p:cNvSpPr/>
          <p:nvPr/>
        </p:nvSpPr>
        <p:spPr>
          <a:xfrm>
            <a:off x="2142491" y="4367093"/>
            <a:ext cx="20320" cy="19050"/>
          </a:xfrm>
          <a:custGeom>
            <a:avLst/>
            <a:gdLst/>
            <a:ahLst/>
            <a:cxnLst/>
            <a:rect l="l" t="t" r="r" b="b"/>
            <a:pathLst>
              <a:path w="20319" h="19050">
                <a:moveTo>
                  <a:pt x="17691" y="0"/>
                </a:moveTo>
                <a:lnTo>
                  <a:pt x="13971" y="441"/>
                </a:lnTo>
                <a:lnTo>
                  <a:pt x="14003" y="3349"/>
                </a:lnTo>
                <a:lnTo>
                  <a:pt x="14444" y="6548"/>
                </a:lnTo>
                <a:lnTo>
                  <a:pt x="9842" y="5957"/>
                </a:lnTo>
                <a:lnTo>
                  <a:pt x="10212" y="9086"/>
                </a:lnTo>
                <a:lnTo>
                  <a:pt x="8865" y="10496"/>
                </a:lnTo>
                <a:lnTo>
                  <a:pt x="5713" y="10094"/>
                </a:lnTo>
                <a:lnTo>
                  <a:pt x="1599" y="10094"/>
                </a:lnTo>
                <a:lnTo>
                  <a:pt x="1583" y="14231"/>
                </a:lnTo>
                <a:lnTo>
                  <a:pt x="0" y="18589"/>
                </a:lnTo>
                <a:lnTo>
                  <a:pt x="2624" y="18707"/>
                </a:lnTo>
                <a:lnTo>
                  <a:pt x="5713" y="18353"/>
                </a:lnTo>
                <a:lnTo>
                  <a:pt x="5319" y="15209"/>
                </a:lnTo>
                <a:lnTo>
                  <a:pt x="6682" y="13814"/>
                </a:lnTo>
                <a:lnTo>
                  <a:pt x="9826" y="14231"/>
                </a:lnTo>
                <a:lnTo>
                  <a:pt x="13948" y="14223"/>
                </a:lnTo>
                <a:lnTo>
                  <a:pt x="13388" y="9629"/>
                </a:lnTo>
                <a:lnTo>
                  <a:pt x="16501" y="9992"/>
                </a:lnTo>
                <a:lnTo>
                  <a:pt x="19456" y="10086"/>
                </a:lnTo>
                <a:lnTo>
                  <a:pt x="19448" y="8526"/>
                </a:lnTo>
                <a:lnTo>
                  <a:pt x="19259" y="6942"/>
                </a:lnTo>
                <a:lnTo>
                  <a:pt x="20094" y="945"/>
                </a:lnTo>
                <a:lnTo>
                  <a:pt x="17691" y="0"/>
                </a:lnTo>
                <a:close/>
              </a:path>
            </a:pathLst>
          </a:custGeom>
          <a:solidFill>
            <a:srgbClr val="746D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3" name="bg object 1183"/>
          <p:cNvSpPr/>
          <p:nvPr/>
        </p:nvSpPr>
        <p:spPr>
          <a:xfrm>
            <a:off x="2156023" y="4384995"/>
            <a:ext cx="10795" cy="10795"/>
          </a:xfrm>
          <a:custGeom>
            <a:avLst/>
            <a:gdLst/>
            <a:ahLst/>
            <a:cxnLst/>
            <a:rect l="l" t="t" r="r" b="b"/>
            <a:pathLst>
              <a:path w="10794" h="10795">
                <a:moveTo>
                  <a:pt x="8234" y="0"/>
                </a:moveTo>
                <a:lnTo>
                  <a:pt x="4523" y="457"/>
                </a:lnTo>
                <a:lnTo>
                  <a:pt x="4609" y="3364"/>
                </a:lnTo>
                <a:lnTo>
                  <a:pt x="5027" y="6524"/>
                </a:lnTo>
                <a:lnTo>
                  <a:pt x="441" y="5941"/>
                </a:lnTo>
                <a:lnTo>
                  <a:pt x="0" y="9109"/>
                </a:lnTo>
                <a:lnTo>
                  <a:pt x="1394" y="10465"/>
                </a:lnTo>
                <a:lnTo>
                  <a:pt x="4531" y="10102"/>
                </a:lnTo>
                <a:lnTo>
                  <a:pt x="10007" y="10063"/>
                </a:lnTo>
                <a:lnTo>
                  <a:pt x="10007" y="8502"/>
                </a:lnTo>
                <a:lnTo>
                  <a:pt x="9842" y="6918"/>
                </a:lnTo>
                <a:lnTo>
                  <a:pt x="10669" y="890"/>
                </a:lnTo>
                <a:lnTo>
                  <a:pt x="8234" y="0"/>
                </a:lnTo>
                <a:close/>
              </a:path>
            </a:pathLst>
          </a:custGeom>
          <a:solidFill>
            <a:srgbClr val="807A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4" name="bg object 1184"/>
          <p:cNvSpPr/>
          <p:nvPr/>
        </p:nvSpPr>
        <p:spPr>
          <a:xfrm>
            <a:off x="2156443" y="4385451"/>
            <a:ext cx="5080" cy="6350"/>
          </a:xfrm>
          <a:custGeom>
            <a:avLst/>
            <a:gdLst/>
            <a:ahLst/>
            <a:cxnLst/>
            <a:rect l="l" t="t" r="r" b="b"/>
            <a:pathLst>
              <a:path w="5080" h="6350">
                <a:moveTo>
                  <a:pt x="4105" y="0"/>
                </a:moveTo>
                <a:lnTo>
                  <a:pt x="0" y="0"/>
                </a:lnTo>
                <a:lnTo>
                  <a:pt x="0" y="1828"/>
                </a:lnTo>
                <a:lnTo>
                  <a:pt x="23" y="5484"/>
                </a:lnTo>
                <a:lnTo>
                  <a:pt x="4609" y="6067"/>
                </a:lnTo>
                <a:lnTo>
                  <a:pt x="4184" y="2907"/>
                </a:lnTo>
                <a:lnTo>
                  <a:pt x="4105" y="0"/>
                </a:lnTo>
                <a:close/>
              </a:path>
            </a:pathLst>
          </a:custGeom>
          <a:solidFill>
            <a:srgbClr val="8D88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5" name="bg object 1185"/>
          <p:cNvSpPr/>
          <p:nvPr/>
        </p:nvSpPr>
        <p:spPr>
          <a:xfrm>
            <a:off x="2134247" y="4381302"/>
            <a:ext cx="13970" cy="13970"/>
          </a:xfrm>
          <a:custGeom>
            <a:avLst/>
            <a:gdLst/>
            <a:ahLst/>
            <a:cxnLst/>
            <a:rect l="l" t="t" r="r" b="b"/>
            <a:pathLst>
              <a:path w="13969" h="13970">
                <a:moveTo>
                  <a:pt x="4365" y="0"/>
                </a:moveTo>
                <a:lnTo>
                  <a:pt x="4720" y="3104"/>
                </a:lnTo>
                <a:lnTo>
                  <a:pt x="3420" y="4562"/>
                </a:lnTo>
                <a:lnTo>
                  <a:pt x="252" y="4137"/>
                </a:lnTo>
                <a:lnTo>
                  <a:pt x="0" y="6879"/>
                </a:lnTo>
                <a:lnTo>
                  <a:pt x="851" y="8676"/>
                </a:lnTo>
                <a:lnTo>
                  <a:pt x="8487" y="7659"/>
                </a:lnTo>
                <a:lnTo>
                  <a:pt x="8699" y="10512"/>
                </a:lnTo>
                <a:lnTo>
                  <a:pt x="8479" y="13759"/>
                </a:lnTo>
                <a:lnTo>
                  <a:pt x="13948" y="13782"/>
                </a:lnTo>
                <a:lnTo>
                  <a:pt x="13956" y="4145"/>
                </a:lnTo>
                <a:lnTo>
                  <a:pt x="10866" y="4499"/>
                </a:lnTo>
                <a:lnTo>
                  <a:pt x="8242" y="4381"/>
                </a:lnTo>
                <a:lnTo>
                  <a:pt x="9826" y="23"/>
                </a:lnTo>
                <a:lnTo>
                  <a:pt x="4365" y="0"/>
                </a:lnTo>
                <a:close/>
              </a:path>
            </a:pathLst>
          </a:custGeom>
          <a:solidFill>
            <a:srgbClr val="675D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6" name="bg object 1186"/>
          <p:cNvSpPr/>
          <p:nvPr/>
        </p:nvSpPr>
        <p:spPr>
          <a:xfrm>
            <a:off x="2134483" y="4395060"/>
            <a:ext cx="8255" cy="4445"/>
          </a:xfrm>
          <a:custGeom>
            <a:avLst/>
            <a:gdLst/>
            <a:ahLst/>
            <a:cxnLst/>
            <a:rect l="l" t="t" r="r" b="b"/>
            <a:pathLst>
              <a:path w="8255" h="4445">
                <a:moveTo>
                  <a:pt x="0" y="4152"/>
                </a:moveTo>
                <a:lnTo>
                  <a:pt x="15" y="47"/>
                </a:lnTo>
                <a:lnTo>
                  <a:pt x="8250" y="0"/>
                </a:lnTo>
                <a:lnTo>
                  <a:pt x="8156" y="4192"/>
                </a:lnTo>
                <a:lnTo>
                  <a:pt x="0" y="4152"/>
                </a:lnTo>
                <a:close/>
              </a:path>
            </a:pathLst>
          </a:custGeom>
          <a:solidFill>
            <a:srgbClr val="9689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7" name="bg object 1187"/>
          <p:cNvSpPr/>
          <p:nvPr/>
        </p:nvSpPr>
        <p:spPr>
          <a:xfrm>
            <a:off x="2156460" y="4354789"/>
            <a:ext cx="18415" cy="26670"/>
          </a:xfrm>
          <a:custGeom>
            <a:avLst/>
            <a:gdLst/>
            <a:ahLst/>
            <a:cxnLst/>
            <a:rect l="l" t="t" r="r" b="b"/>
            <a:pathLst>
              <a:path w="18414" h="26670">
                <a:moveTo>
                  <a:pt x="9471" y="12301"/>
                </a:moveTo>
                <a:lnTo>
                  <a:pt x="3719" y="12301"/>
                </a:lnTo>
                <a:lnTo>
                  <a:pt x="6123" y="13246"/>
                </a:lnTo>
                <a:lnTo>
                  <a:pt x="5423" y="18266"/>
                </a:lnTo>
                <a:lnTo>
                  <a:pt x="5331" y="19614"/>
                </a:lnTo>
                <a:lnTo>
                  <a:pt x="5476" y="20827"/>
                </a:lnTo>
                <a:lnTo>
                  <a:pt x="5484" y="22387"/>
                </a:lnTo>
                <a:lnTo>
                  <a:pt x="6879" y="23152"/>
                </a:lnTo>
                <a:lnTo>
                  <a:pt x="8211" y="24058"/>
                </a:lnTo>
                <a:lnTo>
                  <a:pt x="11568" y="25382"/>
                </a:lnTo>
                <a:lnTo>
                  <a:pt x="13593" y="26351"/>
                </a:lnTo>
                <a:lnTo>
                  <a:pt x="16283" y="26351"/>
                </a:lnTo>
                <a:lnTo>
                  <a:pt x="17182" y="24058"/>
                </a:lnTo>
                <a:lnTo>
                  <a:pt x="17297" y="23767"/>
                </a:lnTo>
                <a:lnTo>
                  <a:pt x="18108" y="21056"/>
                </a:lnTo>
                <a:lnTo>
                  <a:pt x="17825" y="19614"/>
                </a:lnTo>
                <a:lnTo>
                  <a:pt x="17825" y="18786"/>
                </a:lnTo>
                <a:lnTo>
                  <a:pt x="9558" y="18786"/>
                </a:lnTo>
                <a:lnTo>
                  <a:pt x="9471" y="12301"/>
                </a:lnTo>
                <a:close/>
              </a:path>
              <a:path w="18414" h="26670">
                <a:moveTo>
                  <a:pt x="17825" y="18266"/>
                </a:moveTo>
                <a:lnTo>
                  <a:pt x="13711" y="18266"/>
                </a:lnTo>
                <a:lnTo>
                  <a:pt x="9558" y="18786"/>
                </a:lnTo>
                <a:lnTo>
                  <a:pt x="17825" y="18786"/>
                </a:lnTo>
                <a:lnTo>
                  <a:pt x="17825" y="18266"/>
                </a:lnTo>
                <a:close/>
              </a:path>
              <a:path w="18414" h="26670">
                <a:moveTo>
                  <a:pt x="5437" y="4507"/>
                </a:moveTo>
                <a:lnTo>
                  <a:pt x="1347" y="4507"/>
                </a:lnTo>
                <a:lnTo>
                  <a:pt x="1339" y="8644"/>
                </a:lnTo>
                <a:lnTo>
                  <a:pt x="0" y="12750"/>
                </a:lnTo>
                <a:lnTo>
                  <a:pt x="3719" y="12301"/>
                </a:lnTo>
                <a:lnTo>
                  <a:pt x="9471" y="12301"/>
                </a:lnTo>
                <a:lnTo>
                  <a:pt x="9440" y="10031"/>
                </a:lnTo>
                <a:lnTo>
                  <a:pt x="10244" y="8219"/>
                </a:lnTo>
                <a:lnTo>
                  <a:pt x="13696" y="8219"/>
                </a:lnTo>
                <a:lnTo>
                  <a:pt x="13703" y="4933"/>
                </a:lnTo>
                <a:lnTo>
                  <a:pt x="8613" y="4933"/>
                </a:lnTo>
                <a:lnTo>
                  <a:pt x="5437" y="4507"/>
                </a:lnTo>
                <a:close/>
              </a:path>
              <a:path w="18414" h="26670">
                <a:moveTo>
                  <a:pt x="13696" y="8219"/>
                </a:moveTo>
                <a:lnTo>
                  <a:pt x="10244" y="8219"/>
                </a:lnTo>
                <a:lnTo>
                  <a:pt x="13695" y="8644"/>
                </a:lnTo>
                <a:lnTo>
                  <a:pt x="13696" y="8219"/>
                </a:lnTo>
                <a:close/>
              </a:path>
              <a:path w="18414" h="26670">
                <a:moveTo>
                  <a:pt x="12718" y="0"/>
                </a:moveTo>
                <a:lnTo>
                  <a:pt x="9598" y="362"/>
                </a:lnTo>
                <a:lnTo>
                  <a:pt x="9968" y="3522"/>
                </a:lnTo>
                <a:lnTo>
                  <a:pt x="8613" y="4933"/>
                </a:lnTo>
                <a:lnTo>
                  <a:pt x="13703" y="4933"/>
                </a:lnTo>
                <a:lnTo>
                  <a:pt x="13825" y="3522"/>
                </a:lnTo>
                <a:lnTo>
                  <a:pt x="14090" y="1379"/>
                </a:lnTo>
                <a:lnTo>
                  <a:pt x="12718" y="0"/>
                </a:lnTo>
                <a:close/>
              </a:path>
            </a:pathLst>
          </a:custGeom>
          <a:solidFill>
            <a:srgbClr val="7F77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8" name="bg object 1188"/>
          <p:cNvSpPr/>
          <p:nvPr/>
        </p:nvSpPr>
        <p:spPr>
          <a:xfrm>
            <a:off x="2179722" y="4355181"/>
            <a:ext cx="18415" cy="18415"/>
          </a:xfrm>
          <a:custGeom>
            <a:avLst/>
            <a:gdLst/>
            <a:ahLst/>
            <a:cxnLst/>
            <a:rect l="l" t="t" r="r" b="b"/>
            <a:pathLst>
              <a:path w="18414" h="18414">
                <a:moveTo>
                  <a:pt x="8308" y="13365"/>
                </a:moveTo>
                <a:lnTo>
                  <a:pt x="3199" y="13365"/>
                </a:lnTo>
                <a:lnTo>
                  <a:pt x="4570" y="14751"/>
                </a:lnTo>
                <a:lnTo>
                  <a:pt x="4176" y="17888"/>
                </a:lnTo>
                <a:lnTo>
                  <a:pt x="8282" y="17888"/>
                </a:lnTo>
                <a:lnTo>
                  <a:pt x="8308" y="13365"/>
                </a:lnTo>
                <a:close/>
              </a:path>
              <a:path w="18414" h="18414">
                <a:moveTo>
                  <a:pt x="0" y="8242"/>
                </a:moveTo>
                <a:lnTo>
                  <a:pt x="70" y="13727"/>
                </a:lnTo>
                <a:lnTo>
                  <a:pt x="3199" y="13365"/>
                </a:lnTo>
                <a:lnTo>
                  <a:pt x="8308" y="13365"/>
                </a:lnTo>
                <a:lnTo>
                  <a:pt x="8325" y="10528"/>
                </a:lnTo>
                <a:lnTo>
                  <a:pt x="4058" y="10528"/>
                </a:lnTo>
                <a:lnTo>
                  <a:pt x="1938" y="9038"/>
                </a:lnTo>
                <a:lnTo>
                  <a:pt x="0" y="8242"/>
                </a:lnTo>
                <a:close/>
              </a:path>
              <a:path w="18414" h="18414">
                <a:moveTo>
                  <a:pt x="8281" y="0"/>
                </a:moveTo>
                <a:lnTo>
                  <a:pt x="4152" y="0"/>
                </a:lnTo>
                <a:lnTo>
                  <a:pt x="4058" y="10528"/>
                </a:lnTo>
                <a:lnTo>
                  <a:pt x="8325" y="10528"/>
                </a:lnTo>
                <a:lnTo>
                  <a:pt x="8330" y="9669"/>
                </a:lnTo>
                <a:lnTo>
                  <a:pt x="7281" y="9669"/>
                </a:lnTo>
                <a:lnTo>
                  <a:pt x="8337" y="8471"/>
                </a:lnTo>
                <a:lnTo>
                  <a:pt x="17901" y="8471"/>
                </a:lnTo>
                <a:lnTo>
                  <a:pt x="17990" y="6698"/>
                </a:lnTo>
                <a:lnTo>
                  <a:pt x="18254" y="4554"/>
                </a:lnTo>
                <a:lnTo>
                  <a:pt x="7722" y="4554"/>
                </a:lnTo>
                <a:lnTo>
                  <a:pt x="8281" y="0"/>
                </a:lnTo>
                <a:close/>
              </a:path>
              <a:path w="18414" h="18414">
                <a:moveTo>
                  <a:pt x="8337" y="8471"/>
                </a:moveTo>
                <a:lnTo>
                  <a:pt x="7281" y="9669"/>
                </a:lnTo>
                <a:lnTo>
                  <a:pt x="8330" y="9669"/>
                </a:lnTo>
                <a:lnTo>
                  <a:pt x="8337" y="8471"/>
                </a:lnTo>
                <a:close/>
              </a:path>
              <a:path w="18414" h="18414">
                <a:moveTo>
                  <a:pt x="17901" y="8471"/>
                </a:moveTo>
                <a:lnTo>
                  <a:pt x="8337" y="8471"/>
                </a:lnTo>
                <a:lnTo>
                  <a:pt x="8330" y="9669"/>
                </a:lnTo>
                <a:lnTo>
                  <a:pt x="17840" y="9669"/>
                </a:lnTo>
                <a:lnTo>
                  <a:pt x="17901" y="8471"/>
                </a:lnTo>
                <a:close/>
              </a:path>
              <a:path w="18414" h="18414">
                <a:moveTo>
                  <a:pt x="18376" y="3561"/>
                </a:moveTo>
                <a:lnTo>
                  <a:pt x="12854" y="4223"/>
                </a:lnTo>
                <a:lnTo>
                  <a:pt x="10827" y="4223"/>
                </a:lnTo>
                <a:lnTo>
                  <a:pt x="7722" y="4554"/>
                </a:lnTo>
                <a:lnTo>
                  <a:pt x="18254" y="4554"/>
                </a:lnTo>
                <a:lnTo>
                  <a:pt x="18376" y="3561"/>
                </a:lnTo>
                <a:close/>
              </a:path>
            </a:pathLst>
          </a:custGeom>
          <a:solidFill>
            <a:srgbClr val="8B84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9" name="bg object 1189"/>
          <p:cNvSpPr/>
          <p:nvPr/>
        </p:nvSpPr>
        <p:spPr>
          <a:xfrm>
            <a:off x="2178406" y="4373069"/>
            <a:ext cx="10160" cy="10160"/>
          </a:xfrm>
          <a:custGeom>
            <a:avLst/>
            <a:gdLst/>
            <a:ahLst/>
            <a:cxnLst/>
            <a:rect l="l" t="t" r="r" b="b"/>
            <a:pathLst>
              <a:path w="10160" h="10160">
                <a:moveTo>
                  <a:pt x="9582" y="7"/>
                </a:moveTo>
                <a:lnTo>
                  <a:pt x="5492" y="0"/>
                </a:lnTo>
                <a:lnTo>
                  <a:pt x="4783" y="1363"/>
                </a:lnTo>
                <a:lnTo>
                  <a:pt x="4192" y="2813"/>
                </a:lnTo>
                <a:lnTo>
                  <a:pt x="2348" y="5539"/>
                </a:lnTo>
                <a:lnTo>
                  <a:pt x="1126" y="6847"/>
                </a:lnTo>
                <a:lnTo>
                  <a:pt x="0" y="8227"/>
                </a:lnTo>
                <a:lnTo>
                  <a:pt x="9613" y="9645"/>
                </a:lnTo>
                <a:lnTo>
                  <a:pt x="9582" y="7"/>
                </a:lnTo>
                <a:close/>
              </a:path>
            </a:pathLst>
          </a:custGeom>
          <a:solidFill>
            <a:srgbClr val="948C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0" name="bg object 1190"/>
          <p:cNvSpPr/>
          <p:nvPr/>
        </p:nvSpPr>
        <p:spPr>
          <a:xfrm>
            <a:off x="2173641" y="4362952"/>
            <a:ext cx="6985" cy="10795"/>
          </a:xfrm>
          <a:custGeom>
            <a:avLst/>
            <a:gdLst/>
            <a:ahLst/>
            <a:cxnLst/>
            <a:rect l="l" t="t" r="r" b="b"/>
            <a:pathLst>
              <a:path w="6985" h="10795">
                <a:moveTo>
                  <a:pt x="6653" y="10244"/>
                </a:moveTo>
                <a:lnTo>
                  <a:pt x="3617" y="10244"/>
                </a:lnTo>
                <a:lnTo>
                  <a:pt x="6682" y="10488"/>
                </a:lnTo>
                <a:lnTo>
                  <a:pt x="6653" y="10244"/>
                </a:lnTo>
                <a:close/>
              </a:path>
              <a:path w="6985" h="10795">
                <a:moveTo>
                  <a:pt x="2332" y="0"/>
                </a:moveTo>
                <a:lnTo>
                  <a:pt x="0" y="1000"/>
                </a:lnTo>
                <a:lnTo>
                  <a:pt x="819" y="6966"/>
                </a:lnTo>
                <a:lnTo>
                  <a:pt x="646" y="8542"/>
                </a:lnTo>
                <a:lnTo>
                  <a:pt x="646" y="10102"/>
                </a:lnTo>
                <a:lnTo>
                  <a:pt x="6636" y="10102"/>
                </a:lnTo>
                <a:lnTo>
                  <a:pt x="6265" y="6966"/>
                </a:lnTo>
                <a:lnTo>
                  <a:pt x="6146" y="5957"/>
                </a:lnTo>
                <a:lnTo>
                  <a:pt x="6083" y="472"/>
                </a:lnTo>
                <a:lnTo>
                  <a:pt x="2332" y="0"/>
                </a:lnTo>
                <a:close/>
              </a:path>
            </a:pathLst>
          </a:custGeom>
          <a:solidFill>
            <a:srgbClr val="7062A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1" name="bg object 1191"/>
          <p:cNvSpPr/>
          <p:nvPr/>
        </p:nvSpPr>
        <p:spPr>
          <a:xfrm>
            <a:off x="2174008" y="4386636"/>
            <a:ext cx="5080" cy="8890"/>
          </a:xfrm>
          <a:custGeom>
            <a:avLst/>
            <a:gdLst/>
            <a:ahLst/>
            <a:cxnLst/>
            <a:rect l="l" t="t" r="r" b="b"/>
            <a:pathLst>
              <a:path w="5080" h="8889">
                <a:moveTo>
                  <a:pt x="1820" y="0"/>
                </a:moveTo>
                <a:lnTo>
                  <a:pt x="0" y="622"/>
                </a:lnTo>
                <a:lnTo>
                  <a:pt x="378" y="5319"/>
                </a:lnTo>
                <a:lnTo>
                  <a:pt x="283" y="6887"/>
                </a:lnTo>
                <a:lnTo>
                  <a:pt x="283" y="8439"/>
                </a:lnTo>
                <a:lnTo>
                  <a:pt x="2876" y="8652"/>
                </a:lnTo>
                <a:lnTo>
                  <a:pt x="4649" y="7990"/>
                </a:lnTo>
                <a:lnTo>
                  <a:pt x="4279" y="3301"/>
                </a:lnTo>
                <a:lnTo>
                  <a:pt x="4389" y="1741"/>
                </a:lnTo>
                <a:lnTo>
                  <a:pt x="4389" y="181"/>
                </a:lnTo>
                <a:lnTo>
                  <a:pt x="1820" y="0"/>
                </a:lnTo>
                <a:close/>
              </a:path>
            </a:pathLst>
          </a:custGeom>
          <a:solidFill>
            <a:srgbClr val="8A87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2" name="bg object 1192"/>
          <p:cNvSpPr/>
          <p:nvPr/>
        </p:nvSpPr>
        <p:spPr>
          <a:xfrm>
            <a:off x="2155886" y="4376726"/>
            <a:ext cx="6985" cy="5080"/>
          </a:xfrm>
          <a:custGeom>
            <a:avLst/>
            <a:gdLst/>
            <a:ahLst/>
            <a:cxnLst/>
            <a:rect l="l" t="t" r="r" b="b"/>
            <a:pathLst>
              <a:path w="6985" h="5079">
                <a:moveTo>
                  <a:pt x="0" y="0"/>
                </a:moveTo>
                <a:lnTo>
                  <a:pt x="567" y="4570"/>
                </a:lnTo>
                <a:lnTo>
                  <a:pt x="3483" y="4665"/>
                </a:lnTo>
                <a:lnTo>
                  <a:pt x="6619" y="5067"/>
                </a:lnTo>
                <a:lnTo>
                  <a:pt x="6036" y="472"/>
                </a:lnTo>
                <a:lnTo>
                  <a:pt x="3104" y="362"/>
                </a:lnTo>
                <a:lnTo>
                  <a:pt x="0" y="0"/>
                </a:lnTo>
                <a:close/>
              </a:path>
            </a:pathLst>
          </a:custGeom>
          <a:solidFill>
            <a:srgbClr val="6560A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3" name="bg object 1193"/>
          <p:cNvSpPr/>
          <p:nvPr/>
        </p:nvSpPr>
        <p:spPr>
          <a:xfrm>
            <a:off x="2097414" y="3760500"/>
            <a:ext cx="10160" cy="22225"/>
          </a:xfrm>
          <a:custGeom>
            <a:avLst/>
            <a:gdLst/>
            <a:ahLst/>
            <a:cxnLst/>
            <a:rect l="l" t="t" r="r" b="b"/>
            <a:pathLst>
              <a:path w="10160" h="22225">
                <a:moveTo>
                  <a:pt x="8085" y="0"/>
                </a:moveTo>
                <a:lnTo>
                  <a:pt x="5500" y="173"/>
                </a:lnTo>
                <a:lnTo>
                  <a:pt x="5492" y="4318"/>
                </a:lnTo>
                <a:lnTo>
                  <a:pt x="5185" y="6288"/>
                </a:lnTo>
                <a:lnTo>
                  <a:pt x="4728" y="8250"/>
                </a:lnTo>
                <a:lnTo>
                  <a:pt x="4412" y="13822"/>
                </a:lnTo>
                <a:lnTo>
                  <a:pt x="2048" y="12797"/>
                </a:lnTo>
                <a:lnTo>
                  <a:pt x="15" y="12569"/>
                </a:lnTo>
                <a:lnTo>
                  <a:pt x="0" y="18077"/>
                </a:lnTo>
                <a:lnTo>
                  <a:pt x="3160" y="17675"/>
                </a:lnTo>
                <a:lnTo>
                  <a:pt x="4507" y="19070"/>
                </a:lnTo>
                <a:lnTo>
                  <a:pt x="4129" y="22198"/>
                </a:lnTo>
                <a:lnTo>
                  <a:pt x="9606" y="22206"/>
                </a:lnTo>
                <a:lnTo>
                  <a:pt x="9629" y="6895"/>
                </a:lnTo>
                <a:lnTo>
                  <a:pt x="9503" y="5334"/>
                </a:lnTo>
                <a:lnTo>
                  <a:pt x="9881" y="646"/>
                </a:lnTo>
                <a:lnTo>
                  <a:pt x="8085" y="0"/>
                </a:lnTo>
                <a:close/>
              </a:path>
            </a:pathLst>
          </a:custGeom>
          <a:solidFill>
            <a:srgbClr val="A59A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4" name="bg object 1194"/>
          <p:cNvSpPr/>
          <p:nvPr/>
        </p:nvSpPr>
        <p:spPr>
          <a:xfrm>
            <a:off x="2097382" y="3778170"/>
            <a:ext cx="5080" cy="13335"/>
          </a:xfrm>
          <a:custGeom>
            <a:avLst/>
            <a:gdLst/>
            <a:ahLst/>
            <a:cxnLst/>
            <a:rect l="l" t="t" r="r" b="b"/>
            <a:pathLst>
              <a:path w="5080" h="13335">
                <a:moveTo>
                  <a:pt x="3191" y="0"/>
                </a:moveTo>
                <a:lnTo>
                  <a:pt x="47" y="401"/>
                </a:lnTo>
                <a:lnTo>
                  <a:pt x="0" y="12789"/>
                </a:lnTo>
                <a:lnTo>
                  <a:pt x="4152" y="12797"/>
                </a:lnTo>
                <a:lnTo>
                  <a:pt x="4160" y="4531"/>
                </a:lnTo>
                <a:lnTo>
                  <a:pt x="4539" y="1402"/>
                </a:lnTo>
                <a:lnTo>
                  <a:pt x="3191" y="0"/>
                </a:lnTo>
                <a:close/>
              </a:path>
            </a:pathLst>
          </a:custGeom>
          <a:solidFill>
            <a:srgbClr val="B6AD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5" name="bg object 1195"/>
          <p:cNvSpPr/>
          <p:nvPr/>
        </p:nvSpPr>
        <p:spPr>
          <a:xfrm>
            <a:off x="2091914" y="3790964"/>
            <a:ext cx="10160" cy="18415"/>
          </a:xfrm>
          <a:custGeom>
            <a:avLst/>
            <a:gdLst/>
            <a:ahLst/>
            <a:cxnLst/>
            <a:rect l="l" t="t" r="r" b="b"/>
            <a:pathLst>
              <a:path w="10160" h="18414">
                <a:moveTo>
                  <a:pt x="9623" y="0"/>
                </a:moveTo>
                <a:lnTo>
                  <a:pt x="5525" y="0"/>
                </a:lnTo>
                <a:lnTo>
                  <a:pt x="5249" y="2182"/>
                </a:lnTo>
                <a:lnTo>
                  <a:pt x="6376" y="4854"/>
                </a:lnTo>
                <a:lnTo>
                  <a:pt x="2089" y="6052"/>
                </a:lnTo>
                <a:lnTo>
                  <a:pt x="1853" y="8305"/>
                </a:lnTo>
                <a:lnTo>
                  <a:pt x="1434" y="9416"/>
                </a:lnTo>
                <a:lnTo>
                  <a:pt x="1352" y="9645"/>
                </a:lnTo>
                <a:lnTo>
                  <a:pt x="0" y="17888"/>
                </a:lnTo>
                <a:lnTo>
                  <a:pt x="5501" y="17888"/>
                </a:lnTo>
                <a:lnTo>
                  <a:pt x="5485" y="13223"/>
                </a:lnTo>
                <a:lnTo>
                  <a:pt x="5241" y="10094"/>
                </a:lnTo>
                <a:lnTo>
                  <a:pt x="6999" y="9416"/>
                </a:lnTo>
                <a:lnTo>
                  <a:pt x="9600" y="9416"/>
                </a:lnTo>
                <a:lnTo>
                  <a:pt x="9623" y="0"/>
                </a:lnTo>
                <a:close/>
              </a:path>
              <a:path w="10160" h="18414">
                <a:moveTo>
                  <a:pt x="9600" y="9416"/>
                </a:moveTo>
                <a:lnTo>
                  <a:pt x="6999" y="9416"/>
                </a:lnTo>
                <a:lnTo>
                  <a:pt x="9599" y="9645"/>
                </a:lnTo>
                <a:lnTo>
                  <a:pt x="9600" y="9416"/>
                </a:lnTo>
                <a:close/>
              </a:path>
            </a:pathLst>
          </a:custGeom>
          <a:solidFill>
            <a:srgbClr val="ACA3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6" name="bg object 1196"/>
          <p:cNvSpPr/>
          <p:nvPr/>
        </p:nvSpPr>
        <p:spPr>
          <a:xfrm>
            <a:off x="2087146" y="3800134"/>
            <a:ext cx="6350" cy="8890"/>
          </a:xfrm>
          <a:custGeom>
            <a:avLst/>
            <a:gdLst/>
            <a:ahLst/>
            <a:cxnLst/>
            <a:rect l="l" t="t" r="r" b="b"/>
            <a:pathLst>
              <a:path w="6350" h="8889">
                <a:moveTo>
                  <a:pt x="2427" y="0"/>
                </a:moveTo>
                <a:lnTo>
                  <a:pt x="0" y="929"/>
                </a:lnTo>
                <a:lnTo>
                  <a:pt x="795" y="6469"/>
                </a:lnTo>
                <a:lnTo>
                  <a:pt x="654" y="7596"/>
                </a:lnTo>
                <a:lnTo>
                  <a:pt x="654" y="8699"/>
                </a:lnTo>
                <a:lnTo>
                  <a:pt x="4767" y="8715"/>
                </a:lnTo>
                <a:lnTo>
                  <a:pt x="6123" y="449"/>
                </a:lnTo>
                <a:lnTo>
                  <a:pt x="2427" y="0"/>
                </a:lnTo>
                <a:close/>
              </a:path>
            </a:pathLst>
          </a:custGeom>
          <a:solidFill>
            <a:srgbClr val="BAB3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7" name="bg object 1197"/>
          <p:cNvSpPr/>
          <p:nvPr/>
        </p:nvSpPr>
        <p:spPr>
          <a:xfrm>
            <a:off x="2233316" y="4075809"/>
            <a:ext cx="15240" cy="22225"/>
          </a:xfrm>
          <a:custGeom>
            <a:avLst/>
            <a:gdLst/>
            <a:ahLst/>
            <a:cxnLst/>
            <a:rect l="l" t="t" r="r" b="b"/>
            <a:pathLst>
              <a:path w="15239" h="22225">
                <a:moveTo>
                  <a:pt x="1363" y="0"/>
                </a:moveTo>
                <a:lnTo>
                  <a:pt x="0" y="4129"/>
                </a:lnTo>
                <a:lnTo>
                  <a:pt x="3790" y="3656"/>
                </a:lnTo>
                <a:lnTo>
                  <a:pt x="6020" y="4696"/>
                </a:lnTo>
                <a:lnTo>
                  <a:pt x="5216" y="12041"/>
                </a:lnTo>
                <a:lnTo>
                  <a:pt x="5468" y="14988"/>
                </a:lnTo>
                <a:lnTo>
                  <a:pt x="5468" y="17896"/>
                </a:lnTo>
                <a:lnTo>
                  <a:pt x="13688" y="22041"/>
                </a:lnTo>
                <a:lnTo>
                  <a:pt x="13711" y="17896"/>
                </a:lnTo>
                <a:lnTo>
                  <a:pt x="13546" y="13782"/>
                </a:lnTo>
                <a:lnTo>
                  <a:pt x="15027" y="9125"/>
                </a:lnTo>
                <a:lnTo>
                  <a:pt x="9464" y="6461"/>
                </a:lnTo>
                <a:lnTo>
                  <a:pt x="9677" y="4996"/>
                </a:lnTo>
                <a:lnTo>
                  <a:pt x="9613" y="4121"/>
                </a:lnTo>
                <a:lnTo>
                  <a:pt x="9574" y="23"/>
                </a:lnTo>
                <a:lnTo>
                  <a:pt x="1363" y="0"/>
                </a:lnTo>
                <a:close/>
              </a:path>
            </a:pathLst>
          </a:custGeom>
          <a:solidFill>
            <a:srgbClr val="B3A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8" name="bg object 1198"/>
          <p:cNvSpPr/>
          <p:nvPr/>
        </p:nvSpPr>
        <p:spPr>
          <a:xfrm>
            <a:off x="2247010" y="4053800"/>
            <a:ext cx="10160" cy="12700"/>
          </a:xfrm>
          <a:custGeom>
            <a:avLst/>
            <a:gdLst/>
            <a:ahLst/>
            <a:cxnLst/>
            <a:rect l="l" t="t" r="r" b="b"/>
            <a:pathLst>
              <a:path w="10160" h="12700">
                <a:moveTo>
                  <a:pt x="9621" y="7"/>
                </a:moveTo>
                <a:lnTo>
                  <a:pt x="1379" y="0"/>
                </a:lnTo>
                <a:lnTo>
                  <a:pt x="0" y="8266"/>
                </a:lnTo>
                <a:lnTo>
                  <a:pt x="15" y="12379"/>
                </a:lnTo>
                <a:lnTo>
                  <a:pt x="9613" y="12395"/>
                </a:lnTo>
                <a:lnTo>
                  <a:pt x="9621" y="7"/>
                </a:lnTo>
                <a:close/>
              </a:path>
            </a:pathLst>
          </a:custGeom>
          <a:solidFill>
            <a:srgbClr val="B7AF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9" name="bg object 1199"/>
          <p:cNvSpPr/>
          <p:nvPr/>
        </p:nvSpPr>
        <p:spPr>
          <a:xfrm>
            <a:off x="2238761" y="4062069"/>
            <a:ext cx="8890" cy="18415"/>
          </a:xfrm>
          <a:custGeom>
            <a:avLst/>
            <a:gdLst/>
            <a:ahLst/>
            <a:cxnLst/>
            <a:rect l="l" t="t" r="r" b="b"/>
            <a:pathLst>
              <a:path w="8889" h="18414">
                <a:moveTo>
                  <a:pt x="8250" y="0"/>
                </a:moveTo>
                <a:lnTo>
                  <a:pt x="5508" y="1355"/>
                </a:lnTo>
                <a:lnTo>
                  <a:pt x="55" y="4137"/>
                </a:lnTo>
                <a:lnTo>
                  <a:pt x="78" y="8219"/>
                </a:lnTo>
                <a:lnTo>
                  <a:pt x="4641" y="7706"/>
                </a:lnTo>
                <a:lnTo>
                  <a:pt x="4231" y="10851"/>
                </a:lnTo>
                <a:lnTo>
                  <a:pt x="4129" y="13766"/>
                </a:lnTo>
                <a:lnTo>
                  <a:pt x="4168" y="17856"/>
                </a:lnTo>
                <a:lnTo>
                  <a:pt x="6824" y="18085"/>
                </a:lnTo>
                <a:lnTo>
                  <a:pt x="8447" y="17320"/>
                </a:lnTo>
                <a:lnTo>
                  <a:pt x="8132" y="10835"/>
                </a:lnTo>
                <a:lnTo>
                  <a:pt x="8266" y="7470"/>
                </a:lnTo>
                <a:lnTo>
                  <a:pt x="8250" y="0"/>
                </a:lnTo>
                <a:close/>
              </a:path>
            </a:pathLst>
          </a:custGeom>
          <a:solidFill>
            <a:srgbClr val="C9C1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0" name="bg object 1200"/>
          <p:cNvSpPr/>
          <p:nvPr/>
        </p:nvSpPr>
        <p:spPr>
          <a:xfrm>
            <a:off x="2237417" y="4106086"/>
            <a:ext cx="13970" cy="31750"/>
          </a:xfrm>
          <a:custGeom>
            <a:avLst/>
            <a:gdLst/>
            <a:ahLst/>
            <a:cxnLst/>
            <a:rect l="l" t="t" r="r" b="b"/>
            <a:pathLst>
              <a:path w="13969" h="31750">
                <a:moveTo>
                  <a:pt x="31" y="17919"/>
                </a:moveTo>
                <a:lnTo>
                  <a:pt x="0" y="31663"/>
                </a:lnTo>
                <a:lnTo>
                  <a:pt x="4089" y="31663"/>
                </a:lnTo>
                <a:lnTo>
                  <a:pt x="3743" y="28550"/>
                </a:lnTo>
                <a:lnTo>
                  <a:pt x="5067" y="27124"/>
                </a:lnTo>
                <a:lnTo>
                  <a:pt x="13727" y="27124"/>
                </a:lnTo>
                <a:lnTo>
                  <a:pt x="13724" y="18282"/>
                </a:lnTo>
                <a:lnTo>
                  <a:pt x="3160" y="18282"/>
                </a:lnTo>
                <a:lnTo>
                  <a:pt x="31" y="17919"/>
                </a:lnTo>
                <a:close/>
              </a:path>
              <a:path w="13969" h="31750">
                <a:moveTo>
                  <a:pt x="13727" y="27124"/>
                </a:moveTo>
                <a:lnTo>
                  <a:pt x="5067" y="27124"/>
                </a:lnTo>
                <a:lnTo>
                  <a:pt x="8227" y="27525"/>
                </a:lnTo>
                <a:lnTo>
                  <a:pt x="13727" y="27525"/>
                </a:lnTo>
                <a:lnTo>
                  <a:pt x="13727" y="27124"/>
                </a:lnTo>
                <a:close/>
              </a:path>
              <a:path w="13969" h="31750">
                <a:moveTo>
                  <a:pt x="9606" y="0"/>
                </a:moveTo>
                <a:lnTo>
                  <a:pt x="9606" y="2915"/>
                </a:lnTo>
                <a:lnTo>
                  <a:pt x="9376" y="5516"/>
                </a:lnTo>
                <a:lnTo>
                  <a:pt x="9346" y="5862"/>
                </a:lnTo>
                <a:lnTo>
                  <a:pt x="10149" y="13215"/>
                </a:lnTo>
                <a:lnTo>
                  <a:pt x="7935" y="14263"/>
                </a:lnTo>
                <a:lnTo>
                  <a:pt x="4181" y="14263"/>
                </a:lnTo>
                <a:lnTo>
                  <a:pt x="4499" y="16871"/>
                </a:lnTo>
                <a:lnTo>
                  <a:pt x="3160" y="18282"/>
                </a:lnTo>
                <a:lnTo>
                  <a:pt x="13724" y="18282"/>
                </a:lnTo>
                <a:lnTo>
                  <a:pt x="13722" y="14263"/>
                </a:lnTo>
                <a:lnTo>
                  <a:pt x="7935" y="14263"/>
                </a:lnTo>
                <a:lnTo>
                  <a:pt x="4121" y="13766"/>
                </a:lnTo>
                <a:lnTo>
                  <a:pt x="13722" y="13766"/>
                </a:lnTo>
                <a:lnTo>
                  <a:pt x="13696" y="1371"/>
                </a:lnTo>
                <a:lnTo>
                  <a:pt x="9606" y="0"/>
                </a:lnTo>
                <a:close/>
              </a:path>
            </a:pathLst>
          </a:custGeom>
          <a:solidFill>
            <a:srgbClr val="ACA3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1" name="bg object 1201"/>
          <p:cNvSpPr/>
          <p:nvPr/>
        </p:nvSpPr>
        <p:spPr>
          <a:xfrm>
            <a:off x="2236742" y="4093708"/>
            <a:ext cx="10795" cy="13335"/>
          </a:xfrm>
          <a:custGeom>
            <a:avLst/>
            <a:gdLst/>
            <a:ahLst/>
            <a:cxnLst/>
            <a:rect l="l" t="t" r="r" b="b"/>
            <a:pathLst>
              <a:path w="10794" h="13335">
                <a:moveTo>
                  <a:pt x="2041" y="0"/>
                </a:moveTo>
                <a:lnTo>
                  <a:pt x="654" y="4145"/>
                </a:lnTo>
                <a:lnTo>
                  <a:pt x="654" y="5232"/>
                </a:lnTo>
                <a:lnTo>
                  <a:pt x="803" y="6367"/>
                </a:lnTo>
                <a:lnTo>
                  <a:pt x="0" y="11954"/>
                </a:lnTo>
                <a:lnTo>
                  <a:pt x="2466" y="12837"/>
                </a:lnTo>
                <a:lnTo>
                  <a:pt x="6162" y="12387"/>
                </a:lnTo>
                <a:lnTo>
                  <a:pt x="10275" y="12387"/>
                </a:lnTo>
                <a:lnTo>
                  <a:pt x="10260" y="4145"/>
                </a:lnTo>
                <a:lnTo>
                  <a:pt x="7533" y="2742"/>
                </a:lnTo>
                <a:lnTo>
                  <a:pt x="2041" y="0"/>
                </a:lnTo>
                <a:close/>
              </a:path>
            </a:pathLst>
          </a:custGeom>
          <a:solidFill>
            <a:srgbClr val="A19F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2" name="bg object 1202"/>
          <p:cNvSpPr/>
          <p:nvPr/>
        </p:nvSpPr>
        <p:spPr>
          <a:xfrm>
            <a:off x="2250680" y="4101373"/>
            <a:ext cx="5080" cy="10795"/>
          </a:xfrm>
          <a:custGeom>
            <a:avLst/>
            <a:gdLst/>
            <a:ahLst/>
            <a:cxnLst/>
            <a:rect l="l" t="t" r="r" b="b"/>
            <a:pathLst>
              <a:path w="5080" h="10795">
                <a:moveTo>
                  <a:pt x="0" y="0"/>
                </a:moveTo>
                <a:lnTo>
                  <a:pt x="378" y="3167"/>
                </a:lnTo>
                <a:lnTo>
                  <a:pt x="433" y="6083"/>
                </a:lnTo>
                <a:lnTo>
                  <a:pt x="457" y="10228"/>
                </a:lnTo>
                <a:lnTo>
                  <a:pt x="3049" y="10417"/>
                </a:lnTo>
                <a:lnTo>
                  <a:pt x="4822" y="9763"/>
                </a:lnTo>
                <a:lnTo>
                  <a:pt x="4452" y="4609"/>
                </a:lnTo>
                <a:lnTo>
                  <a:pt x="4570" y="2600"/>
                </a:lnTo>
                <a:lnTo>
                  <a:pt x="4570" y="591"/>
                </a:lnTo>
                <a:lnTo>
                  <a:pt x="0" y="0"/>
                </a:lnTo>
                <a:close/>
              </a:path>
            </a:pathLst>
          </a:custGeom>
          <a:solidFill>
            <a:srgbClr val="A19D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3" name="bg object 1203"/>
          <p:cNvSpPr/>
          <p:nvPr/>
        </p:nvSpPr>
        <p:spPr>
          <a:xfrm>
            <a:off x="2263534" y="4107055"/>
            <a:ext cx="6350" cy="14604"/>
          </a:xfrm>
          <a:custGeom>
            <a:avLst/>
            <a:gdLst/>
            <a:ahLst/>
            <a:cxnLst/>
            <a:rect l="l" t="t" r="r" b="b"/>
            <a:pathLst>
              <a:path w="6350" h="14604">
                <a:moveTo>
                  <a:pt x="4507" y="0"/>
                </a:moveTo>
                <a:lnTo>
                  <a:pt x="1347" y="425"/>
                </a:lnTo>
                <a:lnTo>
                  <a:pt x="1308" y="4531"/>
                </a:lnTo>
                <a:lnTo>
                  <a:pt x="1520" y="8234"/>
                </a:lnTo>
                <a:lnTo>
                  <a:pt x="0" y="12687"/>
                </a:lnTo>
                <a:lnTo>
                  <a:pt x="5421" y="14145"/>
                </a:lnTo>
                <a:lnTo>
                  <a:pt x="5461" y="4546"/>
                </a:lnTo>
                <a:lnTo>
                  <a:pt x="5815" y="1442"/>
                </a:lnTo>
                <a:lnTo>
                  <a:pt x="4507" y="0"/>
                </a:lnTo>
                <a:close/>
              </a:path>
            </a:pathLst>
          </a:custGeom>
          <a:solidFill>
            <a:srgbClr val="938C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4" name="bg object 1204"/>
          <p:cNvSpPr/>
          <p:nvPr/>
        </p:nvSpPr>
        <p:spPr>
          <a:xfrm>
            <a:off x="2117981" y="3662737"/>
            <a:ext cx="30480" cy="22860"/>
          </a:xfrm>
          <a:custGeom>
            <a:avLst/>
            <a:gdLst/>
            <a:ahLst/>
            <a:cxnLst/>
            <a:rect l="l" t="t" r="r" b="b"/>
            <a:pathLst>
              <a:path w="30480" h="22860">
                <a:moveTo>
                  <a:pt x="5642" y="0"/>
                </a:moveTo>
                <a:lnTo>
                  <a:pt x="3695" y="977"/>
                </a:lnTo>
                <a:lnTo>
                  <a:pt x="4507" y="7864"/>
                </a:lnTo>
                <a:lnTo>
                  <a:pt x="2773" y="8755"/>
                </a:lnTo>
                <a:lnTo>
                  <a:pt x="31" y="8494"/>
                </a:lnTo>
                <a:lnTo>
                  <a:pt x="0" y="12640"/>
                </a:lnTo>
                <a:lnTo>
                  <a:pt x="4617" y="12056"/>
                </a:lnTo>
                <a:lnTo>
                  <a:pt x="4215" y="15240"/>
                </a:lnTo>
                <a:lnTo>
                  <a:pt x="4160" y="18148"/>
                </a:lnTo>
                <a:lnTo>
                  <a:pt x="8242" y="18108"/>
                </a:lnTo>
                <a:lnTo>
                  <a:pt x="8250" y="15185"/>
                </a:lnTo>
                <a:lnTo>
                  <a:pt x="8006" y="12230"/>
                </a:lnTo>
                <a:lnTo>
                  <a:pt x="8565" y="7706"/>
                </a:lnTo>
                <a:lnTo>
                  <a:pt x="9747" y="6186"/>
                </a:lnTo>
                <a:lnTo>
                  <a:pt x="10488" y="4609"/>
                </a:lnTo>
                <a:lnTo>
                  <a:pt x="11119" y="6304"/>
                </a:lnTo>
                <a:lnTo>
                  <a:pt x="11993" y="7951"/>
                </a:lnTo>
                <a:lnTo>
                  <a:pt x="12632" y="11442"/>
                </a:lnTo>
                <a:lnTo>
                  <a:pt x="12458" y="13286"/>
                </a:lnTo>
                <a:lnTo>
                  <a:pt x="12277" y="18101"/>
                </a:lnTo>
                <a:lnTo>
                  <a:pt x="16446" y="18179"/>
                </a:lnTo>
                <a:lnTo>
                  <a:pt x="16753" y="17588"/>
                </a:lnTo>
                <a:lnTo>
                  <a:pt x="16950" y="16879"/>
                </a:lnTo>
                <a:lnTo>
                  <a:pt x="18274" y="15603"/>
                </a:lnTo>
                <a:lnTo>
                  <a:pt x="19298" y="14917"/>
                </a:lnTo>
                <a:lnTo>
                  <a:pt x="20260" y="14168"/>
                </a:lnTo>
                <a:lnTo>
                  <a:pt x="20827" y="15224"/>
                </a:lnTo>
                <a:lnTo>
                  <a:pt x="21875" y="16272"/>
                </a:lnTo>
                <a:lnTo>
                  <a:pt x="21907" y="20323"/>
                </a:lnTo>
                <a:lnTo>
                  <a:pt x="22167" y="22758"/>
                </a:lnTo>
                <a:lnTo>
                  <a:pt x="26091" y="22269"/>
                </a:lnTo>
                <a:lnTo>
                  <a:pt x="30205" y="22269"/>
                </a:lnTo>
                <a:lnTo>
                  <a:pt x="30221" y="18124"/>
                </a:lnTo>
                <a:lnTo>
                  <a:pt x="27604" y="18353"/>
                </a:lnTo>
                <a:lnTo>
                  <a:pt x="25839" y="17667"/>
                </a:lnTo>
                <a:lnTo>
                  <a:pt x="26217" y="12978"/>
                </a:lnTo>
                <a:lnTo>
                  <a:pt x="26131" y="11410"/>
                </a:lnTo>
                <a:lnTo>
                  <a:pt x="26052" y="252"/>
                </a:lnTo>
                <a:lnTo>
                  <a:pt x="14901" y="244"/>
                </a:lnTo>
                <a:lnTo>
                  <a:pt x="11938" y="386"/>
                </a:lnTo>
                <a:close/>
              </a:path>
            </a:pathLst>
          </a:custGeom>
          <a:solidFill>
            <a:srgbClr val="BAAD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5" name="bg object 1205"/>
          <p:cNvSpPr/>
          <p:nvPr/>
        </p:nvSpPr>
        <p:spPr>
          <a:xfrm>
            <a:off x="2135844" y="3644699"/>
            <a:ext cx="8890" cy="18415"/>
          </a:xfrm>
          <a:custGeom>
            <a:avLst/>
            <a:gdLst/>
            <a:ahLst/>
            <a:cxnLst/>
            <a:rect l="l" t="t" r="r" b="b"/>
            <a:pathLst>
              <a:path w="8889" h="18414">
                <a:moveTo>
                  <a:pt x="3160" y="0"/>
                </a:moveTo>
                <a:lnTo>
                  <a:pt x="23" y="386"/>
                </a:lnTo>
                <a:lnTo>
                  <a:pt x="0" y="18282"/>
                </a:lnTo>
                <a:lnTo>
                  <a:pt x="8187" y="18290"/>
                </a:lnTo>
                <a:lnTo>
                  <a:pt x="8274" y="14153"/>
                </a:lnTo>
                <a:lnTo>
                  <a:pt x="5634" y="14342"/>
                </a:lnTo>
                <a:lnTo>
                  <a:pt x="3861" y="13680"/>
                </a:lnTo>
                <a:lnTo>
                  <a:pt x="4247" y="8542"/>
                </a:lnTo>
                <a:lnTo>
                  <a:pt x="4129" y="6532"/>
                </a:lnTo>
                <a:lnTo>
                  <a:pt x="4129" y="4523"/>
                </a:lnTo>
                <a:lnTo>
                  <a:pt x="4507" y="1402"/>
                </a:lnTo>
                <a:lnTo>
                  <a:pt x="3160" y="0"/>
                </a:lnTo>
                <a:close/>
              </a:path>
            </a:pathLst>
          </a:custGeom>
          <a:solidFill>
            <a:srgbClr val="B6AA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6" name="bg object 1206"/>
          <p:cNvSpPr/>
          <p:nvPr/>
        </p:nvSpPr>
        <p:spPr>
          <a:xfrm>
            <a:off x="2144487" y="3622827"/>
            <a:ext cx="9525" cy="22860"/>
          </a:xfrm>
          <a:custGeom>
            <a:avLst/>
            <a:gdLst/>
            <a:ahLst/>
            <a:cxnLst/>
            <a:rect l="l" t="t" r="r" b="b"/>
            <a:pathLst>
              <a:path w="9525" h="22860">
                <a:moveTo>
                  <a:pt x="6422" y="0"/>
                </a:moveTo>
                <a:lnTo>
                  <a:pt x="4736" y="914"/>
                </a:lnTo>
                <a:lnTo>
                  <a:pt x="5437" y="7131"/>
                </a:lnTo>
                <a:lnTo>
                  <a:pt x="4397" y="8920"/>
                </a:lnTo>
                <a:lnTo>
                  <a:pt x="969" y="8502"/>
                </a:lnTo>
                <a:lnTo>
                  <a:pt x="969" y="11615"/>
                </a:lnTo>
                <a:lnTo>
                  <a:pt x="1465" y="14822"/>
                </a:lnTo>
                <a:lnTo>
                  <a:pt x="0" y="21907"/>
                </a:lnTo>
                <a:lnTo>
                  <a:pt x="1489" y="22860"/>
                </a:lnTo>
                <a:lnTo>
                  <a:pt x="5090" y="22261"/>
                </a:lnTo>
                <a:lnTo>
                  <a:pt x="5090" y="19361"/>
                </a:lnTo>
                <a:lnTo>
                  <a:pt x="5224" y="16446"/>
                </a:lnTo>
                <a:lnTo>
                  <a:pt x="4877" y="10394"/>
                </a:lnTo>
                <a:lnTo>
                  <a:pt x="6564" y="9684"/>
                </a:lnTo>
                <a:lnTo>
                  <a:pt x="9196" y="9889"/>
                </a:lnTo>
                <a:lnTo>
                  <a:pt x="9204" y="260"/>
                </a:lnTo>
                <a:lnTo>
                  <a:pt x="6422" y="0"/>
                </a:lnTo>
                <a:close/>
              </a:path>
            </a:pathLst>
          </a:custGeom>
          <a:solidFill>
            <a:srgbClr val="B9AF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7" name="bg object 1207"/>
          <p:cNvSpPr/>
          <p:nvPr/>
        </p:nvSpPr>
        <p:spPr>
          <a:xfrm>
            <a:off x="2144058" y="3644884"/>
            <a:ext cx="10160" cy="14604"/>
          </a:xfrm>
          <a:custGeom>
            <a:avLst/>
            <a:gdLst/>
            <a:ahLst/>
            <a:cxnLst/>
            <a:rect l="l" t="t" r="r" b="b"/>
            <a:pathLst>
              <a:path w="10160" h="14604">
                <a:moveTo>
                  <a:pt x="8148" y="0"/>
                </a:moveTo>
                <a:lnTo>
                  <a:pt x="5516" y="204"/>
                </a:lnTo>
                <a:lnTo>
                  <a:pt x="5500" y="4326"/>
                </a:lnTo>
                <a:lnTo>
                  <a:pt x="5516" y="7068"/>
                </a:lnTo>
                <a:lnTo>
                  <a:pt x="6044" y="9984"/>
                </a:lnTo>
                <a:lnTo>
                  <a:pt x="1111" y="10212"/>
                </a:lnTo>
                <a:lnTo>
                  <a:pt x="583" y="12663"/>
                </a:lnTo>
                <a:lnTo>
                  <a:pt x="0" y="13987"/>
                </a:lnTo>
                <a:lnTo>
                  <a:pt x="9606" y="13948"/>
                </a:lnTo>
                <a:lnTo>
                  <a:pt x="9606" y="10583"/>
                </a:lnTo>
                <a:lnTo>
                  <a:pt x="9487" y="7218"/>
                </a:lnTo>
                <a:lnTo>
                  <a:pt x="9818" y="717"/>
                </a:lnTo>
                <a:lnTo>
                  <a:pt x="8148" y="0"/>
                </a:lnTo>
                <a:close/>
              </a:path>
            </a:pathLst>
          </a:custGeom>
          <a:solidFill>
            <a:srgbClr val="978A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8" name="bg object 1208"/>
          <p:cNvSpPr/>
          <p:nvPr/>
        </p:nvSpPr>
        <p:spPr>
          <a:xfrm>
            <a:off x="2139700" y="3649210"/>
            <a:ext cx="10795" cy="10160"/>
          </a:xfrm>
          <a:custGeom>
            <a:avLst/>
            <a:gdLst/>
            <a:ahLst/>
            <a:cxnLst/>
            <a:rect l="l" t="t" r="r" b="b"/>
            <a:pathLst>
              <a:path w="10794" h="10160">
                <a:moveTo>
                  <a:pt x="9858" y="0"/>
                </a:moveTo>
                <a:lnTo>
                  <a:pt x="267" y="15"/>
                </a:lnTo>
                <a:lnTo>
                  <a:pt x="267" y="2017"/>
                </a:lnTo>
                <a:lnTo>
                  <a:pt x="386" y="4034"/>
                </a:lnTo>
                <a:lnTo>
                  <a:pt x="0" y="9172"/>
                </a:lnTo>
                <a:lnTo>
                  <a:pt x="1780" y="9826"/>
                </a:lnTo>
                <a:lnTo>
                  <a:pt x="4357" y="9661"/>
                </a:lnTo>
                <a:lnTo>
                  <a:pt x="4940" y="8337"/>
                </a:lnTo>
                <a:lnTo>
                  <a:pt x="5468" y="5886"/>
                </a:lnTo>
                <a:lnTo>
                  <a:pt x="10402" y="5658"/>
                </a:lnTo>
                <a:lnTo>
                  <a:pt x="9874" y="2742"/>
                </a:lnTo>
                <a:lnTo>
                  <a:pt x="9858" y="0"/>
                </a:lnTo>
                <a:close/>
              </a:path>
            </a:pathLst>
          </a:custGeom>
          <a:solidFill>
            <a:srgbClr val="A597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9" name="bg object 1209"/>
          <p:cNvSpPr/>
          <p:nvPr/>
        </p:nvSpPr>
        <p:spPr>
          <a:xfrm>
            <a:off x="2098793" y="3684573"/>
            <a:ext cx="40005" cy="62865"/>
          </a:xfrm>
          <a:custGeom>
            <a:avLst/>
            <a:gdLst/>
            <a:ahLst/>
            <a:cxnLst/>
            <a:rect l="l" t="t" r="r" b="b"/>
            <a:pathLst>
              <a:path w="40005" h="62864">
                <a:moveTo>
                  <a:pt x="25991" y="35816"/>
                </a:moveTo>
                <a:lnTo>
                  <a:pt x="17084" y="35816"/>
                </a:lnTo>
                <a:lnTo>
                  <a:pt x="17959" y="37494"/>
                </a:lnTo>
                <a:lnTo>
                  <a:pt x="17841" y="62356"/>
                </a:lnTo>
                <a:lnTo>
                  <a:pt x="21954" y="62356"/>
                </a:lnTo>
                <a:lnTo>
                  <a:pt x="21881" y="53924"/>
                </a:lnTo>
                <a:lnTo>
                  <a:pt x="21734" y="51860"/>
                </a:lnTo>
                <a:lnTo>
                  <a:pt x="22166" y="47857"/>
                </a:lnTo>
                <a:lnTo>
                  <a:pt x="22222" y="47337"/>
                </a:lnTo>
                <a:lnTo>
                  <a:pt x="23491" y="46060"/>
                </a:lnTo>
                <a:lnTo>
                  <a:pt x="24255" y="44720"/>
                </a:lnTo>
                <a:lnTo>
                  <a:pt x="31303" y="44720"/>
                </a:lnTo>
                <a:lnTo>
                  <a:pt x="31490" y="41434"/>
                </a:lnTo>
                <a:lnTo>
                  <a:pt x="26588" y="41434"/>
                </a:lnTo>
                <a:lnTo>
                  <a:pt x="26033" y="36210"/>
                </a:lnTo>
                <a:lnTo>
                  <a:pt x="25991" y="35816"/>
                </a:lnTo>
                <a:close/>
              </a:path>
              <a:path w="40005" h="62864">
                <a:moveTo>
                  <a:pt x="31303" y="44720"/>
                </a:moveTo>
                <a:lnTo>
                  <a:pt x="24255" y="44720"/>
                </a:lnTo>
                <a:lnTo>
                  <a:pt x="24911" y="46060"/>
                </a:lnTo>
                <a:lnTo>
                  <a:pt x="25847" y="47337"/>
                </a:lnTo>
                <a:lnTo>
                  <a:pt x="26675" y="53924"/>
                </a:lnTo>
                <a:lnTo>
                  <a:pt x="30363" y="57746"/>
                </a:lnTo>
                <a:lnTo>
                  <a:pt x="35690" y="58235"/>
                </a:lnTo>
                <a:lnTo>
                  <a:pt x="39795" y="58235"/>
                </a:lnTo>
                <a:lnTo>
                  <a:pt x="39795" y="50181"/>
                </a:lnTo>
                <a:lnTo>
                  <a:pt x="33924" y="50181"/>
                </a:lnTo>
                <a:lnTo>
                  <a:pt x="31024" y="49606"/>
                </a:lnTo>
                <a:lnTo>
                  <a:pt x="31124" y="47857"/>
                </a:lnTo>
                <a:lnTo>
                  <a:pt x="31227" y="46060"/>
                </a:lnTo>
                <a:lnTo>
                  <a:pt x="31303" y="44720"/>
                </a:lnTo>
                <a:close/>
              </a:path>
              <a:path w="40005" h="62864">
                <a:moveTo>
                  <a:pt x="39795" y="22640"/>
                </a:moveTo>
                <a:lnTo>
                  <a:pt x="35682" y="22640"/>
                </a:lnTo>
                <a:lnTo>
                  <a:pt x="35729" y="49764"/>
                </a:lnTo>
                <a:lnTo>
                  <a:pt x="33924" y="50181"/>
                </a:lnTo>
                <a:lnTo>
                  <a:pt x="39795" y="50181"/>
                </a:lnTo>
                <a:lnTo>
                  <a:pt x="39795" y="22640"/>
                </a:lnTo>
                <a:close/>
              </a:path>
              <a:path w="40005" h="62864">
                <a:moveTo>
                  <a:pt x="29590" y="39953"/>
                </a:moveTo>
                <a:lnTo>
                  <a:pt x="26588" y="41434"/>
                </a:lnTo>
                <a:lnTo>
                  <a:pt x="31490" y="41434"/>
                </a:lnTo>
                <a:lnTo>
                  <a:pt x="31552" y="40347"/>
                </a:lnTo>
                <a:lnTo>
                  <a:pt x="29590" y="39953"/>
                </a:lnTo>
                <a:close/>
              </a:path>
              <a:path w="40005" h="62864">
                <a:moveTo>
                  <a:pt x="25150" y="30551"/>
                </a:moveTo>
                <a:lnTo>
                  <a:pt x="6997" y="30551"/>
                </a:lnTo>
                <a:lnTo>
                  <a:pt x="12443" y="31442"/>
                </a:lnTo>
                <a:lnTo>
                  <a:pt x="14247" y="33120"/>
                </a:lnTo>
                <a:lnTo>
                  <a:pt x="13794" y="35816"/>
                </a:lnTo>
                <a:lnTo>
                  <a:pt x="13727" y="36210"/>
                </a:lnTo>
                <a:lnTo>
                  <a:pt x="17084" y="35816"/>
                </a:lnTo>
                <a:lnTo>
                  <a:pt x="25991" y="35816"/>
                </a:lnTo>
                <a:lnTo>
                  <a:pt x="25855" y="34539"/>
                </a:lnTo>
                <a:lnTo>
                  <a:pt x="25173" y="30685"/>
                </a:lnTo>
                <a:lnTo>
                  <a:pt x="25150" y="30551"/>
                </a:lnTo>
                <a:close/>
              </a:path>
              <a:path w="40005" h="62864">
                <a:moveTo>
                  <a:pt x="5483" y="12821"/>
                </a:moveTo>
                <a:lnTo>
                  <a:pt x="15" y="12821"/>
                </a:lnTo>
                <a:lnTo>
                  <a:pt x="0" y="26730"/>
                </a:lnTo>
                <a:lnTo>
                  <a:pt x="3002" y="26730"/>
                </a:lnTo>
                <a:lnTo>
                  <a:pt x="4024" y="30173"/>
                </a:lnTo>
                <a:lnTo>
                  <a:pt x="4136" y="30551"/>
                </a:lnTo>
                <a:lnTo>
                  <a:pt x="4176" y="30685"/>
                </a:lnTo>
                <a:lnTo>
                  <a:pt x="6997" y="30551"/>
                </a:lnTo>
                <a:lnTo>
                  <a:pt x="25150" y="30551"/>
                </a:lnTo>
                <a:lnTo>
                  <a:pt x="25083" y="30173"/>
                </a:lnTo>
                <a:lnTo>
                  <a:pt x="32033" y="26863"/>
                </a:lnTo>
                <a:lnTo>
                  <a:pt x="31403" y="24744"/>
                </a:lnTo>
                <a:lnTo>
                  <a:pt x="31547" y="22640"/>
                </a:lnTo>
                <a:lnTo>
                  <a:pt x="6503" y="22640"/>
                </a:lnTo>
                <a:lnTo>
                  <a:pt x="5700" y="21521"/>
                </a:lnTo>
                <a:lnTo>
                  <a:pt x="5587" y="21363"/>
                </a:lnTo>
                <a:lnTo>
                  <a:pt x="4279" y="20370"/>
                </a:lnTo>
                <a:lnTo>
                  <a:pt x="4357" y="17202"/>
                </a:lnTo>
                <a:lnTo>
                  <a:pt x="4876" y="15563"/>
                </a:lnTo>
                <a:lnTo>
                  <a:pt x="4996" y="15185"/>
                </a:lnTo>
                <a:lnTo>
                  <a:pt x="5051" y="15011"/>
                </a:lnTo>
                <a:lnTo>
                  <a:pt x="5345" y="13522"/>
                </a:lnTo>
                <a:lnTo>
                  <a:pt x="5418" y="13152"/>
                </a:lnTo>
                <a:lnTo>
                  <a:pt x="5483" y="12821"/>
                </a:lnTo>
                <a:close/>
              </a:path>
              <a:path w="40005" h="62864">
                <a:moveTo>
                  <a:pt x="8936" y="0"/>
                </a:moveTo>
                <a:lnTo>
                  <a:pt x="5492" y="433"/>
                </a:lnTo>
                <a:lnTo>
                  <a:pt x="5597" y="12821"/>
                </a:lnTo>
                <a:lnTo>
                  <a:pt x="10331" y="13152"/>
                </a:lnTo>
                <a:lnTo>
                  <a:pt x="9357" y="20197"/>
                </a:lnTo>
                <a:lnTo>
                  <a:pt x="9275" y="20804"/>
                </a:lnTo>
                <a:lnTo>
                  <a:pt x="7376" y="21521"/>
                </a:lnTo>
                <a:lnTo>
                  <a:pt x="5891" y="22640"/>
                </a:lnTo>
                <a:lnTo>
                  <a:pt x="18902" y="22640"/>
                </a:lnTo>
                <a:lnTo>
                  <a:pt x="15658" y="21970"/>
                </a:lnTo>
                <a:lnTo>
                  <a:pt x="14042" y="20197"/>
                </a:lnTo>
                <a:lnTo>
                  <a:pt x="13671" y="17202"/>
                </a:lnTo>
                <a:lnTo>
                  <a:pt x="13720" y="8936"/>
                </a:lnTo>
                <a:lnTo>
                  <a:pt x="10953" y="8936"/>
                </a:lnTo>
                <a:lnTo>
                  <a:pt x="9259" y="8030"/>
                </a:lnTo>
                <a:lnTo>
                  <a:pt x="9953" y="1812"/>
                </a:lnTo>
                <a:lnTo>
                  <a:pt x="8936" y="0"/>
                </a:lnTo>
                <a:close/>
              </a:path>
              <a:path w="40005" h="62864">
                <a:moveTo>
                  <a:pt x="27455" y="433"/>
                </a:moveTo>
                <a:lnTo>
                  <a:pt x="27455" y="8684"/>
                </a:lnTo>
                <a:lnTo>
                  <a:pt x="17841" y="8684"/>
                </a:lnTo>
                <a:lnTo>
                  <a:pt x="17920" y="11095"/>
                </a:lnTo>
                <a:lnTo>
                  <a:pt x="17494" y="12821"/>
                </a:lnTo>
                <a:lnTo>
                  <a:pt x="17412" y="13152"/>
                </a:lnTo>
                <a:lnTo>
                  <a:pt x="17321" y="13522"/>
                </a:lnTo>
                <a:lnTo>
                  <a:pt x="21671" y="15185"/>
                </a:lnTo>
                <a:lnTo>
                  <a:pt x="21757" y="16769"/>
                </a:lnTo>
                <a:lnTo>
                  <a:pt x="21875" y="18928"/>
                </a:lnTo>
                <a:lnTo>
                  <a:pt x="21599" y="20197"/>
                </a:lnTo>
                <a:lnTo>
                  <a:pt x="21561" y="20370"/>
                </a:lnTo>
                <a:lnTo>
                  <a:pt x="21466" y="20804"/>
                </a:lnTo>
                <a:lnTo>
                  <a:pt x="21344" y="21363"/>
                </a:lnTo>
                <a:lnTo>
                  <a:pt x="21269" y="21710"/>
                </a:lnTo>
                <a:lnTo>
                  <a:pt x="17901" y="22640"/>
                </a:lnTo>
                <a:lnTo>
                  <a:pt x="28960" y="22640"/>
                </a:lnTo>
                <a:lnTo>
                  <a:pt x="27095" y="21970"/>
                </a:lnTo>
                <a:lnTo>
                  <a:pt x="27197" y="20804"/>
                </a:lnTo>
                <a:lnTo>
                  <a:pt x="27726" y="17202"/>
                </a:lnTo>
                <a:lnTo>
                  <a:pt x="27790" y="16769"/>
                </a:lnTo>
                <a:lnTo>
                  <a:pt x="27896" y="16044"/>
                </a:lnTo>
                <a:lnTo>
                  <a:pt x="28510" y="13522"/>
                </a:lnTo>
                <a:lnTo>
                  <a:pt x="29004" y="11095"/>
                </a:lnTo>
                <a:lnTo>
                  <a:pt x="29086" y="10685"/>
                </a:lnTo>
                <a:lnTo>
                  <a:pt x="35655" y="10685"/>
                </a:lnTo>
                <a:lnTo>
                  <a:pt x="35634" y="4523"/>
                </a:lnTo>
                <a:lnTo>
                  <a:pt x="32916" y="3144"/>
                </a:lnTo>
                <a:lnTo>
                  <a:pt x="27455" y="433"/>
                </a:lnTo>
                <a:close/>
              </a:path>
              <a:path w="40005" h="62864">
                <a:moveTo>
                  <a:pt x="35655" y="10685"/>
                </a:moveTo>
                <a:lnTo>
                  <a:pt x="29086" y="10685"/>
                </a:lnTo>
                <a:lnTo>
                  <a:pt x="35666" y="14192"/>
                </a:lnTo>
                <a:lnTo>
                  <a:pt x="35655" y="10685"/>
                </a:lnTo>
                <a:close/>
              </a:path>
              <a:path w="40005" h="62864">
                <a:moveTo>
                  <a:pt x="13719" y="8684"/>
                </a:moveTo>
                <a:lnTo>
                  <a:pt x="10953" y="8936"/>
                </a:lnTo>
                <a:lnTo>
                  <a:pt x="13720" y="8936"/>
                </a:lnTo>
                <a:lnTo>
                  <a:pt x="13719" y="8684"/>
                </a:lnTo>
                <a:close/>
              </a:path>
            </a:pathLst>
          </a:custGeom>
          <a:solidFill>
            <a:srgbClr val="B2A8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0" name="bg object 1210"/>
          <p:cNvSpPr/>
          <p:nvPr/>
        </p:nvSpPr>
        <p:spPr>
          <a:xfrm>
            <a:off x="2112257" y="3684798"/>
            <a:ext cx="10160" cy="8890"/>
          </a:xfrm>
          <a:custGeom>
            <a:avLst/>
            <a:gdLst/>
            <a:ahLst/>
            <a:cxnLst/>
            <a:rect l="l" t="t" r="r" b="b"/>
            <a:pathLst>
              <a:path w="10160" h="8889">
                <a:moveTo>
                  <a:pt x="1796" y="0"/>
                </a:moveTo>
                <a:lnTo>
                  <a:pt x="0" y="646"/>
                </a:lnTo>
                <a:lnTo>
                  <a:pt x="362" y="5334"/>
                </a:lnTo>
                <a:lnTo>
                  <a:pt x="252" y="6895"/>
                </a:lnTo>
                <a:lnTo>
                  <a:pt x="252" y="8455"/>
                </a:lnTo>
                <a:lnTo>
                  <a:pt x="4397" y="8447"/>
                </a:lnTo>
                <a:lnTo>
                  <a:pt x="4381" y="6453"/>
                </a:lnTo>
                <a:lnTo>
                  <a:pt x="4231" y="4373"/>
                </a:lnTo>
                <a:lnTo>
                  <a:pt x="10071" y="4279"/>
                </a:lnTo>
                <a:lnTo>
                  <a:pt x="9842" y="2151"/>
                </a:lnTo>
                <a:lnTo>
                  <a:pt x="9842" y="181"/>
                </a:lnTo>
                <a:lnTo>
                  <a:pt x="4373" y="204"/>
                </a:lnTo>
                <a:close/>
              </a:path>
            </a:pathLst>
          </a:custGeom>
          <a:solidFill>
            <a:srgbClr val="B6A9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1" name="bg object 1211"/>
          <p:cNvSpPr/>
          <p:nvPr/>
        </p:nvSpPr>
        <p:spPr>
          <a:xfrm>
            <a:off x="2116632" y="3674796"/>
            <a:ext cx="6350" cy="10795"/>
          </a:xfrm>
          <a:custGeom>
            <a:avLst/>
            <a:gdLst/>
            <a:ahLst/>
            <a:cxnLst/>
            <a:rect l="l" t="t" r="r" b="b"/>
            <a:pathLst>
              <a:path w="6350" h="10795">
                <a:moveTo>
                  <a:pt x="5973" y="0"/>
                </a:moveTo>
                <a:lnTo>
                  <a:pt x="1379" y="575"/>
                </a:lnTo>
                <a:lnTo>
                  <a:pt x="0" y="10205"/>
                </a:lnTo>
                <a:lnTo>
                  <a:pt x="5468" y="10181"/>
                </a:lnTo>
                <a:lnTo>
                  <a:pt x="5492" y="7454"/>
                </a:lnTo>
                <a:lnTo>
                  <a:pt x="5563" y="3175"/>
                </a:lnTo>
                <a:lnTo>
                  <a:pt x="5973" y="0"/>
                </a:lnTo>
                <a:close/>
              </a:path>
            </a:pathLst>
          </a:custGeom>
          <a:solidFill>
            <a:srgbClr val="C2B7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2" name="bg object 1212"/>
          <p:cNvSpPr/>
          <p:nvPr/>
        </p:nvSpPr>
        <p:spPr>
          <a:xfrm>
            <a:off x="2063060" y="4178978"/>
            <a:ext cx="4445" cy="26670"/>
          </a:xfrm>
          <a:custGeom>
            <a:avLst/>
            <a:gdLst/>
            <a:ahLst/>
            <a:cxnLst/>
            <a:rect l="l" t="t" r="r" b="b"/>
            <a:pathLst>
              <a:path w="4444" h="26670">
                <a:moveTo>
                  <a:pt x="70" y="0"/>
                </a:moveTo>
                <a:lnTo>
                  <a:pt x="39" y="17943"/>
                </a:lnTo>
                <a:lnTo>
                  <a:pt x="0" y="26170"/>
                </a:lnTo>
                <a:lnTo>
                  <a:pt x="4137" y="26209"/>
                </a:lnTo>
                <a:lnTo>
                  <a:pt x="4200" y="8290"/>
                </a:lnTo>
                <a:lnTo>
                  <a:pt x="4129" y="86"/>
                </a:lnTo>
                <a:lnTo>
                  <a:pt x="70" y="0"/>
                </a:lnTo>
                <a:close/>
              </a:path>
            </a:pathLst>
          </a:custGeom>
          <a:solidFill>
            <a:srgbClr val="7268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3" name="bg object 1213"/>
          <p:cNvSpPr/>
          <p:nvPr/>
        </p:nvSpPr>
        <p:spPr>
          <a:xfrm>
            <a:off x="2061780" y="4205146"/>
            <a:ext cx="5715" cy="5715"/>
          </a:xfrm>
          <a:custGeom>
            <a:avLst/>
            <a:gdLst/>
            <a:ahLst/>
            <a:cxnLst/>
            <a:rect l="l" t="t" r="r" b="b"/>
            <a:pathLst>
              <a:path w="5714" h="5714">
                <a:moveTo>
                  <a:pt x="1284" y="0"/>
                </a:moveTo>
                <a:lnTo>
                  <a:pt x="0" y="5516"/>
                </a:lnTo>
                <a:lnTo>
                  <a:pt x="5437" y="5524"/>
                </a:lnTo>
                <a:lnTo>
                  <a:pt x="5413" y="39"/>
                </a:lnTo>
                <a:lnTo>
                  <a:pt x="1284" y="0"/>
                </a:lnTo>
                <a:close/>
              </a:path>
            </a:pathLst>
          </a:custGeom>
          <a:solidFill>
            <a:srgbClr val="6961A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4" name="bg object 1214"/>
          <p:cNvSpPr/>
          <p:nvPr/>
        </p:nvSpPr>
        <p:spPr>
          <a:xfrm>
            <a:off x="2065891" y="4187269"/>
            <a:ext cx="5715" cy="41910"/>
          </a:xfrm>
          <a:custGeom>
            <a:avLst/>
            <a:gdLst/>
            <a:ahLst/>
            <a:cxnLst/>
            <a:rect l="l" t="t" r="r" b="b"/>
            <a:pathLst>
              <a:path w="5714" h="41910">
                <a:moveTo>
                  <a:pt x="5421" y="31"/>
                </a:moveTo>
                <a:lnTo>
                  <a:pt x="1363" y="0"/>
                </a:lnTo>
                <a:lnTo>
                  <a:pt x="1323" y="23404"/>
                </a:lnTo>
                <a:lnTo>
                  <a:pt x="1323" y="31670"/>
                </a:lnTo>
                <a:lnTo>
                  <a:pt x="0" y="41308"/>
                </a:lnTo>
                <a:lnTo>
                  <a:pt x="5437" y="41292"/>
                </a:lnTo>
                <a:lnTo>
                  <a:pt x="5421" y="31"/>
                </a:lnTo>
                <a:close/>
              </a:path>
            </a:pathLst>
          </a:custGeom>
          <a:solidFill>
            <a:srgbClr val="817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5" name="bg object 1215"/>
          <p:cNvSpPr/>
          <p:nvPr/>
        </p:nvSpPr>
        <p:spPr>
          <a:xfrm>
            <a:off x="2057605" y="4236800"/>
            <a:ext cx="8255" cy="13970"/>
          </a:xfrm>
          <a:custGeom>
            <a:avLst/>
            <a:gdLst/>
            <a:ahLst/>
            <a:cxnLst/>
            <a:rect l="l" t="t" r="r" b="b"/>
            <a:pathLst>
              <a:path w="8255" h="13970">
                <a:moveTo>
                  <a:pt x="4168" y="0"/>
                </a:moveTo>
                <a:lnTo>
                  <a:pt x="4491" y="3033"/>
                </a:lnTo>
                <a:lnTo>
                  <a:pt x="3270" y="4570"/>
                </a:lnTo>
                <a:lnTo>
                  <a:pt x="102" y="4215"/>
                </a:lnTo>
                <a:lnTo>
                  <a:pt x="0" y="8274"/>
                </a:lnTo>
                <a:lnTo>
                  <a:pt x="4523" y="7730"/>
                </a:lnTo>
                <a:lnTo>
                  <a:pt x="4231" y="10827"/>
                </a:lnTo>
                <a:lnTo>
                  <a:pt x="4145" y="13774"/>
                </a:lnTo>
                <a:lnTo>
                  <a:pt x="8242" y="13790"/>
                </a:lnTo>
                <a:lnTo>
                  <a:pt x="8258" y="4121"/>
                </a:lnTo>
                <a:lnTo>
                  <a:pt x="8227" y="15"/>
                </a:lnTo>
                <a:lnTo>
                  <a:pt x="4168" y="0"/>
                </a:lnTo>
                <a:close/>
              </a:path>
            </a:pathLst>
          </a:custGeom>
          <a:solidFill>
            <a:srgbClr val="7169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6" name="bg object 1216"/>
          <p:cNvSpPr/>
          <p:nvPr/>
        </p:nvSpPr>
        <p:spPr>
          <a:xfrm>
            <a:off x="2065833" y="4228556"/>
            <a:ext cx="5715" cy="12700"/>
          </a:xfrm>
          <a:custGeom>
            <a:avLst/>
            <a:gdLst/>
            <a:ahLst/>
            <a:cxnLst/>
            <a:rect l="l" t="t" r="r" b="b"/>
            <a:pathLst>
              <a:path w="5714" h="12700">
                <a:moveTo>
                  <a:pt x="5492" y="0"/>
                </a:moveTo>
                <a:lnTo>
                  <a:pt x="55" y="23"/>
                </a:lnTo>
                <a:lnTo>
                  <a:pt x="0" y="8258"/>
                </a:lnTo>
                <a:lnTo>
                  <a:pt x="31" y="12364"/>
                </a:lnTo>
                <a:lnTo>
                  <a:pt x="4113" y="12411"/>
                </a:lnTo>
                <a:lnTo>
                  <a:pt x="5555" y="8290"/>
                </a:lnTo>
                <a:lnTo>
                  <a:pt x="5492" y="0"/>
                </a:lnTo>
                <a:close/>
              </a:path>
            </a:pathLst>
          </a:custGeom>
          <a:solidFill>
            <a:srgbClr val="8B80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7" name="bg object 1217"/>
          <p:cNvSpPr/>
          <p:nvPr/>
        </p:nvSpPr>
        <p:spPr>
          <a:xfrm>
            <a:off x="2053538" y="4179034"/>
            <a:ext cx="5715" cy="8890"/>
          </a:xfrm>
          <a:custGeom>
            <a:avLst/>
            <a:gdLst/>
            <a:ahLst/>
            <a:cxnLst/>
            <a:rect l="l" t="t" r="r" b="b"/>
            <a:pathLst>
              <a:path w="5714" h="8889">
                <a:moveTo>
                  <a:pt x="5453" y="0"/>
                </a:moveTo>
                <a:lnTo>
                  <a:pt x="47" y="23"/>
                </a:lnTo>
                <a:lnTo>
                  <a:pt x="0" y="8250"/>
                </a:lnTo>
                <a:lnTo>
                  <a:pt x="5437" y="8266"/>
                </a:lnTo>
                <a:lnTo>
                  <a:pt x="5453" y="0"/>
                </a:lnTo>
                <a:close/>
              </a:path>
            </a:pathLst>
          </a:custGeom>
          <a:solidFill>
            <a:srgbClr val="6E67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8" name="bg object 1218"/>
          <p:cNvSpPr/>
          <p:nvPr/>
        </p:nvSpPr>
        <p:spPr>
          <a:xfrm>
            <a:off x="2057635" y="4179035"/>
            <a:ext cx="5715" cy="13970"/>
          </a:xfrm>
          <a:custGeom>
            <a:avLst/>
            <a:gdLst/>
            <a:ahLst/>
            <a:cxnLst/>
            <a:rect l="l" t="t" r="r" b="b"/>
            <a:pathLst>
              <a:path w="5714" h="13970">
                <a:moveTo>
                  <a:pt x="1355" y="0"/>
                </a:moveTo>
                <a:lnTo>
                  <a:pt x="1339" y="8266"/>
                </a:lnTo>
                <a:lnTo>
                  <a:pt x="0" y="13735"/>
                </a:lnTo>
                <a:lnTo>
                  <a:pt x="5468" y="13766"/>
                </a:lnTo>
                <a:lnTo>
                  <a:pt x="5453" y="23"/>
                </a:lnTo>
                <a:lnTo>
                  <a:pt x="1355" y="0"/>
                </a:lnTo>
                <a:close/>
              </a:path>
            </a:pathLst>
          </a:custGeom>
          <a:solidFill>
            <a:srgbClr val="695E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9" name="bg object 1219"/>
          <p:cNvSpPr/>
          <p:nvPr/>
        </p:nvSpPr>
        <p:spPr>
          <a:xfrm>
            <a:off x="2056095" y="4254272"/>
            <a:ext cx="7620" cy="18415"/>
          </a:xfrm>
          <a:custGeom>
            <a:avLst/>
            <a:gdLst/>
            <a:ahLst/>
            <a:cxnLst/>
            <a:rect l="l" t="t" r="r" b="b"/>
            <a:pathLst>
              <a:path w="7619" h="18414">
                <a:moveTo>
                  <a:pt x="1245" y="0"/>
                </a:moveTo>
                <a:lnTo>
                  <a:pt x="370" y="3002"/>
                </a:lnTo>
                <a:lnTo>
                  <a:pt x="0" y="10299"/>
                </a:lnTo>
                <a:lnTo>
                  <a:pt x="165" y="14310"/>
                </a:lnTo>
                <a:lnTo>
                  <a:pt x="165" y="18313"/>
                </a:lnTo>
                <a:lnTo>
                  <a:pt x="5744" y="18384"/>
                </a:lnTo>
                <a:lnTo>
                  <a:pt x="6997" y="15579"/>
                </a:lnTo>
                <a:lnTo>
                  <a:pt x="5626" y="464"/>
                </a:lnTo>
                <a:lnTo>
                  <a:pt x="1245" y="0"/>
                </a:lnTo>
                <a:close/>
              </a:path>
            </a:pathLst>
          </a:custGeom>
          <a:solidFill>
            <a:srgbClr val="5244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0" name="bg object 1220"/>
          <p:cNvSpPr/>
          <p:nvPr/>
        </p:nvSpPr>
        <p:spPr>
          <a:xfrm>
            <a:off x="2061722" y="4250578"/>
            <a:ext cx="5715" cy="19685"/>
          </a:xfrm>
          <a:custGeom>
            <a:avLst/>
            <a:gdLst/>
            <a:ahLst/>
            <a:cxnLst/>
            <a:rect l="l" t="t" r="r" b="b"/>
            <a:pathLst>
              <a:path w="5714" h="19685">
                <a:moveTo>
                  <a:pt x="4129" y="15"/>
                </a:moveTo>
                <a:lnTo>
                  <a:pt x="23" y="0"/>
                </a:lnTo>
                <a:lnTo>
                  <a:pt x="0" y="4160"/>
                </a:lnTo>
                <a:lnTo>
                  <a:pt x="1371" y="19275"/>
                </a:lnTo>
                <a:lnTo>
                  <a:pt x="2750" y="19259"/>
                </a:lnTo>
                <a:lnTo>
                  <a:pt x="3207" y="16855"/>
                </a:lnTo>
                <a:lnTo>
                  <a:pt x="3751" y="14468"/>
                </a:lnTo>
                <a:lnTo>
                  <a:pt x="4641" y="8510"/>
                </a:lnTo>
                <a:lnTo>
                  <a:pt x="5043" y="4940"/>
                </a:lnTo>
                <a:lnTo>
                  <a:pt x="5492" y="1394"/>
                </a:lnTo>
                <a:lnTo>
                  <a:pt x="4129" y="15"/>
                </a:lnTo>
                <a:close/>
              </a:path>
            </a:pathLst>
          </a:custGeom>
          <a:solidFill>
            <a:srgbClr val="6F63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1" name="bg object 1221"/>
          <p:cNvSpPr/>
          <p:nvPr/>
        </p:nvSpPr>
        <p:spPr>
          <a:xfrm>
            <a:off x="2198955" y="3766195"/>
            <a:ext cx="18415" cy="50800"/>
          </a:xfrm>
          <a:custGeom>
            <a:avLst/>
            <a:gdLst/>
            <a:ahLst/>
            <a:cxnLst/>
            <a:rect l="l" t="t" r="r" b="b"/>
            <a:pathLst>
              <a:path w="18414" h="50800">
                <a:moveTo>
                  <a:pt x="17856" y="27037"/>
                </a:moveTo>
                <a:lnTo>
                  <a:pt x="6091" y="27037"/>
                </a:lnTo>
                <a:lnTo>
                  <a:pt x="5516" y="31655"/>
                </a:lnTo>
                <a:lnTo>
                  <a:pt x="4254" y="47904"/>
                </a:lnTo>
                <a:lnTo>
                  <a:pt x="4129" y="49519"/>
                </a:lnTo>
                <a:lnTo>
                  <a:pt x="8928" y="50370"/>
                </a:lnTo>
                <a:lnTo>
                  <a:pt x="9905" y="47904"/>
                </a:lnTo>
                <a:lnTo>
                  <a:pt x="9503" y="38629"/>
                </a:lnTo>
                <a:lnTo>
                  <a:pt x="13766" y="32766"/>
                </a:lnTo>
                <a:lnTo>
                  <a:pt x="17799" y="31655"/>
                </a:lnTo>
                <a:lnTo>
                  <a:pt x="17856" y="27037"/>
                </a:lnTo>
                <a:close/>
              </a:path>
              <a:path w="18414" h="50800">
                <a:moveTo>
                  <a:pt x="1402" y="0"/>
                </a:moveTo>
                <a:lnTo>
                  <a:pt x="1386" y="17888"/>
                </a:lnTo>
                <a:lnTo>
                  <a:pt x="67" y="27037"/>
                </a:lnTo>
                <a:lnTo>
                  <a:pt x="0" y="27502"/>
                </a:lnTo>
                <a:lnTo>
                  <a:pt x="2479" y="27502"/>
                </a:lnTo>
                <a:lnTo>
                  <a:pt x="6091" y="27037"/>
                </a:lnTo>
                <a:lnTo>
                  <a:pt x="17856" y="27037"/>
                </a:lnTo>
                <a:lnTo>
                  <a:pt x="17856" y="24239"/>
                </a:lnTo>
                <a:lnTo>
                  <a:pt x="9747" y="24239"/>
                </a:lnTo>
                <a:lnTo>
                  <a:pt x="8799" y="23388"/>
                </a:lnTo>
                <a:lnTo>
                  <a:pt x="9735" y="23388"/>
                </a:lnTo>
                <a:lnTo>
                  <a:pt x="9657" y="17888"/>
                </a:lnTo>
                <a:lnTo>
                  <a:pt x="9558" y="10890"/>
                </a:lnTo>
                <a:lnTo>
                  <a:pt x="10922" y="6343"/>
                </a:lnTo>
                <a:lnTo>
                  <a:pt x="5405" y="3798"/>
                </a:lnTo>
                <a:lnTo>
                  <a:pt x="5508" y="1394"/>
                </a:lnTo>
                <a:lnTo>
                  <a:pt x="1402" y="0"/>
                </a:lnTo>
                <a:close/>
              </a:path>
              <a:path w="18414" h="50800">
                <a:moveTo>
                  <a:pt x="9735" y="23388"/>
                </a:moveTo>
                <a:lnTo>
                  <a:pt x="8799" y="23388"/>
                </a:lnTo>
                <a:lnTo>
                  <a:pt x="9747" y="24239"/>
                </a:lnTo>
                <a:lnTo>
                  <a:pt x="9735" y="23388"/>
                </a:lnTo>
                <a:close/>
              </a:path>
              <a:path w="18414" h="50800">
                <a:moveTo>
                  <a:pt x="17856" y="23388"/>
                </a:moveTo>
                <a:lnTo>
                  <a:pt x="9735" y="23388"/>
                </a:lnTo>
                <a:lnTo>
                  <a:pt x="9747" y="24239"/>
                </a:lnTo>
                <a:lnTo>
                  <a:pt x="17856" y="24239"/>
                </a:lnTo>
                <a:lnTo>
                  <a:pt x="17856" y="23388"/>
                </a:lnTo>
                <a:close/>
              </a:path>
            </a:pathLst>
          </a:custGeom>
          <a:solidFill>
            <a:srgbClr val="C3B8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2" name="bg object 1222"/>
          <p:cNvSpPr/>
          <p:nvPr/>
        </p:nvSpPr>
        <p:spPr>
          <a:xfrm>
            <a:off x="2203095" y="3797835"/>
            <a:ext cx="18415" cy="40005"/>
          </a:xfrm>
          <a:custGeom>
            <a:avLst/>
            <a:gdLst/>
            <a:ahLst/>
            <a:cxnLst/>
            <a:rect l="l" t="t" r="r" b="b"/>
            <a:pathLst>
              <a:path w="18414" h="40004">
                <a:moveTo>
                  <a:pt x="13719" y="0"/>
                </a:moveTo>
                <a:lnTo>
                  <a:pt x="9621" y="1134"/>
                </a:lnTo>
                <a:lnTo>
                  <a:pt x="5366" y="6989"/>
                </a:lnTo>
                <a:lnTo>
                  <a:pt x="5768" y="16264"/>
                </a:lnTo>
                <a:lnTo>
                  <a:pt x="4791" y="18731"/>
                </a:lnTo>
                <a:lnTo>
                  <a:pt x="0" y="17888"/>
                </a:lnTo>
                <a:lnTo>
                  <a:pt x="7" y="22041"/>
                </a:lnTo>
                <a:lnTo>
                  <a:pt x="3388" y="21970"/>
                </a:lnTo>
                <a:lnTo>
                  <a:pt x="6414" y="21465"/>
                </a:lnTo>
                <a:lnTo>
                  <a:pt x="3475" y="31024"/>
                </a:lnTo>
                <a:lnTo>
                  <a:pt x="4239" y="35603"/>
                </a:lnTo>
                <a:lnTo>
                  <a:pt x="4121" y="39905"/>
                </a:lnTo>
                <a:lnTo>
                  <a:pt x="9598" y="39921"/>
                </a:lnTo>
                <a:lnTo>
                  <a:pt x="9613" y="31663"/>
                </a:lnTo>
                <a:lnTo>
                  <a:pt x="9424" y="29078"/>
                </a:lnTo>
                <a:lnTo>
                  <a:pt x="10047" y="27265"/>
                </a:lnTo>
                <a:lnTo>
                  <a:pt x="14736" y="27636"/>
                </a:lnTo>
                <a:lnTo>
                  <a:pt x="16288" y="27533"/>
                </a:lnTo>
                <a:lnTo>
                  <a:pt x="17848" y="27525"/>
                </a:lnTo>
                <a:lnTo>
                  <a:pt x="17841" y="23404"/>
                </a:lnTo>
                <a:lnTo>
                  <a:pt x="15209" y="23601"/>
                </a:lnTo>
                <a:lnTo>
                  <a:pt x="13530" y="22884"/>
                </a:lnTo>
                <a:lnTo>
                  <a:pt x="13869" y="16375"/>
                </a:lnTo>
                <a:lnTo>
                  <a:pt x="13743" y="12994"/>
                </a:lnTo>
                <a:lnTo>
                  <a:pt x="13719" y="0"/>
                </a:lnTo>
                <a:close/>
              </a:path>
            </a:pathLst>
          </a:custGeom>
          <a:solidFill>
            <a:srgbClr val="BAAE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3" name="bg object 1223"/>
          <p:cNvSpPr/>
          <p:nvPr/>
        </p:nvSpPr>
        <p:spPr>
          <a:xfrm>
            <a:off x="2220939" y="3806074"/>
            <a:ext cx="11430" cy="11430"/>
          </a:xfrm>
          <a:custGeom>
            <a:avLst/>
            <a:gdLst/>
            <a:ahLst/>
            <a:cxnLst/>
            <a:rect l="l" t="t" r="r" b="b"/>
            <a:pathLst>
              <a:path w="11430" h="11429">
                <a:moveTo>
                  <a:pt x="5051" y="0"/>
                </a:moveTo>
                <a:lnTo>
                  <a:pt x="0" y="1402"/>
                </a:lnTo>
                <a:lnTo>
                  <a:pt x="7" y="9653"/>
                </a:lnTo>
                <a:lnTo>
                  <a:pt x="2182" y="10031"/>
                </a:lnTo>
                <a:lnTo>
                  <a:pt x="4357" y="10472"/>
                </a:lnTo>
                <a:lnTo>
                  <a:pt x="8920" y="11079"/>
                </a:lnTo>
                <a:lnTo>
                  <a:pt x="10906" y="8297"/>
                </a:lnTo>
                <a:lnTo>
                  <a:pt x="6296" y="5106"/>
                </a:lnTo>
                <a:lnTo>
                  <a:pt x="5051" y="0"/>
                </a:lnTo>
                <a:close/>
              </a:path>
            </a:pathLst>
          </a:custGeom>
          <a:solidFill>
            <a:srgbClr val="A297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4" name="bg object 1224"/>
          <p:cNvSpPr/>
          <p:nvPr/>
        </p:nvSpPr>
        <p:spPr>
          <a:xfrm>
            <a:off x="2216628" y="3807469"/>
            <a:ext cx="4445" cy="13970"/>
          </a:xfrm>
          <a:custGeom>
            <a:avLst/>
            <a:gdLst/>
            <a:ahLst/>
            <a:cxnLst/>
            <a:rect l="l" t="t" r="r" b="b"/>
            <a:pathLst>
              <a:path w="4444" h="13970">
                <a:moveTo>
                  <a:pt x="4310" y="7"/>
                </a:moveTo>
                <a:lnTo>
                  <a:pt x="212" y="0"/>
                </a:lnTo>
                <a:lnTo>
                  <a:pt x="212" y="3364"/>
                </a:lnTo>
                <a:lnTo>
                  <a:pt x="338" y="6737"/>
                </a:lnTo>
                <a:lnTo>
                  <a:pt x="0" y="13246"/>
                </a:lnTo>
                <a:lnTo>
                  <a:pt x="1678" y="13963"/>
                </a:lnTo>
                <a:lnTo>
                  <a:pt x="4310" y="13774"/>
                </a:lnTo>
                <a:lnTo>
                  <a:pt x="4310" y="7"/>
                </a:lnTo>
                <a:close/>
              </a:path>
            </a:pathLst>
          </a:custGeom>
          <a:solidFill>
            <a:srgbClr val="AFA7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5" name="bg object 1225"/>
          <p:cNvSpPr/>
          <p:nvPr/>
        </p:nvSpPr>
        <p:spPr>
          <a:xfrm>
            <a:off x="2216850" y="3779918"/>
            <a:ext cx="5715" cy="10160"/>
          </a:xfrm>
          <a:custGeom>
            <a:avLst/>
            <a:gdLst/>
            <a:ahLst/>
            <a:cxnLst/>
            <a:rect l="l" t="t" r="r" b="b"/>
            <a:pathLst>
              <a:path w="5714" h="10160">
                <a:moveTo>
                  <a:pt x="3293" y="0"/>
                </a:moveTo>
                <a:lnTo>
                  <a:pt x="1410" y="70"/>
                </a:lnTo>
                <a:lnTo>
                  <a:pt x="1213" y="5311"/>
                </a:lnTo>
                <a:lnTo>
                  <a:pt x="457" y="7486"/>
                </a:lnTo>
                <a:lnTo>
                  <a:pt x="0" y="9677"/>
                </a:lnTo>
                <a:lnTo>
                  <a:pt x="5461" y="9661"/>
                </a:lnTo>
                <a:lnTo>
                  <a:pt x="5445" y="15"/>
                </a:lnTo>
                <a:lnTo>
                  <a:pt x="3293" y="0"/>
                </a:lnTo>
                <a:close/>
              </a:path>
            </a:pathLst>
          </a:custGeom>
          <a:solidFill>
            <a:srgbClr val="A99F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6" name="bg object 1226"/>
          <p:cNvSpPr/>
          <p:nvPr/>
        </p:nvSpPr>
        <p:spPr>
          <a:xfrm>
            <a:off x="2130365" y="4385452"/>
            <a:ext cx="12700" cy="10160"/>
          </a:xfrm>
          <a:custGeom>
            <a:avLst/>
            <a:gdLst/>
            <a:ahLst/>
            <a:cxnLst/>
            <a:rect l="l" t="t" r="r" b="b"/>
            <a:pathLst>
              <a:path w="12700" h="10160">
                <a:moveTo>
                  <a:pt x="4089" y="0"/>
                </a:moveTo>
                <a:lnTo>
                  <a:pt x="0" y="0"/>
                </a:lnTo>
                <a:lnTo>
                  <a:pt x="7" y="8258"/>
                </a:lnTo>
                <a:lnTo>
                  <a:pt x="4129" y="9661"/>
                </a:lnTo>
                <a:lnTo>
                  <a:pt x="12360" y="9661"/>
                </a:lnTo>
                <a:lnTo>
                  <a:pt x="12584" y="6359"/>
                </a:lnTo>
                <a:lnTo>
                  <a:pt x="12448" y="4531"/>
                </a:lnTo>
                <a:lnTo>
                  <a:pt x="4728" y="4531"/>
                </a:lnTo>
                <a:lnTo>
                  <a:pt x="3877" y="2734"/>
                </a:lnTo>
                <a:lnTo>
                  <a:pt x="4089" y="0"/>
                </a:lnTo>
                <a:close/>
              </a:path>
              <a:path w="12700" h="10160">
                <a:moveTo>
                  <a:pt x="12372" y="3514"/>
                </a:moveTo>
                <a:lnTo>
                  <a:pt x="4728" y="4531"/>
                </a:lnTo>
                <a:lnTo>
                  <a:pt x="12448" y="4531"/>
                </a:lnTo>
                <a:lnTo>
                  <a:pt x="12372" y="3514"/>
                </a:lnTo>
                <a:close/>
              </a:path>
            </a:pathLst>
          </a:custGeom>
          <a:solidFill>
            <a:srgbClr val="7B6F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7" name="bg object 1227"/>
          <p:cNvSpPr/>
          <p:nvPr/>
        </p:nvSpPr>
        <p:spPr>
          <a:xfrm>
            <a:off x="2120237" y="4367557"/>
            <a:ext cx="10160" cy="18415"/>
          </a:xfrm>
          <a:custGeom>
            <a:avLst/>
            <a:gdLst/>
            <a:ahLst/>
            <a:cxnLst/>
            <a:rect l="l" t="t" r="r" b="b"/>
            <a:pathLst>
              <a:path w="10160" h="18414">
                <a:moveTo>
                  <a:pt x="6004" y="0"/>
                </a:moveTo>
                <a:lnTo>
                  <a:pt x="5973" y="4105"/>
                </a:lnTo>
                <a:lnTo>
                  <a:pt x="5413" y="5437"/>
                </a:lnTo>
                <a:lnTo>
                  <a:pt x="4909" y="7888"/>
                </a:lnTo>
                <a:lnTo>
                  <a:pt x="0" y="8124"/>
                </a:lnTo>
                <a:lnTo>
                  <a:pt x="504" y="11024"/>
                </a:lnTo>
                <a:lnTo>
                  <a:pt x="535" y="13774"/>
                </a:lnTo>
                <a:lnTo>
                  <a:pt x="3506" y="13625"/>
                </a:lnTo>
                <a:lnTo>
                  <a:pt x="6556" y="13365"/>
                </a:lnTo>
                <a:lnTo>
                  <a:pt x="6028" y="17896"/>
                </a:lnTo>
                <a:lnTo>
                  <a:pt x="10126" y="17896"/>
                </a:lnTo>
                <a:lnTo>
                  <a:pt x="10110" y="23"/>
                </a:lnTo>
                <a:lnTo>
                  <a:pt x="6004" y="0"/>
                </a:lnTo>
                <a:close/>
              </a:path>
            </a:pathLst>
          </a:custGeom>
          <a:solidFill>
            <a:srgbClr val="6158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8" name="bg object 1228"/>
          <p:cNvSpPr/>
          <p:nvPr/>
        </p:nvSpPr>
        <p:spPr>
          <a:xfrm>
            <a:off x="2120772" y="4380922"/>
            <a:ext cx="6350" cy="9525"/>
          </a:xfrm>
          <a:custGeom>
            <a:avLst/>
            <a:gdLst/>
            <a:ahLst/>
            <a:cxnLst/>
            <a:rect l="l" t="t" r="r" b="b"/>
            <a:pathLst>
              <a:path w="6350" h="9525">
                <a:moveTo>
                  <a:pt x="6020" y="0"/>
                </a:moveTo>
                <a:lnTo>
                  <a:pt x="2970" y="260"/>
                </a:lnTo>
                <a:lnTo>
                  <a:pt x="0" y="409"/>
                </a:lnTo>
                <a:lnTo>
                  <a:pt x="0" y="8636"/>
                </a:lnTo>
                <a:lnTo>
                  <a:pt x="3341" y="9298"/>
                </a:lnTo>
                <a:lnTo>
                  <a:pt x="4444" y="6966"/>
                </a:lnTo>
                <a:lnTo>
                  <a:pt x="5492" y="4531"/>
                </a:lnTo>
                <a:lnTo>
                  <a:pt x="6020" y="0"/>
                </a:lnTo>
                <a:close/>
              </a:path>
            </a:pathLst>
          </a:custGeom>
          <a:solidFill>
            <a:srgbClr val="5E52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9" name="bg object 1229"/>
          <p:cNvSpPr/>
          <p:nvPr/>
        </p:nvSpPr>
        <p:spPr>
          <a:xfrm>
            <a:off x="2112541" y="4363423"/>
            <a:ext cx="13970" cy="10160"/>
          </a:xfrm>
          <a:custGeom>
            <a:avLst/>
            <a:gdLst/>
            <a:ahLst/>
            <a:cxnLst/>
            <a:rect l="l" t="t" r="r" b="b"/>
            <a:pathLst>
              <a:path w="13969" h="10160">
                <a:moveTo>
                  <a:pt x="13695" y="0"/>
                </a:moveTo>
                <a:lnTo>
                  <a:pt x="4089" y="7"/>
                </a:lnTo>
                <a:lnTo>
                  <a:pt x="0" y="55"/>
                </a:lnTo>
                <a:lnTo>
                  <a:pt x="0" y="4152"/>
                </a:lnTo>
                <a:lnTo>
                  <a:pt x="906" y="4239"/>
                </a:lnTo>
                <a:lnTo>
                  <a:pt x="2427" y="4034"/>
                </a:lnTo>
                <a:lnTo>
                  <a:pt x="5035" y="9629"/>
                </a:lnTo>
                <a:lnTo>
                  <a:pt x="9613" y="8132"/>
                </a:lnTo>
                <a:lnTo>
                  <a:pt x="13672" y="8234"/>
                </a:lnTo>
                <a:lnTo>
                  <a:pt x="13703" y="4137"/>
                </a:lnTo>
                <a:lnTo>
                  <a:pt x="13695" y="0"/>
                </a:lnTo>
                <a:close/>
              </a:path>
            </a:pathLst>
          </a:custGeom>
          <a:solidFill>
            <a:srgbClr val="7C7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0" name="bg object 1230"/>
          <p:cNvSpPr/>
          <p:nvPr/>
        </p:nvSpPr>
        <p:spPr>
          <a:xfrm>
            <a:off x="2040870" y="4004274"/>
            <a:ext cx="20955" cy="68580"/>
          </a:xfrm>
          <a:custGeom>
            <a:avLst/>
            <a:gdLst/>
            <a:ahLst/>
            <a:cxnLst/>
            <a:rect l="l" t="t" r="r" b="b"/>
            <a:pathLst>
              <a:path w="20955" h="68579">
                <a:moveTo>
                  <a:pt x="12616" y="0"/>
                </a:moveTo>
                <a:lnTo>
                  <a:pt x="7155" y="0"/>
                </a:lnTo>
                <a:lnTo>
                  <a:pt x="7084" y="53601"/>
                </a:lnTo>
                <a:lnTo>
                  <a:pt x="6343" y="54980"/>
                </a:lnTo>
                <a:lnTo>
                  <a:pt x="5776" y="57423"/>
                </a:lnTo>
                <a:lnTo>
                  <a:pt x="0" y="58330"/>
                </a:lnTo>
                <a:lnTo>
                  <a:pt x="1899" y="61907"/>
                </a:lnTo>
                <a:lnTo>
                  <a:pt x="1576" y="67423"/>
                </a:lnTo>
                <a:lnTo>
                  <a:pt x="1544" y="67975"/>
                </a:lnTo>
                <a:lnTo>
                  <a:pt x="3921" y="67423"/>
                </a:lnTo>
                <a:lnTo>
                  <a:pt x="11253" y="67423"/>
                </a:lnTo>
                <a:lnTo>
                  <a:pt x="10866" y="64279"/>
                </a:lnTo>
                <a:lnTo>
                  <a:pt x="12230" y="62892"/>
                </a:lnTo>
                <a:lnTo>
                  <a:pt x="15373" y="62892"/>
                </a:lnTo>
                <a:lnTo>
                  <a:pt x="15366" y="59149"/>
                </a:lnTo>
                <a:lnTo>
                  <a:pt x="8573" y="57959"/>
                </a:lnTo>
                <a:lnTo>
                  <a:pt x="12056" y="52561"/>
                </a:lnTo>
                <a:lnTo>
                  <a:pt x="10701" y="45879"/>
                </a:lnTo>
                <a:lnTo>
                  <a:pt x="12821" y="45225"/>
                </a:lnTo>
                <a:lnTo>
                  <a:pt x="20859" y="45225"/>
                </a:lnTo>
                <a:lnTo>
                  <a:pt x="20859" y="36013"/>
                </a:lnTo>
                <a:lnTo>
                  <a:pt x="11718" y="36013"/>
                </a:lnTo>
                <a:lnTo>
                  <a:pt x="11063" y="34239"/>
                </a:lnTo>
                <a:lnTo>
                  <a:pt x="11260" y="31639"/>
                </a:lnTo>
                <a:lnTo>
                  <a:pt x="11268" y="14917"/>
                </a:lnTo>
                <a:lnTo>
                  <a:pt x="18101" y="12372"/>
                </a:lnTo>
                <a:lnTo>
                  <a:pt x="16800" y="6036"/>
                </a:lnTo>
                <a:lnTo>
                  <a:pt x="12182" y="6036"/>
                </a:lnTo>
                <a:lnTo>
                  <a:pt x="12537" y="2915"/>
                </a:lnTo>
                <a:lnTo>
                  <a:pt x="12616" y="0"/>
                </a:lnTo>
                <a:close/>
              </a:path>
              <a:path w="20955" h="68579">
                <a:moveTo>
                  <a:pt x="15373" y="62892"/>
                </a:moveTo>
                <a:lnTo>
                  <a:pt x="12230" y="62892"/>
                </a:lnTo>
                <a:lnTo>
                  <a:pt x="15374" y="63286"/>
                </a:lnTo>
                <a:lnTo>
                  <a:pt x="15373" y="62892"/>
                </a:lnTo>
                <a:close/>
              </a:path>
              <a:path w="20955" h="68579">
                <a:moveTo>
                  <a:pt x="20859" y="45225"/>
                </a:moveTo>
                <a:lnTo>
                  <a:pt x="12821" y="45225"/>
                </a:lnTo>
                <a:lnTo>
                  <a:pt x="15498" y="45406"/>
                </a:lnTo>
                <a:lnTo>
                  <a:pt x="20859" y="45406"/>
                </a:lnTo>
                <a:lnTo>
                  <a:pt x="20859" y="45225"/>
                </a:lnTo>
                <a:close/>
              </a:path>
              <a:path w="20955" h="68579">
                <a:moveTo>
                  <a:pt x="20859" y="35768"/>
                </a:moveTo>
                <a:lnTo>
                  <a:pt x="15175" y="35768"/>
                </a:lnTo>
                <a:lnTo>
                  <a:pt x="11718" y="36013"/>
                </a:lnTo>
                <a:lnTo>
                  <a:pt x="20859" y="36013"/>
                </a:lnTo>
                <a:lnTo>
                  <a:pt x="20859" y="35768"/>
                </a:lnTo>
                <a:close/>
              </a:path>
              <a:path w="20955" h="68579">
                <a:moveTo>
                  <a:pt x="16698" y="5539"/>
                </a:moveTo>
                <a:lnTo>
                  <a:pt x="12182" y="6036"/>
                </a:lnTo>
                <a:lnTo>
                  <a:pt x="16800" y="6036"/>
                </a:lnTo>
                <a:lnTo>
                  <a:pt x="16698" y="5539"/>
                </a:lnTo>
                <a:close/>
              </a:path>
            </a:pathLst>
          </a:custGeom>
          <a:solidFill>
            <a:srgbClr val="C4B8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1" name="bg object 1231"/>
          <p:cNvSpPr/>
          <p:nvPr/>
        </p:nvSpPr>
        <p:spPr>
          <a:xfrm>
            <a:off x="2046630" y="4067160"/>
            <a:ext cx="10160" cy="26670"/>
          </a:xfrm>
          <a:custGeom>
            <a:avLst/>
            <a:gdLst/>
            <a:ahLst/>
            <a:cxnLst/>
            <a:rect l="l" t="t" r="r" b="b"/>
            <a:pathLst>
              <a:path w="10160" h="26670">
                <a:moveTo>
                  <a:pt x="6469" y="0"/>
                </a:moveTo>
                <a:lnTo>
                  <a:pt x="5106" y="1394"/>
                </a:lnTo>
                <a:lnTo>
                  <a:pt x="5492" y="4539"/>
                </a:lnTo>
                <a:lnTo>
                  <a:pt x="5468" y="12285"/>
                </a:lnTo>
                <a:lnTo>
                  <a:pt x="23" y="12789"/>
                </a:lnTo>
                <a:lnTo>
                  <a:pt x="0" y="22427"/>
                </a:lnTo>
                <a:lnTo>
                  <a:pt x="3144" y="22033"/>
                </a:lnTo>
                <a:lnTo>
                  <a:pt x="4507" y="23420"/>
                </a:lnTo>
                <a:lnTo>
                  <a:pt x="4121" y="26548"/>
                </a:lnTo>
                <a:lnTo>
                  <a:pt x="9606" y="26548"/>
                </a:lnTo>
                <a:lnTo>
                  <a:pt x="9613" y="401"/>
                </a:lnTo>
                <a:lnTo>
                  <a:pt x="6469" y="0"/>
                </a:lnTo>
                <a:close/>
              </a:path>
            </a:pathLst>
          </a:custGeom>
          <a:solidFill>
            <a:srgbClr val="BEB3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2" name="bg object 1232"/>
          <p:cNvSpPr/>
          <p:nvPr/>
        </p:nvSpPr>
        <p:spPr>
          <a:xfrm>
            <a:off x="2050555" y="4103089"/>
            <a:ext cx="13970" cy="18415"/>
          </a:xfrm>
          <a:custGeom>
            <a:avLst/>
            <a:gdLst/>
            <a:ahLst/>
            <a:cxnLst/>
            <a:rect l="l" t="t" r="r" b="b"/>
            <a:pathLst>
              <a:path w="13969" h="18414">
                <a:moveTo>
                  <a:pt x="677" y="0"/>
                </a:moveTo>
                <a:lnTo>
                  <a:pt x="0" y="1757"/>
                </a:lnTo>
                <a:lnTo>
                  <a:pt x="189" y="4365"/>
                </a:lnTo>
                <a:lnTo>
                  <a:pt x="165" y="18140"/>
                </a:lnTo>
                <a:lnTo>
                  <a:pt x="4302" y="18132"/>
                </a:lnTo>
                <a:lnTo>
                  <a:pt x="4326" y="12647"/>
                </a:lnTo>
                <a:lnTo>
                  <a:pt x="4129" y="10055"/>
                </a:lnTo>
                <a:lnTo>
                  <a:pt x="4751" y="8266"/>
                </a:lnTo>
                <a:lnTo>
                  <a:pt x="9897" y="8628"/>
                </a:lnTo>
                <a:lnTo>
                  <a:pt x="11907" y="8510"/>
                </a:lnTo>
                <a:lnTo>
                  <a:pt x="13900" y="8510"/>
                </a:lnTo>
                <a:lnTo>
                  <a:pt x="11166" y="1631"/>
                </a:lnTo>
                <a:lnTo>
                  <a:pt x="9795" y="260"/>
                </a:lnTo>
                <a:lnTo>
                  <a:pt x="7801" y="260"/>
                </a:lnTo>
                <a:lnTo>
                  <a:pt x="5792" y="370"/>
                </a:lnTo>
                <a:close/>
              </a:path>
            </a:pathLst>
          </a:custGeom>
          <a:solidFill>
            <a:srgbClr val="A099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3" name="bg object 1233"/>
          <p:cNvSpPr/>
          <p:nvPr/>
        </p:nvSpPr>
        <p:spPr>
          <a:xfrm>
            <a:off x="2046492" y="4089187"/>
            <a:ext cx="14604" cy="19050"/>
          </a:xfrm>
          <a:custGeom>
            <a:avLst/>
            <a:gdLst/>
            <a:ahLst/>
            <a:cxnLst/>
            <a:rect l="l" t="t" r="r" b="b"/>
            <a:pathLst>
              <a:path w="14605" h="19050">
                <a:moveTo>
                  <a:pt x="3286" y="0"/>
                </a:moveTo>
                <a:lnTo>
                  <a:pt x="149" y="394"/>
                </a:lnTo>
                <a:lnTo>
                  <a:pt x="149" y="5122"/>
                </a:lnTo>
                <a:lnTo>
                  <a:pt x="275" y="9850"/>
                </a:lnTo>
                <a:lnTo>
                  <a:pt x="0" y="17722"/>
                </a:lnTo>
                <a:lnTo>
                  <a:pt x="1583" y="18487"/>
                </a:lnTo>
                <a:lnTo>
                  <a:pt x="4255" y="18266"/>
                </a:lnTo>
                <a:lnTo>
                  <a:pt x="4066" y="15658"/>
                </a:lnTo>
                <a:lnTo>
                  <a:pt x="4736" y="13900"/>
                </a:lnTo>
                <a:lnTo>
                  <a:pt x="9858" y="14271"/>
                </a:lnTo>
                <a:lnTo>
                  <a:pt x="11859" y="14160"/>
                </a:lnTo>
                <a:lnTo>
                  <a:pt x="13861" y="14160"/>
                </a:lnTo>
                <a:lnTo>
                  <a:pt x="14208" y="10212"/>
                </a:lnTo>
                <a:lnTo>
                  <a:pt x="12443" y="8282"/>
                </a:lnTo>
                <a:lnTo>
                  <a:pt x="5334" y="8967"/>
                </a:lnTo>
                <a:lnTo>
                  <a:pt x="3884" y="7714"/>
                </a:lnTo>
                <a:lnTo>
                  <a:pt x="4649" y="1386"/>
                </a:lnTo>
                <a:lnTo>
                  <a:pt x="3286" y="0"/>
                </a:lnTo>
                <a:close/>
              </a:path>
            </a:pathLst>
          </a:custGeom>
          <a:solidFill>
            <a:srgbClr val="A9A2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4" name="bg object 1234"/>
          <p:cNvSpPr/>
          <p:nvPr/>
        </p:nvSpPr>
        <p:spPr>
          <a:xfrm>
            <a:off x="2043400" y="4044164"/>
            <a:ext cx="5080" cy="6350"/>
          </a:xfrm>
          <a:custGeom>
            <a:avLst/>
            <a:gdLst/>
            <a:ahLst/>
            <a:cxnLst/>
            <a:rect l="l" t="t" r="r" b="b"/>
            <a:pathLst>
              <a:path w="5080" h="6350">
                <a:moveTo>
                  <a:pt x="496" y="0"/>
                </a:moveTo>
                <a:lnTo>
                  <a:pt x="394" y="2899"/>
                </a:lnTo>
                <a:lnTo>
                  <a:pt x="0" y="6012"/>
                </a:lnTo>
                <a:lnTo>
                  <a:pt x="4515" y="5571"/>
                </a:lnTo>
                <a:lnTo>
                  <a:pt x="4594" y="15"/>
                </a:lnTo>
                <a:lnTo>
                  <a:pt x="496" y="0"/>
                </a:lnTo>
                <a:close/>
              </a:path>
            </a:pathLst>
          </a:custGeom>
          <a:solidFill>
            <a:srgbClr val="A79C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5" name="bg object 1235"/>
          <p:cNvSpPr/>
          <p:nvPr/>
        </p:nvSpPr>
        <p:spPr>
          <a:xfrm>
            <a:off x="2068599" y="3888668"/>
            <a:ext cx="26670" cy="33020"/>
          </a:xfrm>
          <a:custGeom>
            <a:avLst/>
            <a:gdLst/>
            <a:ahLst/>
            <a:cxnLst/>
            <a:rect l="l" t="t" r="r" b="b"/>
            <a:pathLst>
              <a:path w="26669" h="33020">
                <a:moveTo>
                  <a:pt x="9606" y="0"/>
                </a:moveTo>
                <a:lnTo>
                  <a:pt x="8219" y="9613"/>
                </a:lnTo>
                <a:lnTo>
                  <a:pt x="8431" y="12206"/>
                </a:lnTo>
                <a:lnTo>
                  <a:pt x="7809" y="14019"/>
                </a:lnTo>
                <a:lnTo>
                  <a:pt x="3112" y="13656"/>
                </a:lnTo>
                <a:lnTo>
                  <a:pt x="1552" y="13759"/>
                </a:lnTo>
                <a:lnTo>
                  <a:pt x="0" y="13759"/>
                </a:lnTo>
                <a:lnTo>
                  <a:pt x="15" y="17880"/>
                </a:lnTo>
                <a:lnTo>
                  <a:pt x="4578" y="17336"/>
                </a:lnTo>
                <a:lnTo>
                  <a:pt x="4215" y="20465"/>
                </a:lnTo>
                <a:lnTo>
                  <a:pt x="4105" y="23396"/>
                </a:lnTo>
                <a:lnTo>
                  <a:pt x="5524" y="24783"/>
                </a:lnTo>
                <a:lnTo>
                  <a:pt x="8227" y="23388"/>
                </a:lnTo>
                <a:lnTo>
                  <a:pt x="8171" y="22915"/>
                </a:lnTo>
                <a:lnTo>
                  <a:pt x="8755" y="21182"/>
                </a:lnTo>
                <a:lnTo>
                  <a:pt x="9101" y="19519"/>
                </a:lnTo>
                <a:lnTo>
                  <a:pt x="10205" y="17809"/>
                </a:lnTo>
                <a:lnTo>
                  <a:pt x="11938" y="18392"/>
                </a:lnTo>
                <a:lnTo>
                  <a:pt x="12994" y="18534"/>
                </a:lnTo>
                <a:lnTo>
                  <a:pt x="12340" y="23396"/>
                </a:lnTo>
                <a:lnTo>
                  <a:pt x="12387" y="31663"/>
                </a:lnTo>
                <a:lnTo>
                  <a:pt x="14578" y="31426"/>
                </a:lnTo>
                <a:lnTo>
                  <a:pt x="17202" y="32490"/>
                </a:lnTo>
                <a:lnTo>
                  <a:pt x="18400" y="28227"/>
                </a:lnTo>
                <a:lnTo>
                  <a:pt x="20638" y="28006"/>
                </a:lnTo>
                <a:lnTo>
                  <a:pt x="21954" y="27525"/>
                </a:lnTo>
                <a:lnTo>
                  <a:pt x="21576" y="24389"/>
                </a:lnTo>
                <a:lnTo>
                  <a:pt x="22931" y="22994"/>
                </a:lnTo>
                <a:lnTo>
                  <a:pt x="26075" y="23388"/>
                </a:lnTo>
                <a:lnTo>
                  <a:pt x="26075" y="19267"/>
                </a:lnTo>
                <a:lnTo>
                  <a:pt x="23333" y="11008"/>
                </a:lnTo>
                <a:lnTo>
                  <a:pt x="21938" y="9637"/>
                </a:lnTo>
                <a:lnTo>
                  <a:pt x="20599" y="8865"/>
                </a:lnTo>
                <a:lnTo>
                  <a:pt x="18038" y="7982"/>
                </a:lnTo>
                <a:lnTo>
                  <a:pt x="18676" y="709"/>
                </a:lnTo>
                <a:lnTo>
                  <a:pt x="14160" y="401"/>
                </a:lnTo>
                <a:lnTo>
                  <a:pt x="9606" y="0"/>
                </a:lnTo>
                <a:close/>
              </a:path>
            </a:pathLst>
          </a:custGeom>
          <a:solidFill>
            <a:srgbClr val="C6B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6" name="bg object 1236"/>
          <p:cNvSpPr/>
          <p:nvPr/>
        </p:nvSpPr>
        <p:spPr>
          <a:xfrm>
            <a:off x="2087664" y="3818291"/>
            <a:ext cx="9525" cy="40640"/>
          </a:xfrm>
          <a:custGeom>
            <a:avLst/>
            <a:gdLst/>
            <a:ahLst/>
            <a:cxnLst/>
            <a:rect l="l" t="t" r="r" b="b"/>
            <a:pathLst>
              <a:path w="9525" h="40639">
                <a:moveTo>
                  <a:pt x="2734" y="0"/>
                </a:moveTo>
                <a:lnTo>
                  <a:pt x="157" y="181"/>
                </a:lnTo>
                <a:lnTo>
                  <a:pt x="141" y="8455"/>
                </a:lnTo>
                <a:lnTo>
                  <a:pt x="149" y="26942"/>
                </a:lnTo>
                <a:lnTo>
                  <a:pt x="275" y="31678"/>
                </a:lnTo>
                <a:lnTo>
                  <a:pt x="0" y="39567"/>
                </a:lnTo>
                <a:lnTo>
                  <a:pt x="1631" y="40292"/>
                </a:lnTo>
                <a:lnTo>
                  <a:pt x="4271" y="40102"/>
                </a:lnTo>
                <a:lnTo>
                  <a:pt x="8368" y="40110"/>
                </a:lnTo>
                <a:lnTo>
                  <a:pt x="8156" y="36682"/>
                </a:lnTo>
                <a:lnTo>
                  <a:pt x="9480" y="32963"/>
                </a:lnTo>
                <a:lnTo>
                  <a:pt x="3743" y="29535"/>
                </a:lnTo>
                <a:lnTo>
                  <a:pt x="3829" y="27652"/>
                </a:lnTo>
                <a:lnTo>
                  <a:pt x="7234" y="25563"/>
                </a:lnTo>
                <a:lnTo>
                  <a:pt x="7628" y="23585"/>
                </a:lnTo>
                <a:lnTo>
                  <a:pt x="8353" y="22183"/>
                </a:lnTo>
                <a:lnTo>
                  <a:pt x="5689" y="22427"/>
                </a:lnTo>
                <a:lnTo>
                  <a:pt x="4082" y="21647"/>
                </a:lnTo>
                <a:lnTo>
                  <a:pt x="4397" y="15177"/>
                </a:lnTo>
                <a:lnTo>
                  <a:pt x="4271" y="11812"/>
                </a:lnTo>
                <a:lnTo>
                  <a:pt x="4263" y="6895"/>
                </a:lnTo>
                <a:lnTo>
                  <a:pt x="4160" y="5334"/>
                </a:lnTo>
                <a:lnTo>
                  <a:pt x="4531" y="646"/>
                </a:lnTo>
                <a:lnTo>
                  <a:pt x="2734" y="0"/>
                </a:lnTo>
                <a:close/>
              </a:path>
            </a:pathLst>
          </a:custGeom>
          <a:solidFill>
            <a:srgbClr val="BBB3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7" name="bg object 1237"/>
          <p:cNvSpPr/>
          <p:nvPr/>
        </p:nvSpPr>
        <p:spPr>
          <a:xfrm>
            <a:off x="2086177" y="3858392"/>
            <a:ext cx="14604" cy="26670"/>
          </a:xfrm>
          <a:custGeom>
            <a:avLst/>
            <a:gdLst/>
            <a:ahLst/>
            <a:cxnLst/>
            <a:rect l="l" t="t" r="r" b="b"/>
            <a:pathLst>
              <a:path w="14605" h="26670">
                <a:moveTo>
                  <a:pt x="9858" y="7"/>
                </a:moveTo>
                <a:lnTo>
                  <a:pt x="5760" y="0"/>
                </a:lnTo>
                <a:lnTo>
                  <a:pt x="5760" y="2907"/>
                </a:lnTo>
                <a:lnTo>
                  <a:pt x="5492" y="5855"/>
                </a:lnTo>
                <a:lnTo>
                  <a:pt x="6304" y="13207"/>
                </a:lnTo>
                <a:lnTo>
                  <a:pt x="4066" y="14239"/>
                </a:lnTo>
                <a:lnTo>
                  <a:pt x="283" y="13782"/>
                </a:lnTo>
                <a:lnTo>
                  <a:pt x="252" y="19424"/>
                </a:lnTo>
                <a:lnTo>
                  <a:pt x="370" y="20985"/>
                </a:lnTo>
                <a:lnTo>
                  <a:pt x="0" y="25674"/>
                </a:lnTo>
                <a:lnTo>
                  <a:pt x="1780" y="26336"/>
                </a:lnTo>
                <a:lnTo>
                  <a:pt x="4365" y="26154"/>
                </a:lnTo>
                <a:lnTo>
                  <a:pt x="4956" y="22884"/>
                </a:lnTo>
                <a:lnTo>
                  <a:pt x="2301" y="18116"/>
                </a:lnTo>
                <a:lnTo>
                  <a:pt x="9156" y="17297"/>
                </a:lnTo>
                <a:lnTo>
                  <a:pt x="9826" y="14712"/>
                </a:lnTo>
                <a:lnTo>
                  <a:pt x="9724" y="10181"/>
                </a:lnTo>
                <a:lnTo>
                  <a:pt x="11316" y="9416"/>
                </a:lnTo>
                <a:lnTo>
                  <a:pt x="13971" y="9645"/>
                </a:lnTo>
                <a:lnTo>
                  <a:pt x="13987" y="4121"/>
                </a:lnTo>
                <a:lnTo>
                  <a:pt x="12608" y="1371"/>
                </a:lnTo>
                <a:lnTo>
                  <a:pt x="9858" y="7"/>
                </a:lnTo>
                <a:close/>
              </a:path>
            </a:pathLst>
          </a:custGeom>
          <a:solidFill>
            <a:srgbClr val="B5AD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8" name="bg object 1238"/>
          <p:cNvSpPr/>
          <p:nvPr/>
        </p:nvSpPr>
        <p:spPr>
          <a:xfrm>
            <a:off x="2080983" y="3858170"/>
            <a:ext cx="5715" cy="18415"/>
          </a:xfrm>
          <a:custGeom>
            <a:avLst/>
            <a:gdLst/>
            <a:ahLst/>
            <a:cxnLst/>
            <a:rect l="l" t="t" r="r" b="b"/>
            <a:pathLst>
              <a:path w="5714" h="18414">
                <a:moveTo>
                  <a:pt x="4042" y="0"/>
                </a:moveTo>
                <a:lnTo>
                  <a:pt x="1371" y="244"/>
                </a:lnTo>
                <a:lnTo>
                  <a:pt x="0" y="2962"/>
                </a:lnTo>
                <a:lnTo>
                  <a:pt x="1300" y="8463"/>
                </a:lnTo>
                <a:lnTo>
                  <a:pt x="1323" y="10685"/>
                </a:lnTo>
                <a:lnTo>
                  <a:pt x="1394" y="12915"/>
                </a:lnTo>
                <a:lnTo>
                  <a:pt x="1300" y="18164"/>
                </a:lnTo>
                <a:lnTo>
                  <a:pt x="5437" y="18093"/>
                </a:lnTo>
                <a:lnTo>
                  <a:pt x="5476" y="14003"/>
                </a:lnTo>
                <a:lnTo>
                  <a:pt x="5468" y="10638"/>
                </a:lnTo>
                <a:lnTo>
                  <a:pt x="5327" y="7265"/>
                </a:lnTo>
                <a:lnTo>
                  <a:pt x="5642" y="795"/>
                </a:lnTo>
                <a:lnTo>
                  <a:pt x="4042" y="0"/>
                </a:lnTo>
                <a:close/>
              </a:path>
            </a:pathLst>
          </a:custGeom>
          <a:solidFill>
            <a:srgbClr val="D2C7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9" name="bg object 1239"/>
          <p:cNvSpPr/>
          <p:nvPr/>
        </p:nvSpPr>
        <p:spPr>
          <a:xfrm>
            <a:off x="2078203" y="3866630"/>
            <a:ext cx="12700" cy="31750"/>
          </a:xfrm>
          <a:custGeom>
            <a:avLst/>
            <a:gdLst/>
            <a:ahLst/>
            <a:cxnLst/>
            <a:rect l="l" t="t" r="r" b="b"/>
            <a:pathLst>
              <a:path w="12700" h="31750">
                <a:moveTo>
                  <a:pt x="4082" y="0"/>
                </a:moveTo>
                <a:lnTo>
                  <a:pt x="7" y="23"/>
                </a:lnTo>
                <a:lnTo>
                  <a:pt x="0" y="22033"/>
                </a:lnTo>
                <a:lnTo>
                  <a:pt x="4554" y="22435"/>
                </a:lnTo>
                <a:lnTo>
                  <a:pt x="9070" y="22742"/>
                </a:lnTo>
                <a:lnTo>
                  <a:pt x="8431" y="30023"/>
                </a:lnTo>
                <a:lnTo>
                  <a:pt x="10993" y="30898"/>
                </a:lnTo>
                <a:lnTo>
                  <a:pt x="12332" y="31670"/>
                </a:lnTo>
                <a:lnTo>
                  <a:pt x="12340" y="17919"/>
                </a:lnTo>
                <a:lnTo>
                  <a:pt x="9755" y="18093"/>
                </a:lnTo>
                <a:lnTo>
                  <a:pt x="7966" y="17439"/>
                </a:lnTo>
                <a:lnTo>
                  <a:pt x="8345" y="12750"/>
                </a:lnTo>
                <a:lnTo>
                  <a:pt x="8227" y="11190"/>
                </a:lnTo>
                <a:lnTo>
                  <a:pt x="8219" y="9629"/>
                </a:lnTo>
                <a:lnTo>
                  <a:pt x="4082" y="9700"/>
                </a:lnTo>
                <a:lnTo>
                  <a:pt x="4176" y="4460"/>
                </a:lnTo>
                <a:lnTo>
                  <a:pt x="4082" y="0"/>
                </a:lnTo>
                <a:close/>
              </a:path>
            </a:pathLst>
          </a:custGeom>
          <a:solidFill>
            <a:srgbClr val="C0B5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0" name="bg object 1240"/>
          <p:cNvSpPr/>
          <p:nvPr/>
        </p:nvSpPr>
        <p:spPr>
          <a:xfrm>
            <a:off x="2087813" y="3808848"/>
            <a:ext cx="10160" cy="18415"/>
          </a:xfrm>
          <a:custGeom>
            <a:avLst/>
            <a:gdLst/>
            <a:ahLst/>
            <a:cxnLst/>
            <a:rect l="l" t="t" r="r" b="b"/>
            <a:pathLst>
              <a:path w="10160" h="18414">
                <a:moveTo>
                  <a:pt x="9613" y="0"/>
                </a:moveTo>
                <a:lnTo>
                  <a:pt x="0" y="7"/>
                </a:lnTo>
                <a:lnTo>
                  <a:pt x="15" y="9621"/>
                </a:lnTo>
                <a:lnTo>
                  <a:pt x="2584" y="9448"/>
                </a:lnTo>
                <a:lnTo>
                  <a:pt x="4381" y="10094"/>
                </a:lnTo>
                <a:lnTo>
                  <a:pt x="4011" y="14775"/>
                </a:lnTo>
                <a:lnTo>
                  <a:pt x="4121" y="16343"/>
                </a:lnTo>
                <a:lnTo>
                  <a:pt x="4121" y="17896"/>
                </a:lnTo>
                <a:lnTo>
                  <a:pt x="9346" y="18290"/>
                </a:lnTo>
                <a:lnTo>
                  <a:pt x="9015" y="13963"/>
                </a:lnTo>
                <a:lnTo>
                  <a:pt x="9992" y="7375"/>
                </a:lnTo>
                <a:lnTo>
                  <a:pt x="9598" y="3656"/>
                </a:lnTo>
                <a:lnTo>
                  <a:pt x="9613" y="0"/>
                </a:lnTo>
                <a:close/>
              </a:path>
            </a:pathLst>
          </a:custGeom>
          <a:solidFill>
            <a:srgbClr val="B2A7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1" name="bg object 1241"/>
          <p:cNvSpPr/>
          <p:nvPr/>
        </p:nvSpPr>
        <p:spPr>
          <a:xfrm>
            <a:off x="2094225" y="3711145"/>
            <a:ext cx="19050" cy="14604"/>
          </a:xfrm>
          <a:custGeom>
            <a:avLst/>
            <a:gdLst/>
            <a:ahLst/>
            <a:cxnLst/>
            <a:rect l="l" t="t" r="r" b="b"/>
            <a:pathLst>
              <a:path w="19050" h="14604">
                <a:moveTo>
                  <a:pt x="4570" y="0"/>
                </a:moveTo>
                <a:lnTo>
                  <a:pt x="4948" y="3136"/>
                </a:lnTo>
                <a:lnTo>
                  <a:pt x="3593" y="4531"/>
                </a:lnTo>
                <a:lnTo>
                  <a:pt x="449" y="4121"/>
                </a:lnTo>
                <a:lnTo>
                  <a:pt x="354" y="7068"/>
                </a:lnTo>
                <a:lnTo>
                  <a:pt x="0" y="10189"/>
                </a:lnTo>
                <a:lnTo>
                  <a:pt x="4562" y="9637"/>
                </a:lnTo>
                <a:lnTo>
                  <a:pt x="6115" y="9637"/>
                </a:lnTo>
                <a:lnTo>
                  <a:pt x="7675" y="9740"/>
                </a:lnTo>
                <a:lnTo>
                  <a:pt x="12356" y="9369"/>
                </a:lnTo>
                <a:lnTo>
                  <a:pt x="12994" y="11174"/>
                </a:lnTo>
                <a:lnTo>
                  <a:pt x="12805" y="13759"/>
                </a:lnTo>
                <a:lnTo>
                  <a:pt x="15736" y="13869"/>
                </a:lnTo>
                <a:lnTo>
                  <a:pt x="18857" y="14216"/>
                </a:lnTo>
                <a:lnTo>
                  <a:pt x="18290" y="9637"/>
                </a:lnTo>
                <a:lnTo>
                  <a:pt x="18818" y="6548"/>
                </a:lnTo>
                <a:lnTo>
                  <a:pt x="17005" y="4870"/>
                </a:lnTo>
                <a:lnTo>
                  <a:pt x="11568" y="3979"/>
                </a:lnTo>
                <a:lnTo>
                  <a:pt x="8747" y="4113"/>
                </a:lnTo>
                <a:lnTo>
                  <a:pt x="7549" y="78"/>
                </a:lnTo>
                <a:lnTo>
                  <a:pt x="5650" y="165"/>
                </a:lnTo>
                <a:lnTo>
                  <a:pt x="4570" y="0"/>
                </a:lnTo>
                <a:close/>
              </a:path>
            </a:pathLst>
          </a:custGeom>
          <a:solidFill>
            <a:srgbClr val="ADA3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2" name="bg object 1242"/>
          <p:cNvSpPr/>
          <p:nvPr/>
        </p:nvSpPr>
        <p:spPr>
          <a:xfrm>
            <a:off x="2099213" y="3720389"/>
            <a:ext cx="17780" cy="26670"/>
          </a:xfrm>
          <a:custGeom>
            <a:avLst/>
            <a:gdLst/>
            <a:ahLst/>
            <a:cxnLst/>
            <a:rect l="l" t="t" r="r" b="b"/>
            <a:pathLst>
              <a:path w="17780" h="26670">
                <a:moveTo>
                  <a:pt x="16666" y="0"/>
                </a:moveTo>
                <a:lnTo>
                  <a:pt x="13301" y="394"/>
                </a:lnTo>
                <a:lnTo>
                  <a:pt x="13869" y="4972"/>
                </a:lnTo>
                <a:lnTo>
                  <a:pt x="10748" y="4617"/>
                </a:lnTo>
                <a:lnTo>
                  <a:pt x="7817" y="4515"/>
                </a:lnTo>
                <a:lnTo>
                  <a:pt x="5650" y="4483"/>
                </a:lnTo>
                <a:lnTo>
                  <a:pt x="3270" y="4594"/>
                </a:lnTo>
                <a:lnTo>
                  <a:pt x="4405" y="11221"/>
                </a:lnTo>
                <a:lnTo>
                  <a:pt x="575" y="12647"/>
                </a:lnTo>
                <a:lnTo>
                  <a:pt x="0" y="17305"/>
                </a:lnTo>
                <a:lnTo>
                  <a:pt x="2450" y="19929"/>
                </a:lnTo>
                <a:lnTo>
                  <a:pt x="3695" y="22403"/>
                </a:lnTo>
                <a:lnTo>
                  <a:pt x="5248" y="22403"/>
                </a:lnTo>
                <a:lnTo>
                  <a:pt x="6808" y="22514"/>
                </a:lnTo>
                <a:lnTo>
                  <a:pt x="11489" y="22135"/>
                </a:lnTo>
                <a:lnTo>
                  <a:pt x="12119" y="23948"/>
                </a:lnTo>
                <a:lnTo>
                  <a:pt x="11938" y="26525"/>
                </a:lnTo>
                <a:lnTo>
                  <a:pt x="17415" y="26533"/>
                </a:lnTo>
                <a:lnTo>
                  <a:pt x="17415" y="19291"/>
                </a:lnTo>
                <a:lnTo>
                  <a:pt x="17305" y="12041"/>
                </a:lnTo>
                <a:lnTo>
                  <a:pt x="17541" y="1678"/>
                </a:lnTo>
                <a:lnTo>
                  <a:pt x="16666" y="0"/>
                </a:lnTo>
                <a:close/>
              </a:path>
            </a:pathLst>
          </a:custGeom>
          <a:solidFill>
            <a:srgbClr val="A39A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3" name="bg object 1243"/>
          <p:cNvSpPr/>
          <p:nvPr/>
        </p:nvSpPr>
        <p:spPr>
          <a:xfrm>
            <a:off x="2102909" y="3742523"/>
            <a:ext cx="8890" cy="26670"/>
          </a:xfrm>
          <a:custGeom>
            <a:avLst/>
            <a:gdLst/>
            <a:ahLst/>
            <a:cxnLst/>
            <a:rect l="l" t="t" r="r" b="b"/>
            <a:pathLst>
              <a:path w="8889" h="26670">
                <a:moveTo>
                  <a:pt x="7793" y="0"/>
                </a:moveTo>
                <a:lnTo>
                  <a:pt x="3112" y="378"/>
                </a:lnTo>
                <a:lnTo>
                  <a:pt x="1552" y="267"/>
                </a:lnTo>
                <a:lnTo>
                  <a:pt x="0" y="267"/>
                </a:lnTo>
                <a:lnTo>
                  <a:pt x="7" y="18148"/>
                </a:lnTo>
                <a:lnTo>
                  <a:pt x="2584" y="17974"/>
                </a:lnTo>
                <a:lnTo>
                  <a:pt x="4381" y="18621"/>
                </a:lnTo>
                <a:lnTo>
                  <a:pt x="4011" y="23309"/>
                </a:lnTo>
                <a:lnTo>
                  <a:pt x="4129" y="24870"/>
                </a:lnTo>
                <a:lnTo>
                  <a:pt x="4145" y="26438"/>
                </a:lnTo>
                <a:lnTo>
                  <a:pt x="8219" y="26438"/>
                </a:lnTo>
                <a:lnTo>
                  <a:pt x="8250" y="4389"/>
                </a:lnTo>
                <a:lnTo>
                  <a:pt x="8424" y="1812"/>
                </a:lnTo>
                <a:lnTo>
                  <a:pt x="7793" y="0"/>
                </a:lnTo>
                <a:close/>
              </a:path>
            </a:pathLst>
          </a:custGeom>
          <a:solidFill>
            <a:srgbClr val="B3AA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4" name="bg object 1244"/>
          <p:cNvSpPr/>
          <p:nvPr/>
        </p:nvSpPr>
        <p:spPr>
          <a:xfrm>
            <a:off x="2167147" y="3592900"/>
            <a:ext cx="7620" cy="8890"/>
          </a:xfrm>
          <a:custGeom>
            <a:avLst/>
            <a:gdLst/>
            <a:ahLst/>
            <a:cxnLst/>
            <a:rect l="l" t="t" r="r" b="b"/>
            <a:pathLst>
              <a:path w="7619" h="8889">
                <a:moveTo>
                  <a:pt x="2915" y="0"/>
                </a:moveTo>
                <a:lnTo>
                  <a:pt x="2041" y="1260"/>
                </a:lnTo>
                <a:lnTo>
                  <a:pt x="685" y="2419"/>
                </a:lnTo>
                <a:lnTo>
                  <a:pt x="0" y="5721"/>
                </a:lnTo>
                <a:lnTo>
                  <a:pt x="23" y="8368"/>
                </a:lnTo>
                <a:lnTo>
                  <a:pt x="4318" y="7714"/>
                </a:lnTo>
                <a:lnTo>
                  <a:pt x="5311" y="5973"/>
                </a:lnTo>
                <a:lnTo>
                  <a:pt x="7131" y="4255"/>
                </a:lnTo>
                <a:lnTo>
                  <a:pt x="2915" y="0"/>
                </a:lnTo>
                <a:close/>
              </a:path>
            </a:pathLst>
          </a:custGeom>
          <a:solidFill>
            <a:srgbClr val="B6AC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5" name="bg object 1245"/>
          <p:cNvSpPr/>
          <p:nvPr/>
        </p:nvSpPr>
        <p:spPr>
          <a:xfrm>
            <a:off x="2175175" y="3658594"/>
            <a:ext cx="9525" cy="24765"/>
          </a:xfrm>
          <a:custGeom>
            <a:avLst/>
            <a:gdLst/>
            <a:ahLst/>
            <a:cxnLst/>
            <a:rect l="l" t="t" r="r" b="b"/>
            <a:pathLst>
              <a:path w="9525" h="24764">
                <a:moveTo>
                  <a:pt x="4570" y="0"/>
                </a:moveTo>
                <a:lnTo>
                  <a:pt x="4586" y="6832"/>
                </a:lnTo>
                <a:lnTo>
                  <a:pt x="4460" y="10654"/>
                </a:lnTo>
                <a:lnTo>
                  <a:pt x="4767" y="17620"/>
                </a:lnTo>
                <a:lnTo>
                  <a:pt x="3136" y="18353"/>
                </a:lnTo>
                <a:lnTo>
                  <a:pt x="480" y="18140"/>
                </a:lnTo>
                <a:lnTo>
                  <a:pt x="386" y="21064"/>
                </a:lnTo>
                <a:lnTo>
                  <a:pt x="0" y="24216"/>
                </a:lnTo>
                <a:lnTo>
                  <a:pt x="4578" y="23656"/>
                </a:lnTo>
                <a:lnTo>
                  <a:pt x="7194" y="23837"/>
                </a:lnTo>
                <a:lnTo>
                  <a:pt x="8896" y="23160"/>
                </a:lnTo>
                <a:lnTo>
                  <a:pt x="8581" y="16627"/>
                </a:lnTo>
                <a:lnTo>
                  <a:pt x="8723" y="13246"/>
                </a:lnTo>
                <a:lnTo>
                  <a:pt x="8723" y="9881"/>
                </a:lnTo>
                <a:lnTo>
                  <a:pt x="8707" y="260"/>
                </a:lnTo>
                <a:lnTo>
                  <a:pt x="6721" y="260"/>
                </a:lnTo>
                <a:lnTo>
                  <a:pt x="4570" y="0"/>
                </a:lnTo>
                <a:close/>
              </a:path>
            </a:pathLst>
          </a:custGeom>
          <a:solidFill>
            <a:srgbClr val="C2B2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6" name="bg object 1246"/>
          <p:cNvSpPr/>
          <p:nvPr/>
        </p:nvSpPr>
        <p:spPr>
          <a:xfrm>
            <a:off x="2166046" y="3654715"/>
            <a:ext cx="10160" cy="18415"/>
          </a:xfrm>
          <a:custGeom>
            <a:avLst/>
            <a:gdLst/>
            <a:ahLst/>
            <a:cxnLst/>
            <a:rect l="l" t="t" r="r" b="b"/>
            <a:pathLst>
              <a:path w="10160" h="18414">
                <a:moveTo>
                  <a:pt x="9606" y="7"/>
                </a:moveTo>
                <a:lnTo>
                  <a:pt x="1386" y="0"/>
                </a:lnTo>
                <a:lnTo>
                  <a:pt x="0" y="4105"/>
                </a:lnTo>
                <a:lnTo>
                  <a:pt x="3703" y="3687"/>
                </a:lnTo>
                <a:lnTo>
                  <a:pt x="6146" y="4586"/>
                </a:lnTo>
                <a:lnTo>
                  <a:pt x="5303" y="10614"/>
                </a:lnTo>
                <a:lnTo>
                  <a:pt x="5468" y="12198"/>
                </a:lnTo>
                <a:lnTo>
                  <a:pt x="5492" y="17896"/>
                </a:lnTo>
                <a:lnTo>
                  <a:pt x="9558" y="17927"/>
                </a:lnTo>
                <a:lnTo>
                  <a:pt x="9606" y="7"/>
                </a:lnTo>
                <a:close/>
              </a:path>
            </a:pathLst>
          </a:custGeom>
          <a:solidFill>
            <a:srgbClr val="BAB2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7" name="bg object 1247"/>
          <p:cNvSpPr/>
          <p:nvPr/>
        </p:nvSpPr>
        <p:spPr>
          <a:xfrm>
            <a:off x="2175605" y="3661613"/>
            <a:ext cx="4445" cy="15875"/>
          </a:xfrm>
          <a:custGeom>
            <a:avLst/>
            <a:gdLst/>
            <a:ahLst/>
            <a:cxnLst/>
            <a:rect l="l" t="t" r="r" b="b"/>
            <a:pathLst>
              <a:path w="4444" h="15875">
                <a:moveTo>
                  <a:pt x="4160" y="0"/>
                </a:moveTo>
                <a:lnTo>
                  <a:pt x="55" y="0"/>
                </a:lnTo>
                <a:lnTo>
                  <a:pt x="0" y="11032"/>
                </a:lnTo>
                <a:lnTo>
                  <a:pt x="55" y="15122"/>
                </a:lnTo>
                <a:lnTo>
                  <a:pt x="2702" y="15335"/>
                </a:lnTo>
                <a:lnTo>
                  <a:pt x="4334" y="14602"/>
                </a:lnTo>
                <a:lnTo>
                  <a:pt x="4026" y="7636"/>
                </a:lnTo>
                <a:lnTo>
                  <a:pt x="4160" y="3814"/>
                </a:lnTo>
                <a:lnTo>
                  <a:pt x="4160" y="0"/>
                </a:lnTo>
                <a:close/>
              </a:path>
            </a:pathLst>
          </a:custGeom>
          <a:solidFill>
            <a:srgbClr val="CFC1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8" name="bg object 1248"/>
          <p:cNvSpPr/>
          <p:nvPr/>
        </p:nvSpPr>
        <p:spPr>
          <a:xfrm>
            <a:off x="2149371" y="3632516"/>
            <a:ext cx="18415" cy="36195"/>
          </a:xfrm>
          <a:custGeom>
            <a:avLst/>
            <a:gdLst/>
            <a:ahLst/>
            <a:cxnLst/>
            <a:rect l="l" t="t" r="r" b="b"/>
            <a:pathLst>
              <a:path w="18414" h="36195">
                <a:moveTo>
                  <a:pt x="1686" y="0"/>
                </a:moveTo>
                <a:lnTo>
                  <a:pt x="0" y="709"/>
                </a:lnTo>
                <a:lnTo>
                  <a:pt x="338" y="6753"/>
                </a:lnTo>
                <a:lnTo>
                  <a:pt x="204" y="9669"/>
                </a:lnTo>
                <a:lnTo>
                  <a:pt x="204" y="12576"/>
                </a:lnTo>
                <a:lnTo>
                  <a:pt x="2836" y="12372"/>
                </a:lnTo>
                <a:lnTo>
                  <a:pt x="4507" y="13081"/>
                </a:lnTo>
                <a:lnTo>
                  <a:pt x="4176" y="19582"/>
                </a:lnTo>
                <a:lnTo>
                  <a:pt x="4294" y="22955"/>
                </a:lnTo>
                <a:lnTo>
                  <a:pt x="4334" y="34610"/>
                </a:lnTo>
                <a:lnTo>
                  <a:pt x="8431" y="35981"/>
                </a:lnTo>
                <a:lnTo>
                  <a:pt x="8455" y="30449"/>
                </a:lnTo>
                <a:lnTo>
                  <a:pt x="10173" y="22458"/>
                </a:lnTo>
                <a:lnTo>
                  <a:pt x="14578" y="24042"/>
                </a:lnTo>
                <a:lnTo>
                  <a:pt x="11718" y="27809"/>
                </a:lnTo>
                <a:lnTo>
                  <a:pt x="12569" y="30465"/>
                </a:lnTo>
                <a:lnTo>
                  <a:pt x="15736" y="30875"/>
                </a:lnTo>
                <a:lnTo>
                  <a:pt x="17060" y="29432"/>
                </a:lnTo>
                <a:lnTo>
                  <a:pt x="16674" y="26304"/>
                </a:lnTo>
                <a:lnTo>
                  <a:pt x="18061" y="22198"/>
                </a:lnTo>
                <a:lnTo>
                  <a:pt x="18030" y="18101"/>
                </a:lnTo>
                <a:lnTo>
                  <a:pt x="15413" y="18030"/>
                </a:lnTo>
                <a:lnTo>
                  <a:pt x="12616" y="18668"/>
                </a:lnTo>
                <a:lnTo>
                  <a:pt x="12127" y="12056"/>
                </a:lnTo>
                <a:lnTo>
                  <a:pt x="7123" y="12206"/>
                </a:lnTo>
                <a:lnTo>
                  <a:pt x="8455" y="8439"/>
                </a:lnTo>
                <a:lnTo>
                  <a:pt x="5870" y="8644"/>
                </a:lnTo>
                <a:lnTo>
                  <a:pt x="4066" y="8022"/>
                </a:lnTo>
                <a:lnTo>
                  <a:pt x="4420" y="3317"/>
                </a:lnTo>
                <a:lnTo>
                  <a:pt x="4318" y="1757"/>
                </a:lnTo>
                <a:lnTo>
                  <a:pt x="4318" y="197"/>
                </a:lnTo>
                <a:lnTo>
                  <a:pt x="1686" y="0"/>
                </a:lnTo>
                <a:close/>
              </a:path>
            </a:pathLst>
          </a:custGeom>
          <a:solidFill>
            <a:srgbClr val="ADA0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9" name="bg object 1249"/>
          <p:cNvSpPr/>
          <p:nvPr/>
        </p:nvSpPr>
        <p:spPr>
          <a:xfrm>
            <a:off x="2153689" y="3623055"/>
            <a:ext cx="10160" cy="18415"/>
          </a:xfrm>
          <a:custGeom>
            <a:avLst/>
            <a:gdLst/>
            <a:ahLst/>
            <a:cxnLst/>
            <a:rect l="l" t="t" r="r" b="b"/>
            <a:pathLst>
              <a:path w="10160" h="18414">
                <a:moveTo>
                  <a:pt x="9590" y="0"/>
                </a:moveTo>
                <a:lnTo>
                  <a:pt x="0" y="31"/>
                </a:lnTo>
                <a:lnTo>
                  <a:pt x="0" y="9661"/>
                </a:lnTo>
                <a:lnTo>
                  <a:pt x="2568" y="9456"/>
                </a:lnTo>
                <a:lnTo>
                  <a:pt x="4373" y="10086"/>
                </a:lnTo>
                <a:lnTo>
                  <a:pt x="4018" y="14783"/>
                </a:lnTo>
                <a:lnTo>
                  <a:pt x="4121" y="16343"/>
                </a:lnTo>
                <a:lnTo>
                  <a:pt x="4129" y="17896"/>
                </a:lnTo>
                <a:lnTo>
                  <a:pt x="7060" y="18006"/>
                </a:lnTo>
                <a:lnTo>
                  <a:pt x="10165" y="18345"/>
                </a:lnTo>
                <a:lnTo>
                  <a:pt x="9613" y="13782"/>
                </a:lnTo>
                <a:lnTo>
                  <a:pt x="9590" y="0"/>
                </a:lnTo>
                <a:close/>
              </a:path>
            </a:pathLst>
          </a:custGeom>
          <a:solidFill>
            <a:srgbClr val="C6BB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0" name="bg object 1250"/>
          <p:cNvSpPr/>
          <p:nvPr/>
        </p:nvSpPr>
        <p:spPr>
          <a:xfrm>
            <a:off x="2156494" y="3636635"/>
            <a:ext cx="11430" cy="14604"/>
          </a:xfrm>
          <a:custGeom>
            <a:avLst/>
            <a:gdLst/>
            <a:ahLst/>
            <a:cxnLst/>
            <a:rect l="l" t="t" r="r" b="b"/>
            <a:pathLst>
              <a:path w="11430" h="14604">
                <a:moveTo>
                  <a:pt x="9440" y="0"/>
                </a:moveTo>
                <a:lnTo>
                  <a:pt x="6808" y="204"/>
                </a:lnTo>
                <a:lnTo>
                  <a:pt x="7368" y="4767"/>
                </a:lnTo>
                <a:lnTo>
                  <a:pt x="4255" y="4428"/>
                </a:lnTo>
                <a:lnTo>
                  <a:pt x="1331" y="4318"/>
                </a:lnTo>
                <a:lnTo>
                  <a:pt x="0" y="8085"/>
                </a:lnTo>
                <a:lnTo>
                  <a:pt x="5003" y="7935"/>
                </a:lnTo>
                <a:lnTo>
                  <a:pt x="5492" y="14547"/>
                </a:lnTo>
                <a:lnTo>
                  <a:pt x="8290" y="13916"/>
                </a:lnTo>
                <a:lnTo>
                  <a:pt x="10906" y="13979"/>
                </a:lnTo>
                <a:lnTo>
                  <a:pt x="10914" y="10614"/>
                </a:lnTo>
                <a:lnTo>
                  <a:pt x="10780" y="7234"/>
                </a:lnTo>
                <a:lnTo>
                  <a:pt x="11111" y="724"/>
                </a:lnTo>
                <a:lnTo>
                  <a:pt x="9440" y="0"/>
                </a:lnTo>
                <a:close/>
              </a:path>
            </a:pathLst>
          </a:custGeom>
          <a:solidFill>
            <a:srgbClr val="BDB0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1" name="bg object 1251"/>
          <p:cNvSpPr/>
          <p:nvPr/>
        </p:nvSpPr>
        <p:spPr>
          <a:xfrm>
            <a:off x="2171542" y="3646724"/>
            <a:ext cx="6350" cy="8255"/>
          </a:xfrm>
          <a:custGeom>
            <a:avLst/>
            <a:gdLst/>
            <a:ahLst/>
            <a:cxnLst/>
            <a:rect l="l" t="t" r="r" b="b"/>
            <a:pathLst>
              <a:path w="6350" h="8254">
                <a:moveTo>
                  <a:pt x="1725" y="0"/>
                </a:moveTo>
                <a:lnTo>
                  <a:pt x="0" y="7990"/>
                </a:lnTo>
                <a:lnTo>
                  <a:pt x="4105" y="7998"/>
                </a:lnTo>
                <a:lnTo>
                  <a:pt x="3270" y="5342"/>
                </a:lnTo>
                <a:lnTo>
                  <a:pt x="6138" y="1583"/>
                </a:lnTo>
                <a:lnTo>
                  <a:pt x="1725" y="0"/>
                </a:lnTo>
                <a:close/>
              </a:path>
            </a:pathLst>
          </a:custGeom>
          <a:solidFill>
            <a:srgbClr val="B8AD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2" name="bg object 1252"/>
          <p:cNvSpPr/>
          <p:nvPr/>
        </p:nvSpPr>
        <p:spPr>
          <a:xfrm>
            <a:off x="2048020" y="3991858"/>
            <a:ext cx="10160" cy="12700"/>
          </a:xfrm>
          <a:custGeom>
            <a:avLst/>
            <a:gdLst/>
            <a:ahLst/>
            <a:cxnLst/>
            <a:rect l="l" t="t" r="r" b="b"/>
            <a:pathLst>
              <a:path w="10160" h="12700">
                <a:moveTo>
                  <a:pt x="1331" y="0"/>
                </a:moveTo>
                <a:lnTo>
                  <a:pt x="0" y="12411"/>
                </a:lnTo>
                <a:lnTo>
                  <a:pt x="5468" y="12411"/>
                </a:lnTo>
                <a:lnTo>
                  <a:pt x="5098" y="9267"/>
                </a:lnTo>
                <a:lnTo>
                  <a:pt x="6438" y="7856"/>
                </a:lnTo>
                <a:lnTo>
                  <a:pt x="9606" y="8290"/>
                </a:lnTo>
                <a:lnTo>
                  <a:pt x="9606" y="4152"/>
                </a:lnTo>
                <a:lnTo>
                  <a:pt x="1331" y="0"/>
                </a:lnTo>
                <a:close/>
              </a:path>
            </a:pathLst>
          </a:custGeom>
          <a:solidFill>
            <a:srgbClr val="BDB2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3" name="bg object 1253"/>
          <p:cNvSpPr/>
          <p:nvPr/>
        </p:nvSpPr>
        <p:spPr>
          <a:xfrm>
            <a:off x="2049379" y="3982254"/>
            <a:ext cx="19050" cy="13970"/>
          </a:xfrm>
          <a:custGeom>
            <a:avLst/>
            <a:gdLst/>
            <a:ahLst/>
            <a:cxnLst/>
            <a:rect l="l" t="t" r="r" b="b"/>
            <a:pathLst>
              <a:path w="19050" h="13970">
                <a:moveTo>
                  <a:pt x="12348" y="0"/>
                </a:moveTo>
                <a:lnTo>
                  <a:pt x="11024" y="527"/>
                </a:lnTo>
                <a:lnTo>
                  <a:pt x="9621" y="921"/>
                </a:lnTo>
                <a:lnTo>
                  <a:pt x="7407" y="2190"/>
                </a:lnTo>
                <a:lnTo>
                  <a:pt x="6627" y="3128"/>
                </a:lnTo>
                <a:lnTo>
                  <a:pt x="5744" y="3900"/>
                </a:lnTo>
                <a:lnTo>
                  <a:pt x="4121" y="0"/>
                </a:lnTo>
                <a:lnTo>
                  <a:pt x="31" y="7"/>
                </a:lnTo>
                <a:lnTo>
                  <a:pt x="0" y="9621"/>
                </a:lnTo>
                <a:lnTo>
                  <a:pt x="8234" y="13743"/>
                </a:lnTo>
                <a:lnTo>
                  <a:pt x="7833" y="10338"/>
                </a:lnTo>
                <a:lnTo>
                  <a:pt x="9558" y="9456"/>
                </a:lnTo>
                <a:lnTo>
                  <a:pt x="14263" y="9574"/>
                </a:lnTo>
                <a:lnTo>
                  <a:pt x="16903" y="9117"/>
                </a:lnTo>
                <a:lnTo>
                  <a:pt x="18439" y="5382"/>
                </a:lnTo>
                <a:lnTo>
                  <a:pt x="15145" y="6225"/>
                </a:lnTo>
                <a:lnTo>
                  <a:pt x="13081" y="3924"/>
                </a:lnTo>
                <a:lnTo>
                  <a:pt x="12923" y="1765"/>
                </a:lnTo>
                <a:lnTo>
                  <a:pt x="12348" y="0"/>
                </a:lnTo>
                <a:close/>
              </a:path>
            </a:pathLst>
          </a:custGeom>
          <a:solidFill>
            <a:srgbClr val="C2B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4" name="bg object 1254"/>
          <p:cNvSpPr/>
          <p:nvPr/>
        </p:nvSpPr>
        <p:spPr>
          <a:xfrm>
            <a:off x="2159186" y="3556577"/>
            <a:ext cx="6350" cy="5080"/>
          </a:xfrm>
          <a:custGeom>
            <a:avLst/>
            <a:gdLst/>
            <a:ahLst/>
            <a:cxnLst/>
            <a:rect l="l" t="t" r="r" b="b"/>
            <a:pathLst>
              <a:path w="6350" h="5079">
                <a:moveTo>
                  <a:pt x="6083" y="0"/>
                </a:moveTo>
                <a:lnTo>
                  <a:pt x="2931" y="362"/>
                </a:lnTo>
                <a:lnTo>
                  <a:pt x="15" y="417"/>
                </a:lnTo>
                <a:lnTo>
                  <a:pt x="0" y="4554"/>
                </a:lnTo>
                <a:lnTo>
                  <a:pt x="5468" y="4586"/>
                </a:lnTo>
                <a:lnTo>
                  <a:pt x="6083" y="0"/>
                </a:lnTo>
                <a:close/>
              </a:path>
            </a:pathLst>
          </a:custGeom>
          <a:solidFill>
            <a:srgbClr val="A397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5" name="bg object 1255"/>
          <p:cNvSpPr/>
          <p:nvPr/>
        </p:nvSpPr>
        <p:spPr>
          <a:xfrm>
            <a:off x="2050783" y="4117098"/>
            <a:ext cx="23495" cy="34925"/>
          </a:xfrm>
          <a:custGeom>
            <a:avLst/>
            <a:gdLst/>
            <a:ahLst/>
            <a:cxnLst/>
            <a:rect l="l" t="t" r="r" b="b"/>
            <a:pathLst>
              <a:path w="23494" h="34925">
                <a:moveTo>
                  <a:pt x="13622" y="16320"/>
                </a:moveTo>
                <a:lnTo>
                  <a:pt x="6706" y="16320"/>
                </a:lnTo>
                <a:lnTo>
                  <a:pt x="8463" y="17005"/>
                </a:lnTo>
                <a:lnTo>
                  <a:pt x="8105" y="21789"/>
                </a:lnTo>
                <a:lnTo>
                  <a:pt x="8227" y="34397"/>
                </a:lnTo>
                <a:lnTo>
                  <a:pt x="12347" y="34397"/>
                </a:lnTo>
                <a:lnTo>
                  <a:pt x="12797" y="28085"/>
                </a:lnTo>
                <a:lnTo>
                  <a:pt x="13338" y="22167"/>
                </a:lnTo>
                <a:lnTo>
                  <a:pt x="13372" y="21789"/>
                </a:lnTo>
                <a:lnTo>
                  <a:pt x="13591" y="17005"/>
                </a:lnTo>
                <a:lnTo>
                  <a:pt x="13622" y="16320"/>
                </a:lnTo>
                <a:close/>
              </a:path>
              <a:path w="23494" h="34925">
                <a:moveTo>
                  <a:pt x="4074" y="4137"/>
                </a:moveTo>
                <a:lnTo>
                  <a:pt x="15" y="4137"/>
                </a:lnTo>
                <a:lnTo>
                  <a:pt x="0" y="16525"/>
                </a:lnTo>
                <a:lnTo>
                  <a:pt x="4089" y="16525"/>
                </a:lnTo>
                <a:lnTo>
                  <a:pt x="6706" y="16320"/>
                </a:lnTo>
                <a:lnTo>
                  <a:pt x="13622" y="16320"/>
                </a:lnTo>
                <a:lnTo>
                  <a:pt x="13798" y="12466"/>
                </a:lnTo>
                <a:lnTo>
                  <a:pt x="17779" y="12466"/>
                </a:lnTo>
                <a:lnTo>
                  <a:pt x="17839" y="12033"/>
                </a:lnTo>
                <a:lnTo>
                  <a:pt x="6958" y="12033"/>
                </a:lnTo>
                <a:lnTo>
                  <a:pt x="4483" y="11008"/>
                </a:lnTo>
                <a:lnTo>
                  <a:pt x="3885" y="8290"/>
                </a:lnTo>
                <a:lnTo>
                  <a:pt x="4090" y="6390"/>
                </a:lnTo>
                <a:lnTo>
                  <a:pt x="4074" y="4137"/>
                </a:lnTo>
                <a:close/>
              </a:path>
              <a:path w="23494" h="34925">
                <a:moveTo>
                  <a:pt x="21906" y="0"/>
                </a:moveTo>
                <a:lnTo>
                  <a:pt x="13696" y="0"/>
                </a:lnTo>
                <a:lnTo>
                  <a:pt x="15790" y="6178"/>
                </a:lnTo>
                <a:lnTo>
                  <a:pt x="15863" y="6390"/>
                </a:lnTo>
                <a:lnTo>
                  <a:pt x="9777" y="8290"/>
                </a:lnTo>
                <a:lnTo>
                  <a:pt x="6958" y="12033"/>
                </a:lnTo>
                <a:lnTo>
                  <a:pt x="17839" y="12033"/>
                </a:lnTo>
                <a:lnTo>
                  <a:pt x="17825" y="9464"/>
                </a:lnTo>
                <a:lnTo>
                  <a:pt x="23310" y="7588"/>
                </a:lnTo>
                <a:lnTo>
                  <a:pt x="21694" y="3459"/>
                </a:lnTo>
                <a:lnTo>
                  <a:pt x="21906" y="0"/>
                </a:lnTo>
                <a:close/>
              </a:path>
            </a:pathLst>
          </a:custGeom>
          <a:solidFill>
            <a:srgbClr val="A9A2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6" name="bg object 1256"/>
          <p:cNvSpPr/>
          <p:nvPr/>
        </p:nvSpPr>
        <p:spPr>
          <a:xfrm>
            <a:off x="2050755" y="4133582"/>
            <a:ext cx="5080" cy="6350"/>
          </a:xfrm>
          <a:custGeom>
            <a:avLst/>
            <a:gdLst/>
            <a:ahLst/>
            <a:cxnLst/>
            <a:rect l="l" t="t" r="r" b="b"/>
            <a:pathLst>
              <a:path w="5080" h="6350">
                <a:moveTo>
                  <a:pt x="23" y="0"/>
                </a:moveTo>
                <a:lnTo>
                  <a:pt x="0" y="5539"/>
                </a:lnTo>
                <a:lnTo>
                  <a:pt x="4570" y="6107"/>
                </a:lnTo>
                <a:lnTo>
                  <a:pt x="4208" y="2978"/>
                </a:lnTo>
                <a:lnTo>
                  <a:pt x="4113" y="39"/>
                </a:lnTo>
                <a:lnTo>
                  <a:pt x="23" y="0"/>
                </a:lnTo>
                <a:close/>
              </a:path>
            </a:pathLst>
          </a:custGeom>
          <a:solidFill>
            <a:srgbClr val="968F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7" name="bg object 1257"/>
          <p:cNvSpPr/>
          <p:nvPr/>
        </p:nvSpPr>
        <p:spPr>
          <a:xfrm>
            <a:off x="2251143" y="4115515"/>
            <a:ext cx="4445" cy="18415"/>
          </a:xfrm>
          <a:custGeom>
            <a:avLst/>
            <a:gdLst/>
            <a:ahLst/>
            <a:cxnLst/>
            <a:rect l="l" t="t" r="r" b="b"/>
            <a:pathLst>
              <a:path w="4444" h="18414">
                <a:moveTo>
                  <a:pt x="2632" y="0"/>
                </a:moveTo>
                <a:lnTo>
                  <a:pt x="7" y="220"/>
                </a:lnTo>
                <a:lnTo>
                  <a:pt x="0" y="18093"/>
                </a:lnTo>
                <a:lnTo>
                  <a:pt x="4058" y="18061"/>
                </a:lnTo>
                <a:lnTo>
                  <a:pt x="4160" y="13987"/>
                </a:lnTo>
                <a:lnTo>
                  <a:pt x="4137" y="7864"/>
                </a:lnTo>
                <a:lnTo>
                  <a:pt x="3995" y="5847"/>
                </a:lnTo>
                <a:lnTo>
                  <a:pt x="4357" y="701"/>
                </a:lnTo>
                <a:lnTo>
                  <a:pt x="2632" y="0"/>
                </a:lnTo>
                <a:close/>
              </a:path>
            </a:pathLst>
          </a:custGeom>
          <a:solidFill>
            <a:srgbClr val="938A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8" name="bg object 1258"/>
          <p:cNvSpPr/>
          <p:nvPr/>
        </p:nvSpPr>
        <p:spPr>
          <a:xfrm>
            <a:off x="2255297" y="4125349"/>
            <a:ext cx="13970" cy="4445"/>
          </a:xfrm>
          <a:custGeom>
            <a:avLst/>
            <a:gdLst/>
            <a:ahLst/>
            <a:cxnLst/>
            <a:rect l="l" t="t" r="r" b="b"/>
            <a:pathLst>
              <a:path w="13969" h="4445">
                <a:moveTo>
                  <a:pt x="13672" y="0"/>
                </a:moveTo>
                <a:lnTo>
                  <a:pt x="0" y="47"/>
                </a:lnTo>
                <a:lnTo>
                  <a:pt x="7" y="4152"/>
                </a:lnTo>
                <a:lnTo>
                  <a:pt x="3357" y="4145"/>
                </a:lnTo>
                <a:lnTo>
                  <a:pt x="6714" y="4003"/>
                </a:lnTo>
                <a:lnTo>
                  <a:pt x="13199" y="4318"/>
                </a:lnTo>
                <a:lnTo>
                  <a:pt x="13877" y="2616"/>
                </a:lnTo>
                <a:lnTo>
                  <a:pt x="13672" y="0"/>
                </a:lnTo>
                <a:close/>
              </a:path>
            </a:pathLst>
          </a:custGeom>
          <a:solidFill>
            <a:srgbClr val="B3A5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9" name="bg object 1259"/>
          <p:cNvSpPr/>
          <p:nvPr/>
        </p:nvSpPr>
        <p:spPr>
          <a:xfrm>
            <a:off x="2254999" y="4133835"/>
            <a:ext cx="8890" cy="22225"/>
          </a:xfrm>
          <a:custGeom>
            <a:avLst/>
            <a:gdLst/>
            <a:ahLst/>
            <a:cxnLst/>
            <a:rect l="l" t="t" r="r" b="b"/>
            <a:pathLst>
              <a:path w="8889" h="22225">
                <a:moveTo>
                  <a:pt x="6769" y="0"/>
                </a:moveTo>
                <a:lnTo>
                  <a:pt x="5973" y="1323"/>
                </a:lnTo>
                <a:lnTo>
                  <a:pt x="4712" y="2568"/>
                </a:lnTo>
                <a:lnTo>
                  <a:pt x="4082" y="6375"/>
                </a:lnTo>
                <a:lnTo>
                  <a:pt x="4893" y="9030"/>
                </a:lnTo>
                <a:lnTo>
                  <a:pt x="732" y="10102"/>
                </a:lnTo>
                <a:lnTo>
                  <a:pt x="606" y="12293"/>
                </a:lnTo>
                <a:lnTo>
                  <a:pt x="252" y="13546"/>
                </a:lnTo>
                <a:lnTo>
                  <a:pt x="252" y="15098"/>
                </a:lnTo>
                <a:lnTo>
                  <a:pt x="370" y="16658"/>
                </a:lnTo>
                <a:lnTo>
                  <a:pt x="0" y="21347"/>
                </a:lnTo>
                <a:lnTo>
                  <a:pt x="1804" y="21986"/>
                </a:lnTo>
                <a:lnTo>
                  <a:pt x="4365" y="21804"/>
                </a:lnTo>
                <a:lnTo>
                  <a:pt x="7517" y="22198"/>
                </a:lnTo>
                <a:lnTo>
                  <a:pt x="8881" y="20804"/>
                </a:lnTo>
                <a:lnTo>
                  <a:pt x="8510" y="17659"/>
                </a:lnTo>
                <a:lnTo>
                  <a:pt x="8510" y="3916"/>
                </a:lnTo>
                <a:lnTo>
                  <a:pt x="6769" y="0"/>
                </a:lnTo>
                <a:close/>
              </a:path>
            </a:pathLst>
          </a:custGeom>
          <a:solidFill>
            <a:srgbClr val="C5C1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0" name="bg object 1260"/>
          <p:cNvSpPr/>
          <p:nvPr/>
        </p:nvSpPr>
        <p:spPr>
          <a:xfrm>
            <a:off x="2245382" y="4133577"/>
            <a:ext cx="10160" cy="22860"/>
          </a:xfrm>
          <a:custGeom>
            <a:avLst/>
            <a:gdLst/>
            <a:ahLst/>
            <a:cxnLst/>
            <a:rect l="l" t="t" r="r" b="b"/>
            <a:pathLst>
              <a:path w="10160" h="22860">
                <a:moveTo>
                  <a:pt x="9818" y="0"/>
                </a:moveTo>
                <a:lnTo>
                  <a:pt x="5760" y="31"/>
                </a:lnTo>
                <a:lnTo>
                  <a:pt x="260" y="39"/>
                </a:lnTo>
                <a:lnTo>
                  <a:pt x="260" y="15342"/>
                </a:lnTo>
                <a:lnTo>
                  <a:pt x="370" y="16911"/>
                </a:lnTo>
                <a:lnTo>
                  <a:pt x="0" y="21607"/>
                </a:lnTo>
                <a:lnTo>
                  <a:pt x="1796" y="22254"/>
                </a:lnTo>
                <a:lnTo>
                  <a:pt x="4381" y="22057"/>
                </a:lnTo>
                <a:lnTo>
                  <a:pt x="4405" y="13790"/>
                </a:lnTo>
                <a:lnTo>
                  <a:pt x="6138" y="9834"/>
                </a:lnTo>
                <a:lnTo>
                  <a:pt x="5240" y="4688"/>
                </a:lnTo>
                <a:lnTo>
                  <a:pt x="10063" y="1773"/>
                </a:lnTo>
                <a:lnTo>
                  <a:pt x="9810" y="677"/>
                </a:lnTo>
                <a:lnTo>
                  <a:pt x="9818" y="0"/>
                </a:lnTo>
                <a:close/>
              </a:path>
            </a:pathLst>
          </a:custGeom>
          <a:solidFill>
            <a:srgbClr val="A69F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1" name="bg object 1261"/>
          <p:cNvSpPr/>
          <p:nvPr/>
        </p:nvSpPr>
        <p:spPr>
          <a:xfrm>
            <a:off x="2231473" y="4137742"/>
            <a:ext cx="22860" cy="36195"/>
          </a:xfrm>
          <a:custGeom>
            <a:avLst/>
            <a:gdLst/>
            <a:ahLst/>
            <a:cxnLst/>
            <a:rect l="l" t="t" r="r" b="b"/>
            <a:pathLst>
              <a:path w="22860" h="36195">
                <a:moveTo>
                  <a:pt x="10031" y="7"/>
                </a:moveTo>
                <a:lnTo>
                  <a:pt x="5941" y="0"/>
                </a:lnTo>
                <a:lnTo>
                  <a:pt x="5925" y="4121"/>
                </a:lnTo>
                <a:lnTo>
                  <a:pt x="5153" y="5524"/>
                </a:lnTo>
                <a:lnTo>
                  <a:pt x="4688" y="7714"/>
                </a:lnTo>
                <a:lnTo>
                  <a:pt x="0" y="9558"/>
                </a:lnTo>
                <a:lnTo>
                  <a:pt x="346" y="12301"/>
                </a:lnTo>
                <a:lnTo>
                  <a:pt x="638" y="15926"/>
                </a:lnTo>
                <a:lnTo>
                  <a:pt x="1497" y="17431"/>
                </a:lnTo>
                <a:lnTo>
                  <a:pt x="3262" y="17659"/>
                </a:lnTo>
                <a:lnTo>
                  <a:pt x="6847" y="15870"/>
                </a:lnTo>
                <a:lnTo>
                  <a:pt x="7864" y="14956"/>
                </a:lnTo>
                <a:lnTo>
                  <a:pt x="8952" y="14176"/>
                </a:lnTo>
                <a:lnTo>
                  <a:pt x="9322" y="15413"/>
                </a:lnTo>
                <a:lnTo>
                  <a:pt x="9842" y="16643"/>
                </a:lnTo>
                <a:lnTo>
                  <a:pt x="10197" y="19259"/>
                </a:lnTo>
                <a:lnTo>
                  <a:pt x="10055" y="20654"/>
                </a:lnTo>
                <a:lnTo>
                  <a:pt x="10126" y="35729"/>
                </a:lnTo>
                <a:lnTo>
                  <a:pt x="22380" y="35768"/>
                </a:lnTo>
                <a:lnTo>
                  <a:pt x="22411" y="27525"/>
                </a:lnTo>
                <a:lnTo>
                  <a:pt x="21166" y="27864"/>
                </a:lnTo>
                <a:lnTo>
                  <a:pt x="19787" y="27975"/>
                </a:lnTo>
                <a:lnTo>
                  <a:pt x="17565" y="29275"/>
                </a:lnTo>
                <a:lnTo>
                  <a:pt x="16706" y="30425"/>
                </a:lnTo>
                <a:lnTo>
                  <a:pt x="15713" y="31371"/>
                </a:lnTo>
                <a:lnTo>
                  <a:pt x="15201" y="29795"/>
                </a:lnTo>
                <a:lnTo>
                  <a:pt x="14436" y="28258"/>
                </a:lnTo>
                <a:lnTo>
                  <a:pt x="14011" y="24689"/>
                </a:lnTo>
                <a:lnTo>
                  <a:pt x="13877" y="22695"/>
                </a:lnTo>
                <a:lnTo>
                  <a:pt x="17502" y="21434"/>
                </a:lnTo>
                <a:lnTo>
                  <a:pt x="17746" y="19227"/>
                </a:lnTo>
                <a:lnTo>
                  <a:pt x="18290" y="17888"/>
                </a:lnTo>
                <a:lnTo>
                  <a:pt x="15705" y="18093"/>
                </a:lnTo>
                <a:lnTo>
                  <a:pt x="13908" y="17447"/>
                </a:lnTo>
                <a:lnTo>
                  <a:pt x="14279" y="12742"/>
                </a:lnTo>
                <a:lnTo>
                  <a:pt x="14168" y="11182"/>
                </a:lnTo>
                <a:lnTo>
                  <a:pt x="14168" y="9621"/>
                </a:lnTo>
                <a:lnTo>
                  <a:pt x="11560" y="9850"/>
                </a:lnTo>
                <a:lnTo>
                  <a:pt x="9818" y="9172"/>
                </a:lnTo>
                <a:lnTo>
                  <a:pt x="10173" y="4026"/>
                </a:lnTo>
                <a:lnTo>
                  <a:pt x="10047" y="2017"/>
                </a:lnTo>
                <a:lnTo>
                  <a:pt x="10031" y="7"/>
                </a:lnTo>
                <a:close/>
              </a:path>
            </a:pathLst>
          </a:custGeom>
          <a:solidFill>
            <a:srgbClr val="A9A2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2" name="bg object 1262"/>
          <p:cNvSpPr/>
          <p:nvPr/>
        </p:nvSpPr>
        <p:spPr>
          <a:xfrm>
            <a:off x="2263491" y="4173527"/>
            <a:ext cx="4445" cy="13970"/>
          </a:xfrm>
          <a:custGeom>
            <a:avLst/>
            <a:gdLst/>
            <a:ahLst/>
            <a:cxnLst/>
            <a:rect l="l" t="t" r="r" b="b"/>
            <a:pathLst>
              <a:path w="4444" h="13970">
                <a:moveTo>
                  <a:pt x="0" y="0"/>
                </a:moveTo>
                <a:lnTo>
                  <a:pt x="7" y="13751"/>
                </a:lnTo>
                <a:lnTo>
                  <a:pt x="1331" y="13168"/>
                </a:lnTo>
                <a:lnTo>
                  <a:pt x="3711" y="12718"/>
                </a:lnTo>
                <a:lnTo>
                  <a:pt x="4208" y="8613"/>
                </a:lnTo>
                <a:lnTo>
                  <a:pt x="4208" y="5130"/>
                </a:lnTo>
                <a:lnTo>
                  <a:pt x="3711" y="1032"/>
                </a:lnTo>
                <a:lnTo>
                  <a:pt x="1323" y="575"/>
                </a:lnTo>
                <a:lnTo>
                  <a:pt x="0" y="0"/>
                </a:lnTo>
                <a:close/>
              </a:path>
            </a:pathLst>
          </a:custGeom>
          <a:solidFill>
            <a:srgbClr val="9384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3" name="bg object 1263"/>
          <p:cNvSpPr/>
          <p:nvPr/>
        </p:nvSpPr>
        <p:spPr>
          <a:xfrm>
            <a:off x="2258005" y="4173503"/>
            <a:ext cx="5715" cy="10160"/>
          </a:xfrm>
          <a:custGeom>
            <a:avLst/>
            <a:gdLst/>
            <a:ahLst/>
            <a:cxnLst/>
            <a:rect l="l" t="t" r="r" b="b"/>
            <a:pathLst>
              <a:path w="5714" h="10160">
                <a:moveTo>
                  <a:pt x="1371" y="0"/>
                </a:moveTo>
                <a:lnTo>
                  <a:pt x="0" y="9661"/>
                </a:lnTo>
                <a:lnTo>
                  <a:pt x="5484" y="9669"/>
                </a:lnTo>
                <a:lnTo>
                  <a:pt x="5484" y="23"/>
                </a:lnTo>
                <a:lnTo>
                  <a:pt x="1371" y="0"/>
                </a:lnTo>
                <a:close/>
              </a:path>
            </a:pathLst>
          </a:custGeom>
          <a:solidFill>
            <a:srgbClr val="887B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4" name="bg object 1264"/>
          <p:cNvSpPr/>
          <p:nvPr/>
        </p:nvSpPr>
        <p:spPr>
          <a:xfrm>
            <a:off x="2249795" y="4183166"/>
            <a:ext cx="8255" cy="18415"/>
          </a:xfrm>
          <a:custGeom>
            <a:avLst/>
            <a:gdLst/>
            <a:ahLst/>
            <a:cxnLst/>
            <a:rect l="l" t="t" r="r" b="b"/>
            <a:pathLst>
              <a:path w="8255" h="18414">
                <a:moveTo>
                  <a:pt x="8219" y="0"/>
                </a:moveTo>
                <a:lnTo>
                  <a:pt x="4105" y="0"/>
                </a:lnTo>
                <a:lnTo>
                  <a:pt x="4089" y="1544"/>
                </a:lnTo>
                <a:lnTo>
                  <a:pt x="3979" y="3089"/>
                </a:lnTo>
                <a:lnTo>
                  <a:pt x="4349" y="7706"/>
                </a:lnTo>
                <a:lnTo>
                  <a:pt x="2639" y="8455"/>
                </a:lnTo>
                <a:lnTo>
                  <a:pt x="39" y="8250"/>
                </a:lnTo>
                <a:lnTo>
                  <a:pt x="0" y="12356"/>
                </a:lnTo>
                <a:lnTo>
                  <a:pt x="2206" y="12293"/>
                </a:lnTo>
                <a:lnTo>
                  <a:pt x="3877" y="12521"/>
                </a:lnTo>
                <a:lnTo>
                  <a:pt x="4452" y="16422"/>
                </a:lnTo>
                <a:lnTo>
                  <a:pt x="6832" y="17068"/>
                </a:lnTo>
                <a:lnTo>
                  <a:pt x="8187" y="17856"/>
                </a:lnTo>
                <a:lnTo>
                  <a:pt x="8219" y="0"/>
                </a:lnTo>
                <a:close/>
              </a:path>
            </a:pathLst>
          </a:custGeom>
          <a:solidFill>
            <a:srgbClr val="8E82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5" name="bg object 1265"/>
          <p:cNvSpPr/>
          <p:nvPr/>
        </p:nvSpPr>
        <p:spPr>
          <a:xfrm>
            <a:off x="2245648" y="4173516"/>
            <a:ext cx="8255" cy="10160"/>
          </a:xfrm>
          <a:custGeom>
            <a:avLst/>
            <a:gdLst/>
            <a:ahLst/>
            <a:cxnLst/>
            <a:rect l="l" t="t" r="r" b="b"/>
            <a:pathLst>
              <a:path w="8255" h="10160">
                <a:moveTo>
                  <a:pt x="8203" y="0"/>
                </a:moveTo>
                <a:lnTo>
                  <a:pt x="0" y="7"/>
                </a:lnTo>
                <a:lnTo>
                  <a:pt x="31" y="9661"/>
                </a:lnTo>
                <a:lnTo>
                  <a:pt x="4113" y="9637"/>
                </a:lnTo>
                <a:lnTo>
                  <a:pt x="8250" y="9653"/>
                </a:lnTo>
                <a:lnTo>
                  <a:pt x="8203" y="0"/>
                </a:lnTo>
                <a:close/>
              </a:path>
            </a:pathLst>
          </a:custGeom>
          <a:solidFill>
            <a:srgbClr val="A498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6" name="bg object 1266"/>
          <p:cNvSpPr/>
          <p:nvPr/>
        </p:nvSpPr>
        <p:spPr>
          <a:xfrm>
            <a:off x="2226444" y="3990496"/>
            <a:ext cx="12065" cy="18415"/>
          </a:xfrm>
          <a:custGeom>
            <a:avLst/>
            <a:gdLst/>
            <a:ahLst/>
            <a:cxnLst/>
            <a:rect l="l" t="t" r="r" b="b"/>
            <a:pathLst>
              <a:path w="12064" h="18414">
                <a:moveTo>
                  <a:pt x="5468" y="7"/>
                </a:moveTo>
                <a:lnTo>
                  <a:pt x="0" y="0"/>
                </a:lnTo>
                <a:lnTo>
                  <a:pt x="0" y="17888"/>
                </a:lnTo>
                <a:lnTo>
                  <a:pt x="1316" y="17399"/>
                </a:lnTo>
                <a:lnTo>
                  <a:pt x="3546" y="17171"/>
                </a:lnTo>
                <a:lnTo>
                  <a:pt x="4775" y="12900"/>
                </a:lnTo>
                <a:lnTo>
                  <a:pt x="7407" y="13995"/>
                </a:lnTo>
                <a:lnTo>
                  <a:pt x="9598" y="13759"/>
                </a:lnTo>
                <a:lnTo>
                  <a:pt x="9172" y="9803"/>
                </a:lnTo>
                <a:lnTo>
                  <a:pt x="11694" y="4531"/>
                </a:lnTo>
                <a:lnTo>
                  <a:pt x="4972" y="3175"/>
                </a:lnTo>
                <a:lnTo>
                  <a:pt x="5327" y="1111"/>
                </a:lnTo>
                <a:lnTo>
                  <a:pt x="5484" y="0"/>
                </a:lnTo>
                <a:close/>
              </a:path>
            </a:pathLst>
          </a:custGeom>
          <a:solidFill>
            <a:srgbClr val="CAC3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7" name="bg object 1267"/>
          <p:cNvSpPr/>
          <p:nvPr/>
        </p:nvSpPr>
        <p:spPr>
          <a:xfrm>
            <a:off x="2234667" y="4004058"/>
            <a:ext cx="6350" cy="18415"/>
          </a:xfrm>
          <a:custGeom>
            <a:avLst/>
            <a:gdLst/>
            <a:ahLst/>
            <a:cxnLst/>
            <a:rect l="l" t="t" r="r" b="b"/>
            <a:pathLst>
              <a:path w="6350" h="18414">
                <a:moveTo>
                  <a:pt x="3971" y="0"/>
                </a:moveTo>
                <a:lnTo>
                  <a:pt x="1386" y="204"/>
                </a:lnTo>
                <a:lnTo>
                  <a:pt x="0" y="18093"/>
                </a:lnTo>
                <a:lnTo>
                  <a:pt x="5484" y="18101"/>
                </a:lnTo>
                <a:lnTo>
                  <a:pt x="5492" y="8455"/>
                </a:lnTo>
                <a:lnTo>
                  <a:pt x="5492" y="6903"/>
                </a:lnTo>
                <a:lnTo>
                  <a:pt x="5382" y="5342"/>
                </a:lnTo>
                <a:lnTo>
                  <a:pt x="5752" y="654"/>
                </a:lnTo>
                <a:lnTo>
                  <a:pt x="3971" y="0"/>
                </a:lnTo>
                <a:close/>
              </a:path>
            </a:pathLst>
          </a:custGeom>
          <a:solidFill>
            <a:srgbClr val="B8B2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8" name="bg object 1268"/>
          <p:cNvSpPr/>
          <p:nvPr/>
        </p:nvSpPr>
        <p:spPr>
          <a:xfrm>
            <a:off x="2225062" y="4022151"/>
            <a:ext cx="15240" cy="36195"/>
          </a:xfrm>
          <a:custGeom>
            <a:avLst/>
            <a:gdLst/>
            <a:ahLst/>
            <a:cxnLst/>
            <a:rect l="l" t="t" r="r" b="b"/>
            <a:pathLst>
              <a:path w="15239" h="36195">
                <a:moveTo>
                  <a:pt x="15090" y="7"/>
                </a:moveTo>
                <a:lnTo>
                  <a:pt x="9606" y="0"/>
                </a:lnTo>
                <a:lnTo>
                  <a:pt x="9606" y="1552"/>
                </a:lnTo>
                <a:lnTo>
                  <a:pt x="9503" y="3112"/>
                </a:lnTo>
                <a:lnTo>
                  <a:pt x="9874" y="7801"/>
                </a:lnTo>
                <a:lnTo>
                  <a:pt x="8085" y="8455"/>
                </a:lnTo>
                <a:lnTo>
                  <a:pt x="5500" y="8250"/>
                </a:lnTo>
                <a:lnTo>
                  <a:pt x="5500" y="12529"/>
                </a:lnTo>
                <a:lnTo>
                  <a:pt x="5224" y="16824"/>
                </a:lnTo>
                <a:lnTo>
                  <a:pt x="5918" y="25516"/>
                </a:lnTo>
                <a:lnTo>
                  <a:pt x="3900" y="26690"/>
                </a:lnTo>
                <a:lnTo>
                  <a:pt x="23" y="26115"/>
                </a:lnTo>
                <a:lnTo>
                  <a:pt x="0" y="34405"/>
                </a:lnTo>
                <a:lnTo>
                  <a:pt x="5492" y="35776"/>
                </a:lnTo>
                <a:lnTo>
                  <a:pt x="5650" y="34263"/>
                </a:lnTo>
                <a:lnTo>
                  <a:pt x="5374" y="31670"/>
                </a:lnTo>
                <a:lnTo>
                  <a:pt x="10843" y="29511"/>
                </a:lnTo>
                <a:lnTo>
                  <a:pt x="9440" y="25508"/>
                </a:lnTo>
                <a:lnTo>
                  <a:pt x="9606" y="22017"/>
                </a:lnTo>
                <a:lnTo>
                  <a:pt x="9606" y="20008"/>
                </a:lnTo>
                <a:lnTo>
                  <a:pt x="9732" y="17990"/>
                </a:lnTo>
                <a:lnTo>
                  <a:pt x="9353" y="12844"/>
                </a:lnTo>
                <a:lnTo>
                  <a:pt x="11134" y="12190"/>
                </a:lnTo>
                <a:lnTo>
                  <a:pt x="13719" y="12379"/>
                </a:lnTo>
                <a:lnTo>
                  <a:pt x="13727" y="8250"/>
                </a:lnTo>
                <a:lnTo>
                  <a:pt x="15090" y="7"/>
                </a:lnTo>
                <a:close/>
              </a:path>
            </a:pathLst>
          </a:custGeom>
          <a:solidFill>
            <a:srgbClr val="BBB8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9" name="bg object 1269"/>
          <p:cNvSpPr/>
          <p:nvPr/>
        </p:nvSpPr>
        <p:spPr>
          <a:xfrm>
            <a:off x="2234419" y="4034339"/>
            <a:ext cx="5080" cy="10160"/>
          </a:xfrm>
          <a:custGeom>
            <a:avLst/>
            <a:gdLst/>
            <a:ahLst/>
            <a:cxnLst/>
            <a:rect l="l" t="t" r="r" b="b"/>
            <a:pathLst>
              <a:path w="5080" h="10160">
                <a:moveTo>
                  <a:pt x="1773" y="0"/>
                </a:moveTo>
                <a:lnTo>
                  <a:pt x="0" y="654"/>
                </a:lnTo>
                <a:lnTo>
                  <a:pt x="370" y="5799"/>
                </a:lnTo>
                <a:lnTo>
                  <a:pt x="252" y="7817"/>
                </a:lnTo>
                <a:lnTo>
                  <a:pt x="252" y="9826"/>
                </a:lnTo>
                <a:lnTo>
                  <a:pt x="2829" y="10023"/>
                </a:lnTo>
                <a:lnTo>
                  <a:pt x="4625" y="9385"/>
                </a:lnTo>
                <a:lnTo>
                  <a:pt x="4263" y="4696"/>
                </a:lnTo>
                <a:lnTo>
                  <a:pt x="4373" y="3136"/>
                </a:lnTo>
                <a:lnTo>
                  <a:pt x="4381" y="1583"/>
                </a:lnTo>
                <a:lnTo>
                  <a:pt x="4365" y="189"/>
                </a:lnTo>
                <a:lnTo>
                  <a:pt x="1773" y="0"/>
                </a:lnTo>
                <a:close/>
              </a:path>
            </a:pathLst>
          </a:custGeom>
          <a:solidFill>
            <a:srgbClr val="B2B0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0" name="bg object 1270"/>
          <p:cNvSpPr/>
          <p:nvPr/>
        </p:nvSpPr>
        <p:spPr>
          <a:xfrm>
            <a:off x="2220939" y="4056558"/>
            <a:ext cx="14604" cy="13970"/>
          </a:xfrm>
          <a:custGeom>
            <a:avLst/>
            <a:gdLst/>
            <a:ahLst/>
            <a:cxnLst/>
            <a:rect l="l" t="t" r="r" b="b"/>
            <a:pathLst>
              <a:path w="14605" h="13970">
                <a:moveTo>
                  <a:pt x="4121" y="0"/>
                </a:moveTo>
                <a:lnTo>
                  <a:pt x="0" y="0"/>
                </a:lnTo>
                <a:lnTo>
                  <a:pt x="543" y="1780"/>
                </a:lnTo>
                <a:lnTo>
                  <a:pt x="591" y="4609"/>
                </a:lnTo>
                <a:lnTo>
                  <a:pt x="4231" y="6343"/>
                </a:lnTo>
                <a:lnTo>
                  <a:pt x="4231" y="8085"/>
                </a:lnTo>
                <a:lnTo>
                  <a:pt x="3884" y="13238"/>
                </a:lnTo>
                <a:lnTo>
                  <a:pt x="5595" y="13971"/>
                </a:lnTo>
                <a:lnTo>
                  <a:pt x="8242" y="13751"/>
                </a:lnTo>
                <a:lnTo>
                  <a:pt x="8242" y="12640"/>
                </a:lnTo>
                <a:lnTo>
                  <a:pt x="8376" y="11505"/>
                </a:lnTo>
                <a:lnTo>
                  <a:pt x="7557" y="5925"/>
                </a:lnTo>
                <a:lnTo>
                  <a:pt x="10047" y="5051"/>
                </a:lnTo>
                <a:lnTo>
                  <a:pt x="13735" y="5492"/>
                </a:lnTo>
                <a:lnTo>
                  <a:pt x="14121" y="2348"/>
                </a:lnTo>
                <a:lnTo>
                  <a:pt x="12742" y="977"/>
                </a:lnTo>
                <a:lnTo>
                  <a:pt x="9613" y="1363"/>
                </a:lnTo>
                <a:lnTo>
                  <a:pt x="4121" y="0"/>
                </a:lnTo>
                <a:close/>
              </a:path>
            </a:pathLst>
          </a:custGeom>
          <a:solidFill>
            <a:srgbClr val="BEB9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1" name="bg object 1271"/>
          <p:cNvSpPr/>
          <p:nvPr/>
        </p:nvSpPr>
        <p:spPr>
          <a:xfrm>
            <a:off x="2238784" y="4053196"/>
            <a:ext cx="10160" cy="13335"/>
          </a:xfrm>
          <a:custGeom>
            <a:avLst/>
            <a:gdLst/>
            <a:ahLst/>
            <a:cxnLst/>
            <a:rect l="l" t="t" r="r" b="b"/>
            <a:pathLst>
              <a:path w="10160" h="13335">
                <a:moveTo>
                  <a:pt x="0" y="0"/>
                </a:moveTo>
                <a:lnTo>
                  <a:pt x="0" y="8865"/>
                </a:lnTo>
                <a:lnTo>
                  <a:pt x="31" y="13010"/>
                </a:lnTo>
                <a:lnTo>
                  <a:pt x="2758" y="11607"/>
                </a:lnTo>
                <a:lnTo>
                  <a:pt x="8227" y="8873"/>
                </a:lnTo>
                <a:lnTo>
                  <a:pt x="9606" y="606"/>
                </a:lnTo>
                <a:lnTo>
                  <a:pt x="0" y="0"/>
                </a:lnTo>
                <a:close/>
              </a:path>
            </a:pathLst>
          </a:custGeom>
          <a:solidFill>
            <a:srgbClr val="BEB3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2" name="bg object 1272"/>
          <p:cNvSpPr/>
          <p:nvPr/>
        </p:nvSpPr>
        <p:spPr>
          <a:xfrm>
            <a:off x="2228503" y="4061606"/>
            <a:ext cx="10795" cy="8890"/>
          </a:xfrm>
          <a:custGeom>
            <a:avLst/>
            <a:gdLst/>
            <a:ahLst/>
            <a:cxnLst/>
            <a:rect l="l" t="t" r="r" b="b"/>
            <a:pathLst>
              <a:path w="10794" h="8889">
                <a:moveTo>
                  <a:pt x="2482" y="0"/>
                </a:moveTo>
                <a:lnTo>
                  <a:pt x="0" y="874"/>
                </a:lnTo>
                <a:lnTo>
                  <a:pt x="811" y="6461"/>
                </a:lnTo>
                <a:lnTo>
                  <a:pt x="677" y="7588"/>
                </a:lnTo>
                <a:lnTo>
                  <a:pt x="685" y="8707"/>
                </a:lnTo>
                <a:lnTo>
                  <a:pt x="6138" y="8739"/>
                </a:lnTo>
                <a:lnTo>
                  <a:pt x="5799" y="5650"/>
                </a:lnTo>
                <a:lnTo>
                  <a:pt x="7084" y="4176"/>
                </a:lnTo>
                <a:lnTo>
                  <a:pt x="10252" y="4578"/>
                </a:lnTo>
                <a:lnTo>
                  <a:pt x="10283" y="457"/>
                </a:lnTo>
                <a:lnTo>
                  <a:pt x="6170" y="441"/>
                </a:lnTo>
                <a:lnTo>
                  <a:pt x="2482" y="0"/>
                </a:lnTo>
                <a:close/>
              </a:path>
            </a:pathLst>
          </a:custGeom>
          <a:solidFill>
            <a:srgbClr val="AEAE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3" name="bg object 1273"/>
          <p:cNvSpPr/>
          <p:nvPr/>
        </p:nvSpPr>
        <p:spPr>
          <a:xfrm>
            <a:off x="2242852" y="4039579"/>
            <a:ext cx="5715" cy="10160"/>
          </a:xfrm>
          <a:custGeom>
            <a:avLst/>
            <a:gdLst/>
            <a:ahLst/>
            <a:cxnLst/>
            <a:rect l="l" t="t" r="r" b="b"/>
            <a:pathLst>
              <a:path w="5714" h="10160">
                <a:moveTo>
                  <a:pt x="1560" y="0"/>
                </a:moveTo>
                <a:lnTo>
                  <a:pt x="299" y="2584"/>
                </a:lnTo>
                <a:lnTo>
                  <a:pt x="0" y="9881"/>
                </a:lnTo>
                <a:lnTo>
                  <a:pt x="3372" y="8368"/>
                </a:lnTo>
                <a:lnTo>
                  <a:pt x="5531" y="8715"/>
                </a:lnTo>
                <a:lnTo>
                  <a:pt x="5516" y="464"/>
                </a:lnTo>
                <a:lnTo>
                  <a:pt x="1560" y="0"/>
                </a:lnTo>
                <a:close/>
              </a:path>
            </a:pathLst>
          </a:custGeom>
          <a:solidFill>
            <a:srgbClr val="C9C1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4" name="bg object 1274"/>
          <p:cNvSpPr/>
          <p:nvPr/>
        </p:nvSpPr>
        <p:spPr>
          <a:xfrm>
            <a:off x="2222328" y="3958863"/>
            <a:ext cx="13970" cy="23495"/>
          </a:xfrm>
          <a:custGeom>
            <a:avLst/>
            <a:gdLst/>
            <a:ahLst/>
            <a:cxnLst/>
            <a:rect l="l" t="t" r="r" b="b"/>
            <a:pathLst>
              <a:path w="13969" h="23495">
                <a:moveTo>
                  <a:pt x="4263" y="0"/>
                </a:moveTo>
                <a:lnTo>
                  <a:pt x="2458" y="165"/>
                </a:lnTo>
                <a:lnTo>
                  <a:pt x="1371" y="0"/>
                </a:lnTo>
                <a:lnTo>
                  <a:pt x="0" y="17872"/>
                </a:lnTo>
                <a:lnTo>
                  <a:pt x="3144" y="17462"/>
                </a:lnTo>
                <a:lnTo>
                  <a:pt x="4483" y="18881"/>
                </a:lnTo>
                <a:lnTo>
                  <a:pt x="4113" y="22001"/>
                </a:lnTo>
                <a:lnTo>
                  <a:pt x="9606" y="23380"/>
                </a:lnTo>
                <a:lnTo>
                  <a:pt x="13703" y="23373"/>
                </a:lnTo>
                <a:lnTo>
                  <a:pt x="13703" y="17864"/>
                </a:lnTo>
                <a:lnTo>
                  <a:pt x="10354" y="18274"/>
                </a:lnTo>
                <a:lnTo>
                  <a:pt x="8865" y="16501"/>
                </a:lnTo>
                <a:lnTo>
                  <a:pt x="11237" y="7777"/>
                </a:lnTo>
                <a:lnTo>
                  <a:pt x="6461" y="4759"/>
                </a:lnTo>
                <a:lnTo>
                  <a:pt x="4263" y="0"/>
                </a:lnTo>
                <a:close/>
              </a:path>
            </a:pathLst>
          </a:custGeom>
          <a:solidFill>
            <a:srgbClr val="B6AC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5" name="bg object 1275"/>
          <p:cNvSpPr/>
          <p:nvPr/>
        </p:nvSpPr>
        <p:spPr>
          <a:xfrm>
            <a:off x="2208590" y="3984989"/>
            <a:ext cx="23495" cy="15240"/>
          </a:xfrm>
          <a:custGeom>
            <a:avLst/>
            <a:gdLst/>
            <a:ahLst/>
            <a:cxnLst/>
            <a:rect l="l" t="t" r="r" b="b"/>
            <a:pathLst>
              <a:path w="23494" h="15239">
                <a:moveTo>
                  <a:pt x="0" y="0"/>
                </a:moveTo>
                <a:lnTo>
                  <a:pt x="23" y="5524"/>
                </a:lnTo>
                <a:lnTo>
                  <a:pt x="2608" y="5658"/>
                </a:lnTo>
                <a:lnTo>
                  <a:pt x="6658" y="4877"/>
                </a:lnTo>
                <a:lnTo>
                  <a:pt x="3420" y="14704"/>
                </a:lnTo>
                <a:lnTo>
                  <a:pt x="6737" y="13680"/>
                </a:lnTo>
                <a:lnTo>
                  <a:pt x="9590" y="13782"/>
                </a:lnTo>
                <a:lnTo>
                  <a:pt x="10583" y="9259"/>
                </a:lnTo>
                <a:lnTo>
                  <a:pt x="13341" y="6509"/>
                </a:lnTo>
                <a:lnTo>
                  <a:pt x="17848" y="5508"/>
                </a:lnTo>
                <a:lnTo>
                  <a:pt x="23325" y="5516"/>
                </a:lnTo>
                <a:lnTo>
                  <a:pt x="23317" y="1394"/>
                </a:lnTo>
                <a:lnTo>
                  <a:pt x="13735" y="1379"/>
                </a:lnTo>
                <a:lnTo>
                  <a:pt x="0" y="0"/>
                </a:lnTo>
                <a:close/>
              </a:path>
            </a:pathLst>
          </a:custGeom>
          <a:solidFill>
            <a:srgbClr val="C5BE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6" name="bg object 1276"/>
          <p:cNvSpPr/>
          <p:nvPr/>
        </p:nvSpPr>
        <p:spPr>
          <a:xfrm>
            <a:off x="2236032" y="3972606"/>
            <a:ext cx="4445" cy="13970"/>
          </a:xfrm>
          <a:custGeom>
            <a:avLst/>
            <a:gdLst/>
            <a:ahLst/>
            <a:cxnLst/>
            <a:rect l="l" t="t" r="r" b="b"/>
            <a:pathLst>
              <a:path w="4444" h="13970">
                <a:moveTo>
                  <a:pt x="4129" y="0"/>
                </a:moveTo>
                <a:lnTo>
                  <a:pt x="15" y="15"/>
                </a:lnTo>
                <a:lnTo>
                  <a:pt x="0" y="9629"/>
                </a:lnTo>
                <a:lnTo>
                  <a:pt x="2403" y="13554"/>
                </a:lnTo>
                <a:lnTo>
                  <a:pt x="2978" y="12230"/>
                </a:lnTo>
                <a:lnTo>
                  <a:pt x="3940" y="10945"/>
                </a:lnTo>
                <a:lnTo>
                  <a:pt x="4294" y="6414"/>
                </a:lnTo>
                <a:lnTo>
                  <a:pt x="4129" y="3199"/>
                </a:lnTo>
                <a:lnTo>
                  <a:pt x="4129" y="0"/>
                </a:lnTo>
                <a:close/>
              </a:path>
            </a:pathLst>
          </a:custGeom>
          <a:solidFill>
            <a:srgbClr val="A79D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7" name="bg object 1277"/>
          <p:cNvSpPr/>
          <p:nvPr/>
        </p:nvSpPr>
        <p:spPr>
          <a:xfrm>
            <a:off x="2226425" y="3980860"/>
            <a:ext cx="5715" cy="5715"/>
          </a:xfrm>
          <a:custGeom>
            <a:avLst/>
            <a:gdLst/>
            <a:ahLst/>
            <a:cxnLst/>
            <a:rect l="l" t="t" r="r" b="b"/>
            <a:pathLst>
              <a:path w="5714" h="5714">
                <a:moveTo>
                  <a:pt x="15" y="0"/>
                </a:moveTo>
                <a:lnTo>
                  <a:pt x="7" y="5508"/>
                </a:lnTo>
                <a:lnTo>
                  <a:pt x="5484" y="5524"/>
                </a:lnTo>
                <a:lnTo>
                  <a:pt x="5508" y="1386"/>
                </a:lnTo>
                <a:lnTo>
                  <a:pt x="15" y="0"/>
                </a:lnTo>
                <a:close/>
              </a:path>
            </a:pathLst>
          </a:custGeom>
          <a:solidFill>
            <a:srgbClr val="BEB2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8" name="bg object 1278"/>
          <p:cNvSpPr/>
          <p:nvPr/>
        </p:nvSpPr>
        <p:spPr>
          <a:xfrm>
            <a:off x="2058981" y="4151486"/>
            <a:ext cx="8890" cy="10160"/>
          </a:xfrm>
          <a:custGeom>
            <a:avLst/>
            <a:gdLst/>
            <a:ahLst/>
            <a:cxnLst/>
            <a:rect l="l" t="t" r="r" b="b"/>
            <a:pathLst>
              <a:path w="8889" h="10160">
                <a:moveTo>
                  <a:pt x="4145" y="0"/>
                </a:moveTo>
                <a:lnTo>
                  <a:pt x="31" y="7"/>
                </a:lnTo>
                <a:lnTo>
                  <a:pt x="0" y="9653"/>
                </a:lnTo>
                <a:lnTo>
                  <a:pt x="2758" y="8290"/>
                </a:lnTo>
                <a:lnTo>
                  <a:pt x="8211" y="5508"/>
                </a:lnTo>
                <a:lnTo>
                  <a:pt x="8282" y="1434"/>
                </a:lnTo>
                <a:lnTo>
                  <a:pt x="4145" y="0"/>
                </a:lnTo>
                <a:close/>
              </a:path>
            </a:pathLst>
          </a:custGeom>
          <a:solidFill>
            <a:srgbClr val="9F94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9" name="bg object 1279"/>
          <p:cNvSpPr/>
          <p:nvPr/>
        </p:nvSpPr>
        <p:spPr>
          <a:xfrm>
            <a:off x="2058994" y="4156997"/>
            <a:ext cx="18415" cy="13970"/>
          </a:xfrm>
          <a:custGeom>
            <a:avLst/>
            <a:gdLst/>
            <a:ahLst/>
            <a:cxnLst/>
            <a:rect l="l" t="t" r="r" b="b"/>
            <a:pathLst>
              <a:path w="18414" h="13970">
                <a:moveTo>
                  <a:pt x="8195" y="0"/>
                </a:moveTo>
                <a:lnTo>
                  <a:pt x="5476" y="1402"/>
                </a:lnTo>
                <a:lnTo>
                  <a:pt x="0" y="4137"/>
                </a:lnTo>
                <a:lnTo>
                  <a:pt x="4145" y="12427"/>
                </a:lnTo>
                <a:lnTo>
                  <a:pt x="8290" y="12427"/>
                </a:lnTo>
                <a:lnTo>
                  <a:pt x="12379" y="13790"/>
                </a:lnTo>
                <a:lnTo>
                  <a:pt x="17825" y="13790"/>
                </a:lnTo>
                <a:lnTo>
                  <a:pt x="17760" y="9180"/>
                </a:lnTo>
                <a:lnTo>
                  <a:pt x="8187" y="9180"/>
                </a:lnTo>
                <a:lnTo>
                  <a:pt x="7502" y="8242"/>
                </a:lnTo>
                <a:lnTo>
                  <a:pt x="8188" y="8242"/>
                </a:lnTo>
                <a:lnTo>
                  <a:pt x="8195" y="0"/>
                </a:lnTo>
                <a:close/>
              </a:path>
              <a:path w="18414" h="13970">
                <a:moveTo>
                  <a:pt x="8188" y="8242"/>
                </a:moveTo>
                <a:lnTo>
                  <a:pt x="7502" y="8242"/>
                </a:lnTo>
                <a:lnTo>
                  <a:pt x="8187" y="9180"/>
                </a:lnTo>
                <a:lnTo>
                  <a:pt x="8188" y="8242"/>
                </a:lnTo>
                <a:close/>
              </a:path>
              <a:path w="18414" h="13970">
                <a:moveTo>
                  <a:pt x="17746" y="8242"/>
                </a:moveTo>
                <a:lnTo>
                  <a:pt x="8188" y="8242"/>
                </a:lnTo>
                <a:lnTo>
                  <a:pt x="8187" y="9180"/>
                </a:lnTo>
                <a:lnTo>
                  <a:pt x="17760" y="9180"/>
                </a:lnTo>
                <a:lnTo>
                  <a:pt x="17746" y="8242"/>
                </a:lnTo>
                <a:close/>
              </a:path>
            </a:pathLst>
          </a:custGeom>
          <a:solidFill>
            <a:srgbClr val="8F82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0" name="bg object 1280"/>
          <p:cNvSpPr/>
          <p:nvPr/>
        </p:nvSpPr>
        <p:spPr>
          <a:xfrm>
            <a:off x="2063133" y="4169402"/>
            <a:ext cx="8255" cy="10160"/>
          </a:xfrm>
          <a:custGeom>
            <a:avLst/>
            <a:gdLst/>
            <a:ahLst/>
            <a:cxnLst/>
            <a:rect l="l" t="t" r="r" b="b"/>
            <a:pathLst>
              <a:path w="8255" h="10160">
                <a:moveTo>
                  <a:pt x="4082" y="0"/>
                </a:moveTo>
                <a:lnTo>
                  <a:pt x="4137" y="2852"/>
                </a:lnTo>
                <a:lnTo>
                  <a:pt x="4665" y="6059"/>
                </a:lnTo>
                <a:lnTo>
                  <a:pt x="55" y="5468"/>
                </a:lnTo>
                <a:lnTo>
                  <a:pt x="0" y="9574"/>
                </a:lnTo>
                <a:lnTo>
                  <a:pt x="4058" y="9661"/>
                </a:lnTo>
                <a:lnTo>
                  <a:pt x="8242" y="9629"/>
                </a:lnTo>
                <a:lnTo>
                  <a:pt x="8234" y="1386"/>
                </a:lnTo>
                <a:lnTo>
                  <a:pt x="4082" y="0"/>
                </a:lnTo>
                <a:close/>
              </a:path>
            </a:pathLst>
          </a:custGeom>
          <a:solidFill>
            <a:srgbClr val="9590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1" name="bg object 1281"/>
          <p:cNvSpPr/>
          <p:nvPr/>
        </p:nvSpPr>
        <p:spPr>
          <a:xfrm>
            <a:off x="2053564" y="4169367"/>
            <a:ext cx="5715" cy="6985"/>
          </a:xfrm>
          <a:custGeom>
            <a:avLst/>
            <a:gdLst/>
            <a:ahLst/>
            <a:cxnLst/>
            <a:rect l="l" t="t" r="r" b="b"/>
            <a:pathLst>
              <a:path w="5714" h="6985">
                <a:moveTo>
                  <a:pt x="1355" y="0"/>
                </a:moveTo>
                <a:lnTo>
                  <a:pt x="0" y="5571"/>
                </a:lnTo>
                <a:lnTo>
                  <a:pt x="1962" y="5137"/>
                </a:lnTo>
                <a:lnTo>
                  <a:pt x="4885" y="6674"/>
                </a:lnTo>
                <a:lnTo>
                  <a:pt x="5689" y="7"/>
                </a:lnTo>
                <a:lnTo>
                  <a:pt x="3467" y="15"/>
                </a:lnTo>
                <a:lnTo>
                  <a:pt x="1355" y="0"/>
                </a:lnTo>
                <a:close/>
              </a:path>
            </a:pathLst>
          </a:custGeom>
          <a:solidFill>
            <a:srgbClr val="877F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2" name="bg object 1282"/>
          <p:cNvSpPr/>
          <p:nvPr/>
        </p:nvSpPr>
        <p:spPr>
          <a:xfrm>
            <a:off x="2063133" y="4169402"/>
            <a:ext cx="5080" cy="6350"/>
          </a:xfrm>
          <a:custGeom>
            <a:avLst/>
            <a:gdLst/>
            <a:ahLst/>
            <a:cxnLst/>
            <a:rect l="l" t="t" r="r" b="b"/>
            <a:pathLst>
              <a:path w="5080" h="6350">
                <a:moveTo>
                  <a:pt x="4082" y="0"/>
                </a:moveTo>
                <a:lnTo>
                  <a:pt x="0" y="15"/>
                </a:lnTo>
                <a:lnTo>
                  <a:pt x="55" y="5468"/>
                </a:lnTo>
                <a:lnTo>
                  <a:pt x="4665" y="6059"/>
                </a:lnTo>
                <a:lnTo>
                  <a:pt x="4137" y="2852"/>
                </a:lnTo>
                <a:lnTo>
                  <a:pt x="4082" y="0"/>
                </a:lnTo>
                <a:close/>
              </a:path>
            </a:pathLst>
          </a:custGeom>
          <a:solidFill>
            <a:srgbClr val="9D90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3" name="bg object 1283"/>
          <p:cNvSpPr/>
          <p:nvPr/>
        </p:nvSpPr>
        <p:spPr>
          <a:xfrm>
            <a:off x="2187007" y="4363649"/>
            <a:ext cx="10795" cy="9525"/>
          </a:xfrm>
          <a:custGeom>
            <a:avLst/>
            <a:gdLst/>
            <a:ahLst/>
            <a:cxnLst/>
            <a:rect l="l" t="t" r="r" b="b"/>
            <a:pathLst>
              <a:path w="10794" h="9525">
                <a:moveTo>
                  <a:pt x="10551" y="1197"/>
                </a:moveTo>
                <a:lnTo>
                  <a:pt x="1048" y="1197"/>
                </a:lnTo>
                <a:lnTo>
                  <a:pt x="1000" y="9409"/>
                </a:lnTo>
                <a:lnTo>
                  <a:pt x="10583" y="9409"/>
                </a:lnTo>
                <a:lnTo>
                  <a:pt x="10551" y="1197"/>
                </a:lnTo>
                <a:close/>
              </a:path>
              <a:path w="10794" h="9525">
                <a:moveTo>
                  <a:pt x="1055" y="0"/>
                </a:moveTo>
                <a:lnTo>
                  <a:pt x="0" y="1197"/>
                </a:lnTo>
                <a:lnTo>
                  <a:pt x="1048" y="1197"/>
                </a:lnTo>
                <a:lnTo>
                  <a:pt x="1055" y="0"/>
                </a:lnTo>
                <a:close/>
              </a:path>
            </a:pathLst>
          </a:custGeom>
          <a:solidFill>
            <a:srgbClr val="8075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4" name="bg object 1284"/>
          <p:cNvSpPr/>
          <p:nvPr/>
        </p:nvSpPr>
        <p:spPr>
          <a:xfrm>
            <a:off x="2188013" y="4376612"/>
            <a:ext cx="5080" cy="6350"/>
          </a:xfrm>
          <a:custGeom>
            <a:avLst/>
            <a:gdLst/>
            <a:ahLst/>
            <a:cxnLst/>
            <a:rect l="l" t="t" r="r" b="b"/>
            <a:pathLst>
              <a:path w="5080" h="6350">
                <a:moveTo>
                  <a:pt x="4594" y="0"/>
                </a:moveTo>
                <a:lnTo>
                  <a:pt x="0" y="591"/>
                </a:lnTo>
                <a:lnTo>
                  <a:pt x="7" y="6099"/>
                </a:lnTo>
                <a:lnTo>
                  <a:pt x="4105" y="6083"/>
                </a:lnTo>
                <a:lnTo>
                  <a:pt x="4184" y="3175"/>
                </a:lnTo>
                <a:lnTo>
                  <a:pt x="4594" y="0"/>
                </a:lnTo>
                <a:close/>
              </a:path>
            </a:pathLst>
          </a:custGeom>
          <a:solidFill>
            <a:srgbClr val="7A79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5" name="bg object 1285"/>
          <p:cNvSpPr/>
          <p:nvPr/>
        </p:nvSpPr>
        <p:spPr>
          <a:xfrm>
            <a:off x="2183899" y="4333147"/>
            <a:ext cx="22225" cy="36195"/>
          </a:xfrm>
          <a:custGeom>
            <a:avLst/>
            <a:gdLst/>
            <a:ahLst/>
            <a:cxnLst/>
            <a:rect l="l" t="t" r="r" b="b"/>
            <a:pathLst>
              <a:path w="22225" h="36195">
                <a:moveTo>
                  <a:pt x="21945" y="25595"/>
                </a:moveTo>
                <a:lnTo>
                  <a:pt x="14200" y="25595"/>
                </a:lnTo>
                <a:lnTo>
                  <a:pt x="13814" y="28731"/>
                </a:lnTo>
                <a:lnTo>
                  <a:pt x="13751" y="35776"/>
                </a:lnTo>
                <a:lnTo>
                  <a:pt x="16525" y="36036"/>
                </a:lnTo>
                <a:lnTo>
                  <a:pt x="18172" y="35083"/>
                </a:lnTo>
                <a:lnTo>
                  <a:pt x="17478" y="28889"/>
                </a:lnTo>
                <a:lnTo>
                  <a:pt x="18534" y="27108"/>
                </a:lnTo>
                <a:lnTo>
                  <a:pt x="21946" y="27108"/>
                </a:lnTo>
                <a:lnTo>
                  <a:pt x="21945" y="25595"/>
                </a:lnTo>
                <a:close/>
              </a:path>
              <a:path w="22225" h="36195">
                <a:moveTo>
                  <a:pt x="21946" y="27108"/>
                </a:moveTo>
                <a:lnTo>
                  <a:pt x="18534" y="27108"/>
                </a:lnTo>
                <a:lnTo>
                  <a:pt x="21946" y="27525"/>
                </a:lnTo>
                <a:lnTo>
                  <a:pt x="21946" y="27108"/>
                </a:lnTo>
                <a:close/>
              </a:path>
              <a:path w="22225" h="36195">
                <a:moveTo>
                  <a:pt x="13721" y="13278"/>
                </a:moveTo>
                <a:lnTo>
                  <a:pt x="7880" y="13278"/>
                </a:lnTo>
                <a:lnTo>
                  <a:pt x="10173" y="14279"/>
                </a:lnTo>
                <a:lnTo>
                  <a:pt x="9460" y="20291"/>
                </a:lnTo>
                <a:lnTo>
                  <a:pt x="9353" y="21190"/>
                </a:lnTo>
                <a:lnTo>
                  <a:pt x="9590" y="23680"/>
                </a:lnTo>
                <a:lnTo>
                  <a:pt x="9598" y="26146"/>
                </a:lnTo>
                <a:lnTo>
                  <a:pt x="14200" y="25595"/>
                </a:lnTo>
                <a:lnTo>
                  <a:pt x="21945" y="25595"/>
                </a:lnTo>
                <a:lnTo>
                  <a:pt x="21940" y="20291"/>
                </a:lnTo>
                <a:lnTo>
                  <a:pt x="13877" y="20291"/>
                </a:lnTo>
                <a:lnTo>
                  <a:pt x="13751" y="16422"/>
                </a:lnTo>
                <a:lnTo>
                  <a:pt x="13721" y="13278"/>
                </a:lnTo>
                <a:close/>
              </a:path>
              <a:path w="22225" h="36195">
                <a:moveTo>
                  <a:pt x="21938" y="17888"/>
                </a:moveTo>
                <a:lnTo>
                  <a:pt x="17779" y="17888"/>
                </a:lnTo>
                <a:lnTo>
                  <a:pt x="16020" y="18629"/>
                </a:lnTo>
                <a:lnTo>
                  <a:pt x="13877" y="20291"/>
                </a:lnTo>
                <a:lnTo>
                  <a:pt x="21940" y="20291"/>
                </a:lnTo>
                <a:lnTo>
                  <a:pt x="21938" y="17888"/>
                </a:lnTo>
                <a:close/>
              </a:path>
              <a:path w="22225" h="36195">
                <a:moveTo>
                  <a:pt x="9590" y="0"/>
                </a:moveTo>
                <a:lnTo>
                  <a:pt x="15" y="0"/>
                </a:lnTo>
                <a:lnTo>
                  <a:pt x="0" y="4129"/>
                </a:lnTo>
                <a:lnTo>
                  <a:pt x="5925" y="4696"/>
                </a:lnTo>
                <a:lnTo>
                  <a:pt x="4428" y="11087"/>
                </a:lnTo>
                <a:lnTo>
                  <a:pt x="4310" y="12435"/>
                </a:lnTo>
                <a:lnTo>
                  <a:pt x="4180" y="13278"/>
                </a:lnTo>
                <a:lnTo>
                  <a:pt x="4105" y="13766"/>
                </a:lnTo>
                <a:lnTo>
                  <a:pt x="7880" y="13278"/>
                </a:lnTo>
                <a:lnTo>
                  <a:pt x="13721" y="13278"/>
                </a:lnTo>
                <a:lnTo>
                  <a:pt x="13688" y="9661"/>
                </a:lnTo>
                <a:lnTo>
                  <a:pt x="7265" y="8597"/>
                </a:lnTo>
                <a:lnTo>
                  <a:pt x="10370" y="3467"/>
                </a:lnTo>
                <a:lnTo>
                  <a:pt x="9590" y="0"/>
                </a:lnTo>
                <a:close/>
              </a:path>
            </a:pathLst>
          </a:custGeom>
          <a:solidFill>
            <a:srgbClr val="A09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6" name="bg object 1286"/>
          <p:cNvSpPr/>
          <p:nvPr/>
        </p:nvSpPr>
        <p:spPr>
          <a:xfrm>
            <a:off x="2205849" y="4320778"/>
            <a:ext cx="15240" cy="22225"/>
          </a:xfrm>
          <a:custGeom>
            <a:avLst/>
            <a:gdLst/>
            <a:ahLst/>
            <a:cxnLst/>
            <a:rect l="l" t="t" r="r" b="b"/>
            <a:pathLst>
              <a:path w="15239" h="22225">
                <a:moveTo>
                  <a:pt x="15082" y="0"/>
                </a:moveTo>
                <a:lnTo>
                  <a:pt x="5500" y="7"/>
                </a:lnTo>
                <a:lnTo>
                  <a:pt x="5878" y="3144"/>
                </a:lnTo>
                <a:lnTo>
                  <a:pt x="4491" y="4507"/>
                </a:lnTo>
                <a:lnTo>
                  <a:pt x="1371" y="4129"/>
                </a:lnTo>
                <a:lnTo>
                  <a:pt x="0" y="22009"/>
                </a:lnTo>
                <a:lnTo>
                  <a:pt x="5500" y="21993"/>
                </a:lnTo>
                <a:lnTo>
                  <a:pt x="5500" y="19992"/>
                </a:lnTo>
                <a:lnTo>
                  <a:pt x="5610" y="17982"/>
                </a:lnTo>
                <a:lnTo>
                  <a:pt x="5232" y="12837"/>
                </a:lnTo>
                <a:lnTo>
                  <a:pt x="7005" y="12182"/>
                </a:lnTo>
                <a:lnTo>
                  <a:pt x="9590" y="12364"/>
                </a:lnTo>
                <a:lnTo>
                  <a:pt x="9227" y="9243"/>
                </a:lnTo>
                <a:lnTo>
                  <a:pt x="10583" y="7848"/>
                </a:lnTo>
                <a:lnTo>
                  <a:pt x="13719" y="8242"/>
                </a:lnTo>
                <a:lnTo>
                  <a:pt x="15082" y="0"/>
                </a:lnTo>
                <a:close/>
              </a:path>
            </a:pathLst>
          </a:custGeom>
          <a:solidFill>
            <a:srgbClr val="877E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7" name="bg object 1287"/>
          <p:cNvSpPr/>
          <p:nvPr/>
        </p:nvSpPr>
        <p:spPr>
          <a:xfrm>
            <a:off x="2197608" y="4324908"/>
            <a:ext cx="10160" cy="26670"/>
          </a:xfrm>
          <a:custGeom>
            <a:avLst/>
            <a:gdLst/>
            <a:ahLst/>
            <a:cxnLst/>
            <a:rect l="l" t="t" r="r" b="b"/>
            <a:pathLst>
              <a:path w="10160" h="26670">
                <a:moveTo>
                  <a:pt x="9613" y="0"/>
                </a:moveTo>
                <a:lnTo>
                  <a:pt x="4145" y="7"/>
                </a:lnTo>
                <a:lnTo>
                  <a:pt x="4137" y="1560"/>
                </a:lnTo>
                <a:lnTo>
                  <a:pt x="4018" y="3120"/>
                </a:lnTo>
                <a:lnTo>
                  <a:pt x="4381" y="7817"/>
                </a:lnTo>
                <a:lnTo>
                  <a:pt x="2561" y="8431"/>
                </a:lnTo>
                <a:lnTo>
                  <a:pt x="0" y="8250"/>
                </a:lnTo>
                <a:lnTo>
                  <a:pt x="7" y="12372"/>
                </a:lnTo>
                <a:lnTo>
                  <a:pt x="2624" y="12175"/>
                </a:lnTo>
                <a:lnTo>
                  <a:pt x="4310" y="12876"/>
                </a:lnTo>
                <a:lnTo>
                  <a:pt x="3979" y="19377"/>
                </a:lnTo>
                <a:lnTo>
                  <a:pt x="4113" y="22750"/>
                </a:lnTo>
                <a:lnTo>
                  <a:pt x="4105" y="26107"/>
                </a:lnTo>
                <a:lnTo>
                  <a:pt x="8234" y="26131"/>
                </a:lnTo>
                <a:lnTo>
                  <a:pt x="8234" y="17880"/>
                </a:lnTo>
                <a:lnTo>
                  <a:pt x="9613" y="0"/>
                </a:lnTo>
                <a:close/>
              </a:path>
            </a:pathLst>
          </a:custGeom>
          <a:solidFill>
            <a:srgbClr val="8784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8" name="bg object 1288"/>
          <p:cNvSpPr/>
          <p:nvPr/>
        </p:nvSpPr>
        <p:spPr>
          <a:xfrm>
            <a:off x="2211082" y="4332962"/>
            <a:ext cx="8890" cy="10160"/>
          </a:xfrm>
          <a:custGeom>
            <a:avLst/>
            <a:gdLst/>
            <a:ahLst/>
            <a:cxnLst/>
            <a:rect l="l" t="t" r="r" b="b"/>
            <a:pathLst>
              <a:path w="8889" h="10160">
                <a:moveTo>
                  <a:pt x="1773" y="0"/>
                </a:moveTo>
                <a:lnTo>
                  <a:pt x="0" y="654"/>
                </a:lnTo>
                <a:lnTo>
                  <a:pt x="378" y="5792"/>
                </a:lnTo>
                <a:lnTo>
                  <a:pt x="267" y="7809"/>
                </a:lnTo>
                <a:lnTo>
                  <a:pt x="267" y="9810"/>
                </a:lnTo>
                <a:lnTo>
                  <a:pt x="8494" y="9810"/>
                </a:lnTo>
                <a:lnTo>
                  <a:pt x="8006" y="8502"/>
                </a:lnTo>
                <a:lnTo>
                  <a:pt x="7777" y="6256"/>
                </a:lnTo>
                <a:lnTo>
                  <a:pt x="3498" y="5035"/>
                </a:lnTo>
                <a:lnTo>
                  <a:pt x="4602" y="2379"/>
                </a:lnTo>
                <a:lnTo>
                  <a:pt x="4357" y="181"/>
                </a:lnTo>
                <a:lnTo>
                  <a:pt x="1773" y="0"/>
                </a:lnTo>
                <a:close/>
              </a:path>
            </a:pathLst>
          </a:custGeom>
          <a:solidFill>
            <a:srgbClr val="7E7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9" name="bg object 1289"/>
          <p:cNvSpPr/>
          <p:nvPr/>
        </p:nvSpPr>
        <p:spPr>
          <a:xfrm>
            <a:off x="2236047" y="4205172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954" y="0"/>
                </a:moveTo>
                <a:lnTo>
                  <a:pt x="8242" y="7"/>
                </a:lnTo>
                <a:lnTo>
                  <a:pt x="8234" y="4066"/>
                </a:lnTo>
                <a:lnTo>
                  <a:pt x="7990" y="8140"/>
                </a:lnTo>
                <a:lnTo>
                  <a:pt x="8621" y="16501"/>
                </a:lnTo>
                <a:lnTo>
                  <a:pt x="7273" y="18621"/>
                </a:lnTo>
                <a:lnTo>
                  <a:pt x="1812" y="17770"/>
                </a:lnTo>
                <a:lnTo>
                  <a:pt x="890" y="17888"/>
                </a:lnTo>
                <a:lnTo>
                  <a:pt x="0" y="17896"/>
                </a:lnTo>
                <a:lnTo>
                  <a:pt x="0" y="22017"/>
                </a:lnTo>
                <a:lnTo>
                  <a:pt x="12340" y="22025"/>
                </a:lnTo>
                <a:lnTo>
                  <a:pt x="12324" y="17462"/>
                </a:lnTo>
                <a:lnTo>
                  <a:pt x="12419" y="9834"/>
                </a:lnTo>
                <a:lnTo>
                  <a:pt x="16020" y="5697"/>
                </a:lnTo>
                <a:lnTo>
                  <a:pt x="21946" y="4121"/>
                </a:lnTo>
                <a:lnTo>
                  <a:pt x="21954" y="0"/>
                </a:lnTo>
                <a:close/>
              </a:path>
            </a:pathLst>
          </a:custGeom>
          <a:solidFill>
            <a:srgbClr val="A7A2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0" name="bg object 1290"/>
          <p:cNvSpPr/>
          <p:nvPr/>
        </p:nvSpPr>
        <p:spPr>
          <a:xfrm>
            <a:off x="2234684" y="4227191"/>
            <a:ext cx="13970" cy="13970"/>
          </a:xfrm>
          <a:custGeom>
            <a:avLst/>
            <a:gdLst/>
            <a:ahLst/>
            <a:cxnLst/>
            <a:rect l="l" t="t" r="r" b="b"/>
            <a:pathLst>
              <a:path w="13969" h="13970">
                <a:moveTo>
                  <a:pt x="13703" y="0"/>
                </a:moveTo>
                <a:lnTo>
                  <a:pt x="1363" y="0"/>
                </a:lnTo>
                <a:lnTo>
                  <a:pt x="0" y="8250"/>
                </a:lnTo>
                <a:lnTo>
                  <a:pt x="2710" y="8258"/>
                </a:lnTo>
                <a:lnTo>
                  <a:pt x="5634" y="7746"/>
                </a:lnTo>
                <a:lnTo>
                  <a:pt x="5831" y="12663"/>
                </a:lnTo>
                <a:lnTo>
                  <a:pt x="8266" y="13183"/>
                </a:lnTo>
                <a:lnTo>
                  <a:pt x="9590" y="13751"/>
                </a:lnTo>
                <a:lnTo>
                  <a:pt x="9606" y="8266"/>
                </a:lnTo>
                <a:lnTo>
                  <a:pt x="7738" y="3900"/>
                </a:lnTo>
                <a:lnTo>
                  <a:pt x="13168" y="3167"/>
                </a:lnTo>
                <a:lnTo>
                  <a:pt x="13703" y="0"/>
                </a:lnTo>
                <a:close/>
              </a:path>
            </a:pathLst>
          </a:custGeom>
          <a:solidFill>
            <a:srgbClr val="A599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1" name="bg object 1291"/>
          <p:cNvSpPr/>
          <p:nvPr/>
        </p:nvSpPr>
        <p:spPr>
          <a:xfrm>
            <a:off x="2216816" y="4256901"/>
            <a:ext cx="18415" cy="42545"/>
          </a:xfrm>
          <a:custGeom>
            <a:avLst/>
            <a:gdLst/>
            <a:ahLst/>
            <a:cxnLst/>
            <a:rect l="l" t="t" r="r" b="b"/>
            <a:pathLst>
              <a:path w="18414" h="42545">
                <a:moveTo>
                  <a:pt x="18313" y="0"/>
                </a:moveTo>
                <a:lnTo>
                  <a:pt x="13735" y="567"/>
                </a:lnTo>
                <a:lnTo>
                  <a:pt x="13798" y="3475"/>
                </a:lnTo>
                <a:lnTo>
                  <a:pt x="14216" y="6650"/>
                </a:lnTo>
                <a:lnTo>
                  <a:pt x="9629" y="6059"/>
                </a:lnTo>
                <a:lnTo>
                  <a:pt x="10181" y="10630"/>
                </a:lnTo>
                <a:lnTo>
                  <a:pt x="7068" y="10307"/>
                </a:lnTo>
                <a:lnTo>
                  <a:pt x="4113" y="10197"/>
                </a:lnTo>
                <a:lnTo>
                  <a:pt x="0" y="10212"/>
                </a:lnTo>
                <a:lnTo>
                  <a:pt x="15" y="22584"/>
                </a:lnTo>
                <a:lnTo>
                  <a:pt x="4137" y="23964"/>
                </a:lnTo>
                <a:lnTo>
                  <a:pt x="6761" y="23759"/>
                </a:lnTo>
                <a:lnTo>
                  <a:pt x="8455" y="24460"/>
                </a:lnTo>
                <a:lnTo>
                  <a:pt x="8116" y="30512"/>
                </a:lnTo>
                <a:lnTo>
                  <a:pt x="8242" y="33428"/>
                </a:lnTo>
                <a:lnTo>
                  <a:pt x="8250" y="41852"/>
                </a:lnTo>
                <a:lnTo>
                  <a:pt x="12813" y="42411"/>
                </a:lnTo>
                <a:lnTo>
                  <a:pt x="12450" y="39275"/>
                </a:lnTo>
                <a:lnTo>
                  <a:pt x="12364" y="36344"/>
                </a:lnTo>
                <a:lnTo>
                  <a:pt x="13743" y="23948"/>
                </a:lnTo>
                <a:lnTo>
                  <a:pt x="13861" y="19826"/>
                </a:lnTo>
                <a:lnTo>
                  <a:pt x="12443" y="15209"/>
                </a:lnTo>
                <a:lnTo>
                  <a:pt x="17974" y="12529"/>
                </a:lnTo>
                <a:lnTo>
                  <a:pt x="17777" y="11071"/>
                </a:lnTo>
                <a:lnTo>
                  <a:pt x="17856" y="10197"/>
                </a:lnTo>
                <a:lnTo>
                  <a:pt x="17864" y="6083"/>
                </a:lnTo>
                <a:lnTo>
                  <a:pt x="17935" y="3160"/>
                </a:lnTo>
                <a:lnTo>
                  <a:pt x="18313" y="0"/>
                </a:lnTo>
                <a:close/>
              </a:path>
            </a:pathLst>
          </a:custGeom>
          <a:solidFill>
            <a:srgbClr val="9E95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2" name="bg object 1292"/>
          <p:cNvSpPr/>
          <p:nvPr/>
        </p:nvSpPr>
        <p:spPr>
          <a:xfrm>
            <a:off x="2217048" y="4217553"/>
            <a:ext cx="19050" cy="27940"/>
          </a:xfrm>
          <a:custGeom>
            <a:avLst/>
            <a:gdLst/>
            <a:ahLst/>
            <a:cxnLst/>
            <a:rect l="l" t="t" r="r" b="b"/>
            <a:pathLst>
              <a:path w="19050" h="27939">
                <a:moveTo>
                  <a:pt x="5264" y="9637"/>
                </a:moveTo>
                <a:lnTo>
                  <a:pt x="1150" y="9637"/>
                </a:lnTo>
                <a:lnTo>
                  <a:pt x="1150" y="13766"/>
                </a:lnTo>
                <a:lnTo>
                  <a:pt x="756" y="16430"/>
                </a:lnTo>
                <a:lnTo>
                  <a:pt x="483" y="18014"/>
                </a:lnTo>
                <a:lnTo>
                  <a:pt x="378" y="18621"/>
                </a:lnTo>
                <a:lnTo>
                  <a:pt x="173" y="19488"/>
                </a:lnTo>
                <a:lnTo>
                  <a:pt x="0" y="20346"/>
                </a:lnTo>
                <a:lnTo>
                  <a:pt x="4791" y="20559"/>
                </a:lnTo>
                <a:lnTo>
                  <a:pt x="4307" y="27525"/>
                </a:lnTo>
                <a:lnTo>
                  <a:pt x="4294" y="27715"/>
                </a:lnTo>
                <a:lnTo>
                  <a:pt x="9385" y="27525"/>
                </a:lnTo>
                <a:lnTo>
                  <a:pt x="9490" y="18014"/>
                </a:lnTo>
                <a:lnTo>
                  <a:pt x="8140" y="18014"/>
                </a:lnTo>
                <a:lnTo>
                  <a:pt x="9503" y="16855"/>
                </a:lnTo>
                <a:lnTo>
                  <a:pt x="17806" y="16855"/>
                </a:lnTo>
                <a:lnTo>
                  <a:pt x="18966" y="9834"/>
                </a:lnTo>
                <a:lnTo>
                  <a:pt x="7864" y="9834"/>
                </a:lnTo>
                <a:lnTo>
                  <a:pt x="5264" y="9637"/>
                </a:lnTo>
                <a:close/>
              </a:path>
              <a:path w="19050" h="27939">
                <a:moveTo>
                  <a:pt x="9503" y="16855"/>
                </a:moveTo>
                <a:lnTo>
                  <a:pt x="8140" y="18014"/>
                </a:lnTo>
                <a:lnTo>
                  <a:pt x="9490" y="18014"/>
                </a:lnTo>
                <a:lnTo>
                  <a:pt x="9503" y="16855"/>
                </a:lnTo>
                <a:close/>
              </a:path>
              <a:path w="19050" h="27939">
                <a:moveTo>
                  <a:pt x="17806" y="16855"/>
                </a:moveTo>
                <a:lnTo>
                  <a:pt x="9503" y="16855"/>
                </a:lnTo>
                <a:lnTo>
                  <a:pt x="9490" y="18014"/>
                </a:lnTo>
                <a:lnTo>
                  <a:pt x="17615" y="18014"/>
                </a:lnTo>
                <a:lnTo>
                  <a:pt x="17806" y="16855"/>
                </a:lnTo>
                <a:close/>
              </a:path>
              <a:path w="19050" h="27939">
                <a:moveTo>
                  <a:pt x="9393" y="0"/>
                </a:moveTo>
                <a:lnTo>
                  <a:pt x="9411" y="6028"/>
                </a:lnTo>
                <a:lnTo>
                  <a:pt x="9637" y="9180"/>
                </a:lnTo>
                <a:lnTo>
                  <a:pt x="7864" y="9834"/>
                </a:lnTo>
                <a:lnTo>
                  <a:pt x="18966" y="9834"/>
                </a:lnTo>
                <a:lnTo>
                  <a:pt x="18992" y="6028"/>
                </a:lnTo>
                <a:lnTo>
                  <a:pt x="13357" y="6028"/>
                </a:lnTo>
                <a:lnTo>
                  <a:pt x="13273" y="4018"/>
                </a:lnTo>
                <a:lnTo>
                  <a:pt x="13152" y="1103"/>
                </a:lnTo>
                <a:lnTo>
                  <a:pt x="10709" y="575"/>
                </a:lnTo>
                <a:lnTo>
                  <a:pt x="9393" y="0"/>
                </a:lnTo>
                <a:close/>
              </a:path>
              <a:path w="19050" h="27939">
                <a:moveTo>
                  <a:pt x="18991" y="5516"/>
                </a:moveTo>
                <a:lnTo>
                  <a:pt x="16264" y="5516"/>
                </a:lnTo>
                <a:lnTo>
                  <a:pt x="13357" y="6028"/>
                </a:lnTo>
                <a:lnTo>
                  <a:pt x="18992" y="6028"/>
                </a:lnTo>
                <a:lnTo>
                  <a:pt x="18991" y="5516"/>
                </a:lnTo>
                <a:close/>
              </a:path>
            </a:pathLst>
          </a:custGeom>
          <a:solidFill>
            <a:srgbClr val="9890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3" name="bg object 1293"/>
          <p:cNvSpPr/>
          <p:nvPr/>
        </p:nvSpPr>
        <p:spPr>
          <a:xfrm>
            <a:off x="2211406" y="4231315"/>
            <a:ext cx="19685" cy="22225"/>
          </a:xfrm>
          <a:custGeom>
            <a:avLst/>
            <a:gdLst/>
            <a:ahLst/>
            <a:cxnLst/>
            <a:rect l="l" t="t" r="r" b="b"/>
            <a:pathLst>
              <a:path w="19685" h="22225">
                <a:moveTo>
                  <a:pt x="6792" y="7"/>
                </a:moveTo>
                <a:lnTo>
                  <a:pt x="1316" y="0"/>
                </a:lnTo>
                <a:lnTo>
                  <a:pt x="1300" y="4137"/>
                </a:lnTo>
                <a:lnTo>
                  <a:pt x="1457" y="8242"/>
                </a:lnTo>
                <a:lnTo>
                  <a:pt x="0" y="12884"/>
                </a:lnTo>
                <a:lnTo>
                  <a:pt x="5539" y="15547"/>
                </a:lnTo>
                <a:lnTo>
                  <a:pt x="5334" y="17005"/>
                </a:lnTo>
                <a:lnTo>
                  <a:pt x="5413" y="17880"/>
                </a:lnTo>
                <a:lnTo>
                  <a:pt x="7667" y="18069"/>
                </a:lnTo>
                <a:lnTo>
                  <a:pt x="9724" y="17549"/>
                </a:lnTo>
                <a:lnTo>
                  <a:pt x="12395" y="21962"/>
                </a:lnTo>
                <a:lnTo>
                  <a:pt x="16485" y="21552"/>
                </a:lnTo>
                <a:lnTo>
                  <a:pt x="19149" y="22025"/>
                </a:lnTo>
                <a:lnTo>
                  <a:pt x="19141" y="13774"/>
                </a:lnTo>
                <a:lnTo>
                  <a:pt x="15027" y="13766"/>
                </a:lnTo>
                <a:lnTo>
                  <a:pt x="9937" y="13956"/>
                </a:lnTo>
                <a:lnTo>
                  <a:pt x="10433" y="6792"/>
                </a:lnTo>
                <a:lnTo>
                  <a:pt x="5642" y="6587"/>
                </a:lnTo>
                <a:lnTo>
                  <a:pt x="6020" y="4862"/>
                </a:lnTo>
                <a:lnTo>
                  <a:pt x="6792" y="7"/>
                </a:lnTo>
                <a:close/>
              </a:path>
            </a:pathLst>
          </a:custGeom>
          <a:solidFill>
            <a:srgbClr val="9E93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4" name="bg object 1294"/>
          <p:cNvSpPr/>
          <p:nvPr/>
        </p:nvSpPr>
        <p:spPr>
          <a:xfrm>
            <a:off x="2238777" y="4262975"/>
            <a:ext cx="10160" cy="22225"/>
          </a:xfrm>
          <a:custGeom>
            <a:avLst/>
            <a:gdLst/>
            <a:ahLst/>
            <a:cxnLst/>
            <a:rect l="l" t="t" r="r" b="b"/>
            <a:pathLst>
              <a:path w="10160" h="22225">
                <a:moveTo>
                  <a:pt x="9629" y="0"/>
                </a:moveTo>
                <a:lnTo>
                  <a:pt x="8250" y="740"/>
                </a:lnTo>
                <a:lnTo>
                  <a:pt x="6083" y="1182"/>
                </a:lnTo>
                <a:lnTo>
                  <a:pt x="4665" y="4704"/>
                </a:lnTo>
                <a:lnTo>
                  <a:pt x="4231" y="7470"/>
                </a:lnTo>
                <a:lnTo>
                  <a:pt x="4176" y="13215"/>
                </a:lnTo>
                <a:lnTo>
                  <a:pt x="2671" y="13963"/>
                </a:lnTo>
                <a:lnTo>
                  <a:pt x="0" y="13759"/>
                </a:lnTo>
                <a:lnTo>
                  <a:pt x="1394" y="20622"/>
                </a:lnTo>
                <a:lnTo>
                  <a:pt x="8242" y="22017"/>
                </a:lnTo>
                <a:lnTo>
                  <a:pt x="8699" y="19621"/>
                </a:lnTo>
                <a:lnTo>
                  <a:pt x="9456" y="17257"/>
                </a:lnTo>
                <a:lnTo>
                  <a:pt x="9763" y="9913"/>
                </a:lnTo>
                <a:lnTo>
                  <a:pt x="9629" y="4956"/>
                </a:lnTo>
                <a:lnTo>
                  <a:pt x="9629" y="0"/>
                </a:lnTo>
                <a:close/>
              </a:path>
            </a:pathLst>
          </a:custGeom>
          <a:solidFill>
            <a:srgbClr val="9088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5" name="bg object 1295"/>
          <p:cNvSpPr/>
          <p:nvPr/>
        </p:nvSpPr>
        <p:spPr>
          <a:xfrm>
            <a:off x="2230548" y="4244828"/>
            <a:ext cx="10160" cy="19050"/>
          </a:xfrm>
          <a:custGeom>
            <a:avLst/>
            <a:gdLst/>
            <a:ahLst/>
            <a:cxnLst/>
            <a:rect l="l" t="t" r="r" b="b"/>
            <a:pathLst>
              <a:path w="10160" h="19050">
                <a:moveTo>
                  <a:pt x="9172" y="0"/>
                </a:moveTo>
                <a:lnTo>
                  <a:pt x="4018" y="378"/>
                </a:lnTo>
                <a:lnTo>
                  <a:pt x="2009" y="260"/>
                </a:lnTo>
                <a:lnTo>
                  <a:pt x="0" y="260"/>
                </a:lnTo>
                <a:lnTo>
                  <a:pt x="7" y="8510"/>
                </a:lnTo>
                <a:lnTo>
                  <a:pt x="7" y="12640"/>
                </a:lnTo>
                <a:lnTo>
                  <a:pt x="4578" y="12072"/>
                </a:lnTo>
                <a:lnTo>
                  <a:pt x="4200" y="15232"/>
                </a:lnTo>
                <a:lnTo>
                  <a:pt x="4129" y="18156"/>
                </a:lnTo>
                <a:lnTo>
                  <a:pt x="7273" y="18534"/>
                </a:lnTo>
                <a:lnTo>
                  <a:pt x="8628" y="17139"/>
                </a:lnTo>
                <a:lnTo>
                  <a:pt x="8242" y="14011"/>
                </a:lnTo>
                <a:lnTo>
                  <a:pt x="9621" y="4397"/>
                </a:lnTo>
                <a:lnTo>
                  <a:pt x="9795" y="1804"/>
                </a:lnTo>
                <a:lnTo>
                  <a:pt x="9172" y="0"/>
                </a:lnTo>
                <a:close/>
              </a:path>
            </a:pathLst>
          </a:custGeom>
          <a:solidFill>
            <a:srgbClr val="9990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6" name="bg object 1296"/>
          <p:cNvSpPr/>
          <p:nvPr/>
        </p:nvSpPr>
        <p:spPr>
          <a:xfrm>
            <a:off x="2229262" y="4266900"/>
            <a:ext cx="10160" cy="13970"/>
          </a:xfrm>
          <a:custGeom>
            <a:avLst/>
            <a:gdLst/>
            <a:ahLst/>
            <a:cxnLst/>
            <a:rect l="l" t="t" r="r" b="b"/>
            <a:pathLst>
              <a:path w="10160" h="13970">
                <a:moveTo>
                  <a:pt x="8014" y="0"/>
                </a:moveTo>
                <a:lnTo>
                  <a:pt x="5413" y="197"/>
                </a:lnTo>
                <a:lnTo>
                  <a:pt x="5334" y="1071"/>
                </a:lnTo>
                <a:lnTo>
                  <a:pt x="5531" y="2529"/>
                </a:lnTo>
                <a:lnTo>
                  <a:pt x="0" y="5208"/>
                </a:lnTo>
                <a:lnTo>
                  <a:pt x="1410" y="9826"/>
                </a:lnTo>
                <a:lnTo>
                  <a:pt x="1300" y="13948"/>
                </a:lnTo>
                <a:lnTo>
                  <a:pt x="5390" y="13971"/>
                </a:lnTo>
                <a:lnTo>
                  <a:pt x="5870" y="11694"/>
                </a:lnTo>
                <a:lnTo>
                  <a:pt x="3892" y="6958"/>
                </a:lnTo>
                <a:lnTo>
                  <a:pt x="9511" y="9834"/>
                </a:lnTo>
                <a:lnTo>
                  <a:pt x="9535" y="7825"/>
                </a:lnTo>
                <a:lnTo>
                  <a:pt x="9409" y="5815"/>
                </a:lnTo>
                <a:lnTo>
                  <a:pt x="9771" y="669"/>
                </a:lnTo>
                <a:lnTo>
                  <a:pt x="8014" y="0"/>
                </a:lnTo>
                <a:close/>
              </a:path>
            </a:pathLst>
          </a:custGeom>
          <a:solidFill>
            <a:srgbClr val="8B85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7" name="bg object 1297"/>
          <p:cNvSpPr/>
          <p:nvPr/>
        </p:nvSpPr>
        <p:spPr>
          <a:xfrm>
            <a:off x="2238793" y="4248663"/>
            <a:ext cx="6350" cy="11430"/>
          </a:xfrm>
          <a:custGeom>
            <a:avLst/>
            <a:gdLst/>
            <a:ahLst/>
            <a:cxnLst/>
            <a:rect l="l" t="t" r="r" b="b"/>
            <a:pathLst>
              <a:path w="6350" h="11429">
                <a:moveTo>
                  <a:pt x="6264" y="0"/>
                </a:moveTo>
                <a:lnTo>
                  <a:pt x="1379" y="559"/>
                </a:lnTo>
                <a:lnTo>
                  <a:pt x="0" y="10173"/>
                </a:lnTo>
                <a:lnTo>
                  <a:pt x="2671" y="10134"/>
                </a:lnTo>
                <a:lnTo>
                  <a:pt x="5776" y="10843"/>
                </a:lnTo>
                <a:lnTo>
                  <a:pt x="5334" y="3490"/>
                </a:lnTo>
                <a:lnTo>
                  <a:pt x="6264" y="0"/>
                </a:lnTo>
                <a:close/>
              </a:path>
            </a:pathLst>
          </a:custGeom>
          <a:solidFill>
            <a:srgbClr val="867B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8" name="bg object 1298"/>
          <p:cNvSpPr/>
          <p:nvPr/>
        </p:nvSpPr>
        <p:spPr>
          <a:xfrm>
            <a:off x="2249766" y="4195455"/>
            <a:ext cx="8255" cy="10160"/>
          </a:xfrm>
          <a:custGeom>
            <a:avLst/>
            <a:gdLst/>
            <a:ahLst/>
            <a:cxnLst/>
            <a:rect l="l" t="t" r="r" b="b"/>
            <a:pathLst>
              <a:path w="8255" h="10160">
                <a:moveTo>
                  <a:pt x="2230" y="0"/>
                </a:moveTo>
                <a:lnTo>
                  <a:pt x="31" y="63"/>
                </a:lnTo>
                <a:lnTo>
                  <a:pt x="0" y="9716"/>
                </a:lnTo>
                <a:lnTo>
                  <a:pt x="8234" y="9716"/>
                </a:lnTo>
                <a:lnTo>
                  <a:pt x="8219" y="5571"/>
                </a:lnTo>
                <a:lnTo>
                  <a:pt x="6863" y="4775"/>
                </a:lnTo>
                <a:lnTo>
                  <a:pt x="4483" y="4129"/>
                </a:lnTo>
                <a:lnTo>
                  <a:pt x="3908" y="236"/>
                </a:lnTo>
                <a:lnTo>
                  <a:pt x="2230" y="0"/>
                </a:lnTo>
                <a:close/>
              </a:path>
            </a:pathLst>
          </a:custGeom>
          <a:solidFill>
            <a:srgbClr val="9B95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9" name="bg object 1299"/>
          <p:cNvSpPr/>
          <p:nvPr/>
        </p:nvSpPr>
        <p:spPr>
          <a:xfrm>
            <a:off x="2189397" y="3859568"/>
            <a:ext cx="16510" cy="63500"/>
          </a:xfrm>
          <a:custGeom>
            <a:avLst/>
            <a:gdLst/>
            <a:ahLst/>
            <a:cxnLst/>
            <a:rect l="l" t="t" r="r" b="b"/>
            <a:pathLst>
              <a:path w="16510" h="63500">
                <a:moveTo>
                  <a:pt x="6698" y="0"/>
                </a:moveTo>
                <a:lnTo>
                  <a:pt x="4097" y="197"/>
                </a:lnTo>
                <a:lnTo>
                  <a:pt x="3971" y="4215"/>
                </a:lnTo>
                <a:lnTo>
                  <a:pt x="4357" y="9338"/>
                </a:lnTo>
                <a:lnTo>
                  <a:pt x="2600" y="10023"/>
                </a:lnTo>
                <a:lnTo>
                  <a:pt x="7" y="9858"/>
                </a:lnTo>
                <a:lnTo>
                  <a:pt x="0" y="31844"/>
                </a:lnTo>
                <a:lnTo>
                  <a:pt x="2750" y="31623"/>
                </a:lnTo>
                <a:lnTo>
                  <a:pt x="4089" y="32537"/>
                </a:lnTo>
                <a:lnTo>
                  <a:pt x="4294" y="39606"/>
                </a:lnTo>
                <a:lnTo>
                  <a:pt x="2789" y="43688"/>
                </a:lnTo>
                <a:lnTo>
                  <a:pt x="9298" y="48479"/>
                </a:lnTo>
                <a:lnTo>
                  <a:pt x="7998" y="54405"/>
                </a:lnTo>
                <a:lnTo>
                  <a:pt x="7494" y="58755"/>
                </a:lnTo>
                <a:lnTo>
                  <a:pt x="4420" y="58984"/>
                </a:lnTo>
                <a:lnTo>
                  <a:pt x="2734" y="59370"/>
                </a:lnTo>
                <a:lnTo>
                  <a:pt x="2734" y="63499"/>
                </a:lnTo>
                <a:lnTo>
                  <a:pt x="16422" y="63491"/>
                </a:lnTo>
                <a:lnTo>
                  <a:pt x="16406" y="59346"/>
                </a:lnTo>
                <a:lnTo>
                  <a:pt x="13735" y="59590"/>
                </a:lnTo>
                <a:lnTo>
                  <a:pt x="12143" y="58787"/>
                </a:lnTo>
                <a:lnTo>
                  <a:pt x="12466" y="52325"/>
                </a:lnTo>
                <a:lnTo>
                  <a:pt x="12340" y="48960"/>
                </a:lnTo>
                <a:lnTo>
                  <a:pt x="12316" y="35973"/>
                </a:lnTo>
                <a:lnTo>
                  <a:pt x="10969" y="35201"/>
                </a:lnTo>
                <a:lnTo>
                  <a:pt x="8542" y="34484"/>
                </a:lnTo>
                <a:lnTo>
                  <a:pt x="8392" y="31726"/>
                </a:lnTo>
                <a:lnTo>
                  <a:pt x="9353" y="29708"/>
                </a:lnTo>
                <a:lnTo>
                  <a:pt x="10685" y="26351"/>
                </a:lnTo>
                <a:lnTo>
                  <a:pt x="11584" y="25019"/>
                </a:lnTo>
                <a:lnTo>
                  <a:pt x="12340" y="23625"/>
                </a:lnTo>
                <a:lnTo>
                  <a:pt x="9613" y="23522"/>
                </a:lnTo>
                <a:lnTo>
                  <a:pt x="5508" y="23767"/>
                </a:lnTo>
                <a:lnTo>
                  <a:pt x="3916" y="22908"/>
                </a:lnTo>
                <a:lnTo>
                  <a:pt x="4231" y="16887"/>
                </a:lnTo>
                <a:lnTo>
                  <a:pt x="3357" y="13443"/>
                </a:lnTo>
                <a:lnTo>
                  <a:pt x="8211" y="13956"/>
                </a:lnTo>
                <a:lnTo>
                  <a:pt x="8085" y="5815"/>
                </a:lnTo>
                <a:lnTo>
                  <a:pt x="8455" y="661"/>
                </a:lnTo>
                <a:lnTo>
                  <a:pt x="6698" y="0"/>
                </a:lnTo>
                <a:close/>
              </a:path>
            </a:pathLst>
          </a:custGeom>
          <a:solidFill>
            <a:srgbClr val="B3A9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0" name="bg object 1300"/>
          <p:cNvSpPr/>
          <p:nvPr/>
        </p:nvSpPr>
        <p:spPr>
          <a:xfrm>
            <a:off x="2209961" y="3881790"/>
            <a:ext cx="15240" cy="33655"/>
          </a:xfrm>
          <a:custGeom>
            <a:avLst/>
            <a:gdLst/>
            <a:ahLst/>
            <a:cxnLst/>
            <a:rect l="l" t="t" r="r" b="b"/>
            <a:pathLst>
              <a:path w="15239" h="33654">
                <a:moveTo>
                  <a:pt x="6438" y="0"/>
                </a:moveTo>
                <a:lnTo>
                  <a:pt x="3829" y="5610"/>
                </a:lnTo>
                <a:lnTo>
                  <a:pt x="1418" y="5610"/>
                </a:lnTo>
                <a:lnTo>
                  <a:pt x="1363" y="27502"/>
                </a:lnTo>
                <a:lnTo>
                  <a:pt x="0" y="33026"/>
                </a:lnTo>
                <a:lnTo>
                  <a:pt x="9881" y="33026"/>
                </a:lnTo>
                <a:lnTo>
                  <a:pt x="8699" y="30670"/>
                </a:lnTo>
                <a:lnTo>
                  <a:pt x="8203" y="29031"/>
                </a:lnTo>
                <a:lnTo>
                  <a:pt x="4176" y="24176"/>
                </a:lnTo>
                <a:lnTo>
                  <a:pt x="5634" y="20142"/>
                </a:lnTo>
                <a:lnTo>
                  <a:pt x="6138" y="15752"/>
                </a:lnTo>
                <a:lnTo>
                  <a:pt x="8376" y="15500"/>
                </a:lnTo>
                <a:lnTo>
                  <a:pt x="9606" y="15130"/>
                </a:lnTo>
                <a:lnTo>
                  <a:pt x="9219" y="12009"/>
                </a:lnTo>
                <a:lnTo>
                  <a:pt x="10591" y="10630"/>
                </a:lnTo>
                <a:lnTo>
                  <a:pt x="13754" y="10630"/>
                </a:lnTo>
                <a:lnTo>
                  <a:pt x="15051" y="1497"/>
                </a:lnTo>
                <a:lnTo>
                  <a:pt x="11016" y="1497"/>
                </a:lnTo>
                <a:lnTo>
                  <a:pt x="6438" y="0"/>
                </a:lnTo>
                <a:close/>
              </a:path>
              <a:path w="15239" h="33654">
                <a:moveTo>
                  <a:pt x="13754" y="10630"/>
                </a:moveTo>
                <a:lnTo>
                  <a:pt x="10591" y="10630"/>
                </a:lnTo>
                <a:lnTo>
                  <a:pt x="13703" y="10985"/>
                </a:lnTo>
                <a:lnTo>
                  <a:pt x="13754" y="10630"/>
                </a:lnTo>
                <a:close/>
              </a:path>
            </a:pathLst>
          </a:custGeom>
          <a:solidFill>
            <a:srgbClr val="C7BC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1" name="bg object 1301"/>
          <p:cNvSpPr/>
          <p:nvPr/>
        </p:nvSpPr>
        <p:spPr>
          <a:xfrm>
            <a:off x="2197609" y="3837748"/>
            <a:ext cx="15240" cy="36195"/>
          </a:xfrm>
          <a:custGeom>
            <a:avLst/>
            <a:gdLst/>
            <a:ahLst/>
            <a:cxnLst/>
            <a:rect l="l" t="t" r="r" b="b"/>
            <a:pathLst>
              <a:path w="15239" h="36195">
                <a:moveTo>
                  <a:pt x="15082" y="7"/>
                </a:moveTo>
                <a:lnTo>
                  <a:pt x="9606" y="0"/>
                </a:lnTo>
                <a:lnTo>
                  <a:pt x="9472" y="4121"/>
                </a:lnTo>
                <a:lnTo>
                  <a:pt x="10898" y="8755"/>
                </a:lnTo>
                <a:lnTo>
                  <a:pt x="5358" y="11434"/>
                </a:lnTo>
                <a:lnTo>
                  <a:pt x="5571" y="12892"/>
                </a:lnTo>
                <a:lnTo>
                  <a:pt x="5492" y="13766"/>
                </a:lnTo>
                <a:lnTo>
                  <a:pt x="5492" y="18045"/>
                </a:lnTo>
                <a:lnTo>
                  <a:pt x="5216" y="22340"/>
                </a:lnTo>
                <a:lnTo>
                  <a:pt x="5941" y="31079"/>
                </a:lnTo>
                <a:lnTo>
                  <a:pt x="3837" y="32159"/>
                </a:lnTo>
                <a:lnTo>
                  <a:pt x="0" y="31655"/>
                </a:lnTo>
                <a:lnTo>
                  <a:pt x="0" y="35776"/>
                </a:lnTo>
                <a:lnTo>
                  <a:pt x="9590" y="35760"/>
                </a:lnTo>
                <a:lnTo>
                  <a:pt x="9621" y="31663"/>
                </a:lnTo>
                <a:lnTo>
                  <a:pt x="9937" y="30433"/>
                </a:lnTo>
                <a:lnTo>
                  <a:pt x="10015" y="28290"/>
                </a:lnTo>
                <a:lnTo>
                  <a:pt x="14279" y="27108"/>
                </a:lnTo>
                <a:lnTo>
                  <a:pt x="13727" y="24350"/>
                </a:lnTo>
                <a:lnTo>
                  <a:pt x="13759" y="13735"/>
                </a:lnTo>
                <a:lnTo>
                  <a:pt x="15082" y="7"/>
                </a:lnTo>
                <a:close/>
              </a:path>
            </a:pathLst>
          </a:custGeom>
          <a:solidFill>
            <a:srgbClr val="B5AC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2" name="bg object 1302"/>
          <p:cNvSpPr/>
          <p:nvPr/>
        </p:nvSpPr>
        <p:spPr>
          <a:xfrm>
            <a:off x="2197791" y="3882888"/>
            <a:ext cx="13970" cy="14604"/>
          </a:xfrm>
          <a:custGeom>
            <a:avLst/>
            <a:gdLst/>
            <a:ahLst/>
            <a:cxnLst/>
            <a:rect l="l" t="t" r="r" b="b"/>
            <a:pathLst>
              <a:path w="13969" h="14604">
                <a:moveTo>
                  <a:pt x="13136" y="0"/>
                </a:moveTo>
                <a:lnTo>
                  <a:pt x="7966" y="401"/>
                </a:lnTo>
                <a:lnTo>
                  <a:pt x="5949" y="291"/>
                </a:lnTo>
                <a:lnTo>
                  <a:pt x="3948" y="299"/>
                </a:lnTo>
                <a:lnTo>
                  <a:pt x="3191" y="1694"/>
                </a:lnTo>
                <a:lnTo>
                  <a:pt x="2285" y="3033"/>
                </a:lnTo>
                <a:lnTo>
                  <a:pt x="961" y="6383"/>
                </a:lnTo>
                <a:lnTo>
                  <a:pt x="0" y="8408"/>
                </a:lnTo>
                <a:lnTo>
                  <a:pt x="141" y="11158"/>
                </a:lnTo>
                <a:lnTo>
                  <a:pt x="2576" y="11883"/>
                </a:lnTo>
                <a:lnTo>
                  <a:pt x="3924" y="12655"/>
                </a:lnTo>
                <a:lnTo>
                  <a:pt x="8053" y="14034"/>
                </a:lnTo>
                <a:lnTo>
                  <a:pt x="13491" y="14011"/>
                </a:lnTo>
                <a:lnTo>
                  <a:pt x="13585" y="4412"/>
                </a:lnTo>
                <a:lnTo>
                  <a:pt x="13695" y="1867"/>
                </a:lnTo>
                <a:lnTo>
                  <a:pt x="13136" y="0"/>
                </a:lnTo>
                <a:close/>
              </a:path>
            </a:pathLst>
          </a:custGeom>
          <a:solidFill>
            <a:srgbClr val="AB9D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3" name="bg object 1303"/>
          <p:cNvSpPr/>
          <p:nvPr/>
        </p:nvSpPr>
        <p:spPr>
          <a:xfrm>
            <a:off x="2211364" y="3829075"/>
            <a:ext cx="10160" cy="23495"/>
          </a:xfrm>
          <a:custGeom>
            <a:avLst/>
            <a:gdLst/>
            <a:ahLst/>
            <a:cxnLst/>
            <a:rect l="l" t="t" r="r" b="b"/>
            <a:pathLst>
              <a:path w="10160" h="23495">
                <a:moveTo>
                  <a:pt x="4767" y="0"/>
                </a:moveTo>
                <a:lnTo>
                  <a:pt x="1347" y="417"/>
                </a:lnTo>
                <a:lnTo>
                  <a:pt x="1323" y="8684"/>
                </a:lnTo>
                <a:lnTo>
                  <a:pt x="0" y="22411"/>
                </a:lnTo>
                <a:lnTo>
                  <a:pt x="2206" y="22222"/>
                </a:lnTo>
                <a:lnTo>
                  <a:pt x="4806" y="23278"/>
                </a:lnTo>
                <a:lnTo>
                  <a:pt x="6020" y="19015"/>
                </a:lnTo>
                <a:lnTo>
                  <a:pt x="8250" y="18794"/>
                </a:lnTo>
                <a:lnTo>
                  <a:pt x="9558" y="18305"/>
                </a:lnTo>
                <a:lnTo>
                  <a:pt x="9519" y="10086"/>
                </a:lnTo>
                <a:lnTo>
                  <a:pt x="5350" y="10543"/>
                </a:lnTo>
                <a:lnTo>
                  <a:pt x="5216" y="7793"/>
                </a:lnTo>
                <a:lnTo>
                  <a:pt x="5768" y="1757"/>
                </a:lnTo>
                <a:lnTo>
                  <a:pt x="4767" y="0"/>
                </a:lnTo>
                <a:close/>
              </a:path>
            </a:pathLst>
          </a:custGeom>
          <a:solidFill>
            <a:srgbClr val="CAC0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4" name="bg object 1304"/>
          <p:cNvSpPr/>
          <p:nvPr/>
        </p:nvSpPr>
        <p:spPr>
          <a:xfrm>
            <a:off x="2207015" y="3869405"/>
            <a:ext cx="5080" cy="8890"/>
          </a:xfrm>
          <a:custGeom>
            <a:avLst/>
            <a:gdLst/>
            <a:ahLst/>
            <a:cxnLst/>
            <a:rect l="l" t="t" r="r" b="b"/>
            <a:pathLst>
              <a:path w="5080" h="8889">
                <a:moveTo>
                  <a:pt x="212" y="0"/>
                </a:moveTo>
                <a:lnTo>
                  <a:pt x="181" y="4105"/>
                </a:lnTo>
                <a:lnTo>
                  <a:pt x="267" y="5445"/>
                </a:lnTo>
                <a:lnTo>
                  <a:pt x="0" y="6966"/>
                </a:lnTo>
                <a:lnTo>
                  <a:pt x="906" y="8684"/>
                </a:lnTo>
                <a:lnTo>
                  <a:pt x="2576" y="8613"/>
                </a:lnTo>
                <a:lnTo>
                  <a:pt x="3640" y="8857"/>
                </a:lnTo>
                <a:lnTo>
                  <a:pt x="3853" y="6674"/>
                </a:lnTo>
                <a:lnTo>
                  <a:pt x="4515" y="4389"/>
                </a:lnTo>
                <a:lnTo>
                  <a:pt x="3837" y="1331"/>
                </a:lnTo>
                <a:lnTo>
                  <a:pt x="1560" y="772"/>
                </a:lnTo>
                <a:lnTo>
                  <a:pt x="212" y="0"/>
                </a:lnTo>
                <a:close/>
              </a:path>
            </a:pathLst>
          </a:custGeom>
          <a:solidFill>
            <a:srgbClr val="CBBE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5" name="bg object 1305"/>
          <p:cNvSpPr/>
          <p:nvPr/>
        </p:nvSpPr>
        <p:spPr>
          <a:xfrm>
            <a:off x="2219183" y="3892423"/>
            <a:ext cx="5080" cy="13335"/>
          </a:xfrm>
          <a:custGeom>
            <a:avLst/>
            <a:gdLst/>
            <a:ahLst/>
            <a:cxnLst/>
            <a:rect l="l" t="t" r="r" b="b"/>
            <a:pathLst>
              <a:path w="5080" h="13335">
                <a:moveTo>
                  <a:pt x="1371" y="0"/>
                </a:moveTo>
                <a:lnTo>
                  <a:pt x="0" y="1379"/>
                </a:lnTo>
                <a:lnTo>
                  <a:pt x="386" y="4499"/>
                </a:lnTo>
                <a:lnTo>
                  <a:pt x="386" y="6052"/>
                </a:lnTo>
                <a:lnTo>
                  <a:pt x="496" y="7612"/>
                </a:lnTo>
                <a:lnTo>
                  <a:pt x="118" y="12301"/>
                </a:lnTo>
                <a:lnTo>
                  <a:pt x="1914" y="12947"/>
                </a:lnTo>
                <a:lnTo>
                  <a:pt x="4491" y="12773"/>
                </a:lnTo>
                <a:lnTo>
                  <a:pt x="4476" y="346"/>
                </a:lnTo>
                <a:lnTo>
                  <a:pt x="1371" y="0"/>
                </a:lnTo>
                <a:close/>
              </a:path>
            </a:pathLst>
          </a:custGeom>
          <a:solidFill>
            <a:srgbClr val="B6AD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6" name="bg object 1306"/>
          <p:cNvSpPr/>
          <p:nvPr/>
        </p:nvSpPr>
        <p:spPr>
          <a:xfrm>
            <a:off x="2212514" y="3825099"/>
            <a:ext cx="8890" cy="14604"/>
          </a:xfrm>
          <a:custGeom>
            <a:avLst/>
            <a:gdLst/>
            <a:ahLst/>
            <a:cxnLst/>
            <a:rect l="l" t="t" r="r" b="b"/>
            <a:pathLst>
              <a:path w="8889" h="14604">
                <a:moveTo>
                  <a:pt x="630" y="0"/>
                </a:moveTo>
                <a:lnTo>
                  <a:pt x="0" y="1812"/>
                </a:lnTo>
                <a:lnTo>
                  <a:pt x="197" y="4397"/>
                </a:lnTo>
                <a:lnTo>
                  <a:pt x="3617" y="3971"/>
                </a:lnTo>
                <a:lnTo>
                  <a:pt x="4617" y="5728"/>
                </a:lnTo>
                <a:lnTo>
                  <a:pt x="4066" y="11765"/>
                </a:lnTo>
                <a:lnTo>
                  <a:pt x="4200" y="14523"/>
                </a:lnTo>
                <a:lnTo>
                  <a:pt x="8368" y="14058"/>
                </a:lnTo>
                <a:lnTo>
                  <a:pt x="8424" y="260"/>
                </a:lnTo>
                <a:lnTo>
                  <a:pt x="6871" y="267"/>
                </a:lnTo>
                <a:lnTo>
                  <a:pt x="5319" y="370"/>
                </a:lnTo>
                <a:lnTo>
                  <a:pt x="630" y="0"/>
                </a:lnTo>
                <a:close/>
              </a:path>
            </a:pathLst>
          </a:custGeom>
          <a:solidFill>
            <a:srgbClr val="C0B4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7" name="bg object 1307"/>
          <p:cNvSpPr/>
          <p:nvPr/>
        </p:nvSpPr>
        <p:spPr>
          <a:xfrm>
            <a:off x="2196251" y="3896923"/>
            <a:ext cx="27940" cy="48895"/>
          </a:xfrm>
          <a:custGeom>
            <a:avLst/>
            <a:gdLst/>
            <a:ahLst/>
            <a:cxnLst/>
            <a:rect l="l" t="t" r="r" b="b"/>
            <a:pathLst>
              <a:path w="27939" h="48895">
                <a:moveTo>
                  <a:pt x="23317" y="0"/>
                </a:moveTo>
                <a:lnTo>
                  <a:pt x="22088" y="370"/>
                </a:lnTo>
                <a:lnTo>
                  <a:pt x="19850" y="622"/>
                </a:lnTo>
                <a:lnTo>
                  <a:pt x="19346" y="5003"/>
                </a:lnTo>
                <a:lnTo>
                  <a:pt x="17888" y="9046"/>
                </a:lnTo>
                <a:lnTo>
                  <a:pt x="21915" y="13892"/>
                </a:lnTo>
                <a:lnTo>
                  <a:pt x="22411" y="15539"/>
                </a:lnTo>
                <a:lnTo>
                  <a:pt x="23593" y="17888"/>
                </a:lnTo>
                <a:lnTo>
                  <a:pt x="13711" y="17888"/>
                </a:lnTo>
                <a:lnTo>
                  <a:pt x="13711" y="20804"/>
                </a:lnTo>
                <a:lnTo>
                  <a:pt x="13577" y="23719"/>
                </a:lnTo>
                <a:lnTo>
                  <a:pt x="13924" y="29779"/>
                </a:lnTo>
                <a:lnTo>
                  <a:pt x="12214" y="30473"/>
                </a:lnTo>
                <a:lnTo>
                  <a:pt x="9590" y="30276"/>
                </a:lnTo>
                <a:lnTo>
                  <a:pt x="6146" y="31056"/>
                </a:lnTo>
                <a:lnTo>
                  <a:pt x="1008" y="27912"/>
                </a:lnTo>
                <a:lnTo>
                  <a:pt x="0" y="34397"/>
                </a:lnTo>
                <a:lnTo>
                  <a:pt x="9590" y="34405"/>
                </a:lnTo>
                <a:lnTo>
                  <a:pt x="13719" y="37147"/>
                </a:lnTo>
                <a:lnTo>
                  <a:pt x="18589" y="36627"/>
                </a:lnTo>
                <a:lnTo>
                  <a:pt x="17896" y="40102"/>
                </a:lnTo>
                <a:lnTo>
                  <a:pt x="17707" y="45989"/>
                </a:lnTo>
                <a:lnTo>
                  <a:pt x="17777" y="48684"/>
                </a:lnTo>
                <a:lnTo>
                  <a:pt x="21938" y="48156"/>
                </a:lnTo>
                <a:lnTo>
                  <a:pt x="22403" y="45737"/>
                </a:lnTo>
                <a:lnTo>
                  <a:pt x="23160" y="43333"/>
                </a:lnTo>
                <a:lnTo>
                  <a:pt x="23467" y="35879"/>
                </a:lnTo>
                <a:lnTo>
                  <a:pt x="23451" y="30843"/>
                </a:lnTo>
                <a:lnTo>
                  <a:pt x="23168" y="22679"/>
                </a:lnTo>
                <a:lnTo>
                  <a:pt x="24673" y="21781"/>
                </a:lnTo>
                <a:lnTo>
                  <a:pt x="27423" y="22001"/>
                </a:lnTo>
                <a:lnTo>
                  <a:pt x="27423" y="8274"/>
                </a:lnTo>
                <a:lnTo>
                  <a:pt x="24846" y="8447"/>
                </a:lnTo>
                <a:lnTo>
                  <a:pt x="23049" y="7801"/>
                </a:lnTo>
                <a:lnTo>
                  <a:pt x="23428" y="3112"/>
                </a:lnTo>
                <a:lnTo>
                  <a:pt x="23317" y="1552"/>
                </a:lnTo>
                <a:lnTo>
                  <a:pt x="23317" y="0"/>
                </a:lnTo>
                <a:close/>
              </a:path>
            </a:pathLst>
          </a:custGeom>
          <a:solidFill>
            <a:srgbClr val="BFB7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8" name="bg object 1308"/>
          <p:cNvSpPr/>
          <p:nvPr/>
        </p:nvSpPr>
        <p:spPr>
          <a:xfrm>
            <a:off x="2204472" y="3954722"/>
            <a:ext cx="19685" cy="30480"/>
          </a:xfrm>
          <a:custGeom>
            <a:avLst/>
            <a:gdLst/>
            <a:ahLst/>
            <a:cxnLst/>
            <a:rect l="l" t="t" r="r" b="b"/>
            <a:pathLst>
              <a:path w="19685" h="30479">
                <a:moveTo>
                  <a:pt x="19212" y="0"/>
                </a:moveTo>
                <a:lnTo>
                  <a:pt x="13735" y="7"/>
                </a:lnTo>
                <a:lnTo>
                  <a:pt x="14121" y="3152"/>
                </a:lnTo>
                <a:lnTo>
                  <a:pt x="12742" y="4523"/>
                </a:lnTo>
                <a:lnTo>
                  <a:pt x="9613" y="4137"/>
                </a:lnTo>
                <a:lnTo>
                  <a:pt x="9613" y="12876"/>
                </a:lnTo>
                <a:lnTo>
                  <a:pt x="5500" y="12387"/>
                </a:lnTo>
                <a:lnTo>
                  <a:pt x="6178" y="16745"/>
                </a:lnTo>
                <a:lnTo>
                  <a:pt x="4334" y="18573"/>
                </a:lnTo>
                <a:lnTo>
                  <a:pt x="0" y="17888"/>
                </a:lnTo>
                <a:lnTo>
                  <a:pt x="7" y="30268"/>
                </a:lnTo>
                <a:lnTo>
                  <a:pt x="4121" y="30268"/>
                </a:lnTo>
                <a:lnTo>
                  <a:pt x="4089" y="26107"/>
                </a:lnTo>
                <a:lnTo>
                  <a:pt x="10181" y="26178"/>
                </a:lnTo>
                <a:lnTo>
                  <a:pt x="13491" y="26769"/>
                </a:lnTo>
                <a:lnTo>
                  <a:pt x="14830" y="22112"/>
                </a:lnTo>
                <a:lnTo>
                  <a:pt x="16761" y="22183"/>
                </a:lnTo>
                <a:lnTo>
                  <a:pt x="17856" y="22017"/>
                </a:lnTo>
                <a:lnTo>
                  <a:pt x="19227" y="4137"/>
                </a:lnTo>
                <a:lnTo>
                  <a:pt x="19212" y="0"/>
                </a:lnTo>
                <a:close/>
              </a:path>
            </a:pathLst>
          </a:custGeom>
          <a:solidFill>
            <a:srgbClr val="C6BB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9" name="bg object 1309"/>
          <p:cNvSpPr/>
          <p:nvPr/>
        </p:nvSpPr>
        <p:spPr>
          <a:xfrm>
            <a:off x="2199781" y="3933554"/>
            <a:ext cx="19050" cy="26670"/>
          </a:xfrm>
          <a:custGeom>
            <a:avLst/>
            <a:gdLst/>
            <a:ahLst/>
            <a:cxnLst/>
            <a:rect l="l" t="t" r="r" b="b"/>
            <a:pathLst>
              <a:path w="19050" h="26670">
                <a:moveTo>
                  <a:pt x="15059" y="0"/>
                </a:moveTo>
                <a:lnTo>
                  <a:pt x="10189" y="520"/>
                </a:lnTo>
                <a:lnTo>
                  <a:pt x="10189" y="2978"/>
                </a:lnTo>
                <a:lnTo>
                  <a:pt x="10055" y="5445"/>
                </a:lnTo>
                <a:lnTo>
                  <a:pt x="10409" y="11040"/>
                </a:lnTo>
                <a:lnTo>
                  <a:pt x="8684" y="11733"/>
                </a:lnTo>
                <a:lnTo>
                  <a:pt x="6067" y="11528"/>
                </a:lnTo>
                <a:lnTo>
                  <a:pt x="6627" y="16083"/>
                </a:lnTo>
                <a:lnTo>
                  <a:pt x="3530" y="15768"/>
                </a:lnTo>
                <a:lnTo>
                  <a:pt x="591" y="15658"/>
                </a:lnTo>
                <a:lnTo>
                  <a:pt x="598" y="18313"/>
                </a:lnTo>
                <a:lnTo>
                  <a:pt x="0" y="21087"/>
                </a:lnTo>
                <a:lnTo>
                  <a:pt x="6580" y="21599"/>
                </a:lnTo>
                <a:lnTo>
                  <a:pt x="6430" y="26611"/>
                </a:lnTo>
                <a:lnTo>
                  <a:pt x="10181" y="25295"/>
                </a:lnTo>
                <a:lnTo>
                  <a:pt x="14302" y="25303"/>
                </a:lnTo>
                <a:lnTo>
                  <a:pt x="17431" y="25689"/>
                </a:lnTo>
                <a:lnTo>
                  <a:pt x="18810" y="24318"/>
                </a:lnTo>
                <a:lnTo>
                  <a:pt x="18424" y="21174"/>
                </a:lnTo>
                <a:lnTo>
                  <a:pt x="14523" y="19535"/>
                </a:lnTo>
                <a:lnTo>
                  <a:pt x="15287" y="18652"/>
                </a:lnTo>
                <a:lnTo>
                  <a:pt x="16312" y="17872"/>
                </a:lnTo>
                <a:lnTo>
                  <a:pt x="17510" y="15161"/>
                </a:lnTo>
                <a:lnTo>
                  <a:pt x="17880" y="13309"/>
                </a:lnTo>
                <a:lnTo>
                  <a:pt x="18408" y="11528"/>
                </a:lnTo>
                <a:lnTo>
                  <a:pt x="14247" y="12056"/>
                </a:lnTo>
                <a:lnTo>
                  <a:pt x="14176" y="9353"/>
                </a:lnTo>
                <a:lnTo>
                  <a:pt x="14365" y="3467"/>
                </a:lnTo>
                <a:lnTo>
                  <a:pt x="15059" y="0"/>
                </a:lnTo>
                <a:close/>
              </a:path>
            </a:pathLst>
          </a:custGeom>
          <a:solidFill>
            <a:srgbClr val="B9B2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0" name="bg object 1310"/>
          <p:cNvSpPr/>
          <p:nvPr/>
        </p:nvSpPr>
        <p:spPr>
          <a:xfrm>
            <a:off x="2223685" y="3945156"/>
            <a:ext cx="12700" cy="32384"/>
          </a:xfrm>
          <a:custGeom>
            <a:avLst/>
            <a:gdLst/>
            <a:ahLst/>
            <a:cxnLst/>
            <a:rect l="l" t="t" r="r" b="b"/>
            <a:pathLst>
              <a:path w="12700" h="32385">
                <a:moveTo>
                  <a:pt x="12359" y="13703"/>
                </a:moveTo>
                <a:lnTo>
                  <a:pt x="2907" y="13703"/>
                </a:lnTo>
                <a:lnTo>
                  <a:pt x="5106" y="18463"/>
                </a:lnTo>
                <a:lnTo>
                  <a:pt x="9881" y="21481"/>
                </a:lnTo>
                <a:lnTo>
                  <a:pt x="7502" y="30205"/>
                </a:lnTo>
                <a:lnTo>
                  <a:pt x="8999" y="31986"/>
                </a:lnTo>
                <a:lnTo>
                  <a:pt x="12340" y="31576"/>
                </a:lnTo>
                <a:lnTo>
                  <a:pt x="12359" y="13703"/>
                </a:lnTo>
                <a:close/>
              </a:path>
              <a:path w="12700" h="32385">
                <a:moveTo>
                  <a:pt x="1883" y="0"/>
                </a:moveTo>
                <a:lnTo>
                  <a:pt x="0" y="496"/>
                </a:lnTo>
                <a:lnTo>
                  <a:pt x="15" y="13703"/>
                </a:lnTo>
                <a:lnTo>
                  <a:pt x="1103" y="13869"/>
                </a:lnTo>
                <a:lnTo>
                  <a:pt x="2907" y="13703"/>
                </a:lnTo>
                <a:lnTo>
                  <a:pt x="12359" y="13703"/>
                </a:lnTo>
                <a:lnTo>
                  <a:pt x="12363" y="10110"/>
                </a:lnTo>
                <a:lnTo>
                  <a:pt x="6083" y="10110"/>
                </a:lnTo>
                <a:lnTo>
                  <a:pt x="3451" y="9086"/>
                </a:lnTo>
                <a:lnTo>
                  <a:pt x="4089" y="2710"/>
                </a:lnTo>
                <a:lnTo>
                  <a:pt x="2616" y="1316"/>
                </a:lnTo>
                <a:lnTo>
                  <a:pt x="1883" y="0"/>
                </a:lnTo>
                <a:close/>
              </a:path>
              <a:path w="12700" h="32385">
                <a:moveTo>
                  <a:pt x="12364" y="9574"/>
                </a:moveTo>
                <a:lnTo>
                  <a:pt x="10354" y="9574"/>
                </a:lnTo>
                <a:lnTo>
                  <a:pt x="6083" y="10110"/>
                </a:lnTo>
                <a:lnTo>
                  <a:pt x="12363" y="10110"/>
                </a:lnTo>
                <a:lnTo>
                  <a:pt x="12364" y="9574"/>
                </a:lnTo>
                <a:close/>
              </a:path>
            </a:pathLst>
          </a:custGeom>
          <a:solidFill>
            <a:srgbClr val="BEB2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1" name="bg object 1311"/>
          <p:cNvSpPr/>
          <p:nvPr/>
        </p:nvSpPr>
        <p:spPr>
          <a:xfrm>
            <a:off x="2223529" y="3914823"/>
            <a:ext cx="8890" cy="26670"/>
          </a:xfrm>
          <a:custGeom>
            <a:avLst/>
            <a:gdLst/>
            <a:ahLst/>
            <a:cxnLst/>
            <a:rect l="l" t="t" r="r" b="b"/>
            <a:pathLst>
              <a:path w="8889" h="26670">
                <a:moveTo>
                  <a:pt x="3010" y="7"/>
                </a:moveTo>
                <a:lnTo>
                  <a:pt x="1268" y="189"/>
                </a:lnTo>
                <a:lnTo>
                  <a:pt x="173" y="0"/>
                </a:lnTo>
                <a:lnTo>
                  <a:pt x="141" y="4105"/>
                </a:lnTo>
                <a:lnTo>
                  <a:pt x="157" y="10268"/>
                </a:lnTo>
                <a:lnTo>
                  <a:pt x="0" y="16446"/>
                </a:lnTo>
                <a:lnTo>
                  <a:pt x="378" y="23806"/>
                </a:lnTo>
                <a:lnTo>
                  <a:pt x="2072" y="25658"/>
                </a:lnTo>
                <a:lnTo>
                  <a:pt x="4743" y="26217"/>
                </a:lnTo>
                <a:lnTo>
                  <a:pt x="7840" y="25295"/>
                </a:lnTo>
                <a:lnTo>
                  <a:pt x="8534" y="19480"/>
                </a:lnTo>
                <a:lnTo>
                  <a:pt x="8589" y="14263"/>
                </a:lnTo>
                <a:lnTo>
                  <a:pt x="8825" y="9054"/>
                </a:lnTo>
                <a:lnTo>
                  <a:pt x="3104" y="8715"/>
                </a:lnTo>
                <a:lnTo>
                  <a:pt x="5043" y="3538"/>
                </a:lnTo>
                <a:lnTo>
                  <a:pt x="3010" y="7"/>
                </a:lnTo>
                <a:close/>
              </a:path>
            </a:pathLst>
          </a:custGeom>
          <a:solidFill>
            <a:srgbClr val="ACA5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2" name="bg object 1312"/>
          <p:cNvSpPr/>
          <p:nvPr/>
        </p:nvSpPr>
        <p:spPr>
          <a:xfrm>
            <a:off x="2236047" y="3932899"/>
            <a:ext cx="6350" cy="22860"/>
          </a:xfrm>
          <a:custGeom>
            <a:avLst/>
            <a:gdLst/>
            <a:ahLst/>
            <a:cxnLst/>
            <a:rect l="l" t="t" r="r" b="b"/>
            <a:pathLst>
              <a:path w="6350" h="22860">
                <a:moveTo>
                  <a:pt x="3459" y="0"/>
                </a:moveTo>
                <a:lnTo>
                  <a:pt x="2773" y="969"/>
                </a:lnTo>
                <a:lnTo>
                  <a:pt x="1576" y="1891"/>
                </a:lnTo>
                <a:lnTo>
                  <a:pt x="843" y="9204"/>
                </a:lnTo>
                <a:lnTo>
                  <a:pt x="457" y="15516"/>
                </a:lnTo>
                <a:lnTo>
                  <a:pt x="0" y="21812"/>
                </a:lnTo>
                <a:lnTo>
                  <a:pt x="3963" y="22364"/>
                </a:lnTo>
                <a:lnTo>
                  <a:pt x="5902" y="21087"/>
                </a:lnTo>
                <a:lnTo>
                  <a:pt x="5201" y="12119"/>
                </a:lnTo>
                <a:lnTo>
                  <a:pt x="5595" y="7541"/>
                </a:lnTo>
                <a:lnTo>
                  <a:pt x="5327" y="1970"/>
                </a:lnTo>
                <a:lnTo>
                  <a:pt x="4129" y="1000"/>
                </a:lnTo>
                <a:lnTo>
                  <a:pt x="3459" y="0"/>
                </a:lnTo>
                <a:close/>
              </a:path>
            </a:pathLst>
          </a:custGeom>
          <a:solidFill>
            <a:srgbClr val="ACA4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3" name="bg object 1313"/>
          <p:cNvSpPr/>
          <p:nvPr/>
        </p:nvSpPr>
        <p:spPr>
          <a:xfrm>
            <a:off x="2225056" y="4293235"/>
            <a:ext cx="18415" cy="24765"/>
          </a:xfrm>
          <a:custGeom>
            <a:avLst/>
            <a:gdLst/>
            <a:ahLst/>
            <a:cxnLst/>
            <a:rect l="l" t="t" r="r" b="b"/>
            <a:pathLst>
              <a:path w="18414" h="24764">
                <a:moveTo>
                  <a:pt x="9582" y="0"/>
                </a:moveTo>
                <a:lnTo>
                  <a:pt x="4129" y="15"/>
                </a:lnTo>
                <a:lnTo>
                  <a:pt x="4208" y="2939"/>
                </a:lnTo>
                <a:lnTo>
                  <a:pt x="4570" y="6083"/>
                </a:lnTo>
                <a:lnTo>
                  <a:pt x="7" y="5516"/>
                </a:lnTo>
                <a:lnTo>
                  <a:pt x="0" y="22033"/>
                </a:lnTo>
                <a:lnTo>
                  <a:pt x="2104" y="24255"/>
                </a:lnTo>
                <a:lnTo>
                  <a:pt x="3601" y="23956"/>
                </a:lnTo>
                <a:lnTo>
                  <a:pt x="4318" y="19070"/>
                </a:lnTo>
                <a:lnTo>
                  <a:pt x="3987" y="17186"/>
                </a:lnTo>
                <a:lnTo>
                  <a:pt x="4641" y="12923"/>
                </a:lnTo>
                <a:lnTo>
                  <a:pt x="6201" y="12640"/>
                </a:lnTo>
                <a:lnTo>
                  <a:pt x="8203" y="13806"/>
                </a:lnTo>
                <a:lnTo>
                  <a:pt x="17848" y="13774"/>
                </a:lnTo>
                <a:lnTo>
                  <a:pt x="17833" y="9661"/>
                </a:lnTo>
                <a:lnTo>
                  <a:pt x="13514" y="8502"/>
                </a:lnTo>
                <a:lnTo>
                  <a:pt x="9992" y="4373"/>
                </a:lnTo>
                <a:lnTo>
                  <a:pt x="9582" y="0"/>
                </a:lnTo>
                <a:close/>
              </a:path>
            </a:pathLst>
          </a:custGeom>
          <a:solidFill>
            <a:srgbClr val="9089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4" name="bg object 1314"/>
          <p:cNvSpPr/>
          <p:nvPr/>
        </p:nvSpPr>
        <p:spPr>
          <a:xfrm>
            <a:off x="2215421" y="4311135"/>
            <a:ext cx="10160" cy="10160"/>
          </a:xfrm>
          <a:custGeom>
            <a:avLst/>
            <a:gdLst/>
            <a:ahLst/>
            <a:cxnLst/>
            <a:rect l="l" t="t" r="r" b="b"/>
            <a:pathLst>
              <a:path w="10160" h="10160">
                <a:moveTo>
                  <a:pt x="9613" y="0"/>
                </a:moveTo>
                <a:lnTo>
                  <a:pt x="39" y="0"/>
                </a:lnTo>
                <a:lnTo>
                  <a:pt x="0" y="9629"/>
                </a:lnTo>
                <a:lnTo>
                  <a:pt x="5508" y="9645"/>
                </a:lnTo>
                <a:lnTo>
                  <a:pt x="5445" y="6721"/>
                </a:lnTo>
                <a:lnTo>
                  <a:pt x="5051" y="3561"/>
                </a:lnTo>
                <a:lnTo>
                  <a:pt x="9629" y="4129"/>
                </a:lnTo>
                <a:lnTo>
                  <a:pt x="9613" y="0"/>
                </a:lnTo>
                <a:close/>
              </a:path>
            </a:pathLst>
          </a:custGeom>
          <a:solidFill>
            <a:srgbClr val="8171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5" name="bg object 1315"/>
          <p:cNvSpPr/>
          <p:nvPr/>
        </p:nvSpPr>
        <p:spPr>
          <a:xfrm>
            <a:off x="2233262" y="4307005"/>
            <a:ext cx="14604" cy="5715"/>
          </a:xfrm>
          <a:custGeom>
            <a:avLst/>
            <a:gdLst/>
            <a:ahLst/>
            <a:cxnLst/>
            <a:rect l="l" t="t" r="r" b="b"/>
            <a:pathLst>
              <a:path w="14605" h="5714">
                <a:moveTo>
                  <a:pt x="9645" y="0"/>
                </a:moveTo>
                <a:lnTo>
                  <a:pt x="0" y="39"/>
                </a:lnTo>
                <a:lnTo>
                  <a:pt x="0" y="2198"/>
                </a:lnTo>
                <a:lnTo>
                  <a:pt x="94" y="4066"/>
                </a:lnTo>
                <a:lnTo>
                  <a:pt x="5303" y="4263"/>
                </a:lnTo>
                <a:lnTo>
                  <a:pt x="7462" y="5051"/>
                </a:lnTo>
                <a:lnTo>
                  <a:pt x="9637" y="5524"/>
                </a:lnTo>
                <a:lnTo>
                  <a:pt x="14271" y="5476"/>
                </a:lnTo>
                <a:lnTo>
                  <a:pt x="13246" y="1386"/>
                </a:lnTo>
                <a:lnTo>
                  <a:pt x="10993" y="803"/>
                </a:lnTo>
                <a:lnTo>
                  <a:pt x="9645" y="0"/>
                </a:lnTo>
                <a:close/>
              </a:path>
            </a:pathLst>
          </a:custGeom>
          <a:solidFill>
            <a:srgbClr val="827A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6" name="bg object 1316"/>
          <p:cNvSpPr/>
          <p:nvPr/>
        </p:nvSpPr>
        <p:spPr>
          <a:xfrm>
            <a:off x="2229180" y="4320558"/>
            <a:ext cx="4445" cy="8890"/>
          </a:xfrm>
          <a:custGeom>
            <a:avLst/>
            <a:gdLst/>
            <a:ahLst/>
            <a:cxnLst/>
            <a:rect l="l" t="t" r="r" b="b"/>
            <a:pathLst>
              <a:path w="4444" h="8889">
                <a:moveTo>
                  <a:pt x="2616" y="0"/>
                </a:moveTo>
                <a:lnTo>
                  <a:pt x="15" y="228"/>
                </a:lnTo>
                <a:lnTo>
                  <a:pt x="0" y="8463"/>
                </a:lnTo>
                <a:lnTo>
                  <a:pt x="4121" y="8463"/>
                </a:lnTo>
                <a:lnTo>
                  <a:pt x="4113" y="6903"/>
                </a:lnTo>
                <a:lnTo>
                  <a:pt x="4011" y="5350"/>
                </a:lnTo>
                <a:lnTo>
                  <a:pt x="4373" y="677"/>
                </a:lnTo>
                <a:lnTo>
                  <a:pt x="2616" y="0"/>
                </a:lnTo>
                <a:close/>
              </a:path>
            </a:pathLst>
          </a:custGeom>
          <a:solidFill>
            <a:srgbClr val="6256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7" name="bg object 1317"/>
          <p:cNvSpPr/>
          <p:nvPr/>
        </p:nvSpPr>
        <p:spPr>
          <a:xfrm>
            <a:off x="2224798" y="4320571"/>
            <a:ext cx="4445" cy="8890"/>
          </a:xfrm>
          <a:custGeom>
            <a:avLst/>
            <a:gdLst/>
            <a:ahLst/>
            <a:cxnLst/>
            <a:rect l="l" t="t" r="r" b="b"/>
            <a:pathLst>
              <a:path w="4444" h="8889">
                <a:moveTo>
                  <a:pt x="1820" y="0"/>
                </a:moveTo>
                <a:lnTo>
                  <a:pt x="0" y="622"/>
                </a:lnTo>
                <a:lnTo>
                  <a:pt x="370" y="5327"/>
                </a:lnTo>
                <a:lnTo>
                  <a:pt x="260" y="6895"/>
                </a:lnTo>
                <a:lnTo>
                  <a:pt x="260" y="8447"/>
                </a:lnTo>
                <a:lnTo>
                  <a:pt x="4381" y="8455"/>
                </a:lnTo>
                <a:lnTo>
                  <a:pt x="4397" y="212"/>
                </a:lnTo>
                <a:lnTo>
                  <a:pt x="1820" y="0"/>
                </a:lnTo>
                <a:close/>
              </a:path>
            </a:pathLst>
          </a:custGeom>
          <a:solidFill>
            <a:srgbClr val="6C62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8" name="bg object 1318"/>
          <p:cNvSpPr/>
          <p:nvPr/>
        </p:nvSpPr>
        <p:spPr>
          <a:xfrm>
            <a:off x="2234639" y="4283601"/>
            <a:ext cx="12700" cy="19685"/>
          </a:xfrm>
          <a:custGeom>
            <a:avLst/>
            <a:gdLst/>
            <a:ahLst/>
            <a:cxnLst/>
            <a:rect l="l" t="t" r="r" b="b"/>
            <a:pathLst>
              <a:path w="12700" h="19685">
                <a:moveTo>
                  <a:pt x="5531" y="0"/>
                </a:moveTo>
                <a:lnTo>
                  <a:pt x="5059" y="2182"/>
                </a:lnTo>
                <a:lnTo>
                  <a:pt x="4294" y="4357"/>
                </a:lnTo>
                <a:lnTo>
                  <a:pt x="4074" y="9606"/>
                </a:lnTo>
                <a:lnTo>
                  <a:pt x="2214" y="9684"/>
                </a:lnTo>
                <a:lnTo>
                  <a:pt x="0" y="9637"/>
                </a:lnTo>
                <a:lnTo>
                  <a:pt x="409" y="14011"/>
                </a:lnTo>
                <a:lnTo>
                  <a:pt x="3924" y="18132"/>
                </a:lnTo>
                <a:lnTo>
                  <a:pt x="8250" y="19298"/>
                </a:lnTo>
                <a:lnTo>
                  <a:pt x="12387" y="11016"/>
                </a:lnTo>
                <a:lnTo>
                  <a:pt x="12379" y="1386"/>
                </a:lnTo>
                <a:lnTo>
                  <a:pt x="5531" y="0"/>
                </a:lnTo>
                <a:close/>
              </a:path>
            </a:pathLst>
          </a:custGeom>
          <a:solidFill>
            <a:srgbClr val="7F77B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9" name="bg object 1319"/>
          <p:cNvSpPr/>
          <p:nvPr/>
        </p:nvSpPr>
        <p:spPr>
          <a:xfrm>
            <a:off x="2251179" y="4302525"/>
            <a:ext cx="6350" cy="10160"/>
          </a:xfrm>
          <a:custGeom>
            <a:avLst/>
            <a:gdLst/>
            <a:ahLst/>
            <a:cxnLst/>
            <a:rect l="l" t="t" r="r" b="b"/>
            <a:pathLst>
              <a:path w="6350" h="10160">
                <a:moveTo>
                  <a:pt x="5989" y="0"/>
                </a:moveTo>
                <a:lnTo>
                  <a:pt x="0" y="378"/>
                </a:lnTo>
                <a:lnTo>
                  <a:pt x="7" y="9960"/>
                </a:lnTo>
                <a:lnTo>
                  <a:pt x="5429" y="9968"/>
                </a:lnTo>
                <a:lnTo>
                  <a:pt x="5476" y="4499"/>
                </a:lnTo>
                <a:lnTo>
                  <a:pt x="5989" y="0"/>
                </a:lnTo>
                <a:close/>
              </a:path>
            </a:pathLst>
          </a:custGeom>
          <a:solidFill>
            <a:srgbClr val="9A96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0" name="bg object 1320"/>
          <p:cNvSpPr/>
          <p:nvPr/>
        </p:nvSpPr>
        <p:spPr>
          <a:xfrm>
            <a:off x="2224805" y="4329022"/>
            <a:ext cx="4445" cy="10160"/>
          </a:xfrm>
          <a:custGeom>
            <a:avLst/>
            <a:gdLst/>
            <a:ahLst/>
            <a:cxnLst/>
            <a:rect l="l" t="t" r="r" b="b"/>
            <a:pathLst>
              <a:path w="4444" h="10160">
                <a:moveTo>
                  <a:pt x="4373" y="0"/>
                </a:moveTo>
                <a:lnTo>
                  <a:pt x="275" y="15"/>
                </a:lnTo>
                <a:lnTo>
                  <a:pt x="267" y="2025"/>
                </a:lnTo>
                <a:lnTo>
                  <a:pt x="370" y="4042"/>
                </a:lnTo>
                <a:lnTo>
                  <a:pt x="0" y="9204"/>
                </a:lnTo>
                <a:lnTo>
                  <a:pt x="1788" y="9842"/>
                </a:lnTo>
                <a:lnTo>
                  <a:pt x="4381" y="9629"/>
                </a:lnTo>
                <a:lnTo>
                  <a:pt x="4373" y="0"/>
                </a:lnTo>
                <a:close/>
              </a:path>
            </a:pathLst>
          </a:custGeom>
          <a:solidFill>
            <a:srgbClr val="5E54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1" name="bg object 1321"/>
          <p:cNvSpPr/>
          <p:nvPr/>
        </p:nvSpPr>
        <p:spPr>
          <a:xfrm>
            <a:off x="2087429" y="4272620"/>
            <a:ext cx="14604" cy="10160"/>
          </a:xfrm>
          <a:custGeom>
            <a:avLst/>
            <a:gdLst/>
            <a:ahLst/>
            <a:cxnLst/>
            <a:rect l="l" t="t" r="r" b="b"/>
            <a:pathLst>
              <a:path w="14605" h="10160">
                <a:moveTo>
                  <a:pt x="401" y="0"/>
                </a:moveTo>
                <a:lnTo>
                  <a:pt x="370" y="5484"/>
                </a:lnTo>
                <a:lnTo>
                  <a:pt x="0" y="8621"/>
                </a:lnTo>
                <a:lnTo>
                  <a:pt x="1347" y="10031"/>
                </a:lnTo>
                <a:lnTo>
                  <a:pt x="4507" y="9606"/>
                </a:lnTo>
                <a:lnTo>
                  <a:pt x="4310" y="7021"/>
                </a:lnTo>
                <a:lnTo>
                  <a:pt x="4948" y="5240"/>
                </a:lnTo>
                <a:lnTo>
                  <a:pt x="10078" y="5610"/>
                </a:lnTo>
                <a:lnTo>
                  <a:pt x="12080" y="5492"/>
                </a:lnTo>
                <a:lnTo>
                  <a:pt x="14074" y="5492"/>
                </a:lnTo>
                <a:lnTo>
                  <a:pt x="14090" y="1371"/>
                </a:lnTo>
                <a:close/>
              </a:path>
            </a:pathLst>
          </a:custGeom>
          <a:solidFill>
            <a:srgbClr val="7E75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2" name="bg object 1322"/>
          <p:cNvSpPr/>
          <p:nvPr/>
        </p:nvSpPr>
        <p:spPr>
          <a:xfrm>
            <a:off x="2087613" y="4286499"/>
            <a:ext cx="4445" cy="9525"/>
          </a:xfrm>
          <a:custGeom>
            <a:avLst/>
            <a:gdLst/>
            <a:ahLst/>
            <a:cxnLst/>
            <a:rect l="l" t="t" r="r" b="b"/>
            <a:pathLst>
              <a:path w="4444" h="9525">
                <a:moveTo>
                  <a:pt x="2308" y="0"/>
                </a:moveTo>
                <a:lnTo>
                  <a:pt x="1016" y="394"/>
                </a:lnTo>
                <a:lnTo>
                  <a:pt x="630" y="2813"/>
                </a:lnTo>
                <a:lnTo>
                  <a:pt x="0" y="5114"/>
                </a:lnTo>
                <a:lnTo>
                  <a:pt x="685" y="8179"/>
                </a:lnTo>
                <a:lnTo>
                  <a:pt x="2970" y="8747"/>
                </a:lnTo>
                <a:lnTo>
                  <a:pt x="4334" y="9519"/>
                </a:lnTo>
                <a:lnTo>
                  <a:pt x="4302" y="7045"/>
                </a:lnTo>
                <a:lnTo>
                  <a:pt x="4373" y="4562"/>
                </a:lnTo>
                <a:lnTo>
                  <a:pt x="4105" y="1418"/>
                </a:lnTo>
                <a:lnTo>
                  <a:pt x="3333" y="622"/>
                </a:lnTo>
                <a:lnTo>
                  <a:pt x="2308" y="0"/>
                </a:lnTo>
                <a:close/>
              </a:path>
            </a:pathLst>
          </a:custGeom>
          <a:solidFill>
            <a:srgbClr val="908E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3" name="bg object 1323"/>
          <p:cNvSpPr/>
          <p:nvPr/>
        </p:nvSpPr>
        <p:spPr>
          <a:xfrm>
            <a:off x="2065848" y="4240915"/>
            <a:ext cx="4445" cy="11430"/>
          </a:xfrm>
          <a:custGeom>
            <a:avLst/>
            <a:gdLst/>
            <a:ahLst/>
            <a:cxnLst/>
            <a:rect l="l" t="t" r="r" b="b"/>
            <a:pathLst>
              <a:path w="4444" h="11429">
                <a:moveTo>
                  <a:pt x="4192" y="0"/>
                </a:moveTo>
                <a:lnTo>
                  <a:pt x="15" y="7"/>
                </a:lnTo>
                <a:lnTo>
                  <a:pt x="0" y="9677"/>
                </a:lnTo>
                <a:lnTo>
                  <a:pt x="1371" y="11056"/>
                </a:lnTo>
                <a:lnTo>
                  <a:pt x="2695" y="11008"/>
                </a:lnTo>
                <a:lnTo>
                  <a:pt x="4082" y="9637"/>
                </a:lnTo>
                <a:lnTo>
                  <a:pt x="4192" y="5516"/>
                </a:lnTo>
                <a:lnTo>
                  <a:pt x="4192" y="0"/>
                </a:lnTo>
                <a:close/>
              </a:path>
            </a:pathLst>
          </a:custGeom>
          <a:solidFill>
            <a:srgbClr val="716F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4" name="bg object 1324"/>
          <p:cNvSpPr/>
          <p:nvPr/>
        </p:nvSpPr>
        <p:spPr>
          <a:xfrm>
            <a:off x="2069524" y="4258284"/>
            <a:ext cx="5080" cy="6985"/>
          </a:xfrm>
          <a:custGeom>
            <a:avLst/>
            <a:gdLst/>
            <a:ahLst/>
            <a:cxnLst/>
            <a:rect l="l" t="t" r="r" b="b"/>
            <a:pathLst>
              <a:path w="5080" h="6985">
                <a:moveTo>
                  <a:pt x="5019" y="0"/>
                </a:moveTo>
                <a:lnTo>
                  <a:pt x="457" y="559"/>
                </a:lnTo>
                <a:lnTo>
                  <a:pt x="338" y="3506"/>
                </a:lnTo>
                <a:lnTo>
                  <a:pt x="0" y="6619"/>
                </a:lnTo>
                <a:lnTo>
                  <a:pt x="4562" y="6059"/>
                </a:lnTo>
                <a:lnTo>
                  <a:pt x="4657" y="3128"/>
                </a:lnTo>
                <a:lnTo>
                  <a:pt x="5019" y="0"/>
                </a:lnTo>
                <a:close/>
              </a:path>
            </a:pathLst>
          </a:custGeom>
          <a:solidFill>
            <a:srgbClr val="9C91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5" name="bg object 1325"/>
          <p:cNvSpPr/>
          <p:nvPr/>
        </p:nvSpPr>
        <p:spPr>
          <a:xfrm>
            <a:off x="2079559" y="4250590"/>
            <a:ext cx="8255" cy="13970"/>
          </a:xfrm>
          <a:custGeom>
            <a:avLst/>
            <a:gdLst/>
            <a:ahLst/>
            <a:cxnLst/>
            <a:rect l="l" t="t" r="r" b="b"/>
            <a:pathLst>
              <a:path w="8255" h="13970">
                <a:moveTo>
                  <a:pt x="8250" y="0"/>
                </a:moveTo>
                <a:lnTo>
                  <a:pt x="63" y="23"/>
                </a:lnTo>
                <a:lnTo>
                  <a:pt x="0" y="4113"/>
                </a:lnTo>
                <a:lnTo>
                  <a:pt x="23" y="13759"/>
                </a:lnTo>
                <a:lnTo>
                  <a:pt x="4145" y="13751"/>
                </a:lnTo>
                <a:lnTo>
                  <a:pt x="4145" y="11528"/>
                </a:lnTo>
                <a:lnTo>
                  <a:pt x="4184" y="9306"/>
                </a:lnTo>
                <a:lnTo>
                  <a:pt x="4074" y="4074"/>
                </a:lnTo>
                <a:lnTo>
                  <a:pt x="8211" y="4145"/>
                </a:lnTo>
                <a:lnTo>
                  <a:pt x="8250" y="0"/>
                </a:lnTo>
                <a:close/>
              </a:path>
            </a:pathLst>
          </a:custGeom>
          <a:solidFill>
            <a:srgbClr val="9087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6" name="bg object 1326"/>
          <p:cNvSpPr/>
          <p:nvPr/>
        </p:nvSpPr>
        <p:spPr>
          <a:xfrm>
            <a:off x="2075084" y="4246021"/>
            <a:ext cx="5080" cy="9525"/>
          </a:xfrm>
          <a:custGeom>
            <a:avLst/>
            <a:gdLst/>
            <a:ahLst/>
            <a:cxnLst/>
            <a:rect l="l" t="t" r="r" b="b"/>
            <a:pathLst>
              <a:path w="5080" h="9525">
                <a:moveTo>
                  <a:pt x="3585" y="0"/>
                </a:moveTo>
                <a:lnTo>
                  <a:pt x="386" y="433"/>
                </a:lnTo>
                <a:lnTo>
                  <a:pt x="370" y="4554"/>
                </a:lnTo>
                <a:lnTo>
                  <a:pt x="0" y="7659"/>
                </a:lnTo>
                <a:lnTo>
                  <a:pt x="1292" y="9117"/>
                </a:lnTo>
                <a:lnTo>
                  <a:pt x="4468" y="8684"/>
                </a:lnTo>
                <a:lnTo>
                  <a:pt x="4539" y="4594"/>
                </a:lnTo>
                <a:lnTo>
                  <a:pt x="4838" y="1520"/>
                </a:lnTo>
                <a:lnTo>
                  <a:pt x="3585" y="0"/>
                </a:lnTo>
                <a:close/>
              </a:path>
            </a:pathLst>
          </a:custGeom>
          <a:solidFill>
            <a:srgbClr val="AFA7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7" name="bg object 1327"/>
          <p:cNvSpPr/>
          <p:nvPr/>
        </p:nvSpPr>
        <p:spPr>
          <a:xfrm>
            <a:off x="2069933" y="4246433"/>
            <a:ext cx="5715" cy="4445"/>
          </a:xfrm>
          <a:custGeom>
            <a:avLst/>
            <a:gdLst/>
            <a:ahLst/>
            <a:cxnLst/>
            <a:rect l="l" t="t" r="r" b="b"/>
            <a:pathLst>
              <a:path w="5714" h="4445">
                <a:moveTo>
                  <a:pt x="110" y="0"/>
                </a:moveTo>
                <a:lnTo>
                  <a:pt x="0" y="4129"/>
                </a:lnTo>
                <a:lnTo>
                  <a:pt x="5524" y="4145"/>
                </a:lnTo>
                <a:lnTo>
                  <a:pt x="5539" y="23"/>
                </a:lnTo>
                <a:lnTo>
                  <a:pt x="3727" y="23"/>
                </a:lnTo>
                <a:lnTo>
                  <a:pt x="110" y="0"/>
                </a:lnTo>
                <a:close/>
              </a:path>
            </a:pathLst>
          </a:custGeom>
          <a:solidFill>
            <a:srgbClr val="9291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8" name="bg object 1328"/>
          <p:cNvSpPr/>
          <p:nvPr/>
        </p:nvSpPr>
        <p:spPr>
          <a:xfrm>
            <a:off x="2087811" y="4264340"/>
            <a:ext cx="13970" cy="10160"/>
          </a:xfrm>
          <a:custGeom>
            <a:avLst/>
            <a:gdLst/>
            <a:ahLst/>
            <a:cxnLst/>
            <a:rect l="l" t="t" r="r" b="b"/>
            <a:pathLst>
              <a:path w="13969" h="10160">
                <a:moveTo>
                  <a:pt x="0" y="0"/>
                </a:moveTo>
                <a:lnTo>
                  <a:pt x="15" y="8282"/>
                </a:lnTo>
                <a:lnTo>
                  <a:pt x="13711" y="9653"/>
                </a:lnTo>
                <a:lnTo>
                  <a:pt x="13718" y="4980"/>
                </a:lnTo>
                <a:lnTo>
                  <a:pt x="4767" y="4980"/>
                </a:lnTo>
                <a:lnTo>
                  <a:pt x="3554" y="709"/>
                </a:lnTo>
                <a:lnTo>
                  <a:pt x="1308" y="488"/>
                </a:lnTo>
                <a:lnTo>
                  <a:pt x="0" y="0"/>
                </a:lnTo>
                <a:close/>
              </a:path>
              <a:path w="13969" h="10160">
                <a:moveTo>
                  <a:pt x="7383" y="3916"/>
                </a:moveTo>
                <a:lnTo>
                  <a:pt x="4767" y="4980"/>
                </a:lnTo>
                <a:lnTo>
                  <a:pt x="13718" y="4980"/>
                </a:lnTo>
                <a:lnTo>
                  <a:pt x="13719" y="4129"/>
                </a:lnTo>
                <a:lnTo>
                  <a:pt x="9590" y="4129"/>
                </a:lnTo>
                <a:lnTo>
                  <a:pt x="7383" y="3916"/>
                </a:lnTo>
                <a:close/>
              </a:path>
            </a:pathLst>
          </a:custGeom>
          <a:solidFill>
            <a:srgbClr val="8980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9" name="bg object 1329"/>
          <p:cNvSpPr/>
          <p:nvPr/>
        </p:nvSpPr>
        <p:spPr>
          <a:xfrm>
            <a:off x="2083633" y="4254664"/>
            <a:ext cx="4445" cy="10160"/>
          </a:xfrm>
          <a:custGeom>
            <a:avLst/>
            <a:gdLst/>
            <a:ahLst/>
            <a:cxnLst/>
            <a:rect l="l" t="t" r="r" b="b"/>
            <a:pathLst>
              <a:path w="4444" h="10160">
                <a:moveTo>
                  <a:pt x="70" y="9677"/>
                </a:moveTo>
                <a:lnTo>
                  <a:pt x="0" y="0"/>
                </a:lnTo>
                <a:lnTo>
                  <a:pt x="4137" y="70"/>
                </a:lnTo>
                <a:lnTo>
                  <a:pt x="4168" y="9684"/>
                </a:lnTo>
                <a:lnTo>
                  <a:pt x="70" y="9677"/>
                </a:lnTo>
                <a:close/>
              </a:path>
            </a:pathLst>
          </a:custGeom>
          <a:solidFill>
            <a:srgbClr val="857B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0" name="bg object 1330"/>
          <p:cNvSpPr/>
          <p:nvPr/>
        </p:nvSpPr>
        <p:spPr>
          <a:xfrm>
            <a:off x="2120819" y="4300043"/>
            <a:ext cx="15240" cy="33655"/>
          </a:xfrm>
          <a:custGeom>
            <a:avLst/>
            <a:gdLst/>
            <a:ahLst/>
            <a:cxnLst/>
            <a:rect l="l" t="t" r="r" b="b"/>
            <a:pathLst>
              <a:path w="15239" h="33654">
                <a:moveTo>
                  <a:pt x="12837" y="0"/>
                </a:moveTo>
                <a:lnTo>
                  <a:pt x="11150" y="181"/>
                </a:lnTo>
                <a:lnTo>
                  <a:pt x="10551" y="4129"/>
                </a:lnTo>
                <a:lnTo>
                  <a:pt x="8219" y="4806"/>
                </a:lnTo>
                <a:lnTo>
                  <a:pt x="6879" y="5642"/>
                </a:lnTo>
                <a:lnTo>
                  <a:pt x="7470" y="10181"/>
                </a:lnTo>
                <a:lnTo>
                  <a:pt x="4286" y="9795"/>
                </a:lnTo>
                <a:lnTo>
                  <a:pt x="1394" y="9779"/>
                </a:lnTo>
                <a:lnTo>
                  <a:pt x="1268" y="27581"/>
                </a:lnTo>
                <a:lnTo>
                  <a:pt x="1741" y="29637"/>
                </a:lnTo>
                <a:lnTo>
                  <a:pt x="0" y="32813"/>
                </a:lnTo>
                <a:lnTo>
                  <a:pt x="4018" y="33089"/>
                </a:lnTo>
                <a:lnTo>
                  <a:pt x="5484" y="23514"/>
                </a:lnTo>
                <a:lnTo>
                  <a:pt x="4680" y="19117"/>
                </a:lnTo>
                <a:lnTo>
                  <a:pt x="6532" y="17297"/>
                </a:lnTo>
                <a:lnTo>
                  <a:pt x="10898" y="17935"/>
                </a:lnTo>
                <a:lnTo>
                  <a:pt x="10906" y="16383"/>
                </a:lnTo>
                <a:lnTo>
                  <a:pt x="11016" y="14830"/>
                </a:lnTo>
                <a:lnTo>
                  <a:pt x="10662" y="10141"/>
                </a:lnTo>
                <a:lnTo>
                  <a:pt x="12474" y="9535"/>
                </a:lnTo>
                <a:lnTo>
                  <a:pt x="15035" y="9716"/>
                </a:lnTo>
                <a:lnTo>
                  <a:pt x="15027" y="86"/>
                </a:lnTo>
                <a:lnTo>
                  <a:pt x="12837" y="0"/>
                </a:lnTo>
                <a:close/>
              </a:path>
            </a:pathLst>
          </a:custGeom>
          <a:solidFill>
            <a:srgbClr val="AFA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1" name="bg object 1331"/>
          <p:cNvSpPr/>
          <p:nvPr/>
        </p:nvSpPr>
        <p:spPr>
          <a:xfrm>
            <a:off x="2130359" y="4345540"/>
            <a:ext cx="22225" cy="40005"/>
          </a:xfrm>
          <a:custGeom>
            <a:avLst/>
            <a:gdLst/>
            <a:ahLst/>
            <a:cxnLst/>
            <a:rect l="l" t="t" r="r" b="b"/>
            <a:pathLst>
              <a:path w="22225" h="40004">
                <a:moveTo>
                  <a:pt x="13727" y="0"/>
                </a:moveTo>
                <a:lnTo>
                  <a:pt x="7" y="0"/>
                </a:lnTo>
                <a:lnTo>
                  <a:pt x="0" y="8250"/>
                </a:lnTo>
                <a:lnTo>
                  <a:pt x="4562" y="7691"/>
                </a:lnTo>
                <a:lnTo>
                  <a:pt x="4208" y="10819"/>
                </a:lnTo>
                <a:lnTo>
                  <a:pt x="4113" y="13759"/>
                </a:lnTo>
                <a:lnTo>
                  <a:pt x="7037" y="13672"/>
                </a:lnTo>
                <a:lnTo>
                  <a:pt x="10189" y="13294"/>
                </a:lnTo>
                <a:lnTo>
                  <a:pt x="9598" y="17896"/>
                </a:lnTo>
                <a:lnTo>
                  <a:pt x="9810" y="20504"/>
                </a:lnTo>
                <a:lnTo>
                  <a:pt x="9149" y="22269"/>
                </a:lnTo>
                <a:lnTo>
                  <a:pt x="4018" y="21899"/>
                </a:lnTo>
                <a:lnTo>
                  <a:pt x="2009" y="22001"/>
                </a:lnTo>
                <a:lnTo>
                  <a:pt x="7" y="21993"/>
                </a:lnTo>
                <a:lnTo>
                  <a:pt x="7" y="39913"/>
                </a:lnTo>
                <a:lnTo>
                  <a:pt x="4097" y="39913"/>
                </a:lnTo>
                <a:lnTo>
                  <a:pt x="4145" y="36265"/>
                </a:lnTo>
                <a:lnTo>
                  <a:pt x="3995" y="32608"/>
                </a:lnTo>
                <a:lnTo>
                  <a:pt x="4318" y="28093"/>
                </a:lnTo>
                <a:lnTo>
                  <a:pt x="5705" y="27281"/>
                </a:lnTo>
                <a:lnTo>
                  <a:pt x="6485" y="26430"/>
                </a:lnTo>
                <a:lnTo>
                  <a:pt x="7060" y="27265"/>
                </a:lnTo>
                <a:lnTo>
                  <a:pt x="8022" y="28061"/>
                </a:lnTo>
                <a:lnTo>
                  <a:pt x="8368" y="31198"/>
                </a:lnTo>
                <a:lnTo>
                  <a:pt x="8234" y="33483"/>
                </a:lnTo>
                <a:lnTo>
                  <a:pt x="8250" y="35760"/>
                </a:lnTo>
                <a:lnTo>
                  <a:pt x="13711" y="35784"/>
                </a:lnTo>
                <a:lnTo>
                  <a:pt x="13727" y="27596"/>
                </a:lnTo>
                <a:lnTo>
                  <a:pt x="13963" y="23514"/>
                </a:lnTo>
                <a:lnTo>
                  <a:pt x="13325" y="15138"/>
                </a:lnTo>
                <a:lnTo>
                  <a:pt x="14704" y="13034"/>
                </a:lnTo>
                <a:lnTo>
                  <a:pt x="20157" y="13877"/>
                </a:lnTo>
                <a:lnTo>
                  <a:pt x="21071" y="13759"/>
                </a:lnTo>
                <a:lnTo>
                  <a:pt x="21970" y="13751"/>
                </a:lnTo>
                <a:lnTo>
                  <a:pt x="21938" y="4145"/>
                </a:lnTo>
                <a:lnTo>
                  <a:pt x="17612" y="3049"/>
                </a:lnTo>
                <a:lnTo>
                  <a:pt x="18353" y="7470"/>
                </a:lnTo>
                <a:lnTo>
                  <a:pt x="16580" y="9566"/>
                </a:lnTo>
                <a:lnTo>
                  <a:pt x="12127" y="7155"/>
                </a:lnTo>
                <a:lnTo>
                  <a:pt x="14326" y="3144"/>
                </a:lnTo>
                <a:lnTo>
                  <a:pt x="13727" y="0"/>
                </a:lnTo>
                <a:close/>
              </a:path>
            </a:pathLst>
          </a:custGeom>
          <a:solidFill>
            <a:srgbClr val="6760A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2" name="bg object 1332"/>
          <p:cNvSpPr/>
          <p:nvPr/>
        </p:nvSpPr>
        <p:spPr>
          <a:xfrm>
            <a:off x="2131737" y="4319168"/>
            <a:ext cx="22225" cy="12700"/>
          </a:xfrm>
          <a:custGeom>
            <a:avLst/>
            <a:gdLst/>
            <a:ahLst/>
            <a:cxnLst/>
            <a:rect l="l" t="t" r="r" b="b"/>
            <a:pathLst>
              <a:path w="22225" h="12700">
                <a:moveTo>
                  <a:pt x="15579" y="0"/>
                </a:moveTo>
                <a:lnTo>
                  <a:pt x="12356" y="212"/>
                </a:lnTo>
                <a:lnTo>
                  <a:pt x="12726" y="3349"/>
                </a:lnTo>
                <a:lnTo>
                  <a:pt x="11387" y="4759"/>
                </a:lnTo>
                <a:lnTo>
                  <a:pt x="8227" y="4349"/>
                </a:lnTo>
                <a:lnTo>
                  <a:pt x="0" y="4373"/>
                </a:lnTo>
                <a:lnTo>
                  <a:pt x="0" y="8487"/>
                </a:lnTo>
                <a:lnTo>
                  <a:pt x="8219" y="12600"/>
                </a:lnTo>
                <a:lnTo>
                  <a:pt x="21954" y="12600"/>
                </a:lnTo>
                <a:lnTo>
                  <a:pt x="21930" y="8502"/>
                </a:lnTo>
                <a:lnTo>
                  <a:pt x="19204" y="8723"/>
                </a:lnTo>
                <a:lnTo>
                  <a:pt x="17447" y="7825"/>
                </a:lnTo>
                <a:lnTo>
                  <a:pt x="18424" y="212"/>
                </a:lnTo>
                <a:lnTo>
                  <a:pt x="15579" y="0"/>
                </a:lnTo>
                <a:close/>
              </a:path>
            </a:pathLst>
          </a:custGeom>
          <a:solidFill>
            <a:srgbClr val="7B72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3" name="bg object 1333"/>
          <p:cNvSpPr/>
          <p:nvPr/>
        </p:nvSpPr>
        <p:spPr>
          <a:xfrm>
            <a:off x="2130365" y="4327655"/>
            <a:ext cx="11430" cy="18415"/>
          </a:xfrm>
          <a:custGeom>
            <a:avLst/>
            <a:gdLst/>
            <a:ahLst/>
            <a:cxnLst/>
            <a:rect l="l" t="t" r="r" b="b"/>
            <a:pathLst>
              <a:path w="11430" h="18414">
                <a:moveTo>
                  <a:pt x="1371" y="0"/>
                </a:moveTo>
                <a:lnTo>
                  <a:pt x="0" y="17880"/>
                </a:lnTo>
                <a:lnTo>
                  <a:pt x="5492" y="17880"/>
                </a:lnTo>
                <a:lnTo>
                  <a:pt x="5563" y="17013"/>
                </a:lnTo>
                <a:lnTo>
                  <a:pt x="5358" y="15555"/>
                </a:lnTo>
                <a:lnTo>
                  <a:pt x="10859" y="12852"/>
                </a:lnTo>
                <a:lnTo>
                  <a:pt x="9495" y="8250"/>
                </a:lnTo>
                <a:lnTo>
                  <a:pt x="9590" y="4113"/>
                </a:lnTo>
                <a:lnTo>
                  <a:pt x="1371" y="0"/>
                </a:lnTo>
                <a:close/>
              </a:path>
            </a:pathLst>
          </a:custGeom>
          <a:solidFill>
            <a:srgbClr val="6E64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4" name="bg object 1334"/>
          <p:cNvSpPr/>
          <p:nvPr/>
        </p:nvSpPr>
        <p:spPr>
          <a:xfrm>
            <a:off x="2125501" y="4309742"/>
            <a:ext cx="14604" cy="13970"/>
          </a:xfrm>
          <a:custGeom>
            <a:avLst/>
            <a:gdLst/>
            <a:ahLst/>
            <a:cxnLst/>
            <a:rect l="l" t="t" r="r" b="b"/>
            <a:pathLst>
              <a:path w="14605" h="13970">
                <a:moveTo>
                  <a:pt x="14428" y="0"/>
                </a:moveTo>
                <a:lnTo>
                  <a:pt x="10370" y="31"/>
                </a:lnTo>
                <a:lnTo>
                  <a:pt x="10346" y="1576"/>
                </a:lnTo>
                <a:lnTo>
                  <a:pt x="10244" y="3144"/>
                </a:lnTo>
                <a:lnTo>
                  <a:pt x="10599" y="7840"/>
                </a:lnTo>
                <a:lnTo>
                  <a:pt x="8810" y="8479"/>
                </a:lnTo>
                <a:lnTo>
                  <a:pt x="6217" y="8234"/>
                </a:lnTo>
                <a:lnTo>
                  <a:pt x="1851" y="7596"/>
                </a:lnTo>
                <a:lnTo>
                  <a:pt x="0" y="9416"/>
                </a:lnTo>
                <a:lnTo>
                  <a:pt x="803" y="13814"/>
                </a:lnTo>
                <a:lnTo>
                  <a:pt x="14460" y="13774"/>
                </a:lnTo>
                <a:lnTo>
                  <a:pt x="14428" y="0"/>
                </a:lnTo>
                <a:close/>
              </a:path>
            </a:pathLst>
          </a:custGeom>
          <a:solidFill>
            <a:srgbClr val="8F8A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5" name="bg object 1335"/>
          <p:cNvSpPr/>
          <p:nvPr/>
        </p:nvSpPr>
        <p:spPr>
          <a:xfrm>
            <a:off x="2124763" y="4356426"/>
            <a:ext cx="5715" cy="11430"/>
          </a:xfrm>
          <a:custGeom>
            <a:avLst/>
            <a:gdLst/>
            <a:ahLst/>
            <a:cxnLst/>
            <a:rect l="l" t="t" r="r" b="b"/>
            <a:pathLst>
              <a:path w="5714" h="11429">
                <a:moveTo>
                  <a:pt x="0" y="0"/>
                </a:moveTo>
                <a:lnTo>
                  <a:pt x="1914" y="4688"/>
                </a:lnTo>
                <a:lnTo>
                  <a:pt x="1473" y="6997"/>
                </a:lnTo>
                <a:lnTo>
                  <a:pt x="1481" y="11134"/>
                </a:lnTo>
                <a:lnTo>
                  <a:pt x="5587" y="11158"/>
                </a:lnTo>
                <a:lnTo>
                  <a:pt x="5587" y="2868"/>
                </a:lnTo>
                <a:lnTo>
                  <a:pt x="0" y="0"/>
                </a:lnTo>
                <a:close/>
              </a:path>
            </a:pathLst>
          </a:custGeom>
          <a:solidFill>
            <a:srgbClr val="7569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6" name="bg object 1336"/>
          <p:cNvSpPr/>
          <p:nvPr/>
        </p:nvSpPr>
        <p:spPr>
          <a:xfrm>
            <a:off x="2116628" y="4357948"/>
            <a:ext cx="5715" cy="5715"/>
          </a:xfrm>
          <a:custGeom>
            <a:avLst/>
            <a:gdLst/>
            <a:ahLst/>
            <a:cxnLst/>
            <a:rect l="l" t="t" r="r" b="b"/>
            <a:pathLst>
              <a:path w="5714" h="5714">
                <a:moveTo>
                  <a:pt x="5476" y="0"/>
                </a:moveTo>
                <a:lnTo>
                  <a:pt x="39" y="0"/>
                </a:lnTo>
                <a:lnTo>
                  <a:pt x="0" y="5476"/>
                </a:lnTo>
                <a:lnTo>
                  <a:pt x="5484" y="5476"/>
                </a:lnTo>
                <a:lnTo>
                  <a:pt x="5476" y="0"/>
                </a:lnTo>
                <a:close/>
              </a:path>
            </a:pathLst>
          </a:custGeom>
          <a:solidFill>
            <a:srgbClr val="6D61A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7" name="bg object 1337"/>
          <p:cNvSpPr/>
          <p:nvPr/>
        </p:nvSpPr>
        <p:spPr>
          <a:xfrm>
            <a:off x="2130353" y="4353233"/>
            <a:ext cx="5080" cy="6350"/>
          </a:xfrm>
          <a:custGeom>
            <a:avLst/>
            <a:gdLst/>
            <a:ahLst/>
            <a:cxnLst/>
            <a:rect l="l" t="t" r="r" b="b"/>
            <a:pathLst>
              <a:path w="5080" h="6350">
                <a:moveTo>
                  <a:pt x="4570" y="0"/>
                </a:moveTo>
                <a:lnTo>
                  <a:pt x="7" y="559"/>
                </a:lnTo>
                <a:lnTo>
                  <a:pt x="0" y="6067"/>
                </a:lnTo>
                <a:lnTo>
                  <a:pt x="4121" y="6067"/>
                </a:lnTo>
                <a:lnTo>
                  <a:pt x="4215" y="3128"/>
                </a:lnTo>
                <a:lnTo>
                  <a:pt x="4507" y="559"/>
                </a:lnTo>
                <a:lnTo>
                  <a:pt x="4570" y="0"/>
                </a:lnTo>
                <a:close/>
              </a:path>
            </a:pathLst>
          </a:custGeom>
          <a:solidFill>
            <a:srgbClr val="766A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8" name="bg object 1338"/>
          <p:cNvSpPr/>
          <p:nvPr/>
        </p:nvSpPr>
        <p:spPr>
          <a:xfrm>
            <a:off x="2127579" y="4273962"/>
            <a:ext cx="18415" cy="22225"/>
          </a:xfrm>
          <a:custGeom>
            <a:avLst/>
            <a:gdLst/>
            <a:ahLst/>
            <a:cxnLst/>
            <a:rect l="l" t="t" r="r" b="b"/>
            <a:pathLst>
              <a:path w="18414" h="22225">
                <a:moveTo>
                  <a:pt x="31" y="8282"/>
                </a:moveTo>
                <a:lnTo>
                  <a:pt x="0" y="22057"/>
                </a:lnTo>
                <a:lnTo>
                  <a:pt x="1363" y="21505"/>
                </a:lnTo>
                <a:lnTo>
                  <a:pt x="2765" y="21103"/>
                </a:lnTo>
                <a:lnTo>
                  <a:pt x="4980" y="19826"/>
                </a:lnTo>
                <a:lnTo>
                  <a:pt x="5768" y="18896"/>
                </a:lnTo>
                <a:lnTo>
                  <a:pt x="6643" y="18124"/>
                </a:lnTo>
                <a:lnTo>
                  <a:pt x="17877" y="18124"/>
                </a:lnTo>
                <a:lnTo>
                  <a:pt x="17871" y="9905"/>
                </a:lnTo>
                <a:lnTo>
                  <a:pt x="13238" y="9905"/>
                </a:lnTo>
                <a:lnTo>
                  <a:pt x="5663" y="8487"/>
                </a:lnTo>
                <a:lnTo>
                  <a:pt x="2726" y="8487"/>
                </a:lnTo>
                <a:lnTo>
                  <a:pt x="31" y="8282"/>
                </a:lnTo>
                <a:close/>
              </a:path>
              <a:path w="18414" h="22225">
                <a:moveTo>
                  <a:pt x="17877" y="18124"/>
                </a:moveTo>
                <a:lnTo>
                  <a:pt x="6643" y="18124"/>
                </a:lnTo>
                <a:lnTo>
                  <a:pt x="8295" y="22057"/>
                </a:lnTo>
                <a:lnTo>
                  <a:pt x="17880" y="22057"/>
                </a:lnTo>
                <a:lnTo>
                  <a:pt x="17877" y="18124"/>
                </a:lnTo>
                <a:close/>
              </a:path>
              <a:path w="18414" h="22225">
                <a:moveTo>
                  <a:pt x="17864" y="0"/>
                </a:moveTo>
                <a:lnTo>
                  <a:pt x="13782" y="0"/>
                </a:lnTo>
                <a:lnTo>
                  <a:pt x="13751" y="4145"/>
                </a:lnTo>
                <a:lnTo>
                  <a:pt x="13383" y="8282"/>
                </a:lnTo>
                <a:lnTo>
                  <a:pt x="13365" y="8487"/>
                </a:lnTo>
                <a:lnTo>
                  <a:pt x="13238" y="9905"/>
                </a:lnTo>
                <a:lnTo>
                  <a:pt x="17871" y="9905"/>
                </a:lnTo>
                <a:lnTo>
                  <a:pt x="17864" y="0"/>
                </a:lnTo>
                <a:close/>
              </a:path>
            </a:pathLst>
          </a:custGeom>
          <a:solidFill>
            <a:srgbClr val="8C86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9" name="bg object 1339"/>
          <p:cNvSpPr/>
          <p:nvPr/>
        </p:nvSpPr>
        <p:spPr>
          <a:xfrm>
            <a:off x="2123526" y="4273992"/>
            <a:ext cx="18415" cy="10160"/>
          </a:xfrm>
          <a:custGeom>
            <a:avLst/>
            <a:gdLst/>
            <a:ahLst/>
            <a:cxnLst/>
            <a:rect l="l" t="t" r="r" b="b"/>
            <a:pathLst>
              <a:path w="18414" h="10160">
                <a:moveTo>
                  <a:pt x="4082" y="0"/>
                </a:moveTo>
                <a:lnTo>
                  <a:pt x="0" y="1316"/>
                </a:lnTo>
                <a:lnTo>
                  <a:pt x="0" y="8250"/>
                </a:lnTo>
                <a:lnTo>
                  <a:pt x="4082" y="8250"/>
                </a:lnTo>
                <a:lnTo>
                  <a:pt x="6777" y="8455"/>
                </a:lnTo>
                <a:lnTo>
                  <a:pt x="9720" y="8455"/>
                </a:lnTo>
                <a:lnTo>
                  <a:pt x="12143" y="8912"/>
                </a:lnTo>
                <a:lnTo>
                  <a:pt x="17273" y="10000"/>
                </a:lnTo>
                <a:lnTo>
                  <a:pt x="17783" y="4310"/>
                </a:lnTo>
                <a:lnTo>
                  <a:pt x="4602" y="4310"/>
                </a:lnTo>
                <a:lnTo>
                  <a:pt x="3884" y="2639"/>
                </a:lnTo>
                <a:lnTo>
                  <a:pt x="3983" y="1316"/>
                </a:lnTo>
                <a:lnTo>
                  <a:pt x="4082" y="0"/>
                </a:lnTo>
                <a:close/>
              </a:path>
              <a:path w="18414" h="10160">
                <a:moveTo>
                  <a:pt x="11087" y="3979"/>
                </a:moveTo>
                <a:lnTo>
                  <a:pt x="4602" y="4310"/>
                </a:lnTo>
                <a:lnTo>
                  <a:pt x="17783" y="4310"/>
                </a:lnTo>
                <a:lnTo>
                  <a:pt x="17801" y="4113"/>
                </a:lnTo>
                <a:lnTo>
                  <a:pt x="14444" y="4113"/>
                </a:lnTo>
                <a:lnTo>
                  <a:pt x="11087" y="3979"/>
                </a:lnTo>
                <a:close/>
              </a:path>
            </a:pathLst>
          </a:custGeom>
          <a:solidFill>
            <a:srgbClr val="978D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0" name="bg object 1340"/>
          <p:cNvSpPr/>
          <p:nvPr/>
        </p:nvSpPr>
        <p:spPr>
          <a:xfrm>
            <a:off x="2109378" y="4277980"/>
            <a:ext cx="14604" cy="10795"/>
          </a:xfrm>
          <a:custGeom>
            <a:avLst/>
            <a:gdLst/>
            <a:ahLst/>
            <a:cxnLst/>
            <a:rect l="l" t="t" r="r" b="b"/>
            <a:pathLst>
              <a:path w="14605" h="10795">
                <a:moveTo>
                  <a:pt x="11773" y="0"/>
                </a:moveTo>
                <a:lnTo>
                  <a:pt x="9101" y="5531"/>
                </a:lnTo>
                <a:lnTo>
                  <a:pt x="4499" y="4121"/>
                </a:lnTo>
                <a:lnTo>
                  <a:pt x="394" y="4247"/>
                </a:lnTo>
                <a:lnTo>
                  <a:pt x="0" y="7407"/>
                </a:lnTo>
                <a:lnTo>
                  <a:pt x="1363" y="8778"/>
                </a:lnTo>
                <a:lnTo>
                  <a:pt x="4499" y="8384"/>
                </a:lnTo>
                <a:lnTo>
                  <a:pt x="8636" y="8384"/>
                </a:lnTo>
                <a:lnTo>
                  <a:pt x="13845" y="10402"/>
                </a:lnTo>
                <a:lnTo>
                  <a:pt x="14153" y="4223"/>
                </a:lnTo>
                <a:lnTo>
                  <a:pt x="14097" y="149"/>
                </a:lnTo>
                <a:lnTo>
                  <a:pt x="13231" y="220"/>
                </a:lnTo>
                <a:lnTo>
                  <a:pt x="11773" y="0"/>
                </a:lnTo>
                <a:close/>
              </a:path>
            </a:pathLst>
          </a:custGeom>
          <a:solidFill>
            <a:srgbClr val="776E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1" name="bg object 1341"/>
          <p:cNvSpPr/>
          <p:nvPr/>
        </p:nvSpPr>
        <p:spPr>
          <a:xfrm>
            <a:off x="2127617" y="4292091"/>
            <a:ext cx="8255" cy="13970"/>
          </a:xfrm>
          <a:custGeom>
            <a:avLst/>
            <a:gdLst/>
            <a:ahLst/>
            <a:cxnLst/>
            <a:rect l="l" t="t" r="r" b="b"/>
            <a:pathLst>
              <a:path w="8255" h="13970">
                <a:moveTo>
                  <a:pt x="6603" y="0"/>
                </a:moveTo>
                <a:lnTo>
                  <a:pt x="5728" y="764"/>
                </a:lnTo>
                <a:lnTo>
                  <a:pt x="4940" y="1702"/>
                </a:lnTo>
                <a:lnTo>
                  <a:pt x="2726" y="2970"/>
                </a:lnTo>
                <a:lnTo>
                  <a:pt x="1323" y="3372"/>
                </a:lnTo>
                <a:lnTo>
                  <a:pt x="0" y="3908"/>
                </a:lnTo>
                <a:lnTo>
                  <a:pt x="78" y="13593"/>
                </a:lnTo>
                <a:lnTo>
                  <a:pt x="1418" y="12758"/>
                </a:lnTo>
                <a:lnTo>
                  <a:pt x="3751" y="12080"/>
                </a:lnTo>
                <a:lnTo>
                  <a:pt x="4349" y="8140"/>
                </a:lnTo>
                <a:lnTo>
                  <a:pt x="6036" y="7951"/>
                </a:lnTo>
                <a:lnTo>
                  <a:pt x="8227" y="8037"/>
                </a:lnTo>
                <a:lnTo>
                  <a:pt x="8242" y="3892"/>
                </a:lnTo>
                <a:lnTo>
                  <a:pt x="6603" y="0"/>
                </a:lnTo>
                <a:close/>
              </a:path>
            </a:pathLst>
          </a:custGeom>
          <a:solidFill>
            <a:srgbClr val="9F9B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2" name="bg object 1342"/>
          <p:cNvSpPr/>
          <p:nvPr/>
        </p:nvSpPr>
        <p:spPr>
          <a:xfrm>
            <a:off x="2101501" y="4278107"/>
            <a:ext cx="8890" cy="4445"/>
          </a:xfrm>
          <a:custGeom>
            <a:avLst/>
            <a:gdLst/>
            <a:ahLst/>
            <a:cxnLst/>
            <a:rect l="l" t="t" r="r" b="b"/>
            <a:pathLst>
              <a:path w="8889" h="4445">
                <a:moveTo>
                  <a:pt x="8274" y="0"/>
                </a:moveTo>
                <a:lnTo>
                  <a:pt x="0" y="7"/>
                </a:lnTo>
                <a:lnTo>
                  <a:pt x="47" y="4121"/>
                </a:lnTo>
                <a:lnTo>
                  <a:pt x="8274" y="4137"/>
                </a:lnTo>
                <a:lnTo>
                  <a:pt x="8274" y="0"/>
                </a:lnTo>
                <a:close/>
              </a:path>
            </a:pathLst>
          </a:custGeom>
          <a:solidFill>
            <a:srgbClr val="837A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3" name="bg object 1343"/>
          <p:cNvSpPr/>
          <p:nvPr/>
        </p:nvSpPr>
        <p:spPr>
          <a:xfrm>
            <a:off x="2080881" y="3916190"/>
            <a:ext cx="18415" cy="36195"/>
          </a:xfrm>
          <a:custGeom>
            <a:avLst/>
            <a:gdLst/>
            <a:ahLst/>
            <a:cxnLst/>
            <a:rect l="l" t="t" r="r" b="b"/>
            <a:pathLst>
              <a:path w="18414" h="36195">
                <a:moveTo>
                  <a:pt x="9669" y="0"/>
                </a:moveTo>
                <a:lnTo>
                  <a:pt x="8353" y="480"/>
                </a:lnTo>
                <a:lnTo>
                  <a:pt x="6115" y="701"/>
                </a:lnTo>
                <a:lnTo>
                  <a:pt x="4917" y="4964"/>
                </a:lnTo>
                <a:lnTo>
                  <a:pt x="2293" y="3908"/>
                </a:lnTo>
                <a:lnTo>
                  <a:pt x="102" y="4137"/>
                </a:lnTo>
                <a:lnTo>
                  <a:pt x="0" y="31718"/>
                </a:lnTo>
                <a:lnTo>
                  <a:pt x="94" y="35768"/>
                </a:lnTo>
                <a:lnTo>
                  <a:pt x="17896" y="35768"/>
                </a:lnTo>
                <a:lnTo>
                  <a:pt x="17896" y="34216"/>
                </a:lnTo>
                <a:lnTo>
                  <a:pt x="17801" y="32656"/>
                </a:lnTo>
                <a:lnTo>
                  <a:pt x="18179" y="27951"/>
                </a:lnTo>
                <a:lnTo>
                  <a:pt x="16351" y="27344"/>
                </a:lnTo>
                <a:lnTo>
                  <a:pt x="13790" y="27518"/>
                </a:lnTo>
                <a:lnTo>
                  <a:pt x="9684" y="27510"/>
                </a:lnTo>
                <a:lnTo>
                  <a:pt x="7888" y="26414"/>
                </a:lnTo>
                <a:lnTo>
                  <a:pt x="5287" y="25737"/>
                </a:lnTo>
                <a:lnTo>
                  <a:pt x="2616" y="20599"/>
                </a:lnTo>
                <a:lnTo>
                  <a:pt x="4704" y="18361"/>
                </a:lnTo>
                <a:lnTo>
                  <a:pt x="9661" y="17872"/>
                </a:lnTo>
                <a:lnTo>
                  <a:pt x="9669" y="0"/>
                </a:lnTo>
                <a:close/>
              </a:path>
            </a:pathLst>
          </a:custGeom>
          <a:solidFill>
            <a:srgbClr val="CBC2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4" name="bg object 1344"/>
          <p:cNvSpPr/>
          <p:nvPr/>
        </p:nvSpPr>
        <p:spPr>
          <a:xfrm>
            <a:off x="2067234" y="3938176"/>
            <a:ext cx="13970" cy="22225"/>
          </a:xfrm>
          <a:custGeom>
            <a:avLst/>
            <a:gdLst/>
            <a:ahLst/>
            <a:cxnLst/>
            <a:rect l="l" t="t" r="r" b="b"/>
            <a:pathLst>
              <a:path w="13969" h="22225">
                <a:moveTo>
                  <a:pt x="7446" y="0"/>
                </a:moveTo>
                <a:lnTo>
                  <a:pt x="5539" y="31"/>
                </a:lnTo>
                <a:lnTo>
                  <a:pt x="5405" y="4988"/>
                </a:lnTo>
                <a:lnTo>
                  <a:pt x="4822" y="6926"/>
                </a:lnTo>
                <a:lnTo>
                  <a:pt x="4113" y="11544"/>
                </a:lnTo>
                <a:lnTo>
                  <a:pt x="3987" y="14452"/>
                </a:lnTo>
                <a:lnTo>
                  <a:pt x="0" y="13782"/>
                </a:lnTo>
                <a:lnTo>
                  <a:pt x="0" y="22057"/>
                </a:lnTo>
                <a:lnTo>
                  <a:pt x="906" y="21962"/>
                </a:lnTo>
                <a:lnTo>
                  <a:pt x="2419" y="22159"/>
                </a:lnTo>
                <a:lnTo>
                  <a:pt x="5035" y="16588"/>
                </a:lnTo>
                <a:lnTo>
                  <a:pt x="9606" y="18030"/>
                </a:lnTo>
                <a:lnTo>
                  <a:pt x="13664" y="17911"/>
                </a:lnTo>
                <a:lnTo>
                  <a:pt x="13743" y="13782"/>
                </a:lnTo>
                <a:lnTo>
                  <a:pt x="13648" y="9732"/>
                </a:lnTo>
                <a:lnTo>
                  <a:pt x="11079" y="9850"/>
                </a:lnTo>
                <a:lnTo>
                  <a:pt x="9330" y="9164"/>
                </a:lnTo>
                <a:lnTo>
                  <a:pt x="9716" y="4066"/>
                </a:lnTo>
                <a:lnTo>
                  <a:pt x="9574" y="2056"/>
                </a:lnTo>
                <a:lnTo>
                  <a:pt x="9558" y="63"/>
                </a:lnTo>
                <a:lnTo>
                  <a:pt x="7446" y="0"/>
                </a:lnTo>
                <a:close/>
              </a:path>
            </a:pathLst>
          </a:custGeom>
          <a:solidFill>
            <a:srgbClr val="A397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5" name="bg object 1345"/>
          <p:cNvSpPr/>
          <p:nvPr/>
        </p:nvSpPr>
        <p:spPr>
          <a:xfrm>
            <a:off x="2074120" y="3912053"/>
            <a:ext cx="6985" cy="13335"/>
          </a:xfrm>
          <a:custGeom>
            <a:avLst/>
            <a:gdLst/>
            <a:ahLst/>
            <a:cxnLst/>
            <a:rect l="l" t="t" r="r" b="b"/>
            <a:pathLst>
              <a:path w="6985" h="13335">
                <a:moveTo>
                  <a:pt x="2702" y="0"/>
                </a:moveTo>
                <a:lnTo>
                  <a:pt x="0" y="1402"/>
                </a:lnTo>
                <a:lnTo>
                  <a:pt x="2490" y="3041"/>
                </a:lnTo>
                <a:lnTo>
                  <a:pt x="3033" y="5461"/>
                </a:lnTo>
                <a:lnTo>
                  <a:pt x="2348" y="11339"/>
                </a:lnTo>
                <a:lnTo>
                  <a:pt x="3680" y="12758"/>
                </a:lnTo>
                <a:lnTo>
                  <a:pt x="6824" y="12387"/>
                </a:lnTo>
                <a:lnTo>
                  <a:pt x="6863" y="8274"/>
                </a:lnTo>
                <a:lnTo>
                  <a:pt x="6816" y="15"/>
                </a:lnTo>
                <a:lnTo>
                  <a:pt x="2702" y="0"/>
                </a:lnTo>
                <a:close/>
              </a:path>
            </a:pathLst>
          </a:custGeom>
          <a:solidFill>
            <a:srgbClr val="AEA4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6" name="bg object 1346"/>
          <p:cNvSpPr/>
          <p:nvPr/>
        </p:nvSpPr>
        <p:spPr>
          <a:xfrm>
            <a:off x="2068599" y="3906004"/>
            <a:ext cx="5080" cy="6350"/>
          </a:xfrm>
          <a:custGeom>
            <a:avLst/>
            <a:gdLst/>
            <a:ahLst/>
            <a:cxnLst/>
            <a:rect l="l" t="t" r="r" b="b"/>
            <a:pathLst>
              <a:path w="5080" h="6350">
                <a:moveTo>
                  <a:pt x="4578" y="0"/>
                </a:moveTo>
                <a:lnTo>
                  <a:pt x="15" y="543"/>
                </a:lnTo>
                <a:lnTo>
                  <a:pt x="0" y="6052"/>
                </a:lnTo>
                <a:lnTo>
                  <a:pt x="4105" y="6059"/>
                </a:lnTo>
                <a:lnTo>
                  <a:pt x="4215" y="3128"/>
                </a:lnTo>
                <a:lnTo>
                  <a:pt x="4578" y="0"/>
                </a:lnTo>
                <a:close/>
              </a:path>
            </a:pathLst>
          </a:custGeom>
          <a:solidFill>
            <a:srgbClr val="C0B6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7" name="bg object 1347"/>
          <p:cNvSpPr/>
          <p:nvPr/>
        </p:nvSpPr>
        <p:spPr>
          <a:xfrm>
            <a:off x="2071350" y="3991106"/>
            <a:ext cx="13970" cy="27940"/>
          </a:xfrm>
          <a:custGeom>
            <a:avLst/>
            <a:gdLst/>
            <a:ahLst/>
            <a:cxnLst/>
            <a:rect l="l" t="t" r="r" b="b"/>
            <a:pathLst>
              <a:path w="13969" h="27939">
                <a:moveTo>
                  <a:pt x="8494" y="0"/>
                </a:moveTo>
                <a:lnTo>
                  <a:pt x="7762" y="3877"/>
                </a:lnTo>
                <a:lnTo>
                  <a:pt x="5390" y="3593"/>
                </a:lnTo>
                <a:lnTo>
                  <a:pt x="4105" y="3514"/>
                </a:lnTo>
                <a:lnTo>
                  <a:pt x="0" y="4893"/>
                </a:lnTo>
                <a:lnTo>
                  <a:pt x="7" y="18644"/>
                </a:lnTo>
                <a:lnTo>
                  <a:pt x="2584" y="18471"/>
                </a:lnTo>
                <a:lnTo>
                  <a:pt x="4373" y="19117"/>
                </a:lnTo>
                <a:lnTo>
                  <a:pt x="4003" y="23798"/>
                </a:lnTo>
                <a:lnTo>
                  <a:pt x="4105" y="25358"/>
                </a:lnTo>
                <a:lnTo>
                  <a:pt x="4105" y="26911"/>
                </a:lnTo>
                <a:lnTo>
                  <a:pt x="7265" y="27313"/>
                </a:lnTo>
                <a:lnTo>
                  <a:pt x="8613" y="25918"/>
                </a:lnTo>
                <a:lnTo>
                  <a:pt x="8227" y="22774"/>
                </a:lnTo>
                <a:lnTo>
                  <a:pt x="8234" y="19858"/>
                </a:lnTo>
                <a:lnTo>
                  <a:pt x="8361" y="16942"/>
                </a:lnTo>
                <a:lnTo>
                  <a:pt x="8014" y="10859"/>
                </a:lnTo>
                <a:lnTo>
                  <a:pt x="9795" y="10228"/>
                </a:lnTo>
                <a:lnTo>
                  <a:pt x="12372" y="10378"/>
                </a:lnTo>
                <a:lnTo>
                  <a:pt x="13703" y="780"/>
                </a:lnTo>
                <a:lnTo>
                  <a:pt x="11339" y="890"/>
                </a:lnTo>
                <a:lnTo>
                  <a:pt x="8494" y="0"/>
                </a:lnTo>
                <a:close/>
              </a:path>
            </a:pathLst>
          </a:custGeom>
          <a:solidFill>
            <a:srgbClr val="B9B1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8" name="bg object 1348"/>
          <p:cNvSpPr/>
          <p:nvPr/>
        </p:nvSpPr>
        <p:spPr>
          <a:xfrm>
            <a:off x="2073929" y="3969003"/>
            <a:ext cx="15240" cy="26034"/>
          </a:xfrm>
          <a:custGeom>
            <a:avLst/>
            <a:gdLst/>
            <a:ahLst/>
            <a:cxnLst/>
            <a:rect l="l" t="t" r="r" b="b"/>
            <a:pathLst>
              <a:path w="15239" h="26035">
                <a:moveTo>
                  <a:pt x="6365" y="0"/>
                </a:moveTo>
                <a:lnTo>
                  <a:pt x="3748" y="1071"/>
                </a:lnTo>
                <a:lnTo>
                  <a:pt x="1578" y="1071"/>
                </a:lnTo>
                <a:lnTo>
                  <a:pt x="2093" y="3546"/>
                </a:lnTo>
                <a:lnTo>
                  <a:pt x="1841" y="7659"/>
                </a:lnTo>
                <a:lnTo>
                  <a:pt x="5600" y="9818"/>
                </a:lnTo>
                <a:lnTo>
                  <a:pt x="6428" y="10346"/>
                </a:lnTo>
                <a:lnTo>
                  <a:pt x="5156" y="14673"/>
                </a:lnTo>
                <a:lnTo>
                  <a:pt x="5332" y="17848"/>
                </a:lnTo>
                <a:lnTo>
                  <a:pt x="0" y="19763"/>
                </a:lnTo>
                <a:lnTo>
                  <a:pt x="158" y="19763"/>
                </a:lnTo>
                <a:lnTo>
                  <a:pt x="1991" y="23010"/>
                </a:lnTo>
                <a:lnTo>
                  <a:pt x="1491" y="25815"/>
                </a:lnTo>
                <a:lnTo>
                  <a:pt x="3799" y="25815"/>
                </a:lnTo>
                <a:lnTo>
                  <a:pt x="5182" y="25981"/>
                </a:lnTo>
                <a:lnTo>
                  <a:pt x="5915" y="22104"/>
                </a:lnTo>
                <a:lnTo>
                  <a:pt x="11032" y="22104"/>
                </a:lnTo>
                <a:lnTo>
                  <a:pt x="10754" y="19763"/>
                </a:lnTo>
                <a:lnTo>
                  <a:pt x="12086" y="18345"/>
                </a:lnTo>
                <a:lnTo>
                  <a:pt x="15230" y="18345"/>
                </a:lnTo>
                <a:lnTo>
                  <a:pt x="15230" y="14673"/>
                </a:lnTo>
                <a:lnTo>
                  <a:pt x="11093" y="14673"/>
                </a:lnTo>
                <a:lnTo>
                  <a:pt x="11140" y="4980"/>
                </a:lnTo>
                <a:lnTo>
                  <a:pt x="9824" y="4499"/>
                </a:lnTo>
                <a:lnTo>
                  <a:pt x="7586" y="4279"/>
                </a:lnTo>
                <a:lnTo>
                  <a:pt x="6670" y="1071"/>
                </a:lnTo>
                <a:lnTo>
                  <a:pt x="3748" y="1071"/>
                </a:lnTo>
                <a:lnTo>
                  <a:pt x="1534" y="858"/>
                </a:lnTo>
                <a:lnTo>
                  <a:pt x="6610" y="858"/>
                </a:lnTo>
                <a:lnTo>
                  <a:pt x="6365" y="0"/>
                </a:lnTo>
                <a:close/>
              </a:path>
              <a:path w="15239" h="26035">
                <a:moveTo>
                  <a:pt x="11032" y="22104"/>
                </a:moveTo>
                <a:lnTo>
                  <a:pt x="5915" y="22104"/>
                </a:lnTo>
                <a:lnTo>
                  <a:pt x="8810" y="23010"/>
                </a:lnTo>
                <a:lnTo>
                  <a:pt x="11139" y="23010"/>
                </a:lnTo>
                <a:lnTo>
                  <a:pt x="11032" y="22104"/>
                </a:lnTo>
                <a:close/>
              </a:path>
              <a:path w="15239" h="26035">
                <a:moveTo>
                  <a:pt x="15230" y="18345"/>
                </a:moveTo>
                <a:lnTo>
                  <a:pt x="12086" y="18345"/>
                </a:lnTo>
                <a:lnTo>
                  <a:pt x="15230" y="18731"/>
                </a:lnTo>
                <a:lnTo>
                  <a:pt x="15230" y="18345"/>
                </a:lnTo>
                <a:close/>
              </a:path>
            </a:pathLst>
          </a:custGeom>
          <a:solidFill>
            <a:srgbClr val="C0B7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9" name="bg object 1349"/>
          <p:cNvSpPr/>
          <p:nvPr/>
        </p:nvSpPr>
        <p:spPr>
          <a:xfrm>
            <a:off x="2057213" y="3973588"/>
            <a:ext cx="14604" cy="26670"/>
          </a:xfrm>
          <a:custGeom>
            <a:avLst/>
            <a:gdLst/>
            <a:ahLst/>
            <a:cxnLst/>
            <a:rect l="l" t="t" r="r" b="b"/>
            <a:pathLst>
              <a:path w="14605" h="26670">
                <a:moveTo>
                  <a:pt x="14080" y="14050"/>
                </a:moveTo>
                <a:lnTo>
                  <a:pt x="10606" y="14050"/>
                </a:lnTo>
                <a:lnTo>
                  <a:pt x="9070" y="17777"/>
                </a:lnTo>
                <a:lnTo>
                  <a:pt x="6430" y="18235"/>
                </a:lnTo>
                <a:lnTo>
                  <a:pt x="1510" y="18235"/>
                </a:lnTo>
                <a:lnTo>
                  <a:pt x="0" y="19007"/>
                </a:lnTo>
                <a:lnTo>
                  <a:pt x="433" y="22553"/>
                </a:lnTo>
                <a:lnTo>
                  <a:pt x="11008" y="22553"/>
                </a:lnTo>
                <a:lnTo>
                  <a:pt x="9346" y="24736"/>
                </a:lnTo>
                <a:lnTo>
                  <a:pt x="8633" y="26548"/>
                </a:lnTo>
                <a:lnTo>
                  <a:pt x="14129" y="26548"/>
                </a:lnTo>
                <a:lnTo>
                  <a:pt x="14080" y="14050"/>
                </a:lnTo>
                <a:close/>
              </a:path>
              <a:path w="14605" h="26670">
                <a:moveTo>
                  <a:pt x="13357" y="0"/>
                </a:moveTo>
                <a:lnTo>
                  <a:pt x="10015" y="401"/>
                </a:lnTo>
                <a:lnTo>
                  <a:pt x="9984" y="8156"/>
                </a:lnTo>
                <a:lnTo>
                  <a:pt x="4515" y="8660"/>
                </a:lnTo>
                <a:lnTo>
                  <a:pt x="5090" y="10433"/>
                </a:lnTo>
                <a:lnTo>
                  <a:pt x="5248" y="12592"/>
                </a:lnTo>
                <a:lnTo>
                  <a:pt x="7312" y="14893"/>
                </a:lnTo>
                <a:lnTo>
                  <a:pt x="10606" y="14050"/>
                </a:lnTo>
                <a:lnTo>
                  <a:pt x="14080" y="14050"/>
                </a:lnTo>
                <a:lnTo>
                  <a:pt x="14080" y="8156"/>
                </a:lnTo>
                <a:lnTo>
                  <a:pt x="14279" y="1662"/>
                </a:lnTo>
                <a:lnTo>
                  <a:pt x="13357" y="0"/>
                </a:lnTo>
                <a:close/>
              </a:path>
            </a:pathLst>
          </a:custGeom>
          <a:solidFill>
            <a:srgbClr val="BAB1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0" name="bg object 1350"/>
          <p:cNvSpPr/>
          <p:nvPr/>
        </p:nvSpPr>
        <p:spPr>
          <a:xfrm>
            <a:off x="2067214" y="3954764"/>
            <a:ext cx="14604" cy="15240"/>
          </a:xfrm>
          <a:custGeom>
            <a:avLst/>
            <a:gdLst/>
            <a:ahLst/>
            <a:cxnLst/>
            <a:rect l="l" t="t" r="r" b="b"/>
            <a:pathLst>
              <a:path w="14605" h="15239">
                <a:moveTo>
                  <a:pt x="5051" y="0"/>
                </a:moveTo>
                <a:lnTo>
                  <a:pt x="2442" y="5571"/>
                </a:lnTo>
                <a:lnTo>
                  <a:pt x="921" y="5382"/>
                </a:lnTo>
                <a:lnTo>
                  <a:pt x="23" y="5468"/>
                </a:lnTo>
                <a:lnTo>
                  <a:pt x="0" y="15082"/>
                </a:lnTo>
                <a:lnTo>
                  <a:pt x="8250" y="15098"/>
                </a:lnTo>
                <a:lnTo>
                  <a:pt x="8833" y="13774"/>
                </a:lnTo>
                <a:lnTo>
                  <a:pt x="9353" y="11331"/>
                </a:lnTo>
                <a:lnTo>
                  <a:pt x="14287" y="11119"/>
                </a:lnTo>
                <a:lnTo>
                  <a:pt x="13703" y="8140"/>
                </a:lnTo>
                <a:lnTo>
                  <a:pt x="13759" y="5437"/>
                </a:lnTo>
                <a:lnTo>
                  <a:pt x="13688" y="1323"/>
                </a:lnTo>
                <a:lnTo>
                  <a:pt x="9621" y="1442"/>
                </a:lnTo>
                <a:lnTo>
                  <a:pt x="5051" y="0"/>
                </a:lnTo>
                <a:close/>
              </a:path>
            </a:pathLst>
          </a:custGeom>
          <a:solidFill>
            <a:srgbClr val="AD9E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1" name="bg object 1351"/>
          <p:cNvSpPr/>
          <p:nvPr/>
        </p:nvSpPr>
        <p:spPr>
          <a:xfrm>
            <a:off x="2178395" y="3760190"/>
            <a:ext cx="22225" cy="24130"/>
          </a:xfrm>
          <a:custGeom>
            <a:avLst/>
            <a:gdLst/>
            <a:ahLst/>
            <a:cxnLst/>
            <a:rect l="l" t="t" r="r" b="b"/>
            <a:pathLst>
              <a:path w="22225" h="24129">
                <a:moveTo>
                  <a:pt x="9755" y="0"/>
                </a:moveTo>
                <a:lnTo>
                  <a:pt x="6532" y="6398"/>
                </a:lnTo>
                <a:lnTo>
                  <a:pt x="2474" y="5792"/>
                </a:lnTo>
                <a:lnTo>
                  <a:pt x="7" y="5989"/>
                </a:lnTo>
                <a:lnTo>
                  <a:pt x="0" y="10126"/>
                </a:lnTo>
                <a:lnTo>
                  <a:pt x="4594" y="9550"/>
                </a:lnTo>
                <a:lnTo>
                  <a:pt x="4192" y="12742"/>
                </a:lnTo>
                <a:lnTo>
                  <a:pt x="4152" y="15658"/>
                </a:lnTo>
                <a:lnTo>
                  <a:pt x="12348" y="11513"/>
                </a:lnTo>
                <a:lnTo>
                  <a:pt x="12364" y="10614"/>
                </a:lnTo>
                <a:lnTo>
                  <a:pt x="12056" y="9511"/>
                </a:lnTo>
                <a:lnTo>
                  <a:pt x="13183" y="7801"/>
                </a:lnTo>
                <a:lnTo>
                  <a:pt x="14334" y="7013"/>
                </a:lnTo>
                <a:lnTo>
                  <a:pt x="15303" y="6107"/>
                </a:lnTo>
                <a:lnTo>
                  <a:pt x="16146" y="7163"/>
                </a:lnTo>
                <a:lnTo>
                  <a:pt x="17714" y="8234"/>
                </a:lnTo>
                <a:lnTo>
                  <a:pt x="17580" y="12766"/>
                </a:lnTo>
                <a:lnTo>
                  <a:pt x="16919" y="16257"/>
                </a:lnTo>
                <a:lnTo>
                  <a:pt x="16469" y="19755"/>
                </a:lnTo>
                <a:lnTo>
                  <a:pt x="16469" y="23885"/>
                </a:lnTo>
                <a:lnTo>
                  <a:pt x="21946" y="23893"/>
                </a:lnTo>
                <a:lnTo>
                  <a:pt x="21962" y="6004"/>
                </a:lnTo>
                <a:lnTo>
                  <a:pt x="21954" y="1867"/>
                </a:lnTo>
                <a:lnTo>
                  <a:pt x="17841" y="1859"/>
                </a:lnTo>
                <a:lnTo>
                  <a:pt x="14184" y="2529"/>
                </a:lnTo>
                <a:lnTo>
                  <a:pt x="9755" y="0"/>
                </a:lnTo>
                <a:close/>
              </a:path>
            </a:pathLst>
          </a:custGeom>
          <a:solidFill>
            <a:srgbClr val="B5A9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2" name="bg object 1352"/>
          <p:cNvSpPr/>
          <p:nvPr/>
        </p:nvSpPr>
        <p:spPr>
          <a:xfrm>
            <a:off x="2148202" y="3716653"/>
            <a:ext cx="34925" cy="40640"/>
          </a:xfrm>
          <a:custGeom>
            <a:avLst/>
            <a:gdLst/>
            <a:ahLst/>
            <a:cxnLst/>
            <a:rect l="l" t="t" r="r" b="b"/>
            <a:pathLst>
              <a:path w="34925" h="40639">
                <a:moveTo>
                  <a:pt x="4751" y="35414"/>
                </a:moveTo>
                <a:lnTo>
                  <a:pt x="2742" y="35776"/>
                </a:lnTo>
                <a:lnTo>
                  <a:pt x="2228" y="39992"/>
                </a:lnTo>
                <a:lnTo>
                  <a:pt x="2182" y="40362"/>
                </a:lnTo>
                <a:lnTo>
                  <a:pt x="5311" y="39992"/>
                </a:lnTo>
                <a:lnTo>
                  <a:pt x="12339" y="39992"/>
                </a:lnTo>
                <a:lnTo>
                  <a:pt x="12398" y="36871"/>
                </a:lnTo>
                <a:lnTo>
                  <a:pt x="7762" y="36871"/>
                </a:lnTo>
                <a:lnTo>
                  <a:pt x="4751" y="35414"/>
                </a:lnTo>
                <a:close/>
              </a:path>
              <a:path w="34925" h="40639">
                <a:moveTo>
                  <a:pt x="12470" y="3538"/>
                </a:moveTo>
                <a:lnTo>
                  <a:pt x="4594" y="3538"/>
                </a:lnTo>
                <a:lnTo>
                  <a:pt x="4266" y="6075"/>
                </a:lnTo>
                <a:lnTo>
                  <a:pt x="4184" y="6714"/>
                </a:lnTo>
                <a:lnTo>
                  <a:pt x="4129" y="9629"/>
                </a:lnTo>
                <a:lnTo>
                  <a:pt x="5484" y="10409"/>
                </a:lnTo>
                <a:lnTo>
                  <a:pt x="7919" y="11134"/>
                </a:lnTo>
                <a:lnTo>
                  <a:pt x="7959" y="11978"/>
                </a:lnTo>
                <a:lnTo>
                  <a:pt x="8053" y="13900"/>
                </a:lnTo>
                <a:lnTo>
                  <a:pt x="7076" y="15910"/>
                </a:lnTo>
                <a:lnTo>
                  <a:pt x="5752" y="19267"/>
                </a:lnTo>
                <a:lnTo>
                  <a:pt x="4870" y="20622"/>
                </a:lnTo>
                <a:lnTo>
                  <a:pt x="4129" y="22025"/>
                </a:lnTo>
                <a:lnTo>
                  <a:pt x="5595" y="22900"/>
                </a:lnTo>
                <a:lnTo>
                  <a:pt x="5741" y="22900"/>
                </a:lnTo>
                <a:lnTo>
                  <a:pt x="7801" y="23451"/>
                </a:lnTo>
                <a:lnTo>
                  <a:pt x="8526" y="27344"/>
                </a:lnTo>
                <a:lnTo>
                  <a:pt x="8408" y="30394"/>
                </a:lnTo>
                <a:lnTo>
                  <a:pt x="7907" y="35414"/>
                </a:lnTo>
                <a:lnTo>
                  <a:pt x="7871" y="35776"/>
                </a:lnTo>
                <a:lnTo>
                  <a:pt x="7762" y="36871"/>
                </a:lnTo>
                <a:lnTo>
                  <a:pt x="12398" y="36871"/>
                </a:lnTo>
                <a:lnTo>
                  <a:pt x="12498" y="31670"/>
                </a:lnTo>
                <a:lnTo>
                  <a:pt x="10784" y="31670"/>
                </a:lnTo>
                <a:lnTo>
                  <a:pt x="12506" y="31261"/>
                </a:lnTo>
                <a:lnTo>
                  <a:pt x="20530" y="31261"/>
                </a:lnTo>
                <a:lnTo>
                  <a:pt x="20417" y="29109"/>
                </a:lnTo>
                <a:lnTo>
                  <a:pt x="20879" y="27644"/>
                </a:lnTo>
                <a:lnTo>
                  <a:pt x="20973" y="27344"/>
                </a:lnTo>
                <a:lnTo>
                  <a:pt x="34310" y="27344"/>
                </a:lnTo>
                <a:lnTo>
                  <a:pt x="34298" y="24310"/>
                </a:lnTo>
                <a:lnTo>
                  <a:pt x="26186" y="24310"/>
                </a:lnTo>
                <a:lnTo>
                  <a:pt x="24969" y="23451"/>
                </a:lnTo>
                <a:lnTo>
                  <a:pt x="19446" y="23451"/>
                </a:lnTo>
                <a:lnTo>
                  <a:pt x="17249" y="22900"/>
                </a:lnTo>
                <a:lnTo>
                  <a:pt x="15358" y="17848"/>
                </a:lnTo>
                <a:lnTo>
                  <a:pt x="10551" y="14649"/>
                </a:lnTo>
                <a:lnTo>
                  <a:pt x="12994" y="6075"/>
                </a:lnTo>
                <a:lnTo>
                  <a:pt x="12594" y="4137"/>
                </a:lnTo>
                <a:lnTo>
                  <a:pt x="12470" y="3538"/>
                </a:lnTo>
                <a:close/>
              </a:path>
              <a:path w="34925" h="40639">
                <a:moveTo>
                  <a:pt x="12506" y="31261"/>
                </a:moveTo>
                <a:lnTo>
                  <a:pt x="10784" y="31670"/>
                </a:lnTo>
                <a:lnTo>
                  <a:pt x="12498" y="31670"/>
                </a:lnTo>
                <a:lnTo>
                  <a:pt x="12506" y="31261"/>
                </a:lnTo>
                <a:close/>
              </a:path>
              <a:path w="34925" h="40639">
                <a:moveTo>
                  <a:pt x="20530" y="31261"/>
                </a:moveTo>
                <a:lnTo>
                  <a:pt x="12506" y="31261"/>
                </a:lnTo>
                <a:lnTo>
                  <a:pt x="12498" y="31670"/>
                </a:lnTo>
                <a:lnTo>
                  <a:pt x="20551" y="31670"/>
                </a:lnTo>
                <a:lnTo>
                  <a:pt x="20530" y="31261"/>
                </a:lnTo>
                <a:close/>
              </a:path>
              <a:path w="34925" h="40639">
                <a:moveTo>
                  <a:pt x="34310" y="27344"/>
                </a:moveTo>
                <a:lnTo>
                  <a:pt x="22159" y="27344"/>
                </a:lnTo>
                <a:lnTo>
                  <a:pt x="26162" y="27644"/>
                </a:lnTo>
                <a:lnTo>
                  <a:pt x="34311" y="27644"/>
                </a:lnTo>
                <a:lnTo>
                  <a:pt x="34310" y="27344"/>
                </a:lnTo>
                <a:close/>
              </a:path>
              <a:path w="34925" h="40639">
                <a:moveTo>
                  <a:pt x="23388" y="9424"/>
                </a:moveTo>
                <a:lnTo>
                  <a:pt x="21733" y="10220"/>
                </a:lnTo>
                <a:lnTo>
                  <a:pt x="21844" y="11978"/>
                </a:lnTo>
                <a:lnTo>
                  <a:pt x="21965" y="13900"/>
                </a:lnTo>
                <a:lnTo>
                  <a:pt x="21990" y="19267"/>
                </a:lnTo>
                <a:lnTo>
                  <a:pt x="21842" y="20622"/>
                </a:lnTo>
                <a:lnTo>
                  <a:pt x="21726" y="21694"/>
                </a:lnTo>
                <a:lnTo>
                  <a:pt x="20748" y="22900"/>
                </a:lnTo>
                <a:lnTo>
                  <a:pt x="18723" y="23451"/>
                </a:lnTo>
                <a:lnTo>
                  <a:pt x="24969" y="23451"/>
                </a:lnTo>
                <a:lnTo>
                  <a:pt x="26186" y="24310"/>
                </a:lnTo>
                <a:lnTo>
                  <a:pt x="26075" y="9629"/>
                </a:lnTo>
                <a:lnTo>
                  <a:pt x="23388" y="9424"/>
                </a:lnTo>
                <a:close/>
              </a:path>
              <a:path w="34925" h="40639">
                <a:moveTo>
                  <a:pt x="34295" y="23451"/>
                </a:moveTo>
                <a:lnTo>
                  <a:pt x="26179" y="23451"/>
                </a:lnTo>
                <a:lnTo>
                  <a:pt x="26186" y="24310"/>
                </a:lnTo>
                <a:lnTo>
                  <a:pt x="34298" y="24310"/>
                </a:lnTo>
                <a:lnTo>
                  <a:pt x="34295" y="23451"/>
                </a:lnTo>
                <a:close/>
              </a:path>
              <a:path w="34925" h="40639">
                <a:moveTo>
                  <a:pt x="12340" y="0"/>
                </a:moveTo>
                <a:lnTo>
                  <a:pt x="0" y="0"/>
                </a:lnTo>
                <a:lnTo>
                  <a:pt x="7" y="4137"/>
                </a:lnTo>
                <a:lnTo>
                  <a:pt x="4594" y="3538"/>
                </a:lnTo>
                <a:lnTo>
                  <a:pt x="12470" y="3538"/>
                </a:lnTo>
                <a:lnTo>
                  <a:pt x="12348" y="2947"/>
                </a:lnTo>
                <a:lnTo>
                  <a:pt x="12340" y="0"/>
                </a:lnTo>
                <a:close/>
              </a:path>
            </a:pathLst>
          </a:custGeom>
          <a:solidFill>
            <a:srgbClr val="AFA7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3" name="bg object 1353"/>
          <p:cNvSpPr/>
          <p:nvPr/>
        </p:nvSpPr>
        <p:spPr>
          <a:xfrm>
            <a:off x="2174277" y="3703409"/>
            <a:ext cx="10160" cy="23495"/>
          </a:xfrm>
          <a:custGeom>
            <a:avLst/>
            <a:gdLst/>
            <a:ahLst/>
            <a:cxnLst/>
            <a:rect l="l" t="t" r="r" b="b"/>
            <a:pathLst>
              <a:path w="10160" h="23495">
                <a:moveTo>
                  <a:pt x="4838" y="0"/>
                </a:moveTo>
                <a:lnTo>
                  <a:pt x="2222" y="1071"/>
                </a:lnTo>
                <a:lnTo>
                  <a:pt x="31" y="874"/>
                </a:lnTo>
                <a:lnTo>
                  <a:pt x="0" y="22868"/>
                </a:lnTo>
                <a:lnTo>
                  <a:pt x="8211" y="22884"/>
                </a:lnTo>
                <a:lnTo>
                  <a:pt x="9653" y="9093"/>
                </a:lnTo>
                <a:lnTo>
                  <a:pt x="9582" y="4996"/>
                </a:lnTo>
                <a:lnTo>
                  <a:pt x="8274" y="4507"/>
                </a:lnTo>
                <a:lnTo>
                  <a:pt x="6052" y="4279"/>
                </a:lnTo>
                <a:lnTo>
                  <a:pt x="4838" y="0"/>
                </a:lnTo>
                <a:close/>
              </a:path>
            </a:pathLst>
          </a:custGeom>
          <a:solidFill>
            <a:srgbClr val="ADA8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4" name="bg object 1354"/>
          <p:cNvSpPr/>
          <p:nvPr/>
        </p:nvSpPr>
        <p:spPr>
          <a:xfrm>
            <a:off x="2173071" y="3730412"/>
            <a:ext cx="9525" cy="10795"/>
          </a:xfrm>
          <a:custGeom>
            <a:avLst/>
            <a:gdLst/>
            <a:ahLst/>
            <a:cxnLst/>
            <a:rect l="l" t="t" r="r" b="b"/>
            <a:pathLst>
              <a:path w="9525" h="10795">
                <a:moveTo>
                  <a:pt x="1307" y="9621"/>
                </a:moveTo>
                <a:lnTo>
                  <a:pt x="0" y="9621"/>
                </a:lnTo>
                <a:lnTo>
                  <a:pt x="1316" y="10551"/>
                </a:lnTo>
                <a:lnTo>
                  <a:pt x="1307" y="9621"/>
                </a:lnTo>
                <a:close/>
              </a:path>
              <a:path w="9525" h="10795">
                <a:moveTo>
                  <a:pt x="1214" y="0"/>
                </a:moveTo>
                <a:lnTo>
                  <a:pt x="1307" y="9621"/>
                </a:lnTo>
                <a:lnTo>
                  <a:pt x="9425" y="9621"/>
                </a:lnTo>
                <a:lnTo>
                  <a:pt x="9425" y="5508"/>
                </a:lnTo>
                <a:lnTo>
                  <a:pt x="8007" y="4208"/>
                </a:lnTo>
                <a:lnTo>
                  <a:pt x="6706" y="2758"/>
                </a:lnTo>
                <a:lnTo>
                  <a:pt x="4011" y="866"/>
                </a:lnTo>
                <a:lnTo>
                  <a:pt x="2538" y="535"/>
                </a:lnTo>
                <a:lnTo>
                  <a:pt x="1214" y="0"/>
                </a:lnTo>
                <a:close/>
              </a:path>
            </a:pathLst>
          </a:custGeom>
          <a:solidFill>
            <a:srgbClr val="A89A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5" name="bg object 1355"/>
          <p:cNvSpPr/>
          <p:nvPr/>
        </p:nvSpPr>
        <p:spPr>
          <a:xfrm>
            <a:off x="2182508" y="3744173"/>
            <a:ext cx="4445" cy="13970"/>
          </a:xfrm>
          <a:custGeom>
            <a:avLst/>
            <a:gdLst/>
            <a:ahLst/>
            <a:cxnLst/>
            <a:rect l="l" t="t" r="r" b="b"/>
            <a:pathLst>
              <a:path w="4444" h="13970">
                <a:moveTo>
                  <a:pt x="0" y="0"/>
                </a:moveTo>
                <a:lnTo>
                  <a:pt x="7" y="13774"/>
                </a:lnTo>
                <a:lnTo>
                  <a:pt x="2608" y="13956"/>
                </a:lnTo>
                <a:lnTo>
                  <a:pt x="4373" y="13294"/>
                </a:lnTo>
                <a:lnTo>
                  <a:pt x="4003" y="8148"/>
                </a:lnTo>
                <a:lnTo>
                  <a:pt x="4129" y="6130"/>
                </a:lnTo>
                <a:lnTo>
                  <a:pt x="4097" y="23"/>
                </a:lnTo>
                <a:lnTo>
                  <a:pt x="7" y="0"/>
                </a:lnTo>
                <a:close/>
              </a:path>
            </a:pathLst>
          </a:custGeom>
          <a:solidFill>
            <a:srgbClr val="B4AC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6" name="bg object 1356"/>
          <p:cNvSpPr/>
          <p:nvPr/>
        </p:nvSpPr>
        <p:spPr>
          <a:xfrm>
            <a:off x="2174281" y="3726287"/>
            <a:ext cx="8255" cy="10160"/>
          </a:xfrm>
          <a:custGeom>
            <a:avLst/>
            <a:gdLst/>
            <a:ahLst/>
            <a:cxnLst/>
            <a:rect l="l" t="t" r="r" b="b"/>
            <a:pathLst>
              <a:path w="8255" h="10160">
                <a:moveTo>
                  <a:pt x="8203" y="0"/>
                </a:moveTo>
                <a:lnTo>
                  <a:pt x="7" y="0"/>
                </a:lnTo>
                <a:lnTo>
                  <a:pt x="0" y="4129"/>
                </a:lnTo>
                <a:lnTo>
                  <a:pt x="1323" y="4665"/>
                </a:lnTo>
                <a:lnTo>
                  <a:pt x="2797" y="4996"/>
                </a:lnTo>
                <a:lnTo>
                  <a:pt x="5492" y="6879"/>
                </a:lnTo>
                <a:lnTo>
                  <a:pt x="6792" y="8329"/>
                </a:lnTo>
                <a:lnTo>
                  <a:pt x="8211" y="9629"/>
                </a:lnTo>
                <a:lnTo>
                  <a:pt x="8203" y="0"/>
                </a:lnTo>
                <a:close/>
              </a:path>
            </a:pathLst>
          </a:custGeom>
          <a:solidFill>
            <a:srgbClr val="AB9E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7" name="bg object 1357"/>
          <p:cNvSpPr/>
          <p:nvPr/>
        </p:nvSpPr>
        <p:spPr>
          <a:xfrm>
            <a:off x="2186606" y="3739863"/>
            <a:ext cx="5715" cy="8890"/>
          </a:xfrm>
          <a:custGeom>
            <a:avLst/>
            <a:gdLst/>
            <a:ahLst/>
            <a:cxnLst/>
            <a:rect l="l" t="t" r="r" b="b"/>
            <a:pathLst>
              <a:path w="5714" h="8889">
                <a:moveTo>
                  <a:pt x="2505" y="0"/>
                </a:moveTo>
                <a:lnTo>
                  <a:pt x="126" y="669"/>
                </a:lnTo>
                <a:lnTo>
                  <a:pt x="0" y="4334"/>
                </a:lnTo>
                <a:lnTo>
                  <a:pt x="31" y="8431"/>
                </a:lnTo>
                <a:lnTo>
                  <a:pt x="5531" y="8439"/>
                </a:lnTo>
                <a:lnTo>
                  <a:pt x="5516" y="181"/>
                </a:lnTo>
                <a:lnTo>
                  <a:pt x="2505" y="0"/>
                </a:lnTo>
                <a:close/>
              </a:path>
            </a:pathLst>
          </a:custGeom>
          <a:solidFill>
            <a:srgbClr val="D1C6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8" name="bg object 1358"/>
          <p:cNvSpPr/>
          <p:nvPr/>
        </p:nvSpPr>
        <p:spPr>
          <a:xfrm>
            <a:off x="2178395" y="3748098"/>
            <a:ext cx="18415" cy="19050"/>
          </a:xfrm>
          <a:custGeom>
            <a:avLst/>
            <a:gdLst/>
            <a:ahLst/>
            <a:cxnLst/>
            <a:rect l="l" t="t" r="r" b="b"/>
            <a:pathLst>
              <a:path w="18414" h="19050">
                <a:moveTo>
                  <a:pt x="16375" y="0"/>
                </a:moveTo>
                <a:lnTo>
                  <a:pt x="13743" y="204"/>
                </a:lnTo>
                <a:lnTo>
                  <a:pt x="8242" y="197"/>
                </a:lnTo>
                <a:lnTo>
                  <a:pt x="8242" y="2206"/>
                </a:lnTo>
                <a:lnTo>
                  <a:pt x="8116" y="4223"/>
                </a:lnTo>
                <a:lnTo>
                  <a:pt x="8487" y="9369"/>
                </a:lnTo>
                <a:lnTo>
                  <a:pt x="6721" y="10031"/>
                </a:lnTo>
                <a:lnTo>
                  <a:pt x="4121" y="9850"/>
                </a:lnTo>
                <a:lnTo>
                  <a:pt x="4515" y="12994"/>
                </a:lnTo>
                <a:lnTo>
                  <a:pt x="3136" y="14365"/>
                </a:lnTo>
                <a:lnTo>
                  <a:pt x="0" y="13971"/>
                </a:lnTo>
                <a:lnTo>
                  <a:pt x="7" y="18085"/>
                </a:lnTo>
                <a:lnTo>
                  <a:pt x="2474" y="17880"/>
                </a:lnTo>
                <a:lnTo>
                  <a:pt x="6532" y="18487"/>
                </a:lnTo>
                <a:lnTo>
                  <a:pt x="9755" y="12096"/>
                </a:lnTo>
                <a:lnTo>
                  <a:pt x="14184" y="14625"/>
                </a:lnTo>
                <a:lnTo>
                  <a:pt x="17833" y="13956"/>
                </a:lnTo>
                <a:lnTo>
                  <a:pt x="17833" y="10591"/>
                </a:lnTo>
                <a:lnTo>
                  <a:pt x="17707" y="7226"/>
                </a:lnTo>
                <a:lnTo>
                  <a:pt x="18038" y="732"/>
                </a:lnTo>
                <a:lnTo>
                  <a:pt x="16375" y="0"/>
                </a:lnTo>
                <a:close/>
              </a:path>
            </a:pathLst>
          </a:custGeom>
          <a:solidFill>
            <a:srgbClr val="C1B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9" name="bg object 1359"/>
          <p:cNvSpPr/>
          <p:nvPr/>
        </p:nvSpPr>
        <p:spPr>
          <a:xfrm>
            <a:off x="2166035" y="3680871"/>
            <a:ext cx="18415" cy="27940"/>
          </a:xfrm>
          <a:custGeom>
            <a:avLst/>
            <a:gdLst/>
            <a:ahLst/>
            <a:cxnLst/>
            <a:rect l="l" t="t" r="r" b="b"/>
            <a:pathLst>
              <a:path w="18414" h="27939">
                <a:moveTo>
                  <a:pt x="15" y="0"/>
                </a:moveTo>
                <a:lnTo>
                  <a:pt x="0" y="13759"/>
                </a:lnTo>
                <a:lnTo>
                  <a:pt x="2214" y="13940"/>
                </a:lnTo>
                <a:lnTo>
                  <a:pt x="3853" y="13522"/>
                </a:lnTo>
                <a:lnTo>
                  <a:pt x="4704" y="10299"/>
                </a:lnTo>
                <a:lnTo>
                  <a:pt x="6753" y="10165"/>
                </a:lnTo>
                <a:lnTo>
                  <a:pt x="7935" y="9810"/>
                </a:lnTo>
                <a:lnTo>
                  <a:pt x="8069" y="10748"/>
                </a:lnTo>
                <a:lnTo>
                  <a:pt x="8305" y="11694"/>
                </a:lnTo>
                <a:lnTo>
                  <a:pt x="8321" y="16217"/>
                </a:lnTo>
                <a:lnTo>
                  <a:pt x="8227" y="23396"/>
                </a:lnTo>
                <a:lnTo>
                  <a:pt x="10465" y="23609"/>
                </a:lnTo>
                <a:lnTo>
                  <a:pt x="13081" y="22537"/>
                </a:lnTo>
                <a:lnTo>
                  <a:pt x="14294" y="26816"/>
                </a:lnTo>
                <a:lnTo>
                  <a:pt x="16517" y="27045"/>
                </a:lnTo>
                <a:lnTo>
                  <a:pt x="17825" y="27533"/>
                </a:lnTo>
                <a:lnTo>
                  <a:pt x="17833" y="9637"/>
                </a:lnTo>
                <a:lnTo>
                  <a:pt x="14665" y="10047"/>
                </a:lnTo>
                <a:lnTo>
                  <a:pt x="13357" y="8605"/>
                </a:lnTo>
                <a:lnTo>
                  <a:pt x="13711" y="5492"/>
                </a:lnTo>
                <a:lnTo>
                  <a:pt x="6863" y="5539"/>
                </a:lnTo>
                <a:lnTo>
                  <a:pt x="4011" y="5981"/>
                </a:lnTo>
                <a:lnTo>
                  <a:pt x="3766" y="1087"/>
                </a:lnTo>
                <a:lnTo>
                  <a:pt x="1331" y="567"/>
                </a:lnTo>
                <a:lnTo>
                  <a:pt x="15" y="0"/>
                </a:lnTo>
                <a:close/>
              </a:path>
            </a:pathLst>
          </a:custGeom>
          <a:solidFill>
            <a:srgbClr val="BDB4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0" name="bg object 1360"/>
          <p:cNvSpPr/>
          <p:nvPr/>
        </p:nvSpPr>
        <p:spPr>
          <a:xfrm>
            <a:off x="2166043" y="3672614"/>
            <a:ext cx="13970" cy="14604"/>
          </a:xfrm>
          <a:custGeom>
            <a:avLst/>
            <a:gdLst/>
            <a:ahLst/>
            <a:cxnLst/>
            <a:rect l="l" t="t" r="r" b="b"/>
            <a:pathLst>
              <a:path w="13969" h="14604">
                <a:moveTo>
                  <a:pt x="5492" y="0"/>
                </a:moveTo>
                <a:lnTo>
                  <a:pt x="5390" y="3680"/>
                </a:lnTo>
                <a:lnTo>
                  <a:pt x="2986" y="4286"/>
                </a:lnTo>
                <a:lnTo>
                  <a:pt x="7" y="4121"/>
                </a:lnTo>
                <a:lnTo>
                  <a:pt x="0" y="8258"/>
                </a:lnTo>
                <a:lnTo>
                  <a:pt x="1323" y="8825"/>
                </a:lnTo>
                <a:lnTo>
                  <a:pt x="3758" y="9346"/>
                </a:lnTo>
                <a:lnTo>
                  <a:pt x="4003" y="14239"/>
                </a:lnTo>
                <a:lnTo>
                  <a:pt x="6855" y="13798"/>
                </a:lnTo>
                <a:lnTo>
                  <a:pt x="13703" y="13751"/>
                </a:lnTo>
                <a:lnTo>
                  <a:pt x="13711" y="9637"/>
                </a:lnTo>
                <a:lnTo>
                  <a:pt x="9125" y="10197"/>
                </a:lnTo>
                <a:lnTo>
                  <a:pt x="9519" y="7045"/>
                </a:lnTo>
                <a:lnTo>
                  <a:pt x="9613" y="4121"/>
                </a:lnTo>
                <a:lnTo>
                  <a:pt x="9558" y="31"/>
                </a:lnTo>
                <a:lnTo>
                  <a:pt x="5492" y="0"/>
                </a:lnTo>
                <a:close/>
              </a:path>
            </a:pathLst>
          </a:custGeom>
          <a:solidFill>
            <a:srgbClr val="B6A7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1" name="bg object 1361"/>
          <p:cNvSpPr/>
          <p:nvPr/>
        </p:nvSpPr>
        <p:spPr>
          <a:xfrm>
            <a:off x="2143680" y="4358578"/>
            <a:ext cx="14604" cy="19050"/>
          </a:xfrm>
          <a:custGeom>
            <a:avLst/>
            <a:gdLst/>
            <a:ahLst/>
            <a:cxnLst/>
            <a:rect l="l" t="t" r="r" b="b"/>
            <a:pathLst>
              <a:path w="14605" h="19050">
                <a:moveTo>
                  <a:pt x="1379" y="0"/>
                </a:moveTo>
                <a:lnTo>
                  <a:pt x="0" y="2104"/>
                </a:lnTo>
                <a:lnTo>
                  <a:pt x="646" y="10480"/>
                </a:lnTo>
                <a:lnTo>
                  <a:pt x="409" y="14554"/>
                </a:lnTo>
                <a:lnTo>
                  <a:pt x="409" y="18613"/>
                </a:lnTo>
                <a:lnTo>
                  <a:pt x="4523" y="18613"/>
                </a:lnTo>
                <a:lnTo>
                  <a:pt x="4586" y="10480"/>
                </a:lnTo>
                <a:lnTo>
                  <a:pt x="4326" y="5350"/>
                </a:lnTo>
                <a:lnTo>
                  <a:pt x="6012" y="4657"/>
                </a:lnTo>
                <a:lnTo>
                  <a:pt x="14114" y="4657"/>
                </a:lnTo>
                <a:lnTo>
                  <a:pt x="14136" y="843"/>
                </a:lnTo>
                <a:lnTo>
                  <a:pt x="6832" y="843"/>
                </a:lnTo>
                <a:lnTo>
                  <a:pt x="1379" y="0"/>
                </a:lnTo>
                <a:close/>
              </a:path>
              <a:path w="14605" h="19050">
                <a:moveTo>
                  <a:pt x="14114" y="4657"/>
                </a:moveTo>
                <a:lnTo>
                  <a:pt x="6012" y="4657"/>
                </a:lnTo>
                <a:lnTo>
                  <a:pt x="8644" y="4854"/>
                </a:lnTo>
                <a:lnTo>
                  <a:pt x="14113" y="4854"/>
                </a:lnTo>
                <a:lnTo>
                  <a:pt x="14114" y="4657"/>
                </a:lnTo>
                <a:close/>
              </a:path>
            </a:pathLst>
          </a:custGeom>
          <a:solidFill>
            <a:srgbClr val="7269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2" name="bg object 1362"/>
          <p:cNvSpPr/>
          <p:nvPr/>
        </p:nvSpPr>
        <p:spPr>
          <a:xfrm>
            <a:off x="2148009" y="4363231"/>
            <a:ext cx="5080" cy="14604"/>
          </a:xfrm>
          <a:custGeom>
            <a:avLst/>
            <a:gdLst/>
            <a:ahLst/>
            <a:cxnLst/>
            <a:rect l="l" t="t" r="r" b="b"/>
            <a:pathLst>
              <a:path w="5080" h="14604">
                <a:moveTo>
                  <a:pt x="1686" y="0"/>
                </a:moveTo>
                <a:lnTo>
                  <a:pt x="0" y="693"/>
                </a:lnTo>
                <a:lnTo>
                  <a:pt x="323" y="7218"/>
                </a:lnTo>
                <a:lnTo>
                  <a:pt x="197" y="10591"/>
                </a:lnTo>
                <a:lnTo>
                  <a:pt x="197" y="13956"/>
                </a:lnTo>
                <a:lnTo>
                  <a:pt x="3349" y="14357"/>
                </a:lnTo>
                <a:lnTo>
                  <a:pt x="4696" y="12947"/>
                </a:lnTo>
                <a:lnTo>
                  <a:pt x="4318" y="9818"/>
                </a:lnTo>
                <a:lnTo>
                  <a:pt x="4310" y="197"/>
                </a:lnTo>
                <a:lnTo>
                  <a:pt x="1686" y="0"/>
                </a:lnTo>
                <a:close/>
              </a:path>
            </a:pathLst>
          </a:custGeom>
          <a:solidFill>
            <a:srgbClr val="8176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3" name="bg object 1363"/>
          <p:cNvSpPr/>
          <p:nvPr/>
        </p:nvSpPr>
        <p:spPr>
          <a:xfrm>
            <a:off x="2152323" y="4363427"/>
            <a:ext cx="5715" cy="10795"/>
          </a:xfrm>
          <a:custGeom>
            <a:avLst/>
            <a:gdLst/>
            <a:ahLst/>
            <a:cxnLst/>
            <a:rect l="l" t="t" r="r" b="b"/>
            <a:pathLst>
              <a:path w="5714" h="10795">
                <a:moveTo>
                  <a:pt x="5476" y="7"/>
                </a:moveTo>
                <a:lnTo>
                  <a:pt x="0" y="0"/>
                </a:lnTo>
                <a:lnTo>
                  <a:pt x="7" y="9621"/>
                </a:lnTo>
                <a:lnTo>
                  <a:pt x="4609" y="10212"/>
                </a:lnTo>
                <a:lnTo>
                  <a:pt x="4168" y="7013"/>
                </a:lnTo>
                <a:lnTo>
                  <a:pt x="4137" y="4113"/>
                </a:lnTo>
                <a:lnTo>
                  <a:pt x="5476" y="7"/>
                </a:lnTo>
                <a:close/>
              </a:path>
            </a:pathLst>
          </a:custGeom>
          <a:solidFill>
            <a:srgbClr val="6862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4" name="bg object 1364"/>
          <p:cNvSpPr/>
          <p:nvPr/>
        </p:nvSpPr>
        <p:spPr>
          <a:xfrm>
            <a:off x="2134354" y="4371965"/>
            <a:ext cx="5080" cy="13970"/>
          </a:xfrm>
          <a:custGeom>
            <a:avLst/>
            <a:gdLst/>
            <a:ahLst/>
            <a:cxnLst/>
            <a:rect l="l" t="t" r="r" b="b"/>
            <a:pathLst>
              <a:path w="5080" h="13970">
                <a:moveTo>
                  <a:pt x="2490" y="0"/>
                </a:moveTo>
                <a:lnTo>
                  <a:pt x="1710" y="858"/>
                </a:lnTo>
                <a:lnTo>
                  <a:pt x="323" y="1662"/>
                </a:lnTo>
                <a:lnTo>
                  <a:pt x="0" y="6186"/>
                </a:lnTo>
                <a:lnTo>
                  <a:pt x="149" y="9842"/>
                </a:lnTo>
                <a:lnTo>
                  <a:pt x="141" y="13475"/>
                </a:lnTo>
                <a:lnTo>
                  <a:pt x="3317" y="13892"/>
                </a:lnTo>
                <a:lnTo>
                  <a:pt x="4617" y="12443"/>
                </a:lnTo>
                <a:lnTo>
                  <a:pt x="4255" y="9330"/>
                </a:lnTo>
                <a:lnTo>
                  <a:pt x="4239" y="7060"/>
                </a:lnTo>
                <a:lnTo>
                  <a:pt x="4373" y="4775"/>
                </a:lnTo>
                <a:lnTo>
                  <a:pt x="4026" y="1631"/>
                </a:lnTo>
                <a:lnTo>
                  <a:pt x="3065" y="835"/>
                </a:lnTo>
                <a:lnTo>
                  <a:pt x="2490" y="0"/>
                </a:lnTo>
                <a:close/>
              </a:path>
            </a:pathLst>
          </a:custGeom>
          <a:solidFill>
            <a:srgbClr val="5C56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5" name="bg object 1365"/>
          <p:cNvSpPr/>
          <p:nvPr/>
        </p:nvSpPr>
        <p:spPr>
          <a:xfrm>
            <a:off x="2144071" y="4323523"/>
            <a:ext cx="27940" cy="36195"/>
          </a:xfrm>
          <a:custGeom>
            <a:avLst/>
            <a:gdLst/>
            <a:ahLst/>
            <a:cxnLst/>
            <a:rect l="l" t="t" r="r" b="b"/>
            <a:pathLst>
              <a:path w="27939" h="36195">
                <a:moveTo>
                  <a:pt x="17933" y="18179"/>
                </a:moveTo>
                <a:lnTo>
                  <a:pt x="12182" y="18179"/>
                </a:lnTo>
                <a:lnTo>
                  <a:pt x="12835" y="20283"/>
                </a:lnTo>
                <a:lnTo>
                  <a:pt x="12955" y="20670"/>
                </a:lnTo>
                <a:lnTo>
                  <a:pt x="13727" y="22033"/>
                </a:lnTo>
                <a:lnTo>
                  <a:pt x="13735" y="35776"/>
                </a:lnTo>
                <a:lnTo>
                  <a:pt x="17825" y="35776"/>
                </a:lnTo>
                <a:lnTo>
                  <a:pt x="17933" y="18179"/>
                </a:lnTo>
                <a:close/>
              </a:path>
              <a:path w="27939" h="36195">
                <a:moveTo>
                  <a:pt x="9661" y="8392"/>
                </a:moveTo>
                <a:lnTo>
                  <a:pt x="0" y="8392"/>
                </a:lnTo>
                <a:lnTo>
                  <a:pt x="15" y="22033"/>
                </a:lnTo>
                <a:lnTo>
                  <a:pt x="1418" y="21261"/>
                </a:lnTo>
                <a:lnTo>
                  <a:pt x="2742" y="20283"/>
                </a:lnTo>
                <a:lnTo>
                  <a:pt x="9014" y="18179"/>
                </a:lnTo>
                <a:lnTo>
                  <a:pt x="17933" y="18179"/>
                </a:lnTo>
                <a:lnTo>
                  <a:pt x="17960" y="13798"/>
                </a:lnTo>
                <a:lnTo>
                  <a:pt x="16688" y="13798"/>
                </a:lnTo>
                <a:lnTo>
                  <a:pt x="16980" y="13554"/>
                </a:lnTo>
                <a:lnTo>
                  <a:pt x="14657" y="13554"/>
                </a:lnTo>
                <a:lnTo>
                  <a:pt x="10669" y="13199"/>
                </a:lnTo>
                <a:lnTo>
                  <a:pt x="10294" y="10614"/>
                </a:lnTo>
                <a:lnTo>
                  <a:pt x="10204" y="10000"/>
                </a:lnTo>
                <a:lnTo>
                  <a:pt x="9661" y="8392"/>
                </a:lnTo>
                <a:close/>
              </a:path>
              <a:path w="27939" h="36195">
                <a:moveTo>
                  <a:pt x="17966" y="12726"/>
                </a:moveTo>
                <a:lnTo>
                  <a:pt x="16688" y="13798"/>
                </a:lnTo>
                <a:lnTo>
                  <a:pt x="17960" y="13798"/>
                </a:lnTo>
                <a:lnTo>
                  <a:pt x="17966" y="12726"/>
                </a:lnTo>
                <a:close/>
              </a:path>
              <a:path w="27939" h="36195">
                <a:moveTo>
                  <a:pt x="27375" y="12726"/>
                </a:moveTo>
                <a:lnTo>
                  <a:pt x="17966" y="12726"/>
                </a:lnTo>
                <a:lnTo>
                  <a:pt x="17960" y="13798"/>
                </a:lnTo>
                <a:lnTo>
                  <a:pt x="27368" y="13798"/>
                </a:lnTo>
                <a:lnTo>
                  <a:pt x="27375" y="12726"/>
                </a:lnTo>
                <a:close/>
              </a:path>
              <a:path w="27939" h="36195">
                <a:moveTo>
                  <a:pt x="15626" y="4326"/>
                </a:moveTo>
                <a:lnTo>
                  <a:pt x="14996" y="5374"/>
                </a:lnTo>
                <a:lnTo>
                  <a:pt x="14326" y="6390"/>
                </a:lnTo>
                <a:lnTo>
                  <a:pt x="13614" y="7896"/>
                </a:lnTo>
                <a:lnTo>
                  <a:pt x="13513" y="10000"/>
                </a:lnTo>
                <a:lnTo>
                  <a:pt x="13404" y="10614"/>
                </a:lnTo>
                <a:lnTo>
                  <a:pt x="14657" y="13554"/>
                </a:lnTo>
                <a:lnTo>
                  <a:pt x="16980" y="13554"/>
                </a:lnTo>
                <a:lnTo>
                  <a:pt x="17966" y="12726"/>
                </a:lnTo>
                <a:lnTo>
                  <a:pt x="27375" y="12726"/>
                </a:lnTo>
                <a:lnTo>
                  <a:pt x="27397" y="9472"/>
                </a:lnTo>
                <a:lnTo>
                  <a:pt x="19826" y="9472"/>
                </a:lnTo>
                <a:lnTo>
                  <a:pt x="18518" y="7896"/>
                </a:lnTo>
                <a:lnTo>
                  <a:pt x="15626" y="4326"/>
                </a:lnTo>
                <a:close/>
              </a:path>
              <a:path w="27939" h="36195">
                <a:moveTo>
                  <a:pt x="27462" y="0"/>
                </a:moveTo>
                <a:lnTo>
                  <a:pt x="23349" y="0"/>
                </a:lnTo>
                <a:lnTo>
                  <a:pt x="22900" y="2435"/>
                </a:lnTo>
                <a:lnTo>
                  <a:pt x="22671" y="4326"/>
                </a:lnTo>
                <a:lnTo>
                  <a:pt x="22600" y="4917"/>
                </a:lnTo>
                <a:lnTo>
                  <a:pt x="21617" y="8392"/>
                </a:lnTo>
                <a:lnTo>
                  <a:pt x="21229" y="8392"/>
                </a:lnTo>
                <a:lnTo>
                  <a:pt x="20472" y="8833"/>
                </a:lnTo>
                <a:lnTo>
                  <a:pt x="19826" y="9472"/>
                </a:lnTo>
                <a:lnTo>
                  <a:pt x="27397" y="9472"/>
                </a:lnTo>
                <a:lnTo>
                  <a:pt x="27462" y="0"/>
                </a:lnTo>
                <a:close/>
              </a:path>
            </a:pathLst>
          </a:custGeom>
          <a:solidFill>
            <a:srgbClr val="6E64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6" name="bg object 1366"/>
          <p:cNvSpPr/>
          <p:nvPr/>
        </p:nvSpPr>
        <p:spPr>
          <a:xfrm>
            <a:off x="2170166" y="4359296"/>
            <a:ext cx="10160" cy="13970"/>
          </a:xfrm>
          <a:custGeom>
            <a:avLst/>
            <a:gdLst/>
            <a:ahLst/>
            <a:cxnLst/>
            <a:rect l="l" t="t" r="r" b="b"/>
            <a:pathLst>
              <a:path w="10160" h="13970">
                <a:moveTo>
                  <a:pt x="9566" y="7"/>
                </a:moveTo>
                <a:lnTo>
                  <a:pt x="0" y="0"/>
                </a:lnTo>
                <a:lnTo>
                  <a:pt x="7" y="13759"/>
                </a:lnTo>
                <a:lnTo>
                  <a:pt x="4121" y="13759"/>
                </a:lnTo>
                <a:lnTo>
                  <a:pt x="4121" y="12198"/>
                </a:lnTo>
                <a:lnTo>
                  <a:pt x="4294" y="10622"/>
                </a:lnTo>
                <a:lnTo>
                  <a:pt x="3475" y="4657"/>
                </a:lnTo>
                <a:lnTo>
                  <a:pt x="5807" y="3656"/>
                </a:lnTo>
                <a:lnTo>
                  <a:pt x="9558" y="4129"/>
                </a:lnTo>
                <a:lnTo>
                  <a:pt x="9566" y="7"/>
                </a:lnTo>
                <a:close/>
              </a:path>
            </a:pathLst>
          </a:custGeom>
          <a:solidFill>
            <a:srgbClr val="796A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7" name="bg object 1367"/>
          <p:cNvSpPr/>
          <p:nvPr/>
        </p:nvSpPr>
        <p:spPr>
          <a:xfrm>
            <a:off x="2166048" y="4351023"/>
            <a:ext cx="10160" cy="8890"/>
          </a:xfrm>
          <a:custGeom>
            <a:avLst/>
            <a:gdLst/>
            <a:ahLst/>
            <a:cxnLst/>
            <a:rect l="l" t="t" r="r" b="b"/>
            <a:pathLst>
              <a:path w="10160" h="8889">
                <a:moveTo>
                  <a:pt x="9582" y="0"/>
                </a:moveTo>
                <a:lnTo>
                  <a:pt x="0" y="23"/>
                </a:lnTo>
                <a:lnTo>
                  <a:pt x="7" y="4129"/>
                </a:lnTo>
                <a:lnTo>
                  <a:pt x="3128" y="3766"/>
                </a:lnTo>
                <a:lnTo>
                  <a:pt x="4499" y="5145"/>
                </a:lnTo>
                <a:lnTo>
                  <a:pt x="4121" y="8274"/>
                </a:lnTo>
                <a:lnTo>
                  <a:pt x="9606" y="8274"/>
                </a:lnTo>
                <a:lnTo>
                  <a:pt x="9582" y="0"/>
                </a:lnTo>
                <a:close/>
              </a:path>
            </a:pathLst>
          </a:custGeom>
          <a:solidFill>
            <a:srgbClr val="6B63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8" name="bg object 1368"/>
          <p:cNvSpPr/>
          <p:nvPr/>
        </p:nvSpPr>
        <p:spPr>
          <a:xfrm>
            <a:off x="2165901" y="4363001"/>
            <a:ext cx="4445" cy="10795"/>
          </a:xfrm>
          <a:custGeom>
            <a:avLst/>
            <a:gdLst/>
            <a:ahLst/>
            <a:cxnLst/>
            <a:rect l="l" t="t" r="r" b="b"/>
            <a:pathLst>
              <a:path w="4444" h="10795">
                <a:moveTo>
                  <a:pt x="803" y="0"/>
                </a:moveTo>
                <a:lnTo>
                  <a:pt x="0" y="1820"/>
                </a:lnTo>
                <a:lnTo>
                  <a:pt x="165" y="7888"/>
                </a:lnTo>
                <a:lnTo>
                  <a:pt x="110" y="10575"/>
                </a:lnTo>
                <a:lnTo>
                  <a:pt x="4271" y="10055"/>
                </a:lnTo>
                <a:lnTo>
                  <a:pt x="4255" y="433"/>
                </a:lnTo>
                <a:lnTo>
                  <a:pt x="803" y="0"/>
                </a:lnTo>
                <a:close/>
              </a:path>
            </a:pathLst>
          </a:custGeom>
          <a:solidFill>
            <a:srgbClr val="887F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9" name="bg object 1369"/>
          <p:cNvSpPr/>
          <p:nvPr/>
        </p:nvSpPr>
        <p:spPr>
          <a:xfrm>
            <a:off x="2161894" y="4351050"/>
            <a:ext cx="5080" cy="8890"/>
          </a:xfrm>
          <a:custGeom>
            <a:avLst/>
            <a:gdLst/>
            <a:ahLst/>
            <a:cxnLst/>
            <a:rect l="l" t="t" r="r" b="b"/>
            <a:pathLst>
              <a:path w="5080" h="8889">
                <a:moveTo>
                  <a:pt x="4137" y="7"/>
                </a:moveTo>
                <a:lnTo>
                  <a:pt x="55" y="23"/>
                </a:lnTo>
                <a:lnTo>
                  <a:pt x="0" y="8242"/>
                </a:lnTo>
                <a:lnTo>
                  <a:pt x="3175" y="8668"/>
                </a:lnTo>
                <a:lnTo>
                  <a:pt x="4531" y="7265"/>
                </a:lnTo>
                <a:lnTo>
                  <a:pt x="4160" y="4105"/>
                </a:lnTo>
                <a:lnTo>
                  <a:pt x="4152" y="0"/>
                </a:lnTo>
                <a:close/>
              </a:path>
            </a:pathLst>
          </a:custGeom>
          <a:solidFill>
            <a:srgbClr val="8A7D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70" name="bg object 1370"/>
          <p:cNvSpPr/>
          <p:nvPr/>
        </p:nvSpPr>
        <p:spPr>
          <a:xfrm>
            <a:off x="2174394" y="4323110"/>
            <a:ext cx="13970" cy="32384"/>
          </a:xfrm>
          <a:custGeom>
            <a:avLst/>
            <a:gdLst/>
            <a:ahLst/>
            <a:cxnLst/>
            <a:rect l="l" t="t" r="r" b="b"/>
            <a:pathLst>
              <a:path w="13969" h="32385">
                <a:moveTo>
                  <a:pt x="2206" y="0"/>
                </a:moveTo>
                <a:lnTo>
                  <a:pt x="866" y="1418"/>
                </a:lnTo>
                <a:lnTo>
                  <a:pt x="1252" y="4554"/>
                </a:lnTo>
                <a:lnTo>
                  <a:pt x="1363" y="8684"/>
                </a:lnTo>
                <a:lnTo>
                  <a:pt x="0" y="13294"/>
                </a:lnTo>
                <a:lnTo>
                  <a:pt x="5508" y="15965"/>
                </a:lnTo>
                <a:lnTo>
                  <a:pt x="5295" y="17431"/>
                </a:lnTo>
                <a:lnTo>
                  <a:pt x="5366" y="18305"/>
                </a:lnTo>
                <a:lnTo>
                  <a:pt x="5398" y="32080"/>
                </a:lnTo>
                <a:lnTo>
                  <a:pt x="13609" y="32057"/>
                </a:lnTo>
                <a:lnTo>
                  <a:pt x="13617" y="23806"/>
                </a:lnTo>
                <a:lnTo>
                  <a:pt x="11016" y="24003"/>
                </a:lnTo>
                <a:lnTo>
                  <a:pt x="9243" y="23349"/>
                </a:lnTo>
                <a:lnTo>
                  <a:pt x="9613" y="18187"/>
                </a:lnTo>
                <a:lnTo>
                  <a:pt x="9503" y="16178"/>
                </a:lnTo>
                <a:lnTo>
                  <a:pt x="9527" y="10023"/>
                </a:lnTo>
                <a:lnTo>
                  <a:pt x="6879" y="10244"/>
                </a:lnTo>
                <a:lnTo>
                  <a:pt x="5130" y="9566"/>
                </a:lnTo>
                <a:lnTo>
                  <a:pt x="5500" y="4428"/>
                </a:lnTo>
                <a:lnTo>
                  <a:pt x="5374" y="2411"/>
                </a:lnTo>
                <a:lnTo>
                  <a:pt x="5374" y="409"/>
                </a:lnTo>
                <a:close/>
              </a:path>
            </a:pathLst>
          </a:custGeom>
          <a:solidFill>
            <a:srgbClr val="83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71" name="bg object 1371"/>
          <p:cNvSpPr/>
          <p:nvPr/>
        </p:nvSpPr>
        <p:spPr>
          <a:xfrm>
            <a:off x="2187442" y="4346430"/>
            <a:ext cx="6985" cy="13335"/>
          </a:xfrm>
          <a:custGeom>
            <a:avLst/>
            <a:gdLst/>
            <a:ahLst/>
            <a:cxnLst/>
            <a:rect l="l" t="t" r="r" b="b"/>
            <a:pathLst>
              <a:path w="6985" h="13335">
                <a:moveTo>
                  <a:pt x="4342" y="0"/>
                </a:moveTo>
                <a:lnTo>
                  <a:pt x="567" y="488"/>
                </a:lnTo>
                <a:lnTo>
                  <a:pt x="559" y="8739"/>
                </a:lnTo>
                <a:lnTo>
                  <a:pt x="0" y="13309"/>
                </a:lnTo>
                <a:lnTo>
                  <a:pt x="3112" y="12970"/>
                </a:lnTo>
                <a:lnTo>
                  <a:pt x="6052" y="12860"/>
                </a:lnTo>
                <a:lnTo>
                  <a:pt x="6052" y="10402"/>
                </a:lnTo>
                <a:lnTo>
                  <a:pt x="5815" y="7911"/>
                </a:lnTo>
                <a:lnTo>
                  <a:pt x="6627" y="1000"/>
                </a:lnTo>
                <a:lnTo>
                  <a:pt x="4342" y="0"/>
                </a:lnTo>
                <a:close/>
              </a:path>
            </a:pathLst>
          </a:custGeom>
          <a:solidFill>
            <a:srgbClr val="908E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72" name="bg object 1372"/>
          <p:cNvSpPr/>
          <p:nvPr/>
        </p:nvSpPr>
        <p:spPr>
          <a:xfrm>
            <a:off x="2179735" y="4355183"/>
            <a:ext cx="4445" cy="10795"/>
          </a:xfrm>
          <a:custGeom>
            <a:avLst/>
            <a:gdLst/>
            <a:ahLst/>
            <a:cxnLst/>
            <a:rect l="l" t="t" r="r" b="b"/>
            <a:pathLst>
              <a:path w="4444" h="10795">
                <a:moveTo>
                  <a:pt x="4137" y="0"/>
                </a:moveTo>
                <a:lnTo>
                  <a:pt x="55" y="7"/>
                </a:lnTo>
                <a:lnTo>
                  <a:pt x="0" y="4121"/>
                </a:lnTo>
                <a:lnTo>
                  <a:pt x="94" y="8258"/>
                </a:lnTo>
                <a:lnTo>
                  <a:pt x="1922" y="9038"/>
                </a:lnTo>
                <a:lnTo>
                  <a:pt x="4042" y="10528"/>
                </a:lnTo>
                <a:lnTo>
                  <a:pt x="4192" y="4491"/>
                </a:lnTo>
                <a:lnTo>
                  <a:pt x="4145" y="2245"/>
                </a:lnTo>
                <a:lnTo>
                  <a:pt x="4137" y="0"/>
                </a:lnTo>
                <a:close/>
              </a:path>
            </a:pathLst>
          </a:custGeom>
          <a:solidFill>
            <a:srgbClr val="948E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73" name="bg object 1373"/>
          <p:cNvSpPr/>
          <p:nvPr/>
        </p:nvSpPr>
        <p:spPr>
          <a:xfrm>
            <a:off x="2107018" y="3768958"/>
            <a:ext cx="4445" cy="13970"/>
          </a:xfrm>
          <a:custGeom>
            <a:avLst/>
            <a:gdLst/>
            <a:ahLst/>
            <a:cxnLst/>
            <a:rect l="l" t="t" r="r" b="b"/>
            <a:pathLst>
              <a:path w="4444" h="13970">
                <a:moveTo>
                  <a:pt x="4105" y="0"/>
                </a:moveTo>
                <a:lnTo>
                  <a:pt x="31" y="0"/>
                </a:lnTo>
                <a:lnTo>
                  <a:pt x="0" y="13751"/>
                </a:lnTo>
                <a:lnTo>
                  <a:pt x="4121" y="13743"/>
                </a:lnTo>
                <a:lnTo>
                  <a:pt x="4105" y="0"/>
                </a:lnTo>
                <a:close/>
              </a:path>
            </a:pathLst>
          </a:custGeom>
          <a:solidFill>
            <a:srgbClr val="BAB0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74" name="bg object 1374"/>
          <p:cNvSpPr/>
          <p:nvPr/>
        </p:nvSpPr>
        <p:spPr>
          <a:xfrm>
            <a:off x="2101538" y="3782697"/>
            <a:ext cx="5715" cy="11430"/>
          </a:xfrm>
          <a:custGeom>
            <a:avLst/>
            <a:gdLst/>
            <a:ahLst/>
            <a:cxnLst/>
            <a:rect l="l" t="t" r="r" b="b"/>
            <a:pathLst>
              <a:path w="5714" h="11429">
                <a:moveTo>
                  <a:pt x="5516" y="0"/>
                </a:moveTo>
                <a:lnTo>
                  <a:pt x="0" y="7"/>
                </a:lnTo>
                <a:lnTo>
                  <a:pt x="0" y="8266"/>
                </a:lnTo>
                <a:lnTo>
                  <a:pt x="1418" y="8534"/>
                </a:lnTo>
                <a:lnTo>
                  <a:pt x="3230" y="10851"/>
                </a:lnTo>
                <a:lnTo>
                  <a:pt x="4625" y="5114"/>
                </a:lnTo>
                <a:lnTo>
                  <a:pt x="5019" y="2545"/>
                </a:lnTo>
                <a:lnTo>
                  <a:pt x="5516" y="0"/>
                </a:lnTo>
                <a:close/>
              </a:path>
            </a:pathLst>
          </a:custGeom>
          <a:solidFill>
            <a:srgbClr val="ACA3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75" name="bg object 1375"/>
          <p:cNvSpPr/>
          <p:nvPr/>
        </p:nvSpPr>
        <p:spPr>
          <a:xfrm>
            <a:off x="2101516" y="3796473"/>
            <a:ext cx="22225" cy="36195"/>
          </a:xfrm>
          <a:custGeom>
            <a:avLst/>
            <a:gdLst/>
            <a:ahLst/>
            <a:cxnLst/>
            <a:rect l="l" t="t" r="r" b="b"/>
            <a:pathLst>
              <a:path w="22225" h="36195">
                <a:moveTo>
                  <a:pt x="47" y="0"/>
                </a:moveTo>
                <a:lnTo>
                  <a:pt x="0" y="4137"/>
                </a:lnTo>
                <a:lnTo>
                  <a:pt x="31" y="30260"/>
                </a:lnTo>
                <a:lnTo>
                  <a:pt x="1394" y="31072"/>
                </a:lnTo>
                <a:lnTo>
                  <a:pt x="3766" y="31718"/>
                </a:lnTo>
                <a:lnTo>
                  <a:pt x="4357" y="35642"/>
                </a:lnTo>
                <a:lnTo>
                  <a:pt x="6052" y="35863"/>
                </a:lnTo>
                <a:lnTo>
                  <a:pt x="8258" y="35768"/>
                </a:lnTo>
                <a:lnTo>
                  <a:pt x="8258" y="31639"/>
                </a:lnTo>
                <a:lnTo>
                  <a:pt x="7974" y="29559"/>
                </a:lnTo>
                <a:lnTo>
                  <a:pt x="8881" y="27399"/>
                </a:lnTo>
                <a:lnTo>
                  <a:pt x="4680" y="24988"/>
                </a:lnTo>
                <a:lnTo>
                  <a:pt x="4767" y="21552"/>
                </a:lnTo>
                <a:lnTo>
                  <a:pt x="4397" y="18991"/>
                </a:lnTo>
                <a:lnTo>
                  <a:pt x="6107" y="17959"/>
                </a:lnTo>
                <a:lnTo>
                  <a:pt x="10788" y="20670"/>
                </a:lnTo>
                <a:lnTo>
                  <a:pt x="13104" y="22978"/>
                </a:lnTo>
                <a:lnTo>
                  <a:pt x="12450" y="24846"/>
                </a:lnTo>
                <a:lnTo>
                  <a:pt x="12372" y="26139"/>
                </a:lnTo>
                <a:lnTo>
                  <a:pt x="21978" y="26139"/>
                </a:lnTo>
                <a:lnTo>
                  <a:pt x="21993" y="9621"/>
                </a:lnTo>
                <a:lnTo>
                  <a:pt x="17856" y="8250"/>
                </a:lnTo>
                <a:lnTo>
                  <a:pt x="16532" y="8810"/>
                </a:lnTo>
                <a:lnTo>
                  <a:pt x="14129" y="9275"/>
                </a:lnTo>
                <a:lnTo>
                  <a:pt x="13625" y="15161"/>
                </a:lnTo>
                <a:lnTo>
                  <a:pt x="9850" y="13680"/>
                </a:lnTo>
                <a:lnTo>
                  <a:pt x="6067" y="13577"/>
                </a:lnTo>
                <a:lnTo>
                  <a:pt x="4562" y="12293"/>
                </a:lnTo>
                <a:lnTo>
                  <a:pt x="4271" y="10496"/>
                </a:lnTo>
                <a:lnTo>
                  <a:pt x="5366" y="9298"/>
                </a:lnTo>
                <a:lnTo>
                  <a:pt x="7194" y="6879"/>
                </a:lnTo>
                <a:lnTo>
                  <a:pt x="9621" y="4121"/>
                </a:lnTo>
                <a:lnTo>
                  <a:pt x="7431" y="3892"/>
                </a:lnTo>
                <a:lnTo>
                  <a:pt x="4806" y="4988"/>
                </a:lnTo>
                <a:lnTo>
                  <a:pt x="3577" y="717"/>
                </a:lnTo>
                <a:lnTo>
                  <a:pt x="1355" y="488"/>
                </a:lnTo>
                <a:lnTo>
                  <a:pt x="47" y="0"/>
                </a:lnTo>
                <a:close/>
              </a:path>
            </a:pathLst>
          </a:custGeom>
          <a:solidFill>
            <a:srgbClr val="BEB3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76" name="bg object 1376"/>
          <p:cNvSpPr/>
          <p:nvPr/>
        </p:nvSpPr>
        <p:spPr>
          <a:xfrm>
            <a:off x="2101542" y="3782696"/>
            <a:ext cx="13970" cy="19050"/>
          </a:xfrm>
          <a:custGeom>
            <a:avLst/>
            <a:gdLst/>
            <a:ahLst/>
            <a:cxnLst/>
            <a:rect l="l" t="t" r="r" b="b"/>
            <a:pathLst>
              <a:path w="13969" h="19050">
                <a:moveTo>
                  <a:pt x="9598" y="7"/>
                </a:moveTo>
                <a:lnTo>
                  <a:pt x="5508" y="0"/>
                </a:lnTo>
                <a:lnTo>
                  <a:pt x="5019" y="2545"/>
                </a:lnTo>
                <a:lnTo>
                  <a:pt x="4625" y="5114"/>
                </a:lnTo>
                <a:lnTo>
                  <a:pt x="3223" y="10851"/>
                </a:lnTo>
                <a:lnTo>
                  <a:pt x="1418" y="8534"/>
                </a:lnTo>
                <a:lnTo>
                  <a:pt x="0" y="8266"/>
                </a:lnTo>
                <a:lnTo>
                  <a:pt x="23" y="13774"/>
                </a:lnTo>
                <a:lnTo>
                  <a:pt x="1331" y="14263"/>
                </a:lnTo>
                <a:lnTo>
                  <a:pt x="3554" y="14491"/>
                </a:lnTo>
                <a:lnTo>
                  <a:pt x="4783" y="18770"/>
                </a:lnTo>
                <a:lnTo>
                  <a:pt x="7407" y="17667"/>
                </a:lnTo>
                <a:lnTo>
                  <a:pt x="9598" y="17896"/>
                </a:lnTo>
                <a:lnTo>
                  <a:pt x="9771" y="14397"/>
                </a:lnTo>
                <a:lnTo>
                  <a:pt x="8376" y="10402"/>
                </a:lnTo>
                <a:lnTo>
                  <a:pt x="13845" y="8242"/>
                </a:lnTo>
                <a:lnTo>
                  <a:pt x="13562" y="5650"/>
                </a:lnTo>
                <a:lnTo>
                  <a:pt x="13711" y="4137"/>
                </a:lnTo>
                <a:lnTo>
                  <a:pt x="10567" y="4539"/>
                </a:lnTo>
                <a:lnTo>
                  <a:pt x="9219" y="3144"/>
                </a:lnTo>
                <a:lnTo>
                  <a:pt x="9598" y="7"/>
                </a:lnTo>
                <a:close/>
              </a:path>
            </a:pathLst>
          </a:custGeom>
          <a:solidFill>
            <a:srgbClr val="B9B1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77" name="bg object 1377"/>
          <p:cNvSpPr/>
          <p:nvPr/>
        </p:nvSpPr>
        <p:spPr>
          <a:xfrm>
            <a:off x="2097159" y="3800381"/>
            <a:ext cx="4445" cy="8890"/>
          </a:xfrm>
          <a:custGeom>
            <a:avLst/>
            <a:gdLst/>
            <a:ahLst/>
            <a:cxnLst/>
            <a:rect l="l" t="t" r="r" b="b"/>
            <a:pathLst>
              <a:path w="4444" h="8889">
                <a:moveTo>
                  <a:pt x="1757" y="0"/>
                </a:moveTo>
                <a:lnTo>
                  <a:pt x="0" y="677"/>
                </a:lnTo>
                <a:lnTo>
                  <a:pt x="362" y="5350"/>
                </a:lnTo>
                <a:lnTo>
                  <a:pt x="260" y="6911"/>
                </a:lnTo>
                <a:lnTo>
                  <a:pt x="252" y="8471"/>
                </a:lnTo>
                <a:lnTo>
                  <a:pt x="4349" y="8455"/>
                </a:lnTo>
                <a:lnTo>
                  <a:pt x="4357" y="228"/>
                </a:lnTo>
                <a:lnTo>
                  <a:pt x="1757" y="0"/>
                </a:lnTo>
                <a:close/>
              </a:path>
            </a:pathLst>
          </a:custGeom>
          <a:solidFill>
            <a:srgbClr val="A193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78" name="bg object 1378"/>
          <p:cNvSpPr/>
          <p:nvPr/>
        </p:nvSpPr>
        <p:spPr>
          <a:xfrm>
            <a:off x="2207239" y="4043974"/>
            <a:ext cx="27940" cy="53975"/>
          </a:xfrm>
          <a:custGeom>
            <a:avLst/>
            <a:gdLst/>
            <a:ahLst/>
            <a:cxnLst/>
            <a:rect l="l" t="t" r="r" b="b"/>
            <a:pathLst>
              <a:path w="27939" h="53975">
                <a:moveTo>
                  <a:pt x="26297" y="35295"/>
                </a:moveTo>
                <a:lnTo>
                  <a:pt x="17951" y="35295"/>
                </a:lnTo>
                <a:lnTo>
                  <a:pt x="17848" y="53869"/>
                </a:lnTo>
                <a:lnTo>
                  <a:pt x="26060" y="53869"/>
                </a:lnTo>
                <a:lnTo>
                  <a:pt x="26075" y="35965"/>
                </a:lnTo>
                <a:lnTo>
                  <a:pt x="26297" y="35295"/>
                </a:lnTo>
                <a:close/>
              </a:path>
              <a:path w="27939" h="53975">
                <a:moveTo>
                  <a:pt x="0" y="16690"/>
                </a:moveTo>
                <a:lnTo>
                  <a:pt x="15" y="29306"/>
                </a:lnTo>
                <a:lnTo>
                  <a:pt x="7604" y="30827"/>
                </a:lnTo>
                <a:lnTo>
                  <a:pt x="8542" y="32293"/>
                </a:lnTo>
                <a:lnTo>
                  <a:pt x="10630" y="34113"/>
                </a:lnTo>
                <a:lnTo>
                  <a:pt x="11791" y="35965"/>
                </a:lnTo>
                <a:lnTo>
                  <a:pt x="10960" y="35965"/>
                </a:lnTo>
                <a:lnTo>
                  <a:pt x="17951" y="35295"/>
                </a:lnTo>
                <a:lnTo>
                  <a:pt x="26297" y="35295"/>
                </a:lnTo>
                <a:lnTo>
                  <a:pt x="27439" y="31836"/>
                </a:lnTo>
                <a:lnTo>
                  <a:pt x="27401" y="26556"/>
                </a:lnTo>
                <a:lnTo>
                  <a:pt x="19291" y="26556"/>
                </a:lnTo>
                <a:lnTo>
                  <a:pt x="17580" y="25823"/>
                </a:lnTo>
                <a:lnTo>
                  <a:pt x="17927" y="20670"/>
                </a:lnTo>
                <a:lnTo>
                  <a:pt x="17927" y="18920"/>
                </a:lnTo>
                <a:lnTo>
                  <a:pt x="16730" y="18353"/>
                </a:lnTo>
                <a:lnTo>
                  <a:pt x="5279" y="18353"/>
                </a:lnTo>
                <a:lnTo>
                  <a:pt x="0" y="16690"/>
                </a:lnTo>
                <a:close/>
              </a:path>
              <a:path w="27939" h="53975">
                <a:moveTo>
                  <a:pt x="27399" y="26367"/>
                </a:moveTo>
                <a:lnTo>
                  <a:pt x="21567" y="26367"/>
                </a:lnTo>
                <a:lnTo>
                  <a:pt x="19291" y="26556"/>
                </a:lnTo>
                <a:lnTo>
                  <a:pt x="27401" y="26556"/>
                </a:lnTo>
                <a:lnTo>
                  <a:pt x="27399" y="26367"/>
                </a:lnTo>
                <a:close/>
              </a:path>
              <a:path w="27939" h="53975">
                <a:moveTo>
                  <a:pt x="6942" y="0"/>
                </a:moveTo>
                <a:lnTo>
                  <a:pt x="5271" y="732"/>
                </a:lnTo>
                <a:lnTo>
                  <a:pt x="5572" y="6312"/>
                </a:lnTo>
                <a:lnTo>
                  <a:pt x="5453" y="13333"/>
                </a:lnTo>
                <a:lnTo>
                  <a:pt x="5337" y="16690"/>
                </a:lnTo>
                <a:lnTo>
                  <a:pt x="5279" y="18353"/>
                </a:lnTo>
                <a:lnTo>
                  <a:pt x="16730" y="18353"/>
                </a:lnTo>
                <a:lnTo>
                  <a:pt x="14287" y="17194"/>
                </a:lnTo>
                <a:lnTo>
                  <a:pt x="14239" y="14365"/>
                </a:lnTo>
                <a:lnTo>
                  <a:pt x="13703" y="12584"/>
                </a:lnTo>
                <a:lnTo>
                  <a:pt x="12348" y="11804"/>
                </a:lnTo>
                <a:lnTo>
                  <a:pt x="9913" y="11087"/>
                </a:lnTo>
                <a:lnTo>
                  <a:pt x="9866" y="10236"/>
                </a:lnTo>
                <a:lnTo>
                  <a:pt x="9763" y="8329"/>
                </a:lnTo>
                <a:lnTo>
                  <a:pt x="10740" y="6312"/>
                </a:lnTo>
                <a:lnTo>
                  <a:pt x="12064" y="2947"/>
                </a:lnTo>
                <a:lnTo>
                  <a:pt x="12947" y="1599"/>
                </a:lnTo>
                <a:lnTo>
                  <a:pt x="13695" y="197"/>
                </a:lnTo>
                <a:lnTo>
                  <a:pt x="9590" y="197"/>
                </a:lnTo>
                <a:lnTo>
                  <a:pt x="6942" y="0"/>
                </a:lnTo>
                <a:close/>
              </a:path>
            </a:pathLst>
          </a:custGeom>
          <a:solidFill>
            <a:srgbClr val="C2BC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79" name="bg object 1379"/>
          <p:cNvSpPr/>
          <p:nvPr/>
        </p:nvSpPr>
        <p:spPr>
          <a:xfrm>
            <a:off x="2233301" y="4079471"/>
            <a:ext cx="6350" cy="18415"/>
          </a:xfrm>
          <a:custGeom>
            <a:avLst/>
            <a:gdLst/>
            <a:ahLst/>
            <a:cxnLst/>
            <a:rect l="l" t="t" r="r" b="b"/>
            <a:pathLst>
              <a:path w="6350" h="18414">
                <a:moveTo>
                  <a:pt x="3806" y="0"/>
                </a:moveTo>
                <a:lnTo>
                  <a:pt x="15" y="464"/>
                </a:lnTo>
                <a:lnTo>
                  <a:pt x="0" y="18369"/>
                </a:lnTo>
                <a:lnTo>
                  <a:pt x="4089" y="18361"/>
                </a:lnTo>
                <a:lnTo>
                  <a:pt x="5484" y="14239"/>
                </a:lnTo>
                <a:lnTo>
                  <a:pt x="5484" y="11324"/>
                </a:lnTo>
                <a:lnTo>
                  <a:pt x="5232" y="8384"/>
                </a:lnTo>
                <a:lnTo>
                  <a:pt x="6036" y="1032"/>
                </a:lnTo>
                <a:lnTo>
                  <a:pt x="3806" y="0"/>
                </a:lnTo>
                <a:close/>
              </a:path>
            </a:pathLst>
          </a:custGeom>
          <a:solidFill>
            <a:srgbClr val="B9AF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0" name="bg object 1380"/>
          <p:cNvSpPr/>
          <p:nvPr/>
        </p:nvSpPr>
        <p:spPr>
          <a:xfrm>
            <a:off x="2234303" y="4065785"/>
            <a:ext cx="5080" cy="10160"/>
          </a:xfrm>
          <a:custGeom>
            <a:avLst/>
            <a:gdLst/>
            <a:ahLst/>
            <a:cxnLst/>
            <a:rect l="l" t="t" r="r" b="b"/>
            <a:pathLst>
              <a:path w="5080" h="10160">
                <a:moveTo>
                  <a:pt x="1284" y="0"/>
                </a:moveTo>
                <a:lnTo>
                  <a:pt x="0" y="1465"/>
                </a:lnTo>
                <a:lnTo>
                  <a:pt x="338" y="4554"/>
                </a:lnTo>
                <a:lnTo>
                  <a:pt x="378" y="10023"/>
                </a:lnTo>
                <a:lnTo>
                  <a:pt x="4491" y="10031"/>
                </a:lnTo>
                <a:lnTo>
                  <a:pt x="4539" y="4499"/>
                </a:lnTo>
                <a:lnTo>
                  <a:pt x="4452" y="401"/>
                </a:lnTo>
                <a:lnTo>
                  <a:pt x="1284" y="0"/>
                </a:lnTo>
                <a:close/>
              </a:path>
            </a:pathLst>
          </a:custGeom>
          <a:solidFill>
            <a:srgbClr val="A6A2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1" name="bg object 1381"/>
          <p:cNvSpPr/>
          <p:nvPr/>
        </p:nvSpPr>
        <p:spPr>
          <a:xfrm>
            <a:off x="2238793" y="4069782"/>
            <a:ext cx="5080" cy="6350"/>
          </a:xfrm>
          <a:custGeom>
            <a:avLst/>
            <a:gdLst/>
            <a:ahLst/>
            <a:cxnLst/>
            <a:rect l="l" t="t" r="r" b="b"/>
            <a:pathLst>
              <a:path w="5080" h="6350">
                <a:moveTo>
                  <a:pt x="4609" y="0"/>
                </a:moveTo>
                <a:lnTo>
                  <a:pt x="47" y="504"/>
                </a:lnTo>
                <a:lnTo>
                  <a:pt x="0" y="6036"/>
                </a:lnTo>
                <a:lnTo>
                  <a:pt x="4097" y="6052"/>
                </a:lnTo>
                <a:lnTo>
                  <a:pt x="4200" y="3136"/>
                </a:lnTo>
                <a:lnTo>
                  <a:pt x="4609" y="0"/>
                </a:lnTo>
                <a:close/>
              </a:path>
            </a:pathLst>
          </a:custGeom>
          <a:solidFill>
            <a:srgbClr val="BEB3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2" name="bg object 1382"/>
          <p:cNvSpPr/>
          <p:nvPr/>
        </p:nvSpPr>
        <p:spPr>
          <a:xfrm>
            <a:off x="2215447" y="4106095"/>
            <a:ext cx="22225" cy="36195"/>
          </a:xfrm>
          <a:custGeom>
            <a:avLst/>
            <a:gdLst/>
            <a:ahLst/>
            <a:cxnLst/>
            <a:rect l="l" t="t" r="r" b="b"/>
            <a:pathLst>
              <a:path w="22225" h="36195">
                <a:moveTo>
                  <a:pt x="21923" y="27541"/>
                </a:moveTo>
                <a:lnTo>
                  <a:pt x="8476" y="27541"/>
                </a:lnTo>
                <a:lnTo>
                  <a:pt x="12608" y="28140"/>
                </a:lnTo>
                <a:lnTo>
                  <a:pt x="14893" y="31757"/>
                </a:lnTo>
                <a:lnTo>
                  <a:pt x="19109" y="35004"/>
                </a:lnTo>
                <a:lnTo>
                  <a:pt x="20630" y="35256"/>
                </a:lnTo>
                <a:lnTo>
                  <a:pt x="21954" y="35768"/>
                </a:lnTo>
                <a:lnTo>
                  <a:pt x="21923" y="27541"/>
                </a:lnTo>
                <a:close/>
              </a:path>
              <a:path w="22225" h="36195">
                <a:moveTo>
                  <a:pt x="13649" y="14003"/>
                </a:moveTo>
                <a:lnTo>
                  <a:pt x="5870" y="14003"/>
                </a:lnTo>
                <a:lnTo>
                  <a:pt x="10260" y="15603"/>
                </a:lnTo>
                <a:lnTo>
                  <a:pt x="7407" y="19361"/>
                </a:lnTo>
                <a:lnTo>
                  <a:pt x="8242" y="22025"/>
                </a:lnTo>
                <a:lnTo>
                  <a:pt x="8258" y="27541"/>
                </a:lnTo>
                <a:lnTo>
                  <a:pt x="17801" y="27541"/>
                </a:lnTo>
                <a:lnTo>
                  <a:pt x="17809" y="17888"/>
                </a:lnTo>
                <a:lnTo>
                  <a:pt x="13640" y="17888"/>
                </a:lnTo>
                <a:lnTo>
                  <a:pt x="13649" y="14003"/>
                </a:lnTo>
                <a:close/>
              </a:path>
              <a:path w="22225" h="36195">
                <a:moveTo>
                  <a:pt x="31" y="9645"/>
                </a:moveTo>
                <a:lnTo>
                  <a:pt x="0" y="17888"/>
                </a:lnTo>
                <a:lnTo>
                  <a:pt x="1384" y="22025"/>
                </a:lnTo>
                <a:lnTo>
                  <a:pt x="4132" y="22025"/>
                </a:lnTo>
                <a:lnTo>
                  <a:pt x="5870" y="14003"/>
                </a:lnTo>
                <a:lnTo>
                  <a:pt x="13649" y="14003"/>
                </a:lnTo>
                <a:lnTo>
                  <a:pt x="13659" y="9826"/>
                </a:lnTo>
                <a:lnTo>
                  <a:pt x="2632" y="9826"/>
                </a:lnTo>
                <a:lnTo>
                  <a:pt x="31" y="9645"/>
                </a:lnTo>
                <a:close/>
              </a:path>
              <a:path w="22225" h="36195">
                <a:moveTo>
                  <a:pt x="9613" y="0"/>
                </a:moveTo>
                <a:lnTo>
                  <a:pt x="4121" y="0"/>
                </a:lnTo>
                <a:lnTo>
                  <a:pt x="4040" y="4625"/>
                </a:lnTo>
                <a:lnTo>
                  <a:pt x="4252" y="7494"/>
                </a:lnTo>
                <a:lnTo>
                  <a:pt x="4373" y="9133"/>
                </a:lnTo>
                <a:lnTo>
                  <a:pt x="2632" y="9826"/>
                </a:lnTo>
                <a:lnTo>
                  <a:pt x="13659" y="9826"/>
                </a:lnTo>
                <a:lnTo>
                  <a:pt x="13664" y="7494"/>
                </a:lnTo>
                <a:lnTo>
                  <a:pt x="14428" y="4625"/>
                </a:lnTo>
                <a:lnTo>
                  <a:pt x="10039" y="3396"/>
                </a:lnTo>
                <a:lnTo>
                  <a:pt x="9968" y="1229"/>
                </a:lnTo>
                <a:lnTo>
                  <a:pt x="9613" y="0"/>
                </a:lnTo>
                <a:close/>
              </a:path>
            </a:pathLst>
          </a:custGeom>
          <a:solidFill>
            <a:srgbClr val="9C96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3" name="bg object 1383"/>
          <p:cNvSpPr/>
          <p:nvPr/>
        </p:nvSpPr>
        <p:spPr>
          <a:xfrm>
            <a:off x="2233054" y="4115500"/>
            <a:ext cx="4445" cy="18415"/>
          </a:xfrm>
          <a:custGeom>
            <a:avLst/>
            <a:gdLst/>
            <a:ahLst/>
            <a:cxnLst/>
            <a:rect l="l" t="t" r="r" b="b"/>
            <a:pathLst>
              <a:path w="4444" h="18414">
                <a:moveTo>
                  <a:pt x="1741" y="0"/>
                </a:moveTo>
                <a:lnTo>
                  <a:pt x="0" y="685"/>
                </a:lnTo>
                <a:lnTo>
                  <a:pt x="338" y="5342"/>
                </a:lnTo>
                <a:lnTo>
                  <a:pt x="220" y="6903"/>
                </a:lnTo>
                <a:lnTo>
                  <a:pt x="204" y="8447"/>
                </a:lnTo>
                <a:lnTo>
                  <a:pt x="228" y="10677"/>
                </a:lnTo>
                <a:lnTo>
                  <a:pt x="299" y="12907"/>
                </a:lnTo>
                <a:lnTo>
                  <a:pt x="197" y="18132"/>
                </a:lnTo>
                <a:lnTo>
                  <a:pt x="2214" y="18140"/>
                </a:lnTo>
                <a:lnTo>
                  <a:pt x="4318" y="18085"/>
                </a:lnTo>
                <a:lnTo>
                  <a:pt x="4389" y="8502"/>
                </a:lnTo>
                <a:lnTo>
                  <a:pt x="4342" y="244"/>
                </a:lnTo>
                <a:lnTo>
                  <a:pt x="1741" y="0"/>
                </a:lnTo>
                <a:close/>
              </a:path>
            </a:pathLst>
          </a:custGeom>
          <a:solidFill>
            <a:srgbClr val="8F86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4" name="bg object 1384"/>
          <p:cNvSpPr/>
          <p:nvPr/>
        </p:nvSpPr>
        <p:spPr>
          <a:xfrm>
            <a:off x="2241522" y="4106082"/>
            <a:ext cx="6350" cy="14604"/>
          </a:xfrm>
          <a:custGeom>
            <a:avLst/>
            <a:gdLst/>
            <a:ahLst/>
            <a:cxnLst/>
            <a:rect l="l" t="t" r="r" b="b"/>
            <a:pathLst>
              <a:path w="6350" h="14604">
                <a:moveTo>
                  <a:pt x="5500" y="0"/>
                </a:moveTo>
                <a:lnTo>
                  <a:pt x="1386" y="15"/>
                </a:lnTo>
                <a:lnTo>
                  <a:pt x="0" y="9653"/>
                </a:lnTo>
                <a:lnTo>
                  <a:pt x="23" y="13766"/>
                </a:lnTo>
                <a:lnTo>
                  <a:pt x="3829" y="14271"/>
                </a:lnTo>
                <a:lnTo>
                  <a:pt x="6044" y="13223"/>
                </a:lnTo>
                <a:lnTo>
                  <a:pt x="5240" y="5862"/>
                </a:lnTo>
                <a:lnTo>
                  <a:pt x="5500" y="2923"/>
                </a:lnTo>
                <a:lnTo>
                  <a:pt x="5500" y="0"/>
                </a:lnTo>
                <a:close/>
              </a:path>
            </a:pathLst>
          </a:custGeom>
          <a:solidFill>
            <a:srgbClr val="B3AD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5" name="bg object 1385"/>
          <p:cNvSpPr/>
          <p:nvPr/>
        </p:nvSpPr>
        <p:spPr>
          <a:xfrm>
            <a:off x="2241158" y="4133203"/>
            <a:ext cx="5080" cy="14604"/>
          </a:xfrm>
          <a:custGeom>
            <a:avLst/>
            <a:gdLst/>
            <a:ahLst/>
            <a:cxnLst/>
            <a:rect l="l" t="t" r="r" b="b"/>
            <a:pathLst>
              <a:path w="5080" h="14604">
                <a:moveTo>
                  <a:pt x="1323" y="0"/>
                </a:moveTo>
                <a:lnTo>
                  <a:pt x="0" y="1434"/>
                </a:lnTo>
                <a:lnTo>
                  <a:pt x="346" y="4546"/>
                </a:lnTo>
                <a:lnTo>
                  <a:pt x="362" y="6556"/>
                </a:lnTo>
                <a:lnTo>
                  <a:pt x="488" y="8565"/>
                </a:lnTo>
                <a:lnTo>
                  <a:pt x="133" y="13711"/>
                </a:lnTo>
                <a:lnTo>
                  <a:pt x="1875" y="14389"/>
                </a:lnTo>
                <a:lnTo>
                  <a:pt x="4483" y="14160"/>
                </a:lnTo>
                <a:lnTo>
                  <a:pt x="4483" y="409"/>
                </a:lnTo>
                <a:lnTo>
                  <a:pt x="1323" y="0"/>
                </a:lnTo>
                <a:close/>
              </a:path>
            </a:pathLst>
          </a:custGeom>
          <a:solidFill>
            <a:srgbClr val="B9B2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6" name="bg object 1386"/>
          <p:cNvSpPr/>
          <p:nvPr/>
        </p:nvSpPr>
        <p:spPr>
          <a:xfrm>
            <a:off x="2237394" y="4115738"/>
            <a:ext cx="5080" cy="8890"/>
          </a:xfrm>
          <a:custGeom>
            <a:avLst/>
            <a:gdLst/>
            <a:ahLst/>
            <a:cxnLst/>
            <a:rect l="l" t="t" r="r" b="b"/>
            <a:pathLst>
              <a:path w="5080" h="8889">
                <a:moveTo>
                  <a:pt x="4129" y="0"/>
                </a:moveTo>
                <a:lnTo>
                  <a:pt x="0" y="7"/>
                </a:lnTo>
                <a:lnTo>
                  <a:pt x="55" y="8266"/>
                </a:lnTo>
                <a:lnTo>
                  <a:pt x="3183" y="8628"/>
                </a:lnTo>
                <a:lnTo>
                  <a:pt x="4523" y="7218"/>
                </a:lnTo>
                <a:lnTo>
                  <a:pt x="4145" y="4113"/>
                </a:lnTo>
                <a:lnTo>
                  <a:pt x="4129" y="0"/>
                </a:lnTo>
                <a:close/>
              </a:path>
            </a:pathLst>
          </a:custGeom>
          <a:solidFill>
            <a:srgbClr val="A199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7" name="bg object 1387"/>
          <p:cNvSpPr/>
          <p:nvPr/>
        </p:nvSpPr>
        <p:spPr>
          <a:xfrm>
            <a:off x="2225085" y="4097834"/>
            <a:ext cx="18415" cy="26670"/>
          </a:xfrm>
          <a:custGeom>
            <a:avLst/>
            <a:gdLst/>
            <a:ahLst/>
            <a:cxnLst/>
            <a:rect l="l" t="t" r="r" b="b"/>
            <a:pathLst>
              <a:path w="18414" h="26670">
                <a:moveTo>
                  <a:pt x="12309" y="0"/>
                </a:moveTo>
                <a:lnTo>
                  <a:pt x="8219" y="7"/>
                </a:lnTo>
                <a:lnTo>
                  <a:pt x="7242" y="4523"/>
                </a:lnTo>
                <a:lnTo>
                  <a:pt x="4460" y="7234"/>
                </a:lnTo>
                <a:lnTo>
                  <a:pt x="0" y="8250"/>
                </a:lnTo>
                <a:lnTo>
                  <a:pt x="330" y="9495"/>
                </a:lnTo>
                <a:lnTo>
                  <a:pt x="401" y="11654"/>
                </a:lnTo>
                <a:lnTo>
                  <a:pt x="4791" y="12884"/>
                </a:lnTo>
                <a:lnTo>
                  <a:pt x="4026" y="15760"/>
                </a:lnTo>
                <a:lnTo>
                  <a:pt x="4152" y="21505"/>
                </a:lnTo>
                <a:lnTo>
                  <a:pt x="4003" y="26107"/>
                </a:lnTo>
                <a:lnTo>
                  <a:pt x="6012" y="26194"/>
                </a:lnTo>
                <a:lnTo>
                  <a:pt x="8171" y="26115"/>
                </a:lnTo>
                <a:lnTo>
                  <a:pt x="8187" y="24570"/>
                </a:lnTo>
                <a:lnTo>
                  <a:pt x="8313" y="23010"/>
                </a:lnTo>
                <a:lnTo>
                  <a:pt x="7966" y="18353"/>
                </a:lnTo>
                <a:lnTo>
                  <a:pt x="9716" y="17667"/>
                </a:lnTo>
                <a:lnTo>
                  <a:pt x="12309" y="17911"/>
                </a:lnTo>
                <a:lnTo>
                  <a:pt x="16438" y="17904"/>
                </a:lnTo>
                <a:lnTo>
                  <a:pt x="17825" y="8266"/>
                </a:lnTo>
                <a:lnTo>
                  <a:pt x="14129" y="8707"/>
                </a:lnTo>
                <a:lnTo>
                  <a:pt x="11654" y="7825"/>
                </a:lnTo>
                <a:lnTo>
                  <a:pt x="12458" y="2245"/>
                </a:lnTo>
                <a:lnTo>
                  <a:pt x="12316" y="1111"/>
                </a:lnTo>
                <a:lnTo>
                  <a:pt x="12309" y="0"/>
                </a:lnTo>
                <a:close/>
              </a:path>
            </a:pathLst>
          </a:custGeom>
          <a:solidFill>
            <a:srgbClr val="ACA8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8" name="bg object 1388"/>
          <p:cNvSpPr/>
          <p:nvPr/>
        </p:nvSpPr>
        <p:spPr>
          <a:xfrm>
            <a:off x="2120523" y="3685007"/>
            <a:ext cx="32384" cy="81280"/>
          </a:xfrm>
          <a:custGeom>
            <a:avLst/>
            <a:gdLst/>
            <a:ahLst/>
            <a:cxnLst/>
            <a:rect l="l" t="t" r="r" b="b"/>
            <a:pathLst>
              <a:path w="32385" h="81279">
                <a:moveTo>
                  <a:pt x="27667" y="0"/>
                </a:moveTo>
                <a:lnTo>
                  <a:pt x="23554" y="0"/>
                </a:lnTo>
                <a:lnTo>
                  <a:pt x="23601" y="2269"/>
                </a:lnTo>
                <a:lnTo>
                  <a:pt x="23396" y="6280"/>
                </a:lnTo>
                <a:lnTo>
                  <a:pt x="22758" y="7896"/>
                </a:lnTo>
                <a:lnTo>
                  <a:pt x="17943" y="4704"/>
                </a:lnTo>
                <a:lnTo>
                  <a:pt x="15807" y="4625"/>
                </a:lnTo>
                <a:lnTo>
                  <a:pt x="13948" y="4121"/>
                </a:lnTo>
                <a:lnTo>
                  <a:pt x="13956" y="13751"/>
                </a:lnTo>
                <a:lnTo>
                  <a:pt x="16532" y="13554"/>
                </a:lnTo>
                <a:lnTo>
                  <a:pt x="18337" y="14200"/>
                </a:lnTo>
                <a:lnTo>
                  <a:pt x="17967" y="18896"/>
                </a:lnTo>
                <a:lnTo>
                  <a:pt x="18069" y="20457"/>
                </a:lnTo>
                <a:lnTo>
                  <a:pt x="18045" y="60221"/>
                </a:lnTo>
                <a:lnTo>
                  <a:pt x="18321" y="62743"/>
                </a:lnTo>
                <a:lnTo>
                  <a:pt x="17644" y="66021"/>
                </a:lnTo>
                <a:lnTo>
                  <a:pt x="15713" y="66565"/>
                </a:lnTo>
                <a:lnTo>
                  <a:pt x="14578" y="67290"/>
                </a:lnTo>
                <a:lnTo>
                  <a:pt x="13995" y="66297"/>
                </a:lnTo>
                <a:lnTo>
                  <a:pt x="12915" y="65288"/>
                </a:lnTo>
                <a:lnTo>
                  <a:pt x="12986" y="62128"/>
                </a:lnTo>
                <a:lnTo>
                  <a:pt x="13585" y="59969"/>
                </a:lnTo>
                <a:lnTo>
                  <a:pt x="13963" y="57802"/>
                </a:lnTo>
                <a:lnTo>
                  <a:pt x="8636" y="57313"/>
                </a:lnTo>
                <a:lnTo>
                  <a:pt x="4948" y="53491"/>
                </a:lnTo>
                <a:lnTo>
                  <a:pt x="4105" y="46777"/>
                </a:lnTo>
                <a:lnTo>
                  <a:pt x="3128" y="45556"/>
                </a:lnTo>
                <a:lnTo>
                  <a:pt x="2521" y="44287"/>
                </a:lnTo>
                <a:lnTo>
                  <a:pt x="1765" y="45627"/>
                </a:lnTo>
                <a:lnTo>
                  <a:pt x="488" y="46903"/>
                </a:lnTo>
                <a:lnTo>
                  <a:pt x="0" y="51426"/>
                </a:lnTo>
                <a:lnTo>
                  <a:pt x="236" y="54618"/>
                </a:lnTo>
                <a:lnTo>
                  <a:pt x="228" y="57786"/>
                </a:lnTo>
                <a:lnTo>
                  <a:pt x="4980" y="57920"/>
                </a:lnTo>
                <a:lnTo>
                  <a:pt x="2742" y="66163"/>
                </a:lnTo>
                <a:lnTo>
                  <a:pt x="7257" y="68385"/>
                </a:lnTo>
                <a:lnTo>
                  <a:pt x="12687" y="73854"/>
                </a:lnTo>
                <a:lnTo>
                  <a:pt x="12466" y="79110"/>
                </a:lnTo>
                <a:lnTo>
                  <a:pt x="13475" y="81072"/>
                </a:lnTo>
                <a:lnTo>
                  <a:pt x="16698" y="81190"/>
                </a:lnTo>
                <a:lnTo>
                  <a:pt x="22183" y="81175"/>
                </a:lnTo>
                <a:lnTo>
                  <a:pt x="22190" y="64437"/>
                </a:lnTo>
                <a:lnTo>
                  <a:pt x="21915" y="61427"/>
                </a:lnTo>
                <a:lnTo>
                  <a:pt x="22514" y="56777"/>
                </a:lnTo>
                <a:lnTo>
                  <a:pt x="24019" y="55264"/>
                </a:lnTo>
                <a:lnTo>
                  <a:pt x="25295" y="50875"/>
                </a:lnTo>
                <a:lnTo>
                  <a:pt x="25713" y="48125"/>
                </a:lnTo>
                <a:lnTo>
                  <a:pt x="26288" y="45414"/>
                </a:lnTo>
                <a:lnTo>
                  <a:pt x="22072" y="45343"/>
                </a:lnTo>
                <a:lnTo>
                  <a:pt x="22387" y="38621"/>
                </a:lnTo>
                <a:lnTo>
                  <a:pt x="21560" y="32380"/>
                </a:lnTo>
                <a:lnTo>
                  <a:pt x="23711" y="31095"/>
                </a:lnTo>
                <a:lnTo>
                  <a:pt x="27675" y="31639"/>
                </a:lnTo>
                <a:lnTo>
                  <a:pt x="27675" y="28660"/>
                </a:lnTo>
                <a:lnTo>
                  <a:pt x="27407" y="25642"/>
                </a:lnTo>
                <a:lnTo>
                  <a:pt x="28006" y="20993"/>
                </a:lnTo>
                <a:lnTo>
                  <a:pt x="29503" y="19480"/>
                </a:lnTo>
                <a:lnTo>
                  <a:pt x="30804" y="15090"/>
                </a:lnTo>
                <a:lnTo>
                  <a:pt x="31229" y="12324"/>
                </a:lnTo>
                <a:lnTo>
                  <a:pt x="31812" y="9613"/>
                </a:lnTo>
                <a:lnTo>
                  <a:pt x="31324" y="8297"/>
                </a:lnTo>
                <a:lnTo>
                  <a:pt x="31095" y="6052"/>
                </a:lnTo>
                <a:lnTo>
                  <a:pt x="26808" y="4846"/>
                </a:lnTo>
                <a:lnTo>
                  <a:pt x="27927" y="2182"/>
                </a:lnTo>
                <a:lnTo>
                  <a:pt x="27667" y="0"/>
                </a:lnTo>
                <a:close/>
              </a:path>
            </a:pathLst>
          </a:custGeom>
          <a:solidFill>
            <a:srgbClr val="C0B6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9" name="bg object 1389"/>
          <p:cNvSpPr/>
          <p:nvPr/>
        </p:nvSpPr>
        <p:spPr>
          <a:xfrm>
            <a:off x="2147330" y="3676746"/>
            <a:ext cx="10795" cy="18415"/>
          </a:xfrm>
          <a:custGeom>
            <a:avLst/>
            <a:gdLst/>
            <a:ahLst/>
            <a:cxnLst/>
            <a:rect l="l" t="t" r="r" b="b"/>
            <a:pathLst>
              <a:path w="10794" h="18414">
                <a:moveTo>
                  <a:pt x="5003" y="7"/>
                </a:moveTo>
                <a:lnTo>
                  <a:pt x="874" y="0"/>
                </a:lnTo>
                <a:lnTo>
                  <a:pt x="858" y="8258"/>
                </a:lnTo>
                <a:lnTo>
                  <a:pt x="1119" y="10449"/>
                </a:lnTo>
                <a:lnTo>
                  <a:pt x="0" y="13104"/>
                </a:lnTo>
                <a:lnTo>
                  <a:pt x="4286" y="14310"/>
                </a:lnTo>
                <a:lnTo>
                  <a:pt x="4515" y="16556"/>
                </a:lnTo>
                <a:lnTo>
                  <a:pt x="5003" y="17872"/>
                </a:lnTo>
                <a:lnTo>
                  <a:pt x="9101" y="17888"/>
                </a:lnTo>
                <a:lnTo>
                  <a:pt x="9558" y="14617"/>
                </a:lnTo>
                <a:lnTo>
                  <a:pt x="10078" y="11347"/>
                </a:lnTo>
                <a:lnTo>
                  <a:pt x="10717" y="5776"/>
                </a:lnTo>
                <a:lnTo>
                  <a:pt x="9984" y="4420"/>
                </a:lnTo>
                <a:lnTo>
                  <a:pt x="6335" y="3687"/>
                </a:lnTo>
                <a:lnTo>
                  <a:pt x="5768" y="1363"/>
                </a:lnTo>
                <a:lnTo>
                  <a:pt x="5003" y="7"/>
                </a:lnTo>
                <a:close/>
              </a:path>
            </a:pathLst>
          </a:custGeom>
          <a:solidFill>
            <a:srgbClr val="ACA4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0" name="bg object 1390"/>
          <p:cNvSpPr/>
          <p:nvPr/>
        </p:nvSpPr>
        <p:spPr>
          <a:xfrm>
            <a:off x="2125993" y="3667347"/>
            <a:ext cx="8890" cy="22225"/>
          </a:xfrm>
          <a:custGeom>
            <a:avLst/>
            <a:gdLst/>
            <a:ahLst/>
            <a:cxnLst/>
            <a:rect l="l" t="t" r="r" b="b"/>
            <a:pathLst>
              <a:path w="8889" h="22225">
                <a:moveTo>
                  <a:pt x="2482" y="0"/>
                </a:moveTo>
                <a:lnTo>
                  <a:pt x="1733" y="1576"/>
                </a:lnTo>
                <a:lnTo>
                  <a:pt x="551" y="3096"/>
                </a:lnTo>
                <a:lnTo>
                  <a:pt x="0" y="7620"/>
                </a:lnTo>
                <a:lnTo>
                  <a:pt x="236" y="10575"/>
                </a:lnTo>
                <a:lnTo>
                  <a:pt x="252" y="17659"/>
                </a:lnTo>
                <a:lnTo>
                  <a:pt x="8431" y="21749"/>
                </a:lnTo>
                <a:lnTo>
                  <a:pt x="8431" y="13569"/>
                </a:lnTo>
                <a:lnTo>
                  <a:pt x="4271" y="13491"/>
                </a:lnTo>
                <a:lnTo>
                  <a:pt x="4444" y="8676"/>
                </a:lnTo>
                <a:lnTo>
                  <a:pt x="4625" y="6832"/>
                </a:lnTo>
                <a:lnTo>
                  <a:pt x="3979" y="3341"/>
                </a:lnTo>
                <a:lnTo>
                  <a:pt x="3104" y="1694"/>
                </a:lnTo>
                <a:close/>
              </a:path>
            </a:pathLst>
          </a:custGeom>
          <a:solidFill>
            <a:srgbClr val="A599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1" name="bg object 1391"/>
          <p:cNvSpPr/>
          <p:nvPr/>
        </p:nvSpPr>
        <p:spPr>
          <a:xfrm>
            <a:off x="2134426" y="3676911"/>
            <a:ext cx="10160" cy="16510"/>
          </a:xfrm>
          <a:custGeom>
            <a:avLst/>
            <a:gdLst/>
            <a:ahLst/>
            <a:cxnLst/>
            <a:rect l="l" t="t" r="r" b="b"/>
            <a:pathLst>
              <a:path w="10160" h="16510">
                <a:moveTo>
                  <a:pt x="3814" y="0"/>
                </a:moveTo>
                <a:lnTo>
                  <a:pt x="2852" y="748"/>
                </a:lnTo>
                <a:lnTo>
                  <a:pt x="1828" y="1426"/>
                </a:lnTo>
                <a:lnTo>
                  <a:pt x="504" y="2710"/>
                </a:lnTo>
                <a:lnTo>
                  <a:pt x="315" y="3420"/>
                </a:lnTo>
                <a:lnTo>
                  <a:pt x="0" y="4003"/>
                </a:lnTo>
                <a:lnTo>
                  <a:pt x="47" y="12214"/>
                </a:lnTo>
                <a:lnTo>
                  <a:pt x="1907" y="12718"/>
                </a:lnTo>
                <a:lnTo>
                  <a:pt x="4042" y="12797"/>
                </a:lnTo>
                <a:lnTo>
                  <a:pt x="8857" y="15989"/>
                </a:lnTo>
                <a:lnTo>
                  <a:pt x="9495" y="14373"/>
                </a:lnTo>
                <a:lnTo>
                  <a:pt x="9692" y="10370"/>
                </a:lnTo>
                <a:lnTo>
                  <a:pt x="9653" y="9235"/>
                </a:lnTo>
                <a:lnTo>
                  <a:pt x="9653" y="8093"/>
                </a:lnTo>
                <a:lnTo>
                  <a:pt x="5721" y="8589"/>
                </a:lnTo>
                <a:lnTo>
                  <a:pt x="5461" y="6146"/>
                </a:lnTo>
                <a:lnTo>
                  <a:pt x="5429" y="2096"/>
                </a:lnTo>
                <a:lnTo>
                  <a:pt x="4389" y="1048"/>
                </a:lnTo>
                <a:lnTo>
                  <a:pt x="3814" y="0"/>
                </a:lnTo>
                <a:close/>
              </a:path>
            </a:pathLst>
          </a:custGeom>
          <a:solidFill>
            <a:srgbClr val="C5B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2" name="bg object 1392"/>
          <p:cNvSpPr/>
          <p:nvPr/>
        </p:nvSpPr>
        <p:spPr>
          <a:xfrm>
            <a:off x="2116486" y="3680847"/>
            <a:ext cx="10160" cy="12700"/>
          </a:xfrm>
          <a:custGeom>
            <a:avLst/>
            <a:gdLst/>
            <a:ahLst/>
            <a:cxnLst/>
            <a:rect l="l" t="t" r="r" b="b"/>
            <a:pathLst>
              <a:path w="10160" h="12700">
                <a:moveTo>
                  <a:pt x="9740" y="0"/>
                </a:moveTo>
                <a:lnTo>
                  <a:pt x="5650" y="39"/>
                </a:lnTo>
                <a:lnTo>
                  <a:pt x="5618" y="6107"/>
                </a:lnTo>
                <a:lnTo>
                  <a:pt x="5839" y="8234"/>
                </a:lnTo>
                <a:lnTo>
                  <a:pt x="0" y="8321"/>
                </a:lnTo>
                <a:lnTo>
                  <a:pt x="157" y="10409"/>
                </a:lnTo>
                <a:lnTo>
                  <a:pt x="165" y="12403"/>
                </a:lnTo>
                <a:lnTo>
                  <a:pt x="9755" y="12403"/>
                </a:lnTo>
                <a:lnTo>
                  <a:pt x="9740" y="0"/>
                </a:lnTo>
                <a:close/>
              </a:path>
            </a:pathLst>
          </a:custGeom>
          <a:solidFill>
            <a:srgbClr val="AB9E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3" name="bg object 1393"/>
          <p:cNvSpPr/>
          <p:nvPr/>
        </p:nvSpPr>
        <p:spPr>
          <a:xfrm>
            <a:off x="2144029" y="3658851"/>
            <a:ext cx="5715" cy="13970"/>
          </a:xfrm>
          <a:custGeom>
            <a:avLst/>
            <a:gdLst/>
            <a:ahLst/>
            <a:cxnLst/>
            <a:rect l="l" t="t" r="r" b="b"/>
            <a:pathLst>
              <a:path w="5714" h="13970">
                <a:moveTo>
                  <a:pt x="5516" y="7"/>
                </a:moveTo>
                <a:lnTo>
                  <a:pt x="86" y="0"/>
                </a:lnTo>
                <a:lnTo>
                  <a:pt x="0" y="4137"/>
                </a:lnTo>
                <a:lnTo>
                  <a:pt x="102" y="13735"/>
                </a:lnTo>
                <a:lnTo>
                  <a:pt x="4160" y="13743"/>
                </a:lnTo>
                <a:lnTo>
                  <a:pt x="5516" y="7"/>
                </a:lnTo>
                <a:close/>
              </a:path>
            </a:pathLst>
          </a:custGeom>
          <a:solidFill>
            <a:srgbClr val="8F81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4" name="bg object 1394"/>
          <p:cNvSpPr/>
          <p:nvPr/>
        </p:nvSpPr>
        <p:spPr>
          <a:xfrm>
            <a:off x="2143822" y="3672589"/>
            <a:ext cx="4445" cy="8890"/>
          </a:xfrm>
          <a:custGeom>
            <a:avLst/>
            <a:gdLst/>
            <a:ahLst/>
            <a:cxnLst/>
            <a:rect l="l" t="t" r="r" b="b"/>
            <a:pathLst>
              <a:path w="4444" h="8889">
                <a:moveTo>
                  <a:pt x="4365" y="0"/>
                </a:moveTo>
                <a:lnTo>
                  <a:pt x="307" y="0"/>
                </a:lnTo>
                <a:lnTo>
                  <a:pt x="291" y="1560"/>
                </a:lnTo>
                <a:lnTo>
                  <a:pt x="378" y="3120"/>
                </a:lnTo>
                <a:lnTo>
                  <a:pt x="0" y="7817"/>
                </a:lnTo>
                <a:lnTo>
                  <a:pt x="1765" y="8502"/>
                </a:lnTo>
                <a:lnTo>
                  <a:pt x="4381" y="8266"/>
                </a:lnTo>
                <a:lnTo>
                  <a:pt x="4365" y="0"/>
                </a:lnTo>
                <a:close/>
              </a:path>
            </a:pathLst>
          </a:custGeom>
          <a:solidFill>
            <a:srgbClr val="A090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5" name="bg object 1395"/>
          <p:cNvSpPr/>
          <p:nvPr/>
        </p:nvSpPr>
        <p:spPr>
          <a:xfrm>
            <a:off x="2148190" y="3658831"/>
            <a:ext cx="5715" cy="18415"/>
          </a:xfrm>
          <a:custGeom>
            <a:avLst/>
            <a:gdLst/>
            <a:ahLst/>
            <a:cxnLst/>
            <a:rect l="l" t="t" r="r" b="b"/>
            <a:pathLst>
              <a:path w="5714" h="18414">
                <a:moveTo>
                  <a:pt x="5476" y="0"/>
                </a:moveTo>
                <a:lnTo>
                  <a:pt x="1355" y="23"/>
                </a:lnTo>
                <a:lnTo>
                  <a:pt x="0" y="13759"/>
                </a:lnTo>
                <a:lnTo>
                  <a:pt x="15" y="17911"/>
                </a:lnTo>
                <a:lnTo>
                  <a:pt x="4145" y="17919"/>
                </a:lnTo>
                <a:lnTo>
                  <a:pt x="5516" y="8297"/>
                </a:lnTo>
                <a:lnTo>
                  <a:pt x="5476" y="0"/>
                </a:lnTo>
                <a:close/>
              </a:path>
            </a:pathLst>
          </a:custGeom>
          <a:solidFill>
            <a:srgbClr val="A397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6" name="bg object 1396"/>
          <p:cNvSpPr/>
          <p:nvPr/>
        </p:nvSpPr>
        <p:spPr>
          <a:xfrm>
            <a:off x="2111156" y="3742793"/>
            <a:ext cx="26670" cy="40005"/>
          </a:xfrm>
          <a:custGeom>
            <a:avLst/>
            <a:gdLst/>
            <a:ahLst/>
            <a:cxnLst/>
            <a:rect l="l" t="t" r="r" b="b"/>
            <a:pathLst>
              <a:path w="26669" h="40004">
                <a:moveTo>
                  <a:pt x="17919" y="30741"/>
                </a:moveTo>
                <a:lnTo>
                  <a:pt x="16974" y="31749"/>
                </a:lnTo>
                <a:lnTo>
                  <a:pt x="0" y="31749"/>
                </a:lnTo>
                <a:lnTo>
                  <a:pt x="0" y="34500"/>
                </a:lnTo>
                <a:lnTo>
                  <a:pt x="3687" y="34500"/>
                </a:lnTo>
                <a:lnTo>
                  <a:pt x="4199" y="36745"/>
                </a:lnTo>
                <a:lnTo>
                  <a:pt x="4113" y="39921"/>
                </a:lnTo>
                <a:lnTo>
                  <a:pt x="5445" y="39385"/>
                </a:lnTo>
                <a:lnTo>
                  <a:pt x="6808" y="38920"/>
                </a:lnTo>
                <a:lnTo>
                  <a:pt x="9456" y="37596"/>
                </a:lnTo>
                <a:lnTo>
                  <a:pt x="10748" y="36745"/>
                </a:lnTo>
                <a:lnTo>
                  <a:pt x="12080" y="35965"/>
                </a:lnTo>
                <a:lnTo>
                  <a:pt x="17861" y="35965"/>
                </a:lnTo>
                <a:lnTo>
                  <a:pt x="17919" y="30741"/>
                </a:lnTo>
                <a:close/>
              </a:path>
              <a:path w="26669" h="40004">
                <a:moveTo>
                  <a:pt x="17861" y="35965"/>
                </a:moveTo>
                <a:lnTo>
                  <a:pt x="12080" y="35965"/>
                </a:lnTo>
                <a:lnTo>
                  <a:pt x="13722" y="39921"/>
                </a:lnTo>
                <a:lnTo>
                  <a:pt x="17817" y="39921"/>
                </a:lnTo>
                <a:lnTo>
                  <a:pt x="17861" y="35965"/>
                </a:lnTo>
                <a:close/>
              </a:path>
              <a:path w="26669" h="40004">
                <a:moveTo>
                  <a:pt x="5634" y="17336"/>
                </a:moveTo>
                <a:lnTo>
                  <a:pt x="3815" y="18439"/>
                </a:lnTo>
                <a:lnTo>
                  <a:pt x="3496" y="18676"/>
                </a:lnTo>
                <a:lnTo>
                  <a:pt x="4117" y="23404"/>
                </a:lnTo>
                <a:lnTo>
                  <a:pt x="4212" y="31749"/>
                </a:lnTo>
                <a:lnTo>
                  <a:pt x="16974" y="31749"/>
                </a:lnTo>
                <a:lnTo>
                  <a:pt x="17919" y="30741"/>
                </a:lnTo>
                <a:lnTo>
                  <a:pt x="26060" y="30741"/>
                </a:lnTo>
                <a:lnTo>
                  <a:pt x="26060" y="27494"/>
                </a:lnTo>
                <a:lnTo>
                  <a:pt x="10725" y="27494"/>
                </a:lnTo>
                <a:lnTo>
                  <a:pt x="9322" y="27021"/>
                </a:lnTo>
                <a:lnTo>
                  <a:pt x="9046" y="25484"/>
                </a:lnTo>
                <a:lnTo>
                  <a:pt x="9117" y="22348"/>
                </a:lnTo>
                <a:lnTo>
                  <a:pt x="9409" y="20126"/>
                </a:lnTo>
                <a:lnTo>
                  <a:pt x="9485" y="19259"/>
                </a:lnTo>
                <a:lnTo>
                  <a:pt x="9606" y="17896"/>
                </a:lnTo>
                <a:lnTo>
                  <a:pt x="5634" y="17336"/>
                </a:lnTo>
                <a:close/>
              </a:path>
              <a:path w="26669" h="40004">
                <a:moveTo>
                  <a:pt x="26060" y="30741"/>
                </a:moveTo>
                <a:lnTo>
                  <a:pt x="17919" y="30741"/>
                </a:lnTo>
                <a:lnTo>
                  <a:pt x="17908" y="31749"/>
                </a:lnTo>
                <a:lnTo>
                  <a:pt x="26060" y="31749"/>
                </a:lnTo>
                <a:lnTo>
                  <a:pt x="26060" y="30741"/>
                </a:lnTo>
                <a:close/>
              </a:path>
              <a:path w="26669" h="40004">
                <a:moveTo>
                  <a:pt x="11864" y="0"/>
                </a:moveTo>
                <a:lnTo>
                  <a:pt x="9598" y="0"/>
                </a:lnTo>
                <a:lnTo>
                  <a:pt x="9606" y="17896"/>
                </a:lnTo>
                <a:lnTo>
                  <a:pt x="10953" y="18676"/>
                </a:lnTo>
                <a:lnTo>
                  <a:pt x="13246" y="19259"/>
                </a:lnTo>
                <a:lnTo>
                  <a:pt x="13887" y="22348"/>
                </a:lnTo>
                <a:lnTo>
                  <a:pt x="13349" y="24657"/>
                </a:lnTo>
                <a:lnTo>
                  <a:pt x="12832" y="26730"/>
                </a:lnTo>
                <a:lnTo>
                  <a:pt x="12718" y="27187"/>
                </a:lnTo>
                <a:lnTo>
                  <a:pt x="10725" y="27494"/>
                </a:lnTo>
                <a:lnTo>
                  <a:pt x="26060" y="27494"/>
                </a:lnTo>
                <a:lnTo>
                  <a:pt x="26060" y="23404"/>
                </a:lnTo>
                <a:lnTo>
                  <a:pt x="22905" y="23404"/>
                </a:lnTo>
                <a:lnTo>
                  <a:pt x="21836" y="21324"/>
                </a:lnTo>
                <a:lnTo>
                  <a:pt x="21954" y="18439"/>
                </a:lnTo>
                <a:lnTo>
                  <a:pt x="22057" y="16075"/>
                </a:lnTo>
                <a:lnTo>
                  <a:pt x="16627" y="10599"/>
                </a:lnTo>
                <a:lnTo>
                  <a:pt x="12112" y="8376"/>
                </a:lnTo>
                <a:lnTo>
                  <a:pt x="14350" y="133"/>
                </a:lnTo>
                <a:lnTo>
                  <a:pt x="11864" y="0"/>
                </a:lnTo>
                <a:close/>
              </a:path>
            </a:pathLst>
          </a:custGeom>
          <a:solidFill>
            <a:srgbClr val="B6AC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7" name="bg object 1397"/>
          <p:cNvSpPr/>
          <p:nvPr/>
        </p:nvSpPr>
        <p:spPr>
          <a:xfrm>
            <a:off x="2111153" y="3746916"/>
            <a:ext cx="10160" cy="27940"/>
          </a:xfrm>
          <a:custGeom>
            <a:avLst/>
            <a:gdLst/>
            <a:ahLst/>
            <a:cxnLst/>
            <a:rect l="l" t="t" r="r" b="b"/>
            <a:pathLst>
              <a:path w="10160" h="27939">
                <a:moveTo>
                  <a:pt x="9590" y="15"/>
                </a:moveTo>
                <a:lnTo>
                  <a:pt x="0" y="0"/>
                </a:lnTo>
                <a:lnTo>
                  <a:pt x="0" y="27525"/>
                </a:lnTo>
                <a:lnTo>
                  <a:pt x="2174" y="27565"/>
                </a:lnTo>
                <a:lnTo>
                  <a:pt x="4208" y="27486"/>
                </a:lnTo>
                <a:lnTo>
                  <a:pt x="4042" y="22608"/>
                </a:lnTo>
                <a:lnTo>
                  <a:pt x="4310" y="20748"/>
                </a:lnTo>
                <a:lnTo>
                  <a:pt x="3490" y="14515"/>
                </a:lnTo>
                <a:lnTo>
                  <a:pt x="5634" y="13215"/>
                </a:lnTo>
                <a:lnTo>
                  <a:pt x="9606" y="13774"/>
                </a:lnTo>
                <a:lnTo>
                  <a:pt x="9590" y="15"/>
                </a:lnTo>
                <a:close/>
              </a:path>
            </a:pathLst>
          </a:custGeom>
          <a:solidFill>
            <a:srgbClr val="ADA3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8" name="bg object 1398"/>
          <p:cNvSpPr/>
          <p:nvPr/>
        </p:nvSpPr>
        <p:spPr>
          <a:xfrm>
            <a:off x="2123878" y="3707015"/>
            <a:ext cx="10795" cy="19050"/>
          </a:xfrm>
          <a:custGeom>
            <a:avLst/>
            <a:gdLst/>
            <a:ahLst/>
            <a:cxnLst/>
            <a:rect l="l" t="t" r="r" b="b"/>
            <a:pathLst>
              <a:path w="10794" h="19050">
                <a:moveTo>
                  <a:pt x="10599" y="0"/>
                </a:moveTo>
                <a:lnTo>
                  <a:pt x="6477" y="0"/>
                </a:lnTo>
                <a:lnTo>
                  <a:pt x="6320" y="2301"/>
                </a:lnTo>
                <a:lnTo>
                  <a:pt x="6950" y="4420"/>
                </a:lnTo>
                <a:lnTo>
                  <a:pt x="0" y="7730"/>
                </a:lnTo>
                <a:lnTo>
                  <a:pt x="772" y="12096"/>
                </a:lnTo>
                <a:lnTo>
                  <a:pt x="1505" y="18991"/>
                </a:lnTo>
                <a:lnTo>
                  <a:pt x="4507" y="17510"/>
                </a:lnTo>
                <a:lnTo>
                  <a:pt x="6469" y="17904"/>
                </a:lnTo>
                <a:lnTo>
                  <a:pt x="6107" y="14783"/>
                </a:lnTo>
                <a:lnTo>
                  <a:pt x="7431" y="13357"/>
                </a:lnTo>
                <a:lnTo>
                  <a:pt x="10591" y="13774"/>
                </a:lnTo>
                <a:lnTo>
                  <a:pt x="10599" y="0"/>
                </a:lnTo>
                <a:close/>
              </a:path>
            </a:pathLst>
          </a:custGeom>
          <a:solidFill>
            <a:srgbClr val="B9B1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9" name="bg object 1399"/>
          <p:cNvSpPr/>
          <p:nvPr/>
        </p:nvSpPr>
        <p:spPr>
          <a:xfrm>
            <a:off x="2112257" y="3693258"/>
            <a:ext cx="8890" cy="13970"/>
          </a:xfrm>
          <a:custGeom>
            <a:avLst/>
            <a:gdLst/>
            <a:ahLst/>
            <a:cxnLst/>
            <a:rect l="l" t="t" r="r" b="b"/>
            <a:pathLst>
              <a:path w="8889" h="13970">
                <a:moveTo>
                  <a:pt x="4373" y="0"/>
                </a:moveTo>
                <a:lnTo>
                  <a:pt x="267" y="0"/>
                </a:lnTo>
                <a:lnTo>
                  <a:pt x="267" y="3420"/>
                </a:lnTo>
                <a:lnTo>
                  <a:pt x="0" y="6879"/>
                </a:lnTo>
                <a:lnTo>
                  <a:pt x="575" y="11505"/>
                </a:lnTo>
                <a:lnTo>
                  <a:pt x="2190" y="13286"/>
                </a:lnTo>
                <a:lnTo>
                  <a:pt x="4862" y="13837"/>
                </a:lnTo>
                <a:lnTo>
                  <a:pt x="7801" y="13026"/>
                </a:lnTo>
                <a:lnTo>
                  <a:pt x="8416" y="10244"/>
                </a:lnTo>
                <a:lnTo>
                  <a:pt x="8211" y="6501"/>
                </a:lnTo>
                <a:lnTo>
                  <a:pt x="3861" y="4838"/>
                </a:lnTo>
                <a:lnTo>
                  <a:pt x="4460" y="2411"/>
                </a:lnTo>
                <a:lnTo>
                  <a:pt x="4373" y="0"/>
                </a:lnTo>
                <a:close/>
              </a:path>
            </a:pathLst>
          </a:custGeom>
          <a:solidFill>
            <a:srgbClr val="BAB2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0" name="bg object 1400"/>
          <p:cNvSpPr/>
          <p:nvPr/>
        </p:nvSpPr>
        <p:spPr>
          <a:xfrm>
            <a:off x="2125823" y="3695256"/>
            <a:ext cx="8890" cy="12065"/>
          </a:xfrm>
          <a:custGeom>
            <a:avLst/>
            <a:gdLst/>
            <a:ahLst/>
            <a:cxnLst/>
            <a:rect l="l" t="t" r="r" b="b"/>
            <a:pathLst>
              <a:path w="8889" h="12064">
                <a:moveTo>
                  <a:pt x="2056" y="0"/>
                </a:moveTo>
                <a:lnTo>
                  <a:pt x="1528" y="2608"/>
                </a:lnTo>
                <a:lnTo>
                  <a:pt x="866" y="5358"/>
                </a:lnTo>
                <a:lnTo>
                  <a:pt x="0" y="11268"/>
                </a:lnTo>
                <a:lnTo>
                  <a:pt x="1930" y="11954"/>
                </a:lnTo>
                <a:lnTo>
                  <a:pt x="4531" y="11757"/>
                </a:lnTo>
                <a:lnTo>
                  <a:pt x="8644" y="11757"/>
                </a:lnTo>
                <a:lnTo>
                  <a:pt x="8652" y="3498"/>
                </a:lnTo>
                <a:lnTo>
                  <a:pt x="2056" y="0"/>
                </a:lnTo>
                <a:close/>
              </a:path>
            </a:pathLst>
          </a:custGeom>
          <a:solidFill>
            <a:srgbClr val="AC9F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1" name="bg object 1401"/>
          <p:cNvSpPr/>
          <p:nvPr/>
        </p:nvSpPr>
        <p:spPr>
          <a:xfrm>
            <a:off x="2129820" y="3720373"/>
            <a:ext cx="5080" cy="14604"/>
          </a:xfrm>
          <a:custGeom>
            <a:avLst/>
            <a:gdLst/>
            <a:ahLst/>
            <a:cxnLst/>
            <a:rect l="l" t="t" r="r" b="b"/>
            <a:pathLst>
              <a:path w="5080" h="14604">
                <a:moveTo>
                  <a:pt x="1489" y="0"/>
                </a:moveTo>
                <a:lnTo>
                  <a:pt x="165" y="1426"/>
                </a:lnTo>
                <a:lnTo>
                  <a:pt x="527" y="4546"/>
                </a:lnTo>
                <a:lnTo>
                  <a:pt x="0" y="13814"/>
                </a:lnTo>
                <a:lnTo>
                  <a:pt x="2899" y="14381"/>
                </a:lnTo>
                <a:lnTo>
                  <a:pt x="4704" y="13963"/>
                </a:lnTo>
                <a:lnTo>
                  <a:pt x="4586" y="7257"/>
                </a:lnTo>
                <a:lnTo>
                  <a:pt x="4641" y="3837"/>
                </a:lnTo>
                <a:lnTo>
                  <a:pt x="4649" y="417"/>
                </a:lnTo>
                <a:lnTo>
                  <a:pt x="1489" y="0"/>
                </a:lnTo>
                <a:close/>
              </a:path>
            </a:pathLst>
          </a:custGeom>
          <a:solidFill>
            <a:srgbClr val="BEB6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2" name="bg object 1402"/>
          <p:cNvSpPr/>
          <p:nvPr/>
        </p:nvSpPr>
        <p:spPr>
          <a:xfrm>
            <a:off x="2103073" y="3697386"/>
            <a:ext cx="6350" cy="9525"/>
          </a:xfrm>
          <a:custGeom>
            <a:avLst/>
            <a:gdLst/>
            <a:ahLst/>
            <a:cxnLst/>
            <a:rect l="l" t="t" r="r" b="b"/>
            <a:pathLst>
              <a:path w="6350" h="9525">
                <a:moveTo>
                  <a:pt x="1205" y="0"/>
                </a:moveTo>
                <a:lnTo>
                  <a:pt x="772" y="2198"/>
                </a:lnTo>
                <a:lnTo>
                  <a:pt x="78" y="4389"/>
                </a:lnTo>
                <a:lnTo>
                  <a:pt x="0" y="7557"/>
                </a:lnTo>
                <a:lnTo>
                  <a:pt x="1308" y="8550"/>
                </a:lnTo>
                <a:lnTo>
                  <a:pt x="2009" y="9527"/>
                </a:lnTo>
                <a:lnTo>
                  <a:pt x="3096" y="8707"/>
                </a:lnTo>
                <a:lnTo>
                  <a:pt x="4996" y="7990"/>
                </a:lnTo>
                <a:lnTo>
                  <a:pt x="5539" y="3955"/>
                </a:lnTo>
                <a:lnTo>
                  <a:pt x="6052" y="338"/>
                </a:lnTo>
                <a:lnTo>
                  <a:pt x="1205" y="0"/>
                </a:lnTo>
                <a:close/>
              </a:path>
            </a:pathLst>
          </a:custGeom>
          <a:solidFill>
            <a:srgbClr val="A59F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3" name="bg object 1403"/>
          <p:cNvSpPr/>
          <p:nvPr/>
        </p:nvSpPr>
        <p:spPr>
          <a:xfrm>
            <a:off x="2133438" y="3742772"/>
            <a:ext cx="5715" cy="9525"/>
          </a:xfrm>
          <a:custGeom>
            <a:avLst/>
            <a:gdLst/>
            <a:ahLst/>
            <a:cxnLst/>
            <a:rect l="l" t="t" r="r" b="b"/>
            <a:pathLst>
              <a:path w="5714" h="9525">
                <a:moveTo>
                  <a:pt x="5153" y="0"/>
                </a:moveTo>
                <a:lnTo>
                  <a:pt x="1048" y="39"/>
                </a:lnTo>
                <a:lnTo>
                  <a:pt x="669" y="2206"/>
                </a:lnTo>
                <a:lnTo>
                  <a:pt x="70" y="4365"/>
                </a:lnTo>
                <a:lnTo>
                  <a:pt x="0" y="7517"/>
                </a:lnTo>
                <a:lnTo>
                  <a:pt x="1079" y="8526"/>
                </a:lnTo>
                <a:lnTo>
                  <a:pt x="1662" y="9527"/>
                </a:lnTo>
                <a:lnTo>
                  <a:pt x="2797" y="8802"/>
                </a:lnTo>
                <a:lnTo>
                  <a:pt x="4736" y="8250"/>
                </a:lnTo>
                <a:lnTo>
                  <a:pt x="5405" y="4980"/>
                </a:lnTo>
                <a:lnTo>
                  <a:pt x="5130" y="2458"/>
                </a:lnTo>
                <a:lnTo>
                  <a:pt x="5153" y="0"/>
                </a:lnTo>
                <a:close/>
              </a:path>
            </a:pathLst>
          </a:custGeom>
          <a:solidFill>
            <a:srgbClr val="CABF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4" name="bg object 1404"/>
          <p:cNvSpPr/>
          <p:nvPr/>
        </p:nvSpPr>
        <p:spPr>
          <a:xfrm>
            <a:off x="2134469" y="3698561"/>
            <a:ext cx="4445" cy="8890"/>
          </a:xfrm>
          <a:custGeom>
            <a:avLst/>
            <a:gdLst/>
            <a:ahLst/>
            <a:cxnLst/>
            <a:rect l="l" t="t" r="r" b="b"/>
            <a:pathLst>
              <a:path w="4444" h="8889">
                <a:moveTo>
                  <a:pt x="2584" y="0"/>
                </a:moveTo>
                <a:lnTo>
                  <a:pt x="7" y="197"/>
                </a:lnTo>
                <a:lnTo>
                  <a:pt x="0" y="8455"/>
                </a:lnTo>
                <a:lnTo>
                  <a:pt x="4121" y="8463"/>
                </a:lnTo>
                <a:lnTo>
                  <a:pt x="4121" y="6903"/>
                </a:lnTo>
                <a:lnTo>
                  <a:pt x="4018" y="5342"/>
                </a:lnTo>
                <a:lnTo>
                  <a:pt x="4389" y="646"/>
                </a:lnTo>
                <a:lnTo>
                  <a:pt x="2584" y="0"/>
                </a:lnTo>
                <a:close/>
              </a:path>
            </a:pathLst>
          </a:custGeom>
          <a:solidFill>
            <a:srgbClr val="B8A8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5" name="bg object 1405"/>
          <p:cNvSpPr/>
          <p:nvPr/>
        </p:nvSpPr>
        <p:spPr>
          <a:xfrm>
            <a:off x="2067189" y="4179037"/>
            <a:ext cx="4445" cy="8255"/>
          </a:xfrm>
          <a:custGeom>
            <a:avLst/>
            <a:gdLst/>
            <a:ahLst/>
            <a:cxnLst/>
            <a:rect l="l" t="t" r="r" b="b"/>
            <a:pathLst>
              <a:path w="4444" h="8254">
                <a:moveTo>
                  <a:pt x="4074" y="0"/>
                </a:moveTo>
                <a:lnTo>
                  <a:pt x="0" y="23"/>
                </a:lnTo>
                <a:lnTo>
                  <a:pt x="70" y="8234"/>
                </a:lnTo>
                <a:lnTo>
                  <a:pt x="4121" y="8258"/>
                </a:lnTo>
                <a:lnTo>
                  <a:pt x="4074" y="0"/>
                </a:lnTo>
                <a:close/>
              </a:path>
            </a:pathLst>
          </a:custGeom>
          <a:solidFill>
            <a:srgbClr val="8783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6" name="bg object 1406"/>
          <p:cNvSpPr/>
          <p:nvPr/>
        </p:nvSpPr>
        <p:spPr>
          <a:xfrm>
            <a:off x="2071389" y="4196894"/>
            <a:ext cx="8890" cy="27940"/>
          </a:xfrm>
          <a:custGeom>
            <a:avLst/>
            <a:gdLst/>
            <a:ahLst/>
            <a:cxnLst/>
            <a:rect l="l" t="t" r="r" b="b"/>
            <a:pathLst>
              <a:path w="8889" h="27939">
                <a:moveTo>
                  <a:pt x="0" y="0"/>
                </a:moveTo>
                <a:lnTo>
                  <a:pt x="0" y="23412"/>
                </a:lnTo>
                <a:lnTo>
                  <a:pt x="2718" y="24822"/>
                </a:lnTo>
                <a:lnTo>
                  <a:pt x="8211" y="27533"/>
                </a:lnTo>
                <a:lnTo>
                  <a:pt x="8195" y="13790"/>
                </a:lnTo>
                <a:lnTo>
                  <a:pt x="8116" y="12915"/>
                </a:lnTo>
                <a:lnTo>
                  <a:pt x="8321" y="11457"/>
                </a:lnTo>
                <a:lnTo>
                  <a:pt x="2758" y="8802"/>
                </a:lnTo>
                <a:lnTo>
                  <a:pt x="4239" y="4145"/>
                </a:lnTo>
                <a:lnTo>
                  <a:pt x="4050" y="39"/>
                </a:lnTo>
                <a:lnTo>
                  <a:pt x="0" y="0"/>
                </a:lnTo>
                <a:close/>
              </a:path>
            </a:pathLst>
          </a:custGeom>
          <a:solidFill>
            <a:srgbClr val="9B94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7" name="bg object 1407"/>
          <p:cNvSpPr/>
          <p:nvPr/>
        </p:nvSpPr>
        <p:spPr>
          <a:xfrm>
            <a:off x="2071326" y="4220307"/>
            <a:ext cx="12700" cy="17145"/>
          </a:xfrm>
          <a:custGeom>
            <a:avLst/>
            <a:gdLst/>
            <a:ahLst/>
            <a:cxnLst/>
            <a:rect l="l" t="t" r="r" b="b"/>
            <a:pathLst>
              <a:path w="12700" h="17145">
                <a:moveTo>
                  <a:pt x="63" y="0"/>
                </a:moveTo>
                <a:lnTo>
                  <a:pt x="0" y="8250"/>
                </a:lnTo>
                <a:lnTo>
                  <a:pt x="31" y="12395"/>
                </a:lnTo>
                <a:lnTo>
                  <a:pt x="1583" y="12395"/>
                </a:lnTo>
                <a:lnTo>
                  <a:pt x="3144" y="12490"/>
                </a:lnTo>
                <a:lnTo>
                  <a:pt x="7825" y="12119"/>
                </a:lnTo>
                <a:lnTo>
                  <a:pt x="8439" y="13948"/>
                </a:lnTo>
                <a:lnTo>
                  <a:pt x="8242" y="16525"/>
                </a:lnTo>
                <a:lnTo>
                  <a:pt x="10819" y="16714"/>
                </a:lnTo>
                <a:lnTo>
                  <a:pt x="12632" y="16083"/>
                </a:lnTo>
                <a:lnTo>
                  <a:pt x="12261" y="11387"/>
                </a:lnTo>
                <a:lnTo>
                  <a:pt x="12364" y="9818"/>
                </a:lnTo>
                <a:lnTo>
                  <a:pt x="12348" y="4113"/>
                </a:lnTo>
                <a:lnTo>
                  <a:pt x="8274" y="4121"/>
                </a:lnTo>
                <a:lnTo>
                  <a:pt x="5516" y="2781"/>
                </a:lnTo>
                <a:lnTo>
                  <a:pt x="63" y="0"/>
                </a:lnTo>
                <a:close/>
              </a:path>
            </a:pathLst>
          </a:custGeom>
          <a:solidFill>
            <a:srgbClr val="978D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8" name="bg object 1408"/>
          <p:cNvSpPr/>
          <p:nvPr/>
        </p:nvSpPr>
        <p:spPr>
          <a:xfrm>
            <a:off x="2071263" y="4179030"/>
            <a:ext cx="5715" cy="18415"/>
          </a:xfrm>
          <a:custGeom>
            <a:avLst/>
            <a:gdLst/>
            <a:ahLst/>
            <a:cxnLst/>
            <a:rect l="l" t="t" r="r" b="b"/>
            <a:pathLst>
              <a:path w="5714" h="18414">
                <a:moveTo>
                  <a:pt x="5555" y="0"/>
                </a:moveTo>
                <a:lnTo>
                  <a:pt x="0" y="7"/>
                </a:lnTo>
                <a:lnTo>
                  <a:pt x="126" y="17864"/>
                </a:lnTo>
                <a:lnTo>
                  <a:pt x="4176" y="17904"/>
                </a:lnTo>
                <a:close/>
              </a:path>
            </a:pathLst>
          </a:custGeom>
          <a:solidFill>
            <a:srgbClr val="A2A0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9" name="bg object 1409"/>
          <p:cNvSpPr/>
          <p:nvPr/>
        </p:nvSpPr>
        <p:spPr>
          <a:xfrm>
            <a:off x="2069945" y="4236840"/>
            <a:ext cx="10160" cy="5715"/>
          </a:xfrm>
          <a:custGeom>
            <a:avLst/>
            <a:gdLst/>
            <a:ahLst/>
            <a:cxnLst/>
            <a:rect l="l" t="t" r="r" b="b"/>
            <a:pathLst>
              <a:path w="10160" h="5714">
                <a:moveTo>
                  <a:pt x="10024" y="3727"/>
                </a:moveTo>
                <a:lnTo>
                  <a:pt x="3687" y="3727"/>
                </a:lnTo>
                <a:lnTo>
                  <a:pt x="9472" y="5390"/>
                </a:lnTo>
                <a:lnTo>
                  <a:pt x="10024" y="3727"/>
                </a:lnTo>
                <a:close/>
              </a:path>
              <a:path w="10160" h="5714">
                <a:moveTo>
                  <a:pt x="9630" y="0"/>
                </a:moveTo>
                <a:lnTo>
                  <a:pt x="1442" y="0"/>
                </a:lnTo>
                <a:lnTo>
                  <a:pt x="0" y="4129"/>
                </a:lnTo>
                <a:lnTo>
                  <a:pt x="1643" y="4129"/>
                </a:lnTo>
                <a:lnTo>
                  <a:pt x="3687" y="3727"/>
                </a:lnTo>
                <a:lnTo>
                  <a:pt x="10024" y="3727"/>
                </a:lnTo>
                <a:lnTo>
                  <a:pt x="10134" y="3396"/>
                </a:lnTo>
                <a:lnTo>
                  <a:pt x="9630" y="0"/>
                </a:lnTo>
                <a:close/>
              </a:path>
            </a:pathLst>
          </a:custGeom>
          <a:solidFill>
            <a:srgbClr val="AAA3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0" name="bg object 1410"/>
          <p:cNvSpPr/>
          <p:nvPr/>
        </p:nvSpPr>
        <p:spPr>
          <a:xfrm>
            <a:off x="2071361" y="4232433"/>
            <a:ext cx="8890" cy="4445"/>
          </a:xfrm>
          <a:custGeom>
            <a:avLst/>
            <a:gdLst/>
            <a:ahLst/>
            <a:cxnLst/>
            <a:rect l="l" t="t" r="r" b="b"/>
            <a:pathLst>
              <a:path w="8889" h="4445">
                <a:moveTo>
                  <a:pt x="7793" y="0"/>
                </a:moveTo>
                <a:lnTo>
                  <a:pt x="3104" y="362"/>
                </a:lnTo>
                <a:lnTo>
                  <a:pt x="1552" y="275"/>
                </a:lnTo>
                <a:lnTo>
                  <a:pt x="0" y="275"/>
                </a:lnTo>
                <a:lnTo>
                  <a:pt x="31" y="4412"/>
                </a:lnTo>
                <a:lnTo>
                  <a:pt x="8211" y="4397"/>
                </a:lnTo>
                <a:lnTo>
                  <a:pt x="8408" y="1820"/>
                </a:lnTo>
                <a:lnTo>
                  <a:pt x="7793" y="0"/>
                </a:lnTo>
                <a:close/>
              </a:path>
            </a:pathLst>
          </a:custGeom>
          <a:solidFill>
            <a:srgbClr val="9F98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1" name="bg object 1411"/>
          <p:cNvSpPr/>
          <p:nvPr/>
        </p:nvSpPr>
        <p:spPr>
          <a:xfrm>
            <a:off x="2188866" y="3793235"/>
            <a:ext cx="16510" cy="36830"/>
          </a:xfrm>
          <a:custGeom>
            <a:avLst/>
            <a:gdLst/>
            <a:ahLst/>
            <a:cxnLst/>
            <a:rect l="l" t="t" r="r" b="b"/>
            <a:pathLst>
              <a:path w="16510" h="36829">
                <a:moveTo>
                  <a:pt x="16186" y="0"/>
                </a:moveTo>
                <a:lnTo>
                  <a:pt x="13002" y="409"/>
                </a:lnTo>
                <a:lnTo>
                  <a:pt x="10086" y="464"/>
                </a:lnTo>
                <a:lnTo>
                  <a:pt x="6950" y="70"/>
                </a:lnTo>
                <a:lnTo>
                  <a:pt x="5626" y="1505"/>
                </a:lnTo>
                <a:lnTo>
                  <a:pt x="5965" y="4594"/>
                </a:lnTo>
                <a:lnTo>
                  <a:pt x="5973" y="22482"/>
                </a:lnTo>
                <a:lnTo>
                  <a:pt x="5634" y="23735"/>
                </a:lnTo>
                <a:lnTo>
                  <a:pt x="5539" y="25934"/>
                </a:lnTo>
                <a:lnTo>
                  <a:pt x="0" y="27297"/>
                </a:lnTo>
                <a:lnTo>
                  <a:pt x="2923" y="32049"/>
                </a:lnTo>
                <a:lnTo>
                  <a:pt x="937" y="34484"/>
                </a:lnTo>
                <a:lnTo>
                  <a:pt x="5996" y="36257"/>
                </a:lnTo>
                <a:lnTo>
                  <a:pt x="8621" y="36446"/>
                </a:lnTo>
                <a:lnTo>
                  <a:pt x="10307" y="35745"/>
                </a:lnTo>
                <a:lnTo>
                  <a:pt x="9976" y="29228"/>
                </a:lnTo>
                <a:lnTo>
                  <a:pt x="10118" y="25863"/>
                </a:lnTo>
                <a:lnTo>
                  <a:pt x="10118" y="18219"/>
                </a:lnTo>
                <a:lnTo>
                  <a:pt x="10394" y="13916"/>
                </a:lnTo>
                <a:lnTo>
                  <a:pt x="9669" y="5185"/>
                </a:lnTo>
                <a:lnTo>
                  <a:pt x="11765" y="4097"/>
                </a:lnTo>
                <a:lnTo>
                  <a:pt x="15603" y="4609"/>
                </a:lnTo>
                <a:lnTo>
                  <a:pt x="16186" y="0"/>
                </a:lnTo>
                <a:close/>
              </a:path>
            </a:pathLst>
          </a:custGeom>
          <a:solidFill>
            <a:srgbClr val="C7BE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2" name="bg object 1412"/>
          <p:cNvSpPr/>
          <p:nvPr/>
        </p:nvSpPr>
        <p:spPr>
          <a:xfrm>
            <a:off x="2190560" y="3783896"/>
            <a:ext cx="10160" cy="13970"/>
          </a:xfrm>
          <a:custGeom>
            <a:avLst/>
            <a:gdLst/>
            <a:ahLst/>
            <a:cxnLst/>
            <a:rect l="l" t="t" r="r" b="b"/>
            <a:pathLst>
              <a:path w="10160" h="13970">
                <a:moveTo>
                  <a:pt x="1686" y="0"/>
                </a:moveTo>
                <a:lnTo>
                  <a:pt x="0" y="693"/>
                </a:lnTo>
                <a:lnTo>
                  <a:pt x="338" y="7202"/>
                </a:lnTo>
                <a:lnTo>
                  <a:pt x="212" y="10567"/>
                </a:lnTo>
                <a:lnTo>
                  <a:pt x="220" y="13924"/>
                </a:lnTo>
                <a:lnTo>
                  <a:pt x="4271" y="13932"/>
                </a:lnTo>
                <a:lnTo>
                  <a:pt x="3932" y="10843"/>
                </a:lnTo>
                <a:lnTo>
                  <a:pt x="5256" y="9409"/>
                </a:lnTo>
                <a:lnTo>
                  <a:pt x="8392" y="9803"/>
                </a:lnTo>
                <a:lnTo>
                  <a:pt x="9787" y="189"/>
                </a:lnTo>
                <a:lnTo>
                  <a:pt x="4302" y="173"/>
                </a:lnTo>
                <a:lnTo>
                  <a:pt x="1686" y="0"/>
                </a:lnTo>
                <a:close/>
              </a:path>
            </a:pathLst>
          </a:custGeom>
          <a:solidFill>
            <a:srgbClr val="B5A4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3" name="bg object 1413"/>
          <p:cNvSpPr/>
          <p:nvPr/>
        </p:nvSpPr>
        <p:spPr>
          <a:xfrm>
            <a:off x="2198531" y="3797336"/>
            <a:ext cx="6350" cy="18415"/>
          </a:xfrm>
          <a:custGeom>
            <a:avLst/>
            <a:gdLst/>
            <a:ahLst/>
            <a:cxnLst/>
            <a:rect l="l" t="t" r="r" b="b"/>
            <a:pathLst>
              <a:path w="6350" h="18414">
                <a:moveTo>
                  <a:pt x="2104" y="0"/>
                </a:moveTo>
                <a:lnTo>
                  <a:pt x="0" y="1079"/>
                </a:lnTo>
                <a:lnTo>
                  <a:pt x="724" y="9818"/>
                </a:lnTo>
                <a:lnTo>
                  <a:pt x="457" y="14121"/>
                </a:lnTo>
                <a:lnTo>
                  <a:pt x="457" y="18392"/>
                </a:lnTo>
                <a:lnTo>
                  <a:pt x="4562" y="18384"/>
                </a:lnTo>
                <a:lnTo>
                  <a:pt x="5941" y="512"/>
                </a:lnTo>
                <a:lnTo>
                  <a:pt x="2104" y="0"/>
                </a:lnTo>
                <a:close/>
              </a:path>
            </a:pathLst>
          </a:custGeom>
          <a:solidFill>
            <a:srgbClr val="D6CB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4" name="bg object 1414"/>
          <p:cNvSpPr/>
          <p:nvPr/>
        </p:nvSpPr>
        <p:spPr>
          <a:xfrm>
            <a:off x="2189193" y="3815728"/>
            <a:ext cx="19685" cy="36195"/>
          </a:xfrm>
          <a:custGeom>
            <a:avLst/>
            <a:gdLst/>
            <a:ahLst/>
            <a:cxnLst/>
            <a:rect l="l" t="t" r="r" b="b"/>
            <a:pathLst>
              <a:path w="19685" h="36195">
                <a:moveTo>
                  <a:pt x="5673" y="13766"/>
                </a:moveTo>
                <a:lnTo>
                  <a:pt x="5665" y="19874"/>
                </a:lnTo>
                <a:lnTo>
                  <a:pt x="5797" y="21473"/>
                </a:lnTo>
                <a:lnTo>
                  <a:pt x="5846" y="22064"/>
                </a:lnTo>
                <a:lnTo>
                  <a:pt x="0" y="22064"/>
                </a:lnTo>
                <a:lnTo>
                  <a:pt x="197" y="24176"/>
                </a:lnTo>
                <a:lnTo>
                  <a:pt x="204" y="26162"/>
                </a:lnTo>
                <a:lnTo>
                  <a:pt x="9763" y="26312"/>
                </a:lnTo>
                <a:lnTo>
                  <a:pt x="9795" y="35784"/>
                </a:lnTo>
                <a:lnTo>
                  <a:pt x="13908" y="35784"/>
                </a:lnTo>
                <a:lnTo>
                  <a:pt x="13987" y="34909"/>
                </a:lnTo>
                <a:lnTo>
                  <a:pt x="13774" y="33451"/>
                </a:lnTo>
                <a:lnTo>
                  <a:pt x="19314" y="30772"/>
                </a:lnTo>
                <a:lnTo>
                  <a:pt x="17939" y="26312"/>
                </a:lnTo>
                <a:lnTo>
                  <a:pt x="18015" y="22214"/>
                </a:lnTo>
                <a:lnTo>
                  <a:pt x="15374" y="22214"/>
                </a:lnTo>
                <a:lnTo>
                  <a:pt x="13766" y="21473"/>
                </a:lnTo>
                <a:lnTo>
                  <a:pt x="14030" y="13956"/>
                </a:lnTo>
                <a:lnTo>
                  <a:pt x="8290" y="13956"/>
                </a:lnTo>
                <a:lnTo>
                  <a:pt x="5673" y="13766"/>
                </a:lnTo>
                <a:close/>
              </a:path>
              <a:path w="19685" h="36195">
                <a:moveTo>
                  <a:pt x="18020" y="22064"/>
                </a:moveTo>
                <a:lnTo>
                  <a:pt x="17386" y="22064"/>
                </a:lnTo>
                <a:lnTo>
                  <a:pt x="15374" y="22214"/>
                </a:lnTo>
                <a:lnTo>
                  <a:pt x="18015" y="22214"/>
                </a:lnTo>
                <a:lnTo>
                  <a:pt x="18020" y="22064"/>
                </a:lnTo>
                <a:close/>
              </a:path>
              <a:path w="19685" h="36195">
                <a:moveTo>
                  <a:pt x="13900" y="0"/>
                </a:moveTo>
                <a:lnTo>
                  <a:pt x="9795" y="0"/>
                </a:lnTo>
                <a:lnTo>
                  <a:pt x="9761" y="8865"/>
                </a:lnTo>
                <a:lnTo>
                  <a:pt x="9984" y="13254"/>
                </a:lnTo>
                <a:lnTo>
                  <a:pt x="8290" y="13956"/>
                </a:lnTo>
                <a:lnTo>
                  <a:pt x="14030" y="13956"/>
                </a:lnTo>
                <a:lnTo>
                  <a:pt x="13906" y="3364"/>
                </a:lnTo>
                <a:lnTo>
                  <a:pt x="13900" y="0"/>
                </a:lnTo>
                <a:close/>
              </a:path>
            </a:pathLst>
          </a:custGeom>
          <a:solidFill>
            <a:srgbClr val="C2B8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5" name="bg object 1415"/>
          <p:cNvSpPr/>
          <p:nvPr/>
        </p:nvSpPr>
        <p:spPr>
          <a:xfrm>
            <a:off x="2202960" y="3819296"/>
            <a:ext cx="6985" cy="19050"/>
          </a:xfrm>
          <a:custGeom>
            <a:avLst/>
            <a:gdLst/>
            <a:ahLst/>
            <a:cxnLst/>
            <a:rect l="l" t="t" r="r" b="b"/>
            <a:pathLst>
              <a:path w="6985" h="19050">
                <a:moveTo>
                  <a:pt x="6548" y="0"/>
                </a:moveTo>
                <a:lnTo>
                  <a:pt x="3530" y="512"/>
                </a:lnTo>
                <a:lnTo>
                  <a:pt x="149" y="575"/>
                </a:lnTo>
                <a:lnTo>
                  <a:pt x="149" y="5303"/>
                </a:lnTo>
                <a:lnTo>
                  <a:pt x="275" y="10031"/>
                </a:lnTo>
                <a:lnTo>
                  <a:pt x="0" y="17904"/>
                </a:lnTo>
                <a:lnTo>
                  <a:pt x="1607" y="18644"/>
                </a:lnTo>
                <a:lnTo>
                  <a:pt x="4255" y="18447"/>
                </a:lnTo>
                <a:lnTo>
                  <a:pt x="4373" y="14145"/>
                </a:lnTo>
                <a:lnTo>
                  <a:pt x="3609" y="9566"/>
                </a:lnTo>
                <a:lnTo>
                  <a:pt x="6548" y="0"/>
                </a:lnTo>
                <a:close/>
              </a:path>
            </a:pathLst>
          </a:custGeom>
          <a:solidFill>
            <a:srgbClr val="ACA0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6" name="bg object 1416"/>
          <p:cNvSpPr/>
          <p:nvPr/>
        </p:nvSpPr>
        <p:spPr>
          <a:xfrm>
            <a:off x="2060379" y="4040043"/>
            <a:ext cx="11430" cy="41275"/>
          </a:xfrm>
          <a:custGeom>
            <a:avLst/>
            <a:gdLst/>
            <a:ahLst/>
            <a:cxnLst/>
            <a:rect l="l" t="t" r="r" b="b"/>
            <a:pathLst>
              <a:path w="11430" h="41275">
                <a:moveTo>
                  <a:pt x="5453" y="7"/>
                </a:moveTo>
                <a:lnTo>
                  <a:pt x="1355" y="0"/>
                </a:lnTo>
                <a:lnTo>
                  <a:pt x="1347" y="9637"/>
                </a:lnTo>
                <a:lnTo>
                  <a:pt x="0" y="27525"/>
                </a:lnTo>
                <a:lnTo>
                  <a:pt x="2639" y="27321"/>
                </a:lnTo>
                <a:lnTo>
                  <a:pt x="4286" y="28053"/>
                </a:lnTo>
                <a:lnTo>
                  <a:pt x="3963" y="34547"/>
                </a:lnTo>
                <a:lnTo>
                  <a:pt x="4097" y="37912"/>
                </a:lnTo>
                <a:lnTo>
                  <a:pt x="4097" y="41277"/>
                </a:lnTo>
                <a:lnTo>
                  <a:pt x="9582" y="41277"/>
                </a:lnTo>
                <a:lnTo>
                  <a:pt x="9574" y="27533"/>
                </a:lnTo>
                <a:lnTo>
                  <a:pt x="8258" y="26966"/>
                </a:lnTo>
                <a:lnTo>
                  <a:pt x="5918" y="26540"/>
                </a:lnTo>
                <a:lnTo>
                  <a:pt x="5500" y="23467"/>
                </a:lnTo>
                <a:lnTo>
                  <a:pt x="5264" y="19385"/>
                </a:lnTo>
                <a:lnTo>
                  <a:pt x="11024" y="16706"/>
                </a:lnTo>
                <a:lnTo>
                  <a:pt x="9156" y="12900"/>
                </a:lnTo>
                <a:lnTo>
                  <a:pt x="9582" y="9645"/>
                </a:lnTo>
                <a:lnTo>
                  <a:pt x="6997" y="9810"/>
                </a:lnTo>
                <a:lnTo>
                  <a:pt x="5232" y="9156"/>
                </a:lnTo>
                <a:lnTo>
                  <a:pt x="5595" y="4018"/>
                </a:lnTo>
                <a:lnTo>
                  <a:pt x="5461" y="2009"/>
                </a:lnTo>
                <a:lnTo>
                  <a:pt x="5453" y="7"/>
                </a:lnTo>
                <a:close/>
              </a:path>
            </a:pathLst>
          </a:custGeom>
          <a:solidFill>
            <a:srgbClr val="C7C1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7" name="bg object 1417"/>
          <p:cNvSpPr/>
          <p:nvPr/>
        </p:nvSpPr>
        <p:spPr>
          <a:xfrm>
            <a:off x="2057568" y="4000133"/>
            <a:ext cx="13970" cy="18415"/>
          </a:xfrm>
          <a:custGeom>
            <a:avLst/>
            <a:gdLst/>
            <a:ahLst/>
            <a:cxnLst/>
            <a:rect l="l" t="t" r="r" b="b"/>
            <a:pathLst>
              <a:path w="13969" h="18414">
                <a:moveTo>
                  <a:pt x="8282" y="0"/>
                </a:moveTo>
                <a:lnTo>
                  <a:pt x="63" y="7"/>
                </a:lnTo>
                <a:lnTo>
                  <a:pt x="0" y="9677"/>
                </a:lnTo>
                <a:lnTo>
                  <a:pt x="1402" y="16517"/>
                </a:lnTo>
                <a:lnTo>
                  <a:pt x="4160" y="17904"/>
                </a:lnTo>
                <a:lnTo>
                  <a:pt x="12403" y="17896"/>
                </a:lnTo>
                <a:lnTo>
                  <a:pt x="13790" y="9621"/>
                </a:lnTo>
                <a:lnTo>
                  <a:pt x="13759" y="5516"/>
                </a:lnTo>
                <a:lnTo>
                  <a:pt x="9409" y="6193"/>
                </a:lnTo>
                <a:lnTo>
                  <a:pt x="7580" y="4357"/>
                </a:lnTo>
                <a:lnTo>
                  <a:pt x="8282" y="0"/>
                </a:lnTo>
                <a:close/>
              </a:path>
            </a:pathLst>
          </a:custGeom>
          <a:solidFill>
            <a:srgbClr val="A396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8" name="bg object 1418"/>
          <p:cNvSpPr/>
          <p:nvPr/>
        </p:nvSpPr>
        <p:spPr>
          <a:xfrm>
            <a:off x="2056250" y="4049673"/>
            <a:ext cx="5715" cy="36195"/>
          </a:xfrm>
          <a:custGeom>
            <a:avLst/>
            <a:gdLst/>
            <a:ahLst/>
            <a:cxnLst/>
            <a:rect l="l" t="t" r="r" b="b"/>
            <a:pathLst>
              <a:path w="5714" h="36195">
                <a:moveTo>
                  <a:pt x="5476" y="7"/>
                </a:moveTo>
                <a:lnTo>
                  <a:pt x="0" y="0"/>
                </a:lnTo>
                <a:lnTo>
                  <a:pt x="7" y="35784"/>
                </a:lnTo>
                <a:lnTo>
                  <a:pt x="4121" y="35768"/>
                </a:lnTo>
                <a:lnTo>
                  <a:pt x="4129" y="17896"/>
                </a:lnTo>
                <a:lnTo>
                  <a:pt x="5476" y="7"/>
                </a:lnTo>
                <a:close/>
              </a:path>
            </a:pathLst>
          </a:custGeom>
          <a:solidFill>
            <a:srgbClr val="B9AE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9" name="bg object 1419"/>
          <p:cNvSpPr/>
          <p:nvPr/>
        </p:nvSpPr>
        <p:spPr>
          <a:xfrm>
            <a:off x="2052136" y="4016646"/>
            <a:ext cx="10160" cy="19685"/>
          </a:xfrm>
          <a:custGeom>
            <a:avLst/>
            <a:gdLst/>
            <a:ahLst/>
            <a:cxnLst/>
            <a:rect l="l" t="t" r="r" b="b"/>
            <a:pathLst>
              <a:path w="10160" h="19685">
                <a:moveTo>
                  <a:pt x="6832" y="0"/>
                </a:moveTo>
                <a:lnTo>
                  <a:pt x="0" y="2545"/>
                </a:lnTo>
                <a:lnTo>
                  <a:pt x="0" y="19267"/>
                </a:lnTo>
                <a:lnTo>
                  <a:pt x="3372" y="19488"/>
                </a:lnTo>
                <a:lnTo>
                  <a:pt x="5697" y="18384"/>
                </a:lnTo>
                <a:lnTo>
                  <a:pt x="5271" y="11379"/>
                </a:lnTo>
                <a:lnTo>
                  <a:pt x="7076" y="10819"/>
                </a:lnTo>
                <a:lnTo>
                  <a:pt x="9598" y="11000"/>
                </a:lnTo>
                <a:lnTo>
                  <a:pt x="9590" y="1386"/>
                </a:lnTo>
                <a:lnTo>
                  <a:pt x="6832" y="0"/>
                </a:lnTo>
                <a:close/>
              </a:path>
            </a:pathLst>
          </a:custGeom>
          <a:solidFill>
            <a:srgbClr val="B3A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0" name="bg object 1420"/>
          <p:cNvSpPr/>
          <p:nvPr/>
        </p:nvSpPr>
        <p:spPr>
          <a:xfrm>
            <a:off x="2051935" y="4027464"/>
            <a:ext cx="15875" cy="13335"/>
          </a:xfrm>
          <a:custGeom>
            <a:avLst/>
            <a:gdLst/>
            <a:ahLst/>
            <a:cxnLst/>
            <a:rect l="l" t="t" r="r" b="b"/>
            <a:pathLst>
              <a:path w="15875" h="13335">
                <a:moveTo>
                  <a:pt x="7273" y="0"/>
                </a:moveTo>
                <a:lnTo>
                  <a:pt x="5468" y="559"/>
                </a:lnTo>
                <a:lnTo>
                  <a:pt x="5894" y="7572"/>
                </a:lnTo>
                <a:lnTo>
                  <a:pt x="3577" y="8668"/>
                </a:lnTo>
                <a:lnTo>
                  <a:pt x="197" y="8447"/>
                </a:lnTo>
                <a:lnTo>
                  <a:pt x="0" y="11048"/>
                </a:lnTo>
                <a:lnTo>
                  <a:pt x="654" y="12821"/>
                </a:lnTo>
                <a:lnTo>
                  <a:pt x="5784" y="12458"/>
                </a:lnTo>
                <a:lnTo>
                  <a:pt x="7793" y="12569"/>
                </a:lnTo>
                <a:lnTo>
                  <a:pt x="13900" y="12584"/>
                </a:lnTo>
                <a:lnTo>
                  <a:pt x="13680" y="9125"/>
                </a:lnTo>
                <a:lnTo>
                  <a:pt x="15311" y="4988"/>
                </a:lnTo>
                <a:lnTo>
                  <a:pt x="9826" y="3128"/>
                </a:lnTo>
                <a:lnTo>
                  <a:pt x="9952" y="1260"/>
                </a:lnTo>
                <a:lnTo>
                  <a:pt x="9803" y="181"/>
                </a:lnTo>
                <a:lnTo>
                  <a:pt x="7273" y="0"/>
                </a:lnTo>
                <a:close/>
              </a:path>
            </a:pathLst>
          </a:custGeom>
          <a:solidFill>
            <a:srgbClr val="BFB7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1" name="bg object 1421"/>
          <p:cNvSpPr/>
          <p:nvPr/>
        </p:nvSpPr>
        <p:spPr>
          <a:xfrm>
            <a:off x="2049442" y="4049498"/>
            <a:ext cx="6985" cy="13970"/>
          </a:xfrm>
          <a:custGeom>
            <a:avLst/>
            <a:gdLst/>
            <a:ahLst/>
            <a:cxnLst/>
            <a:rect l="l" t="t" r="r" b="b"/>
            <a:pathLst>
              <a:path w="6985" h="13970">
                <a:moveTo>
                  <a:pt x="4247" y="0"/>
                </a:moveTo>
                <a:lnTo>
                  <a:pt x="2127" y="654"/>
                </a:lnTo>
                <a:lnTo>
                  <a:pt x="3483" y="7336"/>
                </a:lnTo>
                <a:lnTo>
                  <a:pt x="0" y="12734"/>
                </a:lnTo>
                <a:lnTo>
                  <a:pt x="6792" y="13924"/>
                </a:lnTo>
                <a:lnTo>
                  <a:pt x="6808" y="173"/>
                </a:lnTo>
                <a:lnTo>
                  <a:pt x="4247" y="0"/>
                </a:lnTo>
                <a:close/>
              </a:path>
            </a:pathLst>
          </a:custGeom>
          <a:solidFill>
            <a:srgbClr val="CCC3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2" name="bg object 1422"/>
          <p:cNvSpPr/>
          <p:nvPr/>
        </p:nvSpPr>
        <p:spPr>
          <a:xfrm>
            <a:off x="2053049" y="3999712"/>
            <a:ext cx="5080" cy="10795"/>
          </a:xfrm>
          <a:custGeom>
            <a:avLst/>
            <a:gdLst/>
            <a:ahLst/>
            <a:cxnLst/>
            <a:rect l="l" t="t" r="r" b="b"/>
            <a:pathLst>
              <a:path w="5080" h="10795">
                <a:moveTo>
                  <a:pt x="1410" y="0"/>
                </a:moveTo>
                <a:lnTo>
                  <a:pt x="70" y="1418"/>
                </a:lnTo>
                <a:lnTo>
                  <a:pt x="441" y="4554"/>
                </a:lnTo>
                <a:lnTo>
                  <a:pt x="354" y="7478"/>
                </a:lnTo>
                <a:lnTo>
                  <a:pt x="0" y="10591"/>
                </a:lnTo>
                <a:lnTo>
                  <a:pt x="4523" y="10102"/>
                </a:lnTo>
                <a:lnTo>
                  <a:pt x="4578" y="433"/>
                </a:lnTo>
                <a:lnTo>
                  <a:pt x="1410" y="0"/>
                </a:lnTo>
                <a:close/>
              </a:path>
            </a:pathLst>
          </a:custGeom>
          <a:solidFill>
            <a:srgbClr val="ADA6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3" name="bg object 1423"/>
          <p:cNvSpPr/>
          <p:nvPr/>
        </p:nvSpPr>
        <p:spPr>
          <a:xfrm>
            <a:off x="2056238" y="4085455"/>
            <a:ext cx="22225" cy="22225"/>
          </a:xfrm>
          <a:custGeom>
            <a:avLst/>
            <a:gdLst/>
            <a:ahLst/>
            <a:cxnLst/>
            <a:rect l="l" t="t" r="r" b="b"/>
            <a:pathLst>
              <a:path w="22225" h="22225">
                <a:moveTo>
                  <a:pt x="21978" y="0"/>
                </a:moveTo>
                <a:lnTo>
                  <a:pt x="15" y="0"/>
                </a:lnTo>
                <a:lnTo>
                  <a:pt x="0" y="8250"/>
                </a:lnTo>
                <a:lnTo>
                  <a:pt x="8250" y="8242"/>
                </a:lnTo>
                <a:lnTo>
                  <a:pt x="7754" y="2829"/>
                </a:lnTo>
                <a:lnTo>
                  <a:pt x="11725" y="4271"/>
                </a:lnTo>
                <a:lnTo>
                  <a:pt x="18589" y="4018"/>
                </a:lnTo>
                <a:lnTo>
                  <a:pt x="17588" y="7068"/>
                </a:lnTo>
                <a:lnTo>
                  <a:pt x="18416" y="13932"/>
                </a:lnTo>
                <a:lnTo>
                  <a:pt x="15492" y="13916"/>
                </a:lnTo>
                <a:lnTo>
                  <a:pt x="12348" y="13759"/>
                </a:lnTo>
                <a:lnTo>
                  <a:pt x="12356" y="15311"/>
                </a:lnTo>
                <a:lnTo>
                  <a:pt x="12474" y="16871"/>
                </a:lnTo>
                <a:lnTo>
                  <a:pt x="12104" y="21552"/>
                </a:lnTo>
                <a:lnTo>
                  <a:pt x="13892" y="22206"/>
                </a:lnTo>
                <a:lnTo>
                  <a:pt x="16469" y="22025"/>
                </a:lnTo>
                <a:lnTo>
                  <a:pt x="15926" y="17502"/>
                </a:lnTo>
                <a:lnTo>
                  <a:pt x="18983" y="17762"/>
                </a:lnTo>
                <a:lnTo>
                  <a:pt x="21938" y="17896"/>
                </a:lnTo>
                <a:lnTo>
                  <a:pt x="21978" y="0"/>
                </a:lnTo>
                <a:close/>
              </a:path>
            </a:pathLst>
          </a:custGeom>
          <a:solidFill>
            <a:srgbClr val="AEA5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4" name="bg object 1424"/>
          <p:cNvSpPr/>
          <p:nvPr/>
        </p:nvSpPr>
        <p:spPr>
          <a:xfrm>
            <a:off x="2050383" y="4093141"/>
            <a:ext cx="19050" cy="12065"/>
          </a:xfrm>
          <a:custGeom>
            <a:avLst/>
            <a:gdLst/>
            <a:ahLst/>
            <a:cxnLst/>
            <a:rect l="l" t="t" r="r" b="b"/>
            <a:pathLst>
              <a:path w="19050" h="12064">
                <a:moveTo>
                  <a:pt x="18652" y="0"/>
                </a:moveTo>
                <a:lnTo>
                  <a:pt x="14105" y="559"/>
                </a:lnTo>
                <a:lnTo>
                  <a:pt x="5855" y="567"/>
                </a:lnTo>
                <a:lnTo>
                  <a:pt x="370" y="567"/>
                </a:lnTo>
                <a:lnTo>
                  <a:pt x="0" y="3766"/>
                </a:lnTo>
                <a:lnTo>
                  <a:pt x="1442" y="5019"/>
                </a:lnTo>
                <a:lnTo>
                  <a:pt x="8550" y="4326"/>
                </a:lnTo>
                <a:lnTo>
                  <a:pt x="10315" y="6256"/>
                </a:lnTo>
                <a:lnTo>
                  <a:pt x="9968" y="10205"/>
                </a:lnTo>
                <a:lnTo>
                  <a:pt x="11339" y="11576"/>
                </a:lnTo>
                <a:lnTo>
                  <a:pt x="12261" y="10654"/>
                </a:lnTo>
                <a:lnTo>
                  <a:pt x="13829" y="9818"/>
                </a:lnTo>
                <a:lnTo>
                  <a:pt x="14373" y="5918"/>
                </a:lnTo>
                <a:lnTo>
                  <a:pt x="16249" y="6091"/>
                </a:lnTo>
                <a:lnTo>
                  <a:pt x="18235" y="6067"/>
                </a:lnTo>
                <a:lnTo>
                  <a:pt x="18290" y="3152"/>
                </a:lnTo>
                <a:lnTo>
                  <a:pt x="18652" y="0"/>
                </a:lnTo>
                <a:close/>
              </a:path>
            </a:pathLst>
          </a:custGeom>
          <a:solidFill>
            <a:srgbClr val="B5AE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5" name="bg object 1425"/>
          <p:cNvSpPr/>
          <p:nvPr/>
        </p:nvSpPr>
        <p:spPr>
          <a:xfrm>
            <a:off x="2054671" y="4115737"/>
            <a:ext cx="12065" cy="13970"/>
          </a:xfrm>
          <a:custGeom>
            <a:avLst/>
            <a:gdLst/>
            <a:ahLst/>
            <a:cxnLst/>
            <a:rect l="l" t="t" r="r" b="b"/>
            <a:pathLst>
              <a:path w="12064" h="13970">
                <a:moveTo>
                  <a:pt x="212" y="0"/>
                </a:moveTo>
                <a:lnTo>
                  <a:pt x="189" y="5484"/>
                </a:lnTo>
                <a:lnTo>
                  <a:pt x="228" y="7541"/>
                </a:lnTo>
                <a:lnTo>
                  <a:pt x="0" y="9653"/>
                </a:lnTo>
                <a:lnTo>
                  <a:pt x="598" y="12372"/>
                </a:lnTo>
                <a:lnTo>
                  <a:pt x="3065" y="13388"/>
                </a:lnTo>
                <a:lnTo>
                  <a:pt x="5902" y="9629"/>
                </a:lnTo>
                <a:lnTo>
                  <a:pt x="11978" y="7746"/>
                </a:lnTo>
                <a:lnTo>
                  <a:pt x="9810" y="1363"/>
                </a:lnTo>
                <a:lnTo>
                  <a:pt x="212" y="0"/>
                </a:lnTo>
                <a:close/>
              </a:path>
            </a:pathLst>
          </a:custGeom>
          <a:solidFill>
            <a:srgbClr val="B2AA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6" name="bg object 1426"/>
          <p:cNvSpPr/>
          <p:nvPr/>
        </p:nvSpPr>
        <p:spPr>
          <a:xfrm>
            <a:off x="2061720" y="4099055"/>
            <a:ext cx="11430" cy="12700"/>
          </a:xfrm>
          <a:custGeom>
            <a:avLst/>
            <a:gdLst/>
            <a:ahLst/>
            <a:cxnLst/>
            <a:rect l="l" t="t" r="r" b="b"/>
            <a:pathLst>
              <a:path w="11430" h="12700">
                <a:moveTo>
                  <a:pt x="3033" y="0"/>
                </a:moveTo>
                <a:lnTo>
                  <a:pt x="2498" y="3900"/>
                </a:lnTo>
                <a:lnTo>
                  <a:pt x="921" y="4743"/>
                </a:lnTo>
                <a:lnTo>
                  <a:pt x="0" y="5665"/>
                </a:lnTo>
                <a:lnTo>
                  <a:pt x="2734" y="12545"/>
                </a:lnTo>
                <a:lnTo>
                  <a:pt x="10961" y="12521"/>
                </a:lnTo>
                <a:lnTo>
                  <a:pt x="10985" y="8431"/>
                </a:lnTo>
                <a:lnTo>
                  <a:pt x="8416" y="8605"/>
                </a:lnTo>
                <a:lnTo>
                  <a:pt x="6619" y="7951"/>
                </a:lnTo>
                <a:lnTo>
                  <a:pt x="6989" y="3270"/>
                </a:lnTo>
                <a:lnTo>
                  <a:pt x="6871" y="1710"/>
                </a:lnTo>
                <a:lnTo>
                  <a:pt x="6863" y="157"/>
                </a:lnTo>
                <a:lnTo>
                  <a:pt x="4909" y="181"/>
                </a:lnTo>
                <a:lnTo>
                  <a:pt x="3033" y="0"/>
                </a:lnTo>
                <a:close/>
              </a:path>
            </a:pathLst>
          </a:custGeom>
          <a:solidFill>
            <a:srgbClr val="BEB6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7" name="bg object 1427"/>
          <p:cNvSpPr/>
          <p:nvPr/>
        </p:nvSpPr>
        <p:spPr>
          <a:xfrm>
            <a:off x="2054687" y="4111355"/>
            <a:ext cx="10160" cy="6350"/>
          </a:xfrm>
          <a:custGeom>
            <a:avLst/>
            <a:gdLst/>
            <a:ahLst/>
            <a:cxnLst/>
            <a:rect l="l" t="t" r="r" b="b"/>
            <a:pathLst>
              <a:path w="10160" h="6350">
                <a:moveTo>
                  <a:pt x="622" y="0"/>
                </a:moveTo>
                <a:lnTo>
                  <a:pt x="0" y="1788"/>
                </a:lnTo>
                <a:lnTo>
                  <a:pt x="197" y="4381"/>
                </a:lnTo>
                <a:lnTo>
                  <a:pt x="9795" y="5744"/>
                </a:lnTo>
                <a:lnTo>
                  <a:pt x="9810" y="228"/>
                </a:lnTo>
                <a:lnTo>
                  <a:pt x="7769" y="244"/>
                </a:lnTo>
                <a:lnTo>
                  <a:pt x="5768" y="362"/>
                </a:lnTo>
                <a:lnTo>
                  <a:pt x="622" y="0"/>
                </a:lnTo>
                <a:close/>
              </a:path>
            </a:pathLst>
          </a:custGeom>
          <a:solidFill>
            <a:srgbClr val="ABA2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8" name="bg object 1428"/>
          <p:cNvSpPr/>
          <p:nvPr/>
        </p:nvSpPr>
        <p:spPr>
          <a:xfrm>
            <a:off x="2088482" y="3867806"/>
            <a:ext cx="12065" cy="32384"/>
          </a:xfrm>
          <a:custGeom>
            <a:avLst/>
            <a:gdLst/>
            <a:ahLst/>
            <a:cxnLst/>
            <a:rect l="l" t="t" r="r" b="b"/>
            <a:pathLst>
              <a:path w="12064" h="32385">
                <a:moveTo>
                  <a:pt x="9015" y="0"/>
                </a:moveTo>
                <a:lnTo>
                  <a:pt x="7415" y="764"/>
                </a:lnTo>
                <a:lnTo>
                  <a:pt x="7525" y="5295"/>
                </a:lnTo>
                <a:lnTo>
                  <a:pt x="6855" y="7888"/>
                </a:lnTo>
                <a:lnTo>
                  <a:pt x="0" y="8699"/>
                </a:lnTo>
                <a:lnTo>
                  <a:pt x="2655" y="13475"/>
                </a:lnTo>
                <a:lnTo>
                  <a:pt x="2064" y="16745"/>
                </a:lnTo>
                <a:lnTo>
                  <a:pt x="2056" y="30496"/>
                </a:lnTo>
                <a:lnTo>
                  <a:pt x="3451" y="31867"/>
                </a:lnTo>
                <a:lnTo>
                  <a:pt x="4357" y="30859"/>
                </a:lnTo>
                <a:lnTo>
                  <a:pt x="5784" y="29984"/>
                </a:lnTo>
                <a:lnTo>
                  <a:pt x="6840" y="25808"/>
                </a:lnTo>
                <a:lnTo>
                  <a:pt x="7265" y="22687"/>
                </a:lnTo>
                <a:lnTo>
                  <a:pt x="7864" y="15736"/>
                </a:lnTo>
                <a:lnTo>
                  <a:pt x="9866" y="17376"/>
                </a:lnTo>
                <a:lnTo>
                  <a:pt x="11670" y="18116"/>
                </a:lnTo>
                <a:lnTo>
                  <a:pt x="11670" y="228"/>
                </a:lnTo>
                <a:lnTo>
                  <a:pt x="9015" y="0"/>
                </a:lnTo>
                <a:close/>
              </a:path>
            </a:pathLst>
          </a:custGeom>
          <a:solidFill>
            <a:srgbClr val="AAA2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9" name="bg object 1429"/>
          <p:cNvSpPr/>
          <p:nvPr/>
        </p:nvSpPr>
        <p:spPr>
          <a:xfrm>
            <a:off x="2091931" y="3883543"/>
            <a:ext cx="8255" cy="24765"/>
          </a:xfrm>
          <a:custGeom>
            <a:avLst/>
            <a:gdLst/>
            <a:ahLst/>
            <a:cxnLst/>
            <a:rect l="l" t="t" r="r" b="b"/>
            <a:pathLst>
              <a:path w="8255" h="24764">
                <a:moveTo>
                  <a:pt x="4412" y="0"/>
                </a:moveTo>
                <a:lnTo>
                  <a:pt x="3814" y="6950"/>
                </a:lnTo>
                <a:lnTo>
                  <a:pt x="3396" y="10071"/>
                </a:lnTo>
                <a:lnTo>
                  <a:pt x="2332" y="14247"/>
                </a:lnTo>
                <a:lnTo>
                  <a:pt x="906" y="15122"/>
                </a:lnTo>
                <a:lnTo>
                  <a:pt x="0" y="16131"/>
                </a:lnTo>
                <a:lnTo>
                  <a:pt x="2742" y="24389"/>
                </a:lnTo>
                <a:lnTo>
                  <a:pt x="6871" y="24397"/>
                </a:lnTo>
                <a:lnTo>
                  <a:pt x="8179" y="24342"/>
                </a:lnTo>
                <a:lnTo>
                  <a:pt x="8227" y="2379"/>
                </a:lnTo>
                <a:lnTo>
                  <a:pt x="6414" y="1639"/>
                </a:lnTo>
                <a:lnTo>
                  <a:pt x="4412" y="0"/>
                </a:lnTo>
                <a:close/>
              </a:path>
            </a:pathLst>
          </a:custGeom>
          <a:solidFill>
            <a:srgbClr val="A79B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0" name="bg object 1430"/>
          <p:cNvSpPr/>
          <p:nvPr/>
        </p:nvSpPr>
        <p:spPr>
          <a:xfrm>
            <a:off x="2090172" y="3911667"/>
            <a:ext cx="5080" cy="22860"/>
          </a:xfrm>
          <a:custGeom>
            <a:avLst/>
            <a:gdLst/>
            <a:ahLst/>
            <a:cxnLst/>
            <a:rect l="l" t="t" r="r" b="b"/>
            <a:pathLst>
              <a:path w="5080" h="22860">
                <a:moveTo>
                  <a:pt x="1363" y="0"/>
                </a:moveTo>
                <a:lnTo>
                  <a:pt x="0" y="1386"/>
                </a:lnTo>
                <a:lnTo>
                  <a:pt x="378" y="4523"/>
                </a:lnTo>
                <a:lnTo>
                  <a:pt x="386" y="22411"/>
                </a:lnTo>
                <a:lnTo>
                  <a:pt x="4491" y="22411"/>
                </a:lnTo>
                <a:lnTo>
                  <a:pt x="4499" y="394"/>
                </a:lnTo>
                <a:lnTo>
                  <a:pt x="1363" y="0"/>
                </a:lnTo>
                <a:close/>
              </a:path>
            </a:pathLst>
          </a:custGeom>
          <a:solidFill>
            <a:srgbClr val="B9B0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1" name="bg object 1431"/>
          <p:cNvSpPr/>
          <p:nvPr/>
        </p:nvSpPr>
        <p:spPr>
          <a:xfrm>
            <a:off x="2094676" y="3907928"/>
            <a:ext cx="4445" cy="8890"/>
          </a:xfrm>
          <a:custGeom>
            <a:avLst/>
            <a:gdLst/>
            <a:ahLst/>
            <a:cxnLst/>
            <a:rect l="l" t="t" r="r" b="b"/>
            <a:pathLst>
              <a:path w="4444" h="8889">
                <a:moveTo>
                  <a:pt x="4129" y="7"/>
                </a:moveTo>
                <a:lnTo>
                  <a:pt x="0" y="0"/>
                </a:lnTo>
                <a:lnTo>
                  <a:pt x="7" y="8266"/>
                </a:lnTo>
                <a:lnTo>
                  <a:pt x="4097" y="8266"/>
                </a:lnTo>
                <a:lnTo>
                  <a:pt x="4129" y="7"/>
                </a:lnTo>
                <a:close/>
              </a:path>
            </a:pathLst>
          </a:custGeom>
          <a:solidFill>
            <a:srgbClr val="AFA8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2" name="bg object 1432"/>
          <p:cNvSpPr/>
          <p:nvPr/>
        </p:nvSpPr>
        <p:spPr>
          <a:xfrm>
            <a:off x="2076770" y="3906479"/>
            <a:ext cx="5080" cy="5715"/>
          </a:xfrm>
          <a:custGeom>
            <a:avLst/>
            <a:gdLst/>
            <a:ahLst/>
            <a:cxnLst/>
            <a:rect l="l" t="t" r="r" b="b"/>
            <a:pathLst>
              <a:path w="5080" h="5714">
                <a:moveTo>
                  <a:pt x="2033" y="0"/>
                </a:moveTo>
                <a:lnTo>
                  <a:pt x="929" y="1710"/>
                </a:lnTo>
                <a:lnTo>
                  <a:pt x="591" y="3372"/>
                </a:lnTo>
                <a:lnTo>
                  <a:pt x="0" y="5106"/>
                </a:lnTo>
                <a:lnTo>
                  <a:pt x="55" y="5350"/>
                </a:lnTo>
                <a:lnTo>
                  <a:pt x="55" y="5579"/>
                </a:lnTo>
                <a:lnTo>
                  <a:pt x="4168" y="5587"/>
                </a:lnTo>
                <a:lnTo>
                  <a:pt x="4822" y="724"/>
                </a:lnTo>
                <a:lnTo>
                  <a:pt x="3766" y="583"/>
                </a:lnTo>
                <a:lnTo>
                  <a:pt x="2033" y="0"/>
                </a:lnTo>
                <a:close/>
              </a:path>
            </a:pathLst>
          </a:custGeom>
          <a:solidFill>
            <a:srgbClr val="B9AE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3" name="bg object 1433"/>
          <p:cNvSpPr/>
          <p:nvPr/>
        </p:nvSpPr>
        <p:spPr>
          <a:xfrm>
            <a:off x="2091749" y="3808835"/>
            <a:ext cx="10795" cy="32384"/>
          </a:xfrm>
          <a:custGeom>
            <a:avLst/>
            <a:gdLst/>
            <a:ahLst/>
            <a:cxnLst/>
            <a:rect l="l" t="t" r="r" b="b"/>
            <a:pathLst>
              <a:path w="10794" h="32385">
                <a:moveTo>
                  <a:pt x="9763" y="0"/>
                </a:moveTo>
                <a:lnTo>
                  <a:pt x="5673" y="15"/>
                </a:lnTo>
                <a:lnTo>
                  <a:pt x="5665" y="3672"/>
                </a:lnTo>
                <a:lnTo>
                  <a:pt x="6059" y="7383"/>
                </a:lnTo>
                <a:lnTo>
                  <a:pt x="5074" y="13971"/>
                </a:lnTo>
                <a:lnTo>
                  <a:pt x="5405" y="18298"/>
                </a:lnTo>
                <a:lnTo>
                  <a:pt x="181" y="17911"/>
                </a:lnTo>
                <a:lnTo>
                  <a:pt x="189" y="21268"/>
                </a:lnTo>
                <a:lnTo>
                  <a:pt x="315" y="24633"/>
                </a:lnTo>
                <a:lnTo>
                  <a:pt x="0" y="31103"/>
                </a:lnTo>
                <a:lnTo>
                  <a:pt x="1607" y="31883"/>
                </a:lnTo>
                <a:lnTo>
                  <a:pt x="4271" y="31639"/>
                </a:lnTo>
                <a:lnTo>
                  <a:pt x="4318" y="27557"/>
                </a:lnTo>
                <a:lnTo>
                  <a:pt x="4877" y="26233"/>
                </a:lnTo>
                <a:lnTo>
                  <a:pt x="5398" y="23767"/>
                </a:lnTo>
                <a:lnTo>
                  <a:pt x="10307" y="23570"/>
                </a:lnTo>
                <a:lnTo>
                  <a:pt x="9771" y="20622"/>
                </a:lnTo>
                <a:lnTo>
                  <a:pt x="9763" y="0"/>
                </a:lnTo>
                <a:close/>
              </a:path>
            </a:pathLst>
          </a:custGeom>
          <a:solidFill>
            <a:srgbClr val="ABA0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4" name="bg object 1434"/>
          <p:cNvSpPr/>
          <p:nvPr/>
        </p:nvSpPr>
        <p:spPr>
          <a:xfrm>
            <a:off x="2091411" y="3834918"/>
            <a:ext cx="12065" cy="25400"/>
          </a:xfrm>
          <a:custGeom>
            <a:avLst/>
            <a:gdLst/>
            <a:ahLst/>
            <a:cxnLst/>
            <a:rect l="l" t="t" r="r" b="b"/>
            <a:pathLst>
              <a:path w="12064" h="25400">
                <a:moveTo>
                  <a:pt x="11584" y="0"/>
                </a:moveTo>
                <a:lnTo>
                  <a:pt x="7005" y="1859"/>
                </a:lnTo>
                <a:lnTo>
                  <a:pt x="4657" y="1473"/>
                </a:lnTo>
                <a:lnTo>
                  <a:pt x="4609" y="5555"/>
                </a:lnTo>
                <a:lnTo>
                  <a:pt x="3877" y="6958"/>
                </a:lnTo>
                <a:lnTo>
                  <a:pt x="3490" y="8936"/>
                </a:lnTo>
                <a:lnTo>
                  <a:pt x="78" y="11024"/>
                </a:lnTo>
                <a:lnTo>
                  <a:pt x="0" y="12907"/>
                </a:lnTo>
                <a:lnTo>
                  <a:pt x="5728" y="16335"/>
                </a:lnTo>
                <a:lnTo>
                  <a:pt x="4412" y="20055"/>
                </a:lnTo>
                <a:lnTo>
                  <a:pt x="4625" y="23483"/>
                </a:lnTo>
                <a:lnTo>
                  <a:pt x="7375" y="24846"/>
                </a:lnTo>
                <a:lnTo>
                  <a:pt x="8762" y="19354"/>
                </a:lnTo>
                <a:lnTo>
                  <a:pt x="8762" y="5579"/>
                </a:lnTo>
                <a:lnTo>
                  <a:pt x="11584" y="0"/>
                </a:lnTo>
                <a:close/>
              </a:path>
            </a:pathLst>
          </a:custGeom>
          <a:solidFill>
            <a:srgbClr val="C5B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5" name="bg object 1435"/>
          <p:cNvSpPr/>
          <p:nvPr/>
        </p:nvSpPr>
        <p:spPr>
          <a:xfrm>
            <a:off x="2100166" y="3858382"/>
            <a:ext cx="13970" cy="13970"/>
          </a:xfrm>
          <a:custGeom>
            <a:avLst/>
            <a:gdLst/>
            <a:ahLst/>
            <a:cxnLst/>
            <a:rect l="l" t="t" r="r" b="b"/>
            <a:pathLst>
              <a:path w="13969" h="13970">
                <a:moveTo>
                  <a:pt x="9598" y="0"/>
                </a:moveTo>
                <a:lnTo>
                  <a:pt x="4121" y="7"/>
                </a:lnTo>
                <a:lnTo>
                  <a:pt x="4507" y="3152"/>
                </a:lnTo>
                <a:lnTo>
                  <a:pt x="3144" y="4539"/>
                </a:lnTo>
                <a:lnTo>
                  <a:pt x="0" y="4137"/>
                </a:lnTo>
                <a:lnTo>
                  <a:pt x="0" y="13766"/>
                </a:lnTo>
                <a:lnTo>
                  <a:pt x="9598" y="13766"/>
                </a:lnTo>
                <a:lnTo>
                  <a:pt x="13719" y="5508"/>
                </a:lnTo>
                <a:lnTo>
                  <a:pt x="11245" y="4507"/>
                </a:lnTo>
                <a:lnTo>
                  <a:pt x="8983" y="3333"/>
                </a:lnTo>
                <a:lnTo>
                  <a:pt x="9598" y="0"/>
                </a:lnTo>
                <a:close/>
              </a:path>
            </a:pathLst>
          </a:custGeom>
          <a:solidFill>
            <a:srgbClr val="BEB5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6" name="bg object 1436"/>
          <p:cNvSpPr/>
          <p:nvPr/>
        </p:nvSpPr>
        <p:spPr>
          <a:xfrm>
            <a:off x="2098787" y="3853893"/>
            <a:ext cx="7620" cy="9525"/>
          </a:xfrm>
          <a:custGeom>
            <a:avLst/>
            <a:gdLst/>
            <a:ahLst/>
            <a:cxnLst/>
            <a:rect l="l" t="t" r="r" b="b"/>
            <a:pathLst>
              <a:path w="7619" h="9525">
                <a:moveTo>
                  <a:pt x="4507" y="0"/>
                </a:moveTo>
                <a:lnTo>
                  <a:pt x="1386" y="378"/>
                </a:lnTo>
                <a:lnTo>
                  <a:pt x="0" y="5870"/>
                </a:lnTo>
                <a:lnTo>
                  <a:pt x="1379" y="8621"/>
                </a:lnTo>
                <a:lnTo>
                  <a:pt x="4523" y="9022"/>
                </a:lnTo>
                <a:lnTo>
                  <a:pt x="5886" y="7643"/>
                </a:lnTo>
                <a:lnTo>
                  <a:pt x="5500" y="4499"/>
                </a:lnTo>
                <a:lnTo>
                  <a:pt x="7068" y="173"/>
                </a:lnTo>
                <a:lnTo>
                  <a:pt x="4507" y="0"/>
                </a:lnTo>
                <a:close/>
              </a:path>
            </a:pathLst>
          </a:custGeom>
          <a:solidFill>
            <a:srgbClr val="B6AC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7" name="bg object 1437"/>
          <p:cNvSpPr/>
          <p:nvPr/>
        </p:nvSpPr>
        <p:spPr>
          <a:xfrm>
            <a:off x="2157823" y="3658401"/>
            <a:ext cx="14604" cy="10160"/>
          </a:xfrm>
          <a:custGeom>
            <a:avLst/>
            <a:gdLst/>
            <a:ahLst/>
            <a:cxnLst/>
            <a:rect l="l" t="t" r="r" b="b"/>
            <a:pathLst>
              <a:path w="14605" h="10160">
                <a:moveTo>
                  <a:pt x="11930" y="0"/>
                </a:moveTo>
                <a:lnTo>
                  <a:pt x="8227" y="425"/>
                </a:lnTo>
                <a:lnTo>
                  <a:pt x="8605" y="3546"/>
                </a:lnTo>
                <a:lnTo>
                  <a:pt x="7289" y="4988"/>
                </a:lnTo>
                <a:lnTo>
                  <a:pt x="4113" y="4578"/>
                </a:lnTo>
                <a:lnTo>
                  <a:pt x="7" y="4562"/>
                </a:lnTo>
                <a:lnTo>
                  <a:pt x="0" y="10078"/>
                </a:lnTo>
                <a:lnTo>
                  <a:pt x="13688" y="10078"/>
                </a:lnTo>
                <a:lnTo>
                  <a:pt x="13695" y="8510"/>
                </a:lnTo>
                <a:lnTo>
                  <a:pt x="13522" y="6926"/>
                </a:lnTo>
                <a:lnTo>
                  <a:pt x="14373" y="898"/>
                </a:lnTo>
                <a:lnTo>
                  <a:pt x="11930" y="0"/>
                </a:lnTo>
                <a:close/>
              </a:path>
            </a:pathLst>
          </a:custGeom>
          <a:solidFill>
            <a:srgbClr val="A499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8" name="bg object 1438"/>
          <p:cNvSpPr/>
          <p:nvPr/>
        </p:nvSpPr>
        <p:spPr>
          <a:xfrm>
            <a:off x="2157602" y="3668480"/>
            <a:ext cx="13970" cy="8890"/>
          </a:xfrm>
          <a:custGeom>
            <a:avLst/>
            <a:gdLst/>
            <a:ahLst/>
            <a:cxnLst/>
            <a:rect l="l" t="t" r="r" b="b"/>
            <a:pathLst>
              <a:path w="13969" h="8889">
                <a:moveTo>
                  <a:pt x="13908" y="0"/>
                </a:moveTo>
                <a:lnTo>
                  <a:pt x="220" y="0"/>
                </a:lnTo>
                <a:lnTo>
                  <a:pt x="204" y="1615"/>
                </a:lnTo>
                <a:lnTo>
                  <a:pt x="0" y="3254"/>
                </a:lnTo>
                <a:lnTo>
                  <a:pt x="512" y="5949"/>
                </a:lnTo>
                <a:lnTo>
                  <a:pt x="1386" y="6966"/>
                </a:lnTo>
                <a:lnTo>
                  <a:pt x="1970" y="8037"/>
                </a:lnTo>
                <a:lnTo>
                  <a:pt x="2758" y="7415"/>
                </a:lnTo>
                <a:lnTo>
                  <a:pt x="3498" y="6714"/>
                </a:lnTo>
                <a:lnTo>
                  <a:pt x="5311" y="5547"/>
                </a:lnTo>
                <a:lnTo>
                  <a:pt x="6367" y="5051"/>
                </a:lnTo>
                <a:lnTo>
                  <a:pt x="7391" y="4491"/>
                </a:lnTo>
                <a:lnTo>
                  <a:pt x="8455" y="8258"/>
                </a:lnTo>
                <a:lnTo>
                  <a:pt x="11434" y="8424"/>
                </a:lnTo>
                <a:lnTo>
                  <a:pt x="13829" y="7809"/>
                </a:lnTo>
                <a:lnTo>
                  <a:pt x="13940" y="4137"/>
                </a:lnTo>
                <a:close/>
              </a:path>
            </a:pathLst>
          </a:custGeom>
          <a:solidFill>
            <a:srgbClr val="AEA1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9" name="bg object 1439"/>
          <p:cNvSpPr/>
          <p:nvPr/>
        </p:nvSpPr>
        <p:spPr>
          <a:xfrm>
            <a:off x="2152331" y="3667126"/>
            <a:ext cx="13970" cy="27940"/>
          </a:xfrm>
          <a:custGeom>
            <a:avLst/>
            <a:gdLst/>
            <a:ahLst/>
            <a:cxnLst/>
            <a:rect l="l" t="t" r="r" b="b"/>
            <a:pathLst>
              <a:path w="13969" h="27939">
                <a:moveTo>
                  <a:pt x="1371" y="0"/>
                </a:moveTo>
                <a:lnTo>
                  <a:pt x="0" y="9621"/>
                </a:lnTo>
                <a:lnTo>
                  <a:pt x="764" y="10985"/>
                </a:lnTo>
                <a:lnTo>
                  <a:pt x="1339" y="13309"/>
                </a:lnTo>
                <a:lnTo>
                  <a:pt x="4980" y="14042"/>
                </a:lnTo>
                <a:lnTo>
                  <a:pt x="5721" y="15398"/>
                </a:lnTo>
                <a:lnTo>
                  <a:pt x="5074" y="20969"/>
                </a:lnTo>
                <a:lnTo>
                  <a:pt x="4097" y="27502"/>
                </a:lnTo>
                <a:lnTo>
                  <a:pt x="13703" y="27510"/>
                </a:lnTo>
                <a:lnTo>
                  <a:pt x="13719" y="9613"/>
                </a:lnTo>
                <a:lnTo>
                  <a:pt x="12663" y="5847"/>
                </a:lnTo>
                <a:lnTo>
                  <a:pt x="11639" y="6398"/>
                </a:lnTo>
                <a:lnTo>
                  <a:pt x="10583" y="6895"/>
                </a:lnTo>
                <a:lnTo>
                  <a:pt x="8770" y="8069"/>
                </a:lnTo>
                <a:lnTo>
                  <a:pt x="8030" y="8762"/>
                </a:lnTo>
                <a:lnTo>
                  <a:pt x="7242" y="9393"/>
                </a:lnTo>
                <a:lnTo>
                  <a:pt x="6658" y="8321"/>
                </a:lnTo>
                <a:lnTo>
                  <a:pt x="5784" y="7305"/>
                </a:lnTo>
                <a:lnTo>
                  <a:pt x="5271" y="4609"/>
                </a:lnTo>
                <a:lnTo>
                  <a:pt x="5476" y="2970"/>
                </a:lnTo>
                <a:lnTo>
                  <a:pt x="5468" y="1371"/>
                </a:lnTo>
                <a:lnTo>
                  <a:pt x="1371" y="0"/>
                </a:lnTo>
                <a:close/>
              </a:path>
            </a:pathLst>
          </a:custGeom>
          <a:solidFill>
            <a:srgbClr val="BDB2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0" name="bg object 1440"/>
          <p:cNvSpPr/>
          <p:nvPr/>
        </p:nvSpPr>
        <p:spPr>
          <a:xfrm>
            <a:off x="2153435" y="3632512"/>
            <a:ext cx="5080" cy="8890"/>
          </a:xfrm>
          <a:custGeom>
            <a:avLst/>
            <a:gdLst/>
            <a:ahLst/>
            <a:cxnLst/>
            <a:rect l="l" t="t" r="r" b="b"/>
            <a:pathLst>
              <a:path w="5080" h="8889">
                <a:moveTo>
                  <a:pt x="2829" y="0"/>
                </a:moveTo>
                <a:lnTo>
                  <a:pt x="252" y="204"/>
                </a:lnTo>
                <a:lnTo>
                  <a:pt x="252" y="1757"/>
                </a:lnTo>
                <a:lnTo>
                  <a:pt x="362" y="3325"/>
                </a:lnTo>
                <a:lnTo>
                  <a:pt x="0" y="8022"/>
                </a:lnTo>
                <a:lnTo>
                  <a:pt x="1804" y="8652"/>
                </a:lnTo>
                <a:lnTo>
                  <a:pt x="4381" y="8439"/>
                </a:lnTo>
                <a:lnTo>
                  <a:pt x="4373" y="6887"/>
                </a:lnTo>
                <a:lnTo>
                  <a:pt x="4271" y="5327"/>
                </a:lnTo>
                <a:lnTo>
                  <a:pt x="4633" y="630"/>
                </a:lnTo>
                <a:lnTo>
                  <a:pt x="2829" y="0"/>
                </a:lnTo>
                <a:close/>
              </a:path>
            </a:pathLst>
          </a:custGeom>
          <a:solidFill>
            <a:srgbClr val="BDB0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1" name="bg object 1441"/>
          <p:cNvSpPr/>
          <p:nvPr/>
        </p:nvSpPr>
        <p:spPr>
          <a:xfrm>
            <a:off x="2157832" y="3654976"/>
            <a:ext cx="6350" cy="8255"/>
          </a:xfrm>
          <a:custGeom>
            <a:avLst/>
            <a:gdLst/>
            <a:ahLst/>
            <a:cxnLst/>
            <a:rect l="l" t="t" r="r" b="b"/>
            <a:pathLst>
              <a:path w="6350" h="8254">
                <a:moveTo>
                  <a:pt x="1710" y="0"/>
                </a:moveTo>
                <a:lnTo>
                  <a:pt x="0" y="7990"/>
                </a:lnTo>
                <a:lnTo>
                  <a:pt x="4105" y="8006"/>
                </a:lnTo>
                <a:lnTo>
                  <a:pt x="3254" y="5350"/>
                </a:lnTo>
                <a:lnTo>
                  <a:pt x="6123" y="1583"/>
                </a:lnTo>
                <a:lnTo>
                  <a:pt x="1710" y="0"/>
                </a:lnTo>
                <a:close/>
              </a:path>
            </a:pathLst>
          </a:custGeom>
          <a:solidFill>
            <a:srgbClr val="998D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2" name="bg object 1442"/>
          <p:cNvSpPr/>
          <p:nvPr/>
        </p:nvSpPr>
        <p:spPr>
          <a:xfrm>
            <a:off x="2057625" y="3995955"/>
            <a:ext cx="10795" cy="4445"/>
          </a:xfrm>
          <a:custGeom>
            <a:avLst/>
            <a:gdLst/>
            <a:ahLst/>
            <a:cxnLst/>
            <a:rect l="l" t="t" r="r" b="b"/>
            <a:pathLst>
              <a:path w="10794" h="4445">
                <a:moveTo>
                  <a:pt x="4507" y="0"/>
                </a:moveTo>
                <a:lnTo>
                  <a:pt x="2253" y="55"/>
                </a:lnTo>
                <a:lnTo>
                  <a:pt x="0" y="55"/>
                </a:lnTo>
                <a:lnTo>
                  <a:pt x="7" y="4184"/>
                </a:lnTo>
                <a:lnTo>
                  <a:pt x="8227" y="4176"/>
                </a:lnTo>
                <a:lnTo>
                  <a:pt x="8936" y="2371"/>
                </a:lnTo>
                <a:lnTo>
                  <a:pt x="10599" y="189"/>
                </a:lnTo>
                <a:lnTo>
                  <a:pt x="4507" y="0"/>
                </a:lnTo>
                <a:close/>
              </a:path>
            </a:pathLst>
          </a:custGeom>
          <a:solidFill>
            <a:srgbClr val="B2A7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3" name="bg object 1443"/>
          <p:cNvSpPr/>
          <p:nvPr/>
        </p:nvSpPr>
        <p:spPr>
          <a:xfrm>
            <a:off x="2068542" y="4111595"/>
            <a:ext cx="14604" cy="45720"/>
          </a:xfrm>
          <a:custGeom>
            <a:avLst/>
            <a:gdLst/>
            <a:ahLst/>
            <a:cxnLst/>
            <a:rect l="l" t="t" r="r" b="b"/>
            <a:pathLst>
              <a:path w="14605" h="45720">
                <a:moveTo>
                  <a:pt x="9645" y="15"/>
                </a:moveTo>
                <a:lnTo>
                  <a:pt x="4168" y="0"/>
                </a:lnTo>
                <a:lnTo>
                  <a:pt x="4145" y="5492"/>
                </a:lnTo>
                <a:lnTo>
                  <a:pt x="3932" y="8959"/>
                </a:lnTo>
                <a:lnTo>
                  <a:pt x="5547" y="13097"/>
                </a:lnTo>
                <a:lnTo>
                  <a:pt x="63" y="14972"/>
                </a:lnTo>
                <a:lnTo>
                  <a:pt x="181" y="16840"/>
                </a:lnTo>
                <a:lnTo>
                  <a:pt x="23" y="17919"/>
                </a:lnTo>
                <a:lnTo>
                  <a:pt x="0" y="41221"/>
                </a:lnTo>
                <a:lnTo>
                  <a:pt x="1560" y="41253"/>
                </a:lnTo>
                <a:lnTo>
                  <a:pt x="3128" y="41395"/>
                </a:lnTo>
                <a:lnTo>
                  <a:pt x="7840" y="41017"/>
                </a:lnTo>
                <a:lnTo>
                  <a:pt x="8455" y="42853"/>
                </a:lnTo>
                <a:lnTo>
                  <a:pt x="8313" y="45430"/>
                </a:lnTo>
                <a:lnTo>
                  <a:pt x="12395" y="45390"/>
                </a:lnTo>
                <a:lnTo>
                  <a:pt x="11765" y="41726"/>
                </a:lnTo>
                <a:lnTo>
                  <a:pt x="14279" y="37297"/>
                </a:lnTo>
                <a:lnTo>
                  <a:pt x="7896" y="34058"/>
                </a:lnTo>
                <a:lnTo>
                  <a:pt x="8510" y="29984"/>
                </a:lnTo>
                <a:lnTo>
                  <a:pt x="8313" y="27510"/>
                </a:lnTo>
                <a:lnTo>
                  <a:pt x="9645" y="15"/>
                </a:lnTo>
                <a:close/>
              </a:path>
            </a:pathLst>
          </a:custGeom>
          <a:solidFill>
            <a:srgbClr val="9E93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4" name="bg object 1444"/>
          <p:cNvSpPr/>
          <p:nvPr/>
        </p:nvSpPr>
        <p:spPr>
          <a:xfrm>
            <a:off x="2063128" y="4129421"/>
            <a:ext cx="5715" cy="23495"/>
          </a:xfrm>
          <a:custGeom>
            <a:avLst/>
            <a:gdLst/>
            <a:ahLst/>
            <a:cxnLst/>
            <a:rect l="l" t="t" r="r" b="b"/>
            <a:pathLst>
              <a:path w="5714" h="23495">
                <a:moveTo>
                  <a:pt x="3246" y="0"/>
                </a:moveTo>
                <a:lnTo>
                  <a:pt x="1457" y="141"/>
                </a:lnTo>
                <a:lnTo>
                  <a:pt x="1024" y="9472"/>
                </a:lnTo>
                <a:lnTo>
                  <a:pt x="457" y="15768"/>
                </a:lnTo>
                <a:lnTo>
                  <a:pt x="0" y="22064"/>
                </a:lnTo>
                <a:lnTo>
                  <a:pt x="4137" y="23499"/>
                </a:lnTo>
                <a:lnTo>
                  <a:pt x="5413" y="23396"/>
                </a:lnTo>
                <a:lnTo>
                  <a:pt x="5437" y="94"/>
                </a:lnTo>
                <a:lnTo>
                  <a:pt x="3246" y="0"/>
                </a:lnTo>
                <a:close/>
              </a:path>
            </a:pathLst>
          </a:custGeom>
          <a:solidFill>
            <a:srgbClr val="B5AE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5" name="bg object 1445"/>
          <p:cNvSpPr/>
          <p:nvPr/>
        </p:nvSpPr>
        <p:spPr>
          <a:xfrm>
            <a:off x="2064482" y="4111573"/>
            <a:ext cx="8255" cy="5715"/>
          </a:xfrm>
          <a:custGeom>
            <a:avLst/>
            <a:gdLst/>
            <a:ahLst/>
            <a:cxnLst/>
            <a:rect l="l" t="t" r="r" b="b"/>
            <a:pathLst>
              <a:path w="8255" h="5714">
                <a:moveTo>
                  <a:pt x="8195" y="0"/>
                </a:moveTo>
                <a:lnTo>
                  <a:pt x="15" y="7"/>
                </a:lnTo>
                <a:lnTo>
                  <a:pt x="0" y="5531"/>
                </a:lnTo>
                <a:lnTo>
                  <a:pt x="8211" y="5516"/>
                </a:lnTo>
                <a:lnTo>
                  <a:pt x="8195" y="0"/>
                </a:lnTo>
                <a:close/>
              </a:path>
            </a:pathLst>
          </a:custGeom>
          <a:solidFill>
            <a:srgbClr val="B3A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6" name="bg object 1446"/>
          <p:cNvSpPr/>
          <p:nvPr/>
        </p:nvSpPr>
        <p:spPr>
          <a:xfrm>
            <a:off x="2223688" y="4133608"/>
            <a:ext cx="18415" cy="36195"/>
          </a:xfrm>
          <a:custGeom>
            <a:avLst/>
            <a:gdLst/>
            <a:ahLst/>
            <a:cxnLst/>
            <a:rect l="l" t="t" r="r" b="b"/>
            <a:pathLst>
              <a:path w="18414" h="36195">
                <a:moveTo>
                  <a:pt x="15" y="0"/>
                </a:moveTo>
                <a:lnTo>
                  <a:pt x="0" y="12395"/>
                </a:lnTo>
                <a:lnTo>
                  <a:pt x="2742" y="12151"/>
                </a:lnTo>
                <a:lnTo>
                  <a:pt x="4294" y="13026"/>
                </a:lnTo>
                <a:lnTo>
                  <a:pt x="3979" y="20512"/>
                </a:lnTo>
                <a:lnTo>
                  <a:pt x="4097" y="24862"/>
                </a:lnTo>
                <a:lnTo>
                  <a:pt x="4160" y="35689"/>
                </a:lnTo>
                <a:lnTo>
                  <a:pt x="12340" y="35776"/>
                </a:lnTo>
                <a:lnTo>
                  <a:pt x="12813" y="33357"/>
                </a:lnTo>
                <a:lnTo>
                  <a:pt x="12923" y="30764"/>
                </a:lnTo>
                <a:lnTo>
                  <a:pt x="14436" y="27415"/>
                </a:lnTo>
                <a:lnTo>
                  <a:pt x="16477" y="26942"/>
                </a:lnTo>
                <a:lnTo>
                  <a:pt x="17841" y="26162"/>
                </a:lnTo>
                <a:lnTo>
                  <a:pt x="17841" y="24783"/>
                </a:lnTo>
                <a:lnTo>
                  <a:pt x="17982" y="23388"/>
                </a:lnTo>
                <a:lnTo>
                  <a:pt x="17628" y="20772"/>
                </a:lnTo>
                <a:lnTo>
                  <a:pt x="17108" y="19551"/>
                </a:lnTo>
                <a:lnTo>
                  <a:pt x="16737" y="18305"/>
                </a:lnTo>
                <a:lnTo>
                  <a:pt x="15650" y="19086"/>
                </a:lnTo>
                <a:lnTo>
                  <a:pt x="14625" y="20008"/>
                </a:lnTo>
                <a:lnTo>
                  <a:pt x="11048" y="21796"/>
                </a:lnTo>
                <a:lnTo>
                  <a:pt x="9283" y="21568"/>
                </a:lnTo>
                <a:lnTo>
                  <a:pt x="8424" y="20055"/>
                </a:lnTo>
                <a:lnTo>
                  <a:pt x="8132" y="16430"/>
                </a:lnTo>
                <a:lnTo>
                  <a:pt x="7785" y="13695"/>
                </a:lnTo>
                <a:lnTo>
                  <a:pt x="12474" y="11851"/>
                </a:lnTo>
                <a:lnTo>
                  <a:pt x="12939" y="9653"/>
                </a:lnTo>
                <a:lnTo>
                  <a:pt x="13711" y="8258"/>
                </a:lnTo>
                <a:lnTo>
                  <a:pt x="12387" y="7738"/>
                </a:lnTo>
                <a:lnTo>
                  <a:pt x="10866" y="7486"/>
                </a:lnTo>
                <a:lnTo>
                  <a:pt x="6650" y="4247"/>
                </a:lnTo>
                <a:lnTo>
                  <a:pt x="4365" y="630"/>
                </a:lnTo>
                <a:lnTo>
                  <a:pt x="15" y="0"/>
                </a:lnTo>
                <a:close/>
              </a:path>
            </a:pathLst>
          </a:custGeom>
          <a:solidFill>
            <a:srgbClr val="A19D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7" name="bg object 1447"/>
          <p:cNvSpPr/>
          <p:nvPr/>
        </p:nvSpPr>
        <p:spPr>
          <a:xfrm>
            <a:off x="2236042" y="4173524"/>
            <a:ext cx="10160" cy="10160"/>
          </a:xfrm>
          <a:custGeom>
            <a:avLst/>
            <a:gdLst/>
            <a:ahLst/>
            <a:cxnLst/>
            <a:rect l="l" t="t" r="r" b="b"/>
            <a:pathLst>
              <a:path w="10160" h="10160">
                <a:moveTo>
                  <a:pt x="9606" y="0"/>
                </a:moveTo>
                <a:lnTo>
                  <a:pt x="0" y="0"/>
                </a:lnTo>
                <a:lnTo>
                  <a:pt x="0" y="8250"/>
                </a:lnTo>
                <a:lnTo>
                  <a:pt x="9637" y="9653"/>
                </a:lnTo>
                <a:lnTo>
                  <a:pt x="9606" y="0"/>
                </a:lnTo>
                <a:close/>
              </a:path>
            </a:pathLst>
          </a:custGeom>
          <a:solidFill>
            <a:srgbClr val="8B78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8" name="bg object 1448"/>
          <p:cNvSpPr/>
          <p:nvPr/>
        </p:nvSpPr>
        <p:spPr>
          <a:xfrm>
            <a:off x="2236026" y="4159768"/>
            <a:ext cx="5715" cy="13970"/>
          </a:xfrm>
          <a:custGeom>
            <a:avLst/>
            <a:gdLst/>
            <a:ahLst/>
            <a:cxnLst/>
            <a:rect l="l" t="t" r="r" b="b"/>
            <a:pathLst>
              <a:path w="5714" h="13970">
                <a:moveTo>
                  <a:pt x="5500" y="0"/>
                </a:moveTo>
                <a:lnTo>
                  <a:pt x="4145" y="780"/>
                </a:lnTo>
                <a:lnTo>
                  <a:pt x="2096" y="1252"/>
                </a:lnTo>
                <a:lnTo>
                  <a:pt x="591" y="4602"/>
                </a:lnTo>
                <a:lnTo>
                  <a:pt x="480" y="7194"/>
                </a:lnTo>
                <a:lnTo>
                  <a:pt x="0" y="9613"/>
                </a:lnTo>
                <a:lnTo>
                  <a:pt x="15" y="13751"/>
                </a:lnTo>
                <a:lnTo>
                  <a:pt x="5571" y="13703"/>
                </a:lnTo>
                <a:lnTo>
                  <a:pt x="5500" y="0"/>
                </a:lnTo>
                <a:close/>
              </a:path>
            </a:pathLst>
          </a:custGeom>
          <a:solidFill>
            <a:srgbClr val="8E88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9" name="bg object 1449"/>
          <p:cNvSpPr/>
          <p:nvPr/>
        </p:nvSpPr>
        <p:spPr>
          <a:xfrm>
            <a:off x="2240182" y="4191414"/>
            <a:ext cx="10160" cy="13970"/>
          </a:xfrm>
          <a:custGeom>
            <a:avLst/>
            <a:gdLst/>
            <a:ahLst/>
            <a:cxnLst/>
            <a:rect l="l" t="t" r="r" b="b"/>
            <a:pathLst>
              <a:path w="10160" h="13970">
                <a:moveTo>
                  <a:pt x="9653" y="0"/>
                </a:moveTo>
                <a:lnTo>
                  <a:pt x="0" y="15"/>
                </a:lnTo>
                <a:lnTo>
                  <a:pt x="31" y="4160"/>
                </a:lnTo>
                <a:lnTo>
                  <a:pt x="3948" y="3656"/>
                </a:lnTo>
                <a:lnTo>
                  <a:pt x="6067" y="4483"/>
                </a:lnTo>
                <a:lnTo>
                  <a:pt x="3687" y="10449"/>
                </a:lnTo>
                <a:lnTo>
                  <a:pt x="4105" y="12190"/>
                </a:lnTo>
                <a:lnTo>
                  <a:pt x="4089" y="13751"/>
                </a:lnTo>
                <a:lnTo>
                  <a:pt x="9582" y="13759"/>
                </a:lnTo>
                <a:lnTo>
                  <a:pt x="9613" y="4105"/>
                </a:lnTo>
                <a:lnTo>
                  <a:pt x="9653" y="0"/>
                </a:lnTo>
                <a:close/>
              </a:path>
            </a:pathLst>
          </a:custGeom>
          <a:solidFill>
            <a:srgbClr val="AEA8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0" name="bg object 1450"/>
          <p:cNvSpPr/>
          <p:nvPr/>
        </p:nvSpPr>
        <p:spPr>
          <a:xfrm>
            <a:off x="2249717" y="4183157"/>
            <a:ext cx="4445" cy="8890"/>
          </a:xfrm>
          <a:custGeom>
            <a:avLst/>
            <a:gdLst/>
            <a:ahLst/>
            <a:cxnLst/>
            <a:rect l="l" t="t" r="r" b="b"/>
            <a:pathLst>
              <a:path w="4444" h="8889">
                <a:moveTo>
                  <a:pt x="4168" y="0"/>
                </a:moveTo>
                <a:lnTo>
                  <a:pt x="47" y="0"/>
                </a:lnTo>
                <a:lnTo>
                  <a:pt x="0" y="8258"/>
                </a:lnTo>
                <a:lnTo>
                  <a:pt x="2718" y="8463"/>
                </a:lnTo>
                <a:lnTo>
                  <a:pt x="4428" y="7722"/>
                </a:lnTo>
                <a:lnTo>
                  <a:pt x="4058" y="3104"/>
                </a:lnTo>
                <a:lnTo>
                  <a:pt x="4168" y="1552"/>
                </a:lnTo>
                <a:lnTo>
                  <a:pt x="4168" y="0"/>
                </a:lnTo>
                <a:close/>
              </a:path>
            </a:pathLst>
          </a:custGeom>
          <a:solidFill>
            <a:srgbClr val="9990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1" name="bg object 1451"/>
          <p:cNvSpPr/>
          <p:nvPr/>
        </p:nvSpPr>
        <p:spPr>
          <a:xfrm>
            <a:off x="2245619" y="4183157"/>
            <a:ext cx="4445" cy="8255"/>
          </a:xfrm>
          <a:custGeom>
            <a:avLst/>
            <a:gdLst/>
            <a:ahLst/>
            <a:cxnLst/>
            <a:rect l="l" t="t" r="r" b="b"/>
            <a:pathLst>
              <a:path w="4444" h="8254">
                <a:moveTo>
                  <a:pt x="4145" y="0"/>
                </a:moveTo>
                <a:lnTo>
                  <a:pt x="55" y="15"/>
                </a:lnTo>
                <a:lnTo>
                  <a:pt x="0" y="4113"/>
                </a:lnTo>
                <a:lnTo>
                  <a:pt x="31" y="8258"/>
                </a:lnTo>
                <a:lnTo>
                  <a:pt x="4097" y="8258"/>
                </a:lnTo>
                <a:lnTo>
                  <a:pt x="4145" y="0"/>
                </a:lnTo>
                <a:close/>
              </a:path>
            </a:pathLst>
          </a:custGeom>
          <a:solidFill>
            <a:srgbClr val="B3A8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2" name="bg object 1452"/>
          <p:cNvSpPr/>
          <p:nvPr/>
        </p:nvSpPr>
        <p:spPr>
          <a:xfrm>
            <a:off x="2218176" y="3990502"/>
            <a:ext cx="14604" cy="36195"/>
          </a:xfrm>
          <a:custGeom>
            <a:avLst/>
            <a:gdLst/>
            <a:ahLst/>
            <a:cxnLst/>
            <a:rect l="l" t="t" r="r" b="b"/>
            <a:pathLst>
              <a:path w="14605" h="36195">
                <a:moveTo>
                  <a:pt x="8266" y="0"/>
                </a:moveTo>
                <a:lnTo>
                  <a:pt x="3758" y="992"/>
                </a:lnTo>
                <a:lnTo>
                  <a:pt x="1000" y="3743"/>
                </a:lnTo>
                <a:lnTo>
                  <a:pt x="0" y="8266"/>
                </a:lnTo>
                <a:lnTo>
                  <a:pt x="39" y="13751"/>
                </a:lnTo>
                <a:lnTo>
                  <a:pt x="3372" y="13380"/>
                </a:lnTo>
                <a:lnTo>
                  <a:pt x="4286" y="15043"/>
                </a:lnTo>
                <a:lnTo>
                  <a:pt x="4011" y="24027"/>
                </a:lnTo>
                <a:lnTo>
                  <a:pt x="4145" y="29897"/>
                </a:lnTo>
                <a:lnTo>
                  <a:pt x="4145" y="35768"/>
                </a:lnTo>
                <a:lnTo>
                  <a:pt x="12537" y="35776"/>
                </a:lnTo>
                <a:lnTo>
                  <a:pt x="12080" y="28369"/>
                </a:lnTo>
                <a:lnTo>
                  <a:pt x="14097" y="23286"/>
                </a:lnTo>
                <a:lnTo>
                  <a:pt x="8132" y="20260"/>
                </a:lnTo>
                <a:lnTo>
                  <a:pt x="8345" y="18770"/>
                </a:lnTo>
                <a:lnTo>
                  <a:pt x="8266" y="17880"/>
                </a:lnTo>
                <a:lnTo>
                  <a:pt x="8266" y="0"/>
                </a:lnTo>
                <a:close/>
              </a:path>
            </a:pathLst>
          </a:custGeom>
          <a:solidFill>
            <a:srgbClr val="B8B4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3" name="bg object 1453"/>
          <p:cNvSpPr/>
          <p:nvPr/>
        </p:nvSpPr>
        <p:spPr>
          <a:xfrm>
            <a:off x="2226310" y="4003395"/>
            <a:ext cx="10160" cy="27305"/>
          </a:xfrm>
          <a:custGeom>
            <a:avLst/>
            <a:gdLst/>
            <a:ahLst/>
            <a:cxnLst/>
            <a:rect l="l" t="t" r="r" b="b"/>
            <a:pathLst>
              <a:path w="10160" h="27304">
                <a:moveTo>
                  <a:pt x="4909" y="0"/>
                </a:moveTo>
                <a:lnTo>
                  <a:pt x="3680" y="4279"/>
                </a:lnTo>
                <a:lnTo>
                  <a:pt x="1449" y="4499"/>
                </a:lnTo>
                <a:lnTo>
                  <a:pt x="133" y="4988"/>
                </a:lnTo>
                <a:lnTo>
                  <a:pt x="212" y="5878"/>
                </a:lnTo>
                <a:lnTo>
                  <a:pt x="0" y="7368"/>
                </a:lnTo>
                <a:lnTo>
                  <a:pt x="5965" y="10394"/>
                </a:lnTo>
                <a:lnTo>
                  <a:pt x="3940" y="15469"/>
                </a:lnTo>
                <a:lnTo>
                  <a:pt x="4397" y="22884"/>
                </a:lnTo>
                <a:lnTo>
                  <a:pt x="126" y="22884"/>
                </a:lnTo>
                <a:lnTo>
                  <a:pt x="133" y="27013"/>
                </a:lnTo>
                <a:lnTo>
                  <a:pt x="4247" y="27005"/>
                </a:lnTo>
                <a:lnTo>
                  <a:pt x="6840" y="27210"/>
                </a:lnTo>
                <a:lnTo>
                  <a:pt x="8628" y="26556"/>
                </a:lnTo>
                <a:lnTo>
                  <a:pt x="8250" y="21867"/>
                </a:lnTo>
                <a:lnTo>
                  <a:pt x="8361" y="20307"/>
                </a:lnTo>
                <a:lnTo>
                  <a:pt x="8361" y="18755"/>
                </a:lnTo>
                <a:lnTo>
                  <a:pt x="9732" y="858"/>
                </a:lnTo>
                <a:lnTo>
                  <a:pt x="7541" y="1095"/>
                </a:lnTo>
                <a:lnTo>
                  <a:pt x="4909" y="0"/>
                </a:lnTo>
                <a:close/>
              </a:path>
            </a:pathLst>
          </a:custGeom>
          <a:solidFill>
            <a:srgbClr val="C5C0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4" name="bg object 1454"/>
          <p:cNvSpPr/>
          <p:nvPr/>
        </p:nvSpPr>
        <p:spPr>
          <a:xfrm>
            <a:off x="2217001" y="4044170"/>
            <a:ext cx="9525" cy="12700"/>
          </a:xfrm>
          <a:custGeom>
            <a:avLst/>
            <a:gdLst/>
            <a:ahLst/>
            <a:cxnLst/>
            <a:rect l="l" t="t" r="r" b="b"/>
            <a:pathLst>
              <a:path w="9525" h="12700">
                <a:moveTo>
                  <a:pt x="9416" y="0"/>
                </a:moveTo>
                <a:lnTo>
                  <a:pt x="3932" y="0"/>
                </a:lnTo>
                <a:lnTo>
                  <a:pt x="3183" y="1402"/>
                </a:lnTo>
                <a:lnTo>
                  <a:pt x="2301" y="2750"/>
                </a:lnTo>
                <a:lnTo>
                  <a:pt x="977" y="6115"/>
                </a:lnTo>
                <a:lnTo>
                  <a:pt x="0" y="8132"/>
                </a:lnTo>
                <a:lnTo>
                  <a:pt x="149" y="10890"/>
                </a:lnTo>
                <a:lnTo>
                  <a:pt x="2584" y="11607"/>
                </a:lnTo>
                <a:lnTo>
                  <a:pt x="3940" y="12387"/>
                </a:lnTo>
                <a:lnTo>
                  <a:pt x="8061" y="12387"/>
                </a:lnTo>
                <a:lnTo>
                  <a:pt x="8085" y="4097"/>
                </a:lnTo>
                <a:lnTo>
                  <a:pt x="9416" y="0"/>
                </a:lnTo>
                <a:close/>
              </a:path>
            </a:pathLst>
          </a:custGeom>
          <a:solidFill>
            <a:srgbClr val="B3AF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5" name="bg object 1455"/>
          <p:cNvSpPr/>
          <p:nvPr/>
        </p:nvSpPr>
        <p:spPr>
          <a:xfrm>
            <a:off x="2225083" y="4030404"/>
            <a:ext cx="6350" cy="19050"/>
          </a:xfrm>
          <a:custGeom>
            <a:avLst/>
            <a:gdLst/>
            <a:ahLst/>
            <a:cxnLst/>
            <a:rect l="l" t="t" r="r" b="b"/>
            <a:pathLst>
              <a:path w="6350" h="19050">
                <a:moveTo>
                  <a:pt x="5476" y="0"/>
                </a:moveTo>
                <a:lnTo>
                  <a:pt x="1363" y="7"/>
                </a:lnTo>
                <a:lnTo>
                  <a:pt x="1339" y="13766"/>
                </a:lnTo>
                <a:lnTo>
                  <a:pt x="0" y="17864"/>
                </a:lnTo>
                <a:lnTo>
                  <a:pt x="3884" y="18432"/>
                </a:lnTo>
                <a:lnTo>
                  <a:pt x="5894" y="17265"/>
                </a:lnTo>
                <a:lnTo>
                  <a:pt x="5201" y="8573"/>
                </a:lnTo>
                <a:lnTo>
                  <a:pt x="5476" y="4279"/>
                </a:lnTo>
                <a:lnTo>
                  <a:pt x="5476" y="0"/>
                </a:lnTo>
                <a:close/>
              </a:path>
            </a:pathLst>
          </a:custGeom>
          <a:solidFill>
            <a:srgbClr val="CACD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6" name="bg object 1456"/>
          <p:cNvSpPr/>
          <p:nvPr/>
        </p:nvSpPr>
        <p:spPr>
          <a:xfrm>
            <a:off x="2208568" y="3976330"/>
            <a:ext cx="18415" cy="10160"/>
          </a:xfrm>
          <a:custGeom>
            <a:avLst/>
            <a:gdLst/>
            <a:ahLst/>
            <a:cxnLst/>
            <a:rect l="l" t="t" r="r" b="b"/>
            <a:pathLst>
              <a:path w="18414" h="10160">
                <a:moveTo>
                  <a:pt x="16903" y="0"/>
                </a:moveTo>
                <a:lnTo>
                  <a:pt x="12663" y="575"/>
                </a:lnTo>
                <a:lnTo>
                  <a:pt x="10740" y="504"/>
                </a:lnTo>
                <a:lnTo>
                  <a:pt x="9401" y="5161"/>
                </a:lnTo>
                <a:lnTo>
                  <a:pt x="6083" y="4570"/>
                </a:lnTo>
                <a:lnTo>
                  <a:pt x="0" y="4499"/>
                </a:lnTo>
                <a:lnTo>
                  <a:pt x="23" y="8660"/>
                </a:lnTo>
                <a:lnTo>
                  <a:pt x="13759" y="10039"/>
                </a:lnTo>
                <a:lnTo>
                  <a:pt x="13656" y="7115"/>
                </a:lnTo>
                <a:lnTo>
                  <a:pt x="13278" y="3971"/>
                </a:lnTo>
                <a:lnTo>
                  <a:pt x="17856" y="4539"/>
                </a:lnTo>
                <a:lnTo>
                  <a:pt x="18242" y="1410"/>
                </a:lnTo>
                <a:lnTo>
                  <a:pt x="16903" y="0"/>
                </a:lnTo>
                <a:close/>
              </a:path>
            </a:pathLst>
          </a:custGeom>
          <a:solidFill>
            <a:srgbClr val="BFB7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7" name="bg object 1457"/>
          <p:cNvSpPr/>
          <p:nvPr/>
        </p:nvSpPr>
        <p:spPr>
          <a:xfrm>
            <a:off x="2204733" y="3989864"/>
            <a:ext cx="15240" cy="27305"/>
          </a:xfrm>
          <a:custGeom>
            <a:avLst/>
            <a:gdLst/>
            <a:ahLst/>
            <a:cxnLst/>
            <a:rect l="l" t="t" r="r" b="b"/>
            <a:pathLst>
              <a:path w="15239" h="27304">
                <a:moveTo>
                  <a:pt x="10520" y="0"/>
                </a:moveTo>
                <a:lnTo>
                  <a:pt x="6469" y="780"/>
                </a:lnTo>
                <a:lnTo>
                  <a:pt x="3877" y="646"/>
                </a:lnTo>
                <a:lnTo>
                  <a:pt x="3853" y="9283"/>
                </a:lnTo>
                <a:lnTo>
                  <a:pt x="4034" y="13814"/>
                </a:lnTo>
                <a:lnTo>
                  <a:pt x="3672" y="19811"/>
                </a:lnTo>
                <a:lnTo>
                  <a:pt x="2474" y="21245"/>
                </a:lnTo>
                <a:lnTo>
                  <a:pt x="1213" y="23522"/>
                </a:lnTo>
                <a:lnTo>
                  <a:pt x="575" y="24295"/>
                </a:lnTo>
                <a:lnTo>
                  <a:pt x="0" y="25114"/>
                </a:lnTo>
                <a:lnTo>
                  <a:pt x="1079" y="25666"/>
                </a:lnTo>
                <a:lnTo>
                  <a:pt x="2111" y="26501"/>
                </a:lnTo>
                <a:lnTo>
                  <a:pt x="4775" y="26990"/>
                </a:lnTo>
                <a:lnTo>
                  <a:pt x="6398" y="26777"/>
                </a:lnTo>
                <a:lnTo>
                  <a:pt x="7974" y="26785"/>
                </a:lnTo>
                <a:lnTo>
                  <a:pt x="8164" y="25681"/>
                </a:lnTo>
                <a:lnTo>
                  <a:pt x="8234" y="23656"/>
                </a:lnTo>
                <a:lnTo>
                  <a:pt x="14665" y="22852"/>
                </a:lnTo>
                <a:lnTo>
                  <a:pt x="13365" y="18258"/>
                </a:lnTo>
                <a:lnTo>
                  <a:pt x="13483" y="14389"/>
                </a:lnTo>
                <a:lnTo>
                  <a:pt x="13443" y="8904"/>
                </a:lnTo>
                <a:lnTo>
                  <a:pt x="10591" y="8802"/>
                </a:lnTo>
                <a:lnTo>
                  <a:pt x="7273" y="9834"/>
                </a:lnTo>
                <a:lnTo>
                  <a:pt x="10520" y="0"/>
                </a:lnTo>
                <a:close/>
              </a:path>
            </a:pathLst>
          </a:custGeom>
          <a:solidFill>
            <a:srgbClr val="D0C9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8" name="bg object 1458"/>
          <p:cNvSpPr/>
          <p:nvPr/>
        </p:nvSpPr>
        <p:spPr>
          <a:xfrm>
            <a:off x="2200361" y="3984988"/>
            <a:ext cx="8255" cy="10160"/>
          </a:xfrm>
          <a:custGeom>
            <a:avLst/>
            <a:gdLst/>
            <a:ahLst/>
            <a:cxnLst/>
            <a:rect l="l" t="t" r="r" b="b"/>
            <a:pathLst>
              <a:path w="8255" h="10160">
                <a:moveTo>
                  <a:pt x="8234" y="0"/>
                </a:moveTo>
                <a:lnTo>
                  <a:pt x="0" y="0"/>
                </a:lnTo>
                <a:lnTo>
                  <a:pt x="0" y="9645"/>
                </a:lnTo>
                <a:lnTo>
                  <a:pt x="8227" y="9637"/>
                </a:lnTo>
                <a:lnTo>
                  <a:pt x="8250" y="5524"/>
                </a:lnTo>
                <a:lnTo>
                  <a:pt x="8234" y="0"/>
                </a:lnTo>
                <a:close/>
              </a:path>
            </a:pathLst>
          </a:custGeom>
          <a:solidFill>
            <a:srgbClr val="B9B1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9" name="bg object 1459"/>
          <p:cNvSpPr/>
          <p:nvPr/>
        </p:nvSpPr>
        <p:spPr>
          <a:xfrm>
            <a:off x="2221847" y="3980302"/>
            <a:ext cx="5080" cy="6350"/>
          </a:xfrm>
          <a:custGeom>
            <a:avLst/>
            <a:gdLst/>
            <a:ahLst/>
            <a:cxnLst/>
            <a:rect l="l" t="t" r="r" b="b"/>
            <a:pathLst>
              <a:path w="5080" h="6350">
                <a:moveTo>
                  <a:pt x="0" y="0"/>
                </a:moveTo>
                <a:lnTo>
                  <a:pt x="378" y="3144"/>
                </a:lnTo>
                <a:lnTo>
                  <a:pt x="480" y="6067"/>
                </a:lnTo>
                <a:lnTo>
                  <a:pt x="4586" y="6067"/>
                </a:lnTo>
                <a:lnTo>
                  <a:pt x="4578" y="567"/>
                </a:lnTo>
                <a:lnTo>
                  <a:pt x="0" y="0"/>
                </a:lnTo>
                <a:close/>
              </a:path>
            </a:pathLst>
          </a:custGeom>
          <a:solidFill>
            <a:srgbClr val="C9C0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60" name="bg object 1460"/>
          <p:cNvSpPr/>
          <p:nvPr/>
        </p:nvSpPr>
        <p:spPr>
          <a:xfrm>
            <a:off x="2067193" y="4152615"/>
            <a:ext cx="10160" cy="8890"/>
          </a:xfrm>
          <a:custGeom>
            <a:avLst/>
            <a:gdLst/>
            <a:ahLst/>
            <a:cxnLst/>
            <a:rect l="l" t="t" r="r" b="b"/>
            <a:pathLst>
              <a:path w="10160" h="8889">
                <a:moveTo>
                  <a:pt x="9188" y="0"/>
                </a:moveTo>
                <a:lnTo>
                  <a:pt x="4476" y="378"/>
                </a:lnTo>
                <a:lnTo>
                  <a:pt x="2907" y="228"/>
                </a:lnTo>
                <a:lnTo>
                  <a:pt x="1347" y="204"/>
                </a:lnTo>
                <a:lnTo>
                  <a:pt x="70" y="307"/>
                </a:lnTo>
                <a:lnTo>
                  <a:pt x="0" y="4381"/>
                </a:lnTo>
                <a:lnTo>
                  <a:pt x="2482" y="4460"/>
                </a:lnTo>
                <a:lnTo>
                  <a:pt x="5161" y="3711"/>
                </a:lnTo>
                <a:lnTo>
                  <a:pt x="6115" y="8006"/>
                </a:lnTo>
                <a:lnTo>
                  <a:pt x="8305" y="8179"/>
                </a:lnTo>
                <a:lnTo>
                  <a:pt x="9543" y="8558"/>
                </a:lnTo>
                <a:lnTo>
                  <a:pt x="9661" y="4412"/>
                </a:lnTo>
                <a:lnTo>
                  <a:pt x="9803" y="1836"/>
                </a:lnTo>
                <a:lnTo>
                  <a:pt x="9188" y="0"/>
                </a:lnTo>
                <a:close/>
              </a:path>
            </a:pathLst>
          </a:custGeom>
          <a:solidFill>
            <a:srgbClr val="8577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61" name="bg object 1461"/>
          <p:cNvSpPr/>
          <p:nvPr/>
        </p:nvSpPr>
        <p:spPr>
          <a:xfrm>
            <a:off x="2066496" y="4156331"/>
            <a:ext cx="10795" cy="10160"/>
          </a:xfrm>
          <a:custGeom>
            <a:avLst/>
            <a:gdLst/>
            <a:ahLst/>
            <a:cxnLst/>
            <a:rect l="l" t="t" r="r" b="b"/>
            <a:pathLst>
              <a:path w="10794" h="10160">
                <a:moveTo>
                  <a:pt x="5862" y="0"/>
                </a:moveTo>
                <a:lnTo>
                  <a:pt x="3183" y="740"/>
                </a:lnTo>
                <a:lnTo>
                  <a:pt x="764" y="693"/>
                </a:lnTo>
                <a:lnTo>
                  <a:pt x="685" y="9842"/>
                </a:lnTo>
                <a:lnTo>
                  <a:pt x="0" y="8904"/>
                </a:lnTo>
                <a:lnTo>
                  <a:pt x="8912" y="8904"/>
                </a:lnTo>
                <a:lnTo>
                  <a:pt x="10244" y="8881"/>
                </a:lnTo>
                <a:lnTo>
                  <a:pt x="10244" y="4838"/>
                </a:lnTo>
                <a:lnTo>
                  <a:pt x="8999" y="4460"/>
                </a:lnTo>
                <a:lnTo>
                  <a:pt x="6808" y="4286"/>
                </a:lnTo>
                <a:lnTo>
                  <a:pt x="5862" y="0"/>
                </a:lnTo>
                <a:close/>
              </a:path>
            </a:pathLst>
          </a:custGeom>
          <a:solidFill>
            <a:srgbClr val="796B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62" name="bg object 1462"/>
          <p:cNvSpPr/>
          <p:nvPr/>
        </p:nvSpPr>
        <p:spPr>
          <a:xfrm>
            <a:off x="2071370" y="4156988"/>
            <a:ext cx="10160" cy="18415"/>
          </a:xfrm>
          <a:custGeom>
            <a:avLst/>
            <a:gdLst/>
            <a:ahLst/>
            <a:cxnLst/>
            <a:rect l="l" t="t" r="r" b="b"/>
            <a:pathLst>
              <a:path w="10160" h="18414">
                <a:moveTo>
                  <a:pt x="9588" y="63"/>
                </a:moveTo>
                <a:lnTo>
                  <a:pt x="5486" y="38"/>
                </a:lnTo>
                <a:lnTo>
                  <a:pt x="5359" y="4191"/>
                </a:lnTo>
                <a:lnTo>
                  <a:pt x="5359" y="8229"/>
                </a:lnTo>
                <a:lnTo>
                  <a:pt x="5435" y="13766"/>
                </a:lnTo>
                <a:lnTo>
                  <a:pt x="0" y="13804"/>
                </a:lnTo>
                <a:lnTo>
                  <a:pt x="12" y="17932"/>
                </a:lnTo>
                <a:lnTo>
                  <a:pt x="2921" y="18021"/>
                </a:lnTo>
                <a:lnTo>
                  <a:pt x="5994" y="18313"/>
                </a:lnTo>
                <a:lnTo>
                  <a:pt x="5486" y="13817"/>
                </a:lnTo>
                <a:lnTo>
                  <a:pt x="9575" y="13792"/>
                </a:lnTo>
                <a:lnTo>
                  <a:pt x="9588" y="63"/>
                </a:lnTo>
                <a:close/>
              </a:path>
            </a:pathLst>
          </a:custGeom>
          <a:solidFill>
            <a:srgbClr val="B1A9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63" name="bg object 1463"/>
          <p:cNvSpPr/>
          <p:nvPr/>
        </p:nvSpPr>
        <p:spPr>
          <a:xfrm>
            <a:off x="2071378" y="4170774"/>
            <a:ext cx="14604" cy="8890"/>
          </a:xfrm>
          <a:custGeom>
            <a:avLst/>
            <a:gdLst/>
            <a:ahLst/>
            <a:cxnLst/>
            <a:rect l="l" t="t" r="r" b="b"/>
            <a:pathLst>
              <a:path w="14605" h="8889">
                <a:moveTo>
                  <a:pt x="9574" y="0"/>
                </a:moveTo>
                <a:lnTo>
                  <a:pt x="5484" y="31"/>
                </a:lnTo>
                <a:lnTo>
                  <a:pt x="5996" y="4523"/>
                </a:lnTo>
                <a:lnTo>
                  <a:pt x="2923" y="4231"/>
                </a:lnTo>
                <a:lnTo>
                  <a:pt x="7" y="4145"/>
                </a:lnTo>
                <a:lnTo>
                  <a:pt x="0" y="8250"/>
                </a:lnTo>
                <a:lnTo>
                  <a:pt x="9590" y="8258"/>
                </a:lnTo>
                <a:lnTo>
                  <a:pt x="12734" y="8628"/>
                </a:lnTo>
                <a:lnTo>
                  <a:pt x="14121" y="7281"/>
                </a:lnTo>
                <a:lnTo>
                  <a:pt x="13648" y="4105"/>
                </a:lnTo>
                <a:lnTo>
                  <a:pt x="10496" y="4531"/>
                </a:lnTo>
                <a:lnTo>
                  <a:pt x="9196" y="3096"/>
                </a:lnTo>
                <a:lnTo>
                  <a:pt x="9574" y="0"/>
                </a:lnTo>
                <a:close/>
              </a:path>
            </a:pathLst>
          </a:custGeom>
          <a:solidFill>
            <a:srgbClr val="B6B0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64" name="bg object 1464"/>
          <p:cNvSpPr/>
          <p:nvPr/>
        </p:nvSpPr>
        <p:spPr>
          <a:xfrm>
            <a:off x="2189376" y="4324884"/>
            <a:ext cx="12700" cy="8890"/>
          </a:xfrm>
          <a:custGeom>
            <a:avLst/>
            <a:gdLst/>
            <a:ahLst/>
            <a:cxnLst/>
            <a:rect l="l" t="t" r="r" b="b"/>
            <a:pathLst>
              <a:path w="12700" h="8889">
                <a:moveTo>
                  <a:pt x="12340" y="0"/>
                </a:moveTo>
                <a:lnTo>
                  <a:pt x="8234" y="15"/>
                </a:lnTo>
                <a:lnTo>
                  <a:pt x="8424" y="2592"/>
                </a:lnTo>
                <a:lnTo>
                  <a:pt x="7801" y="4405"/>
                </a:lnTo>
                <a:lnTo>
                  <a:pt x="3120" y="4034"/>
                </a:lnTo>
                <a:lnTo>
                  <a:pt x="1560" y="4145"/>
                </a:lnTo>
                <a:lnTo>
                  <a:pt x="7" y="4152"/>
                </a:lnTo>
                <a:lnTo>
                  <a:pt x="0" y="8266"/>
                </a:lnTo>
                <a:lnTo>
                  <a:pt x="8234" y="8274"/>
                </a:lnTo>
                <a:lnTo>
                  <a:pt x="10796" y="8455"/>
                </a:lnTo>
                <a:lnTo>
                  <a:pt x="12616" y="7840"/>
                </a:lnTo>
                <a:lnTo>
                  <a:pt x="12246" y="3152"/>
                </a:lnTo>
                <a:lnTo>
                  <a:pt x="12372" y="1583"/>
                </a:lnTo>
                <a:lnTo>
                  <a:pt x="12379" y="31"/>
                </a:lnTo>
                <a:close/>
              </a:path>
            </a:pathLst>
          </a:custGeom>
          <a:solidFill>
            <a:srgbClr val="9897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65" name="bg object 1465"/>
          <p:cNvSpPr/>
          <p:nvPr/>
        </p:nvSpPr>
        <p:spPr>
          <a:xfrm>
            <a:off x="2197576" y="4337084"/>
            <a:ext cx="4445" cy="16510"/>
          </a:xfrm>
          <a:custGeom>
            <a:avLst/>
            <a:gdLst/>
            <a:ahLst/>
            <a:cxnLst/>
            <a:rect l="l" t="t" r="r" b="b"/>
            <a:pathLst>
              <a:path w="4444" h="16510">
                <a:moveTo>
                  <a:pt x="2655" y="0"/>
                </a:moveTo>
                <a:lnTo>
                  <a:pt x="39" y="197"/>
                </a:lnTo>
                <a:lnTo>
                  <a:pt x="7" y="5721"/>
                </a:lnTo>
                <a:lnTo>
                  <a:pt x="31" y="7974"/>
                </a:lnTo>
                <a:lnTo>
                  <a:pt x="0" y="10236"/>
                </a:lnTo>
                <a:lnTo>
                  <a:pt x="204" y="16351"/>
                </a:lnTo>
                <a:lnTo>
                  <a:pt x="2348" y="14696"/>
                </a:lnTo>
                <a:lnTo>
                  <a:pt x="4145" y="13932"/>
                </a:lnTo>
                <a:lnTo>
                  <a:pt x="4145" y="10575"/>
                </a:lnTo>
                <a:lnTo>
                  <a:pt x="4018" y="7202"/>
                </a:lnTo>
                <a:lnTo>
                  <a:pt x="4349" y="701"/>
                </a:lnTo>
                <a:lnTo>
                  <a:pt x="2655" y="0"/>
                </a:lnTo>
                <a:close/>
              </a:path>
            </a:pathLst>
          </a:custGeom>
          <a:solidFill>
            <a:srgbClr val="7F79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66" name="bg object 1466"/>
          <p:cNvSpPr/>
          <p:nvPr/>
        </p:nvSpPr>
        <p:spPr>
          <a:xfrm>
            <a:off x="2183917" y="4320760"/>
            <a:ext cx="5715" cy="12700"/>
          </a:xfrm>
          <a:custGeom>
            <a:avLst/>
            <a:gdLst/>
            <a:ahLst/>
            <a:cxnLst/>
            <a:rect l="l" t="t" r="r" b="b"/>
            <a:pathLst>
              <a:path w="5714" h="12700">
                <a:moveTo>
                  <a:pt x="4086" y="0"/>
                </a:moveTo>
                <a:lnTo>
                  <a:pt x="2672" y="0"/>
                </a:lnTo>
                <a:lnTo>
                  <a:pt x="1372" y="2781"/>
                </a:lnTo>
                <a:lnTo>
                  <a:pt x="426" y="9196"/>
                </a:lnTo>
                <a:lnTo>
                  <a:pt x="0" y="12387"/>
                </a:lnTo>
                <a:lnTo>
                  <a:pt x="5454" y="12387"/>
                </a:lnTo>
                <a:lnTo>
                  <a:pt x="5462" y="2781"/>
                </a:lnTo>
                <a:lnTo>
                  <a:pt x="4086" y="0"/>
                </a:lnTo>
                <a:close/>
              </a:path>
            </a:pathLst>
          </a:custGeom>
          <a:solidFill>
            <a:srgbClr val="A9A9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67" name="bg object 1467"/>
          <p:cNvSpPr/>
          <p:nvPr/>
        </p:nvSpPr>
        <p:spPr>
          <a:xfrm>
            <a:off x="2183637" y="4337271"/>
            <a:ext cx="6350" cy="10160"/>
          </a:xfrm>
          <a:custGeom>
            <a:avLst/>
            <a:gdLst/>
            <a:ahLst/>
            <a:cxnLst/>
            <a:rect l="l" t="t" r="r" b="b"/>
            <a:pathLst>
              <a:path w="6350" h="10160">
                <a:moveTo>
                  <a:pt x="267" y="0"/>
                </a:moveTo>
                <a:lnTo>
                  <a:pt x="370" y="4026"/>
                </a:lnTo>
                <a:lnTo>
                  <a:pt x="159" y="6966"/>
                </a:lnTo>
                <a:lnTo>
                  <a:pt x="62" y="8313"/>
                </a:lnTo>
                <a:lnTo>
                  <a:pt x="0" y="9188"/>
                </a:lnTo>
                <a:lnTo>
                  <a:pt x="1217" y="9637"/>
                </a:lnTo>
                <a:lnTo>
                  <a:pt x="4373" y="9637"/>
                </a:lnTo>
                <a:lnTo>
                  <a:pt x="4570" y="8313"/>
                </a:lnTo>
                <a:lnTo>
                  <a:pt x="4688" y="6966"/>
                </a:lnTo>
                <a:lnTo>
                  <a:pt x="6209" y="575"/>
                </a:lnTo>
                <a:lnTo>
                  <a:pt x="267" y="0"/>
                </a:lnTo>
                <a:close/>
              </a:path>
            </a:pathLst>
          </a:custGeom>
          <a:solidFill>
            <a:srgbClr val="928B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68" name="bg object 1468"/>
          <p:cNvSpPr/>
          <p:nvPr/>
        </p:nvSpPr>
        <p:spPr>
          <a:xfrm>
            <a:off x="2191161" y="4333152"/>
            <a:ext cx="6985" cy="10160"/>
          </a:xfrm>
          <a:custGeom>
            <a:avLst/>
            <a:gdLst/>
            <a:ahLst/>
            <a:cxnLst/>
            <a:rect l="l" t="t" r="r" b="b"/>
            <a:pathLst>
              <a:path w="6985" h="10160">
                <a:moveTo>
                  <a:pt x="6453" y="7"/>
                </a:moveTo>
                <a:lnTo>
                  <a:pt x="2324" y="0"/>
                </a:lnTo>
                <a:lnTo>
                  <a:pt x="3112" y="3467"/>
                </a:lnTo>
                <a:lnTo>
                  <a:pt x="0" y="8597"/>
                </a:lnTo>
                <a:lnTo>
                  <a:pt x="6422" y="9653"/>
                </a:lnTo>
                <a:lnTo>
                  <a:pt x="6453" y="4129"/>
                </a:lnTo>
                <a:lnTo>
                  <a:pt x="6453" y="7"/>
                </a:lnTo>
                <a:close/>
              </a:path>
            </a:pathLst>
          </a:custGeom>
          <a:solidFill>
            <a:srgbClr val="928E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69" name="bg object 1469"/>
          <p:cNvSpPr/>
          <p:nvPr/>
        </p:nvSpPr>
        <p:spPr>
          <a:xfrm>
            <a:off x="2201714" y="4315279"/>
            <a:ext cx="10160" cy="10160"/>
          </a:xfrm>
          <a:custGeom>
            <a:avLst/>
            <a:gdLst/>
            <a:ahLst/>
            <a:cxnLst/>
            <a:rect l="l" t="t" r="r" b="b"/>
            <a:pathLst>
              <a:path w="10160" h="10160">
                <a:moveTo>
                  <a:pt x="5492" y="0"/>
                </a:moveTo>
                <a:lnTo>
                  <a:pt x="1426" y="15"/>
                </a:lnTo>
                <a:lnTo>
                  <a:pt x="1363" y="4097"/>
                </a:lnTo>
                <a:lnTo>
                  <a:pt x="0" y="9606"/>
                </a:lnTo>
                <a:lnTo>
                  <a:pt x="5508" y="9629"/>
                </a:lnTo>
                <a:lnTo>
                  <a:pt x="8628" y="10007"/>
                </a:lnTo>
                <a:lnTo>
                  <a:pt x="10015" y="8644"/>
                </a:lnTo>
                <a:lnTo>
                  <a:pt x="9629" y="5508"/>
                </a:lnTo>
                <a:lnTo>
                  <a:pt x="5965" y="5398"/>
                </a:lnTo>
                <a:lnTo>
                  <a:pt x="5342" y="2986"/>
                </a:lnTo>
                <a:lnTo>
                  <a:pt x="5492" y="0"/>
                </a:lnTo>
                <a:close/>
              </a:path>
            </a:pathLst>
          </a:custGeom>
          <a:solidFill>
            <a:srgbClr val="9693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0" name="bg object 1470"/>
          <p:cNvSpPr/>
          <p:nvPr/>
        </p:nvSpPr>
        <p:spPr>
          <a:xfrm>
            <a:off x="2207060" y="4315260"/>
            <a:ext cx="8890" cy="5715"/>
          </a:xfrm>
          <a:custGeom>
            <a:avLst/>
            <a:gdLst/>
            <a:ahLst/>
            <a:cxnLst/>
            <a:rect l="l" t="t" r="r" b="b"/>
            <a:pathLst>
              <a:path w="8889" h="5714">
                <a:moveTo>
                  <a:pt x="8384" y="0"/>
                </a:moveTo>
                <a:lnTo>
                  <a:pt x="149" y="15"/>
                </a:lnTo>
                <a:lnTo>
                  <a:pt x="0" y="3010"/>
                </a:lnTo>
                <a:lnTo>
                  <a:pt x="622" y="5413"/>
                </a:lnTo>
                <a:lnTo>
                  <a:pt x="4286" y="5524"/>
                </a:lnTo>
                <a:lnTo>
                  <a:pt x="8361" y="5500"/>
                </a:lnTo>
                <a:lnTo>
                  <a:pt x="8384" y="0"/>
                </a:lnTo>
                <a:close/>
              </a:path>
            </a:pathLst>
          </a:custGeom>
          <a:solidFill>
            <a:srgbClr val="A39D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1" name="bg object 1471"/>
          <p:cNvSpPr/>
          <p:nvPr/>
        </p:nvSpPr>
        <p:spPr>
          <a:xfrm>
            <a:off x="2236041" y="4205150"/>
            <a:ext cx="8890" cy="19050"/>
          </a:xfrm>
          <a:custGeom>
            <a:avLst/>
            <a:gdLst/>
            <a:ahLst/>
            <a:cxnLst/>
            <a:rect l="l" t="t" r="r" b="b"/>
            <a:pathLst>
              <a:path w="8889" h="19050">
                <a:moveTo>
                  <a:pt x="8227" y="15"/>
                </a:moveTo>
                <a:lnTo>
                  <a:pt x="4121" y="23"/>
                </a:lnTo>
                <a:lnTo>
                  <a:pt x="4089" y="2001"/>
                </a:lnTo>
                <a:lnTo>
                  <a:pt x="4168" y="3995"/>
                </a:lnTo>
                <a:lnTo>
                  <a:pt x="4018" y="8699"/>
                </a:lnTo>
                <a:lnTo>
                  <a:pt x="5011" y="11757"/>
                </a:lnTo>
                <a:lnTo>
                  <a:pt x="244" y="13349"/>
                </a:lnTo>
                <a:lnTo>
                  <a:pt x="323" y="16233"/>
                </a:lnTo>
                <a:lnTo>
                  <a:pt x="0" y="17911"/>
                </a:lnTo>
                <a:lnTo>
                  <a:pt x="898" y="17911"/>
                </a:lnTo>
                <a:lnTo>
                  <a:pt x="1820" y="17793"/>
                </a:lnTo>
                <a:lnTo>
                  <a:pt x="7281" y="18644"/>
                </a:lnTo>
                <a:lnTo>
                  <a:pt x="8628" y="16525"/>
                </a:lnTo>
                <a:lnTo>
                  <a:pt x="7998" y="8164"/>
                </a:lnTo>
                <a:lnTo>
                  <a:pt x="8242" y="4089"/>
                </a:lnTo>
                <a:lnTo>
                  <a:pt x="8250" y="31"/>
                </a:lnTo>
                <a:close/>
              </a:path>
            </a:pathLst>
          </a:custGeom>
          <a:solidFill>
            <a:srgbClr val="AFAA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2" name="bg object 1472"/>
          <p:cNvSpPr/>
          <p:nvPr/>
        </p:nvSpPr>
        <p:spPr>
          <a:xfrm>
            <a:off x="2212328" y="4248815"/>
            <a:ext cx="19050" cy="18415"/>
          </a:xfrm>
          <a:custGeom>
            <a:avLst/>
            <a:gdLst/>
            <a:ahLst/>
            <a:cxnLst/>
            <a:rect l="l" t="t" r="r" b="b"/>
            <a:pathLst>
              <a:path w="19050" h="18414">
                <a:moveTo>
                  <a:pt x="1355" y="0"/>
                </a:moveTo>
                <a:lnTo>
                  <a:pt x="0" y="1386"/>
                </a:lnTo>
                <a:lnTo>
                  <a:pt x="362" y="4515"/>
                </a:lnTo>
                <a:lnTo>
                  <a:pt x="386" y="18266"/>
                </a:lnTo>
                <a:lnTo>
                  <a:pt x="8605" y="18282"/>
                </a:lnTo>
                <a:lnTo>
                  <a:pt x="8573" y="14121"/>
                </a:lnTo>
                <a:lnTo>
                  <a:pt x="5035" y="12356"/>
                </a:lnTo>
                <a:lnTo>
                  <a:pt x="3238" y="8558"/>
                </a:lnTo>
                <a:lnTo>
                  <a:pt x="5161" y="5256"/>
                </a:lnTo>
                <a:lnTo>
                  <a:pt x="6249" y="5106"/>
                </a:lnTo>
                <a:lnTo>
                  <a:pt x="6997" y="4759"/>
                </a:lnTo>
                <a:lnTo>
                  <a:pt x="8652" y="8684"/>
                </a:lnTo>
                <a:lnTo>
                  <a:pt x="13018" y="7935"/>
                </a:lnTo>
                <a:lnTo>
                  <a:pt x="14783" y="9810"/>
                </a:lnTo>
                <a:lnTo>
                  <a:pt x="14113" y="14145"/>
                </a:lnTo>
                <a:lnTo>
                  <a:pt x="18699" y="14736"/>
                </a:lnTo>
                <a:lnTo>
                  <a:pt x="18282" y="11560"/>
                </a:lnTo>
                <a:lnTo>
                  <a:pt x="18227" y="8652"/>
                </a:lnTo>
                <a:lnTo>
                  <a:pt x="18227" y="4523"/>
                </a:lnTo>
                <a:lnTo>
                  <a:pt x="15563" y="4050"/>
                </a:lnTo>
                <a:lnTo>
                  <a:pt x="11473" y="4460"/>
                </a:lnTo>
                <a:lnTo>
                  <a:pt x="8802" y="47"/>
                </a:lnTo>
                <a:lnTo>
                  <a:pt x="6745" y="567"/>
                </a:lnTo>
                <a:lnTo>
                  <a:pt x="4491" y="378"/>
                </a:lnTo>
                <a:lnTo>
                  <a:pt x="1355" y="0"/>
                </a:lnTo>
                <a:close/>
              </a:path>
            </a:pathLst>
          </a:custGeom>
          <a:solidFill>
            <a:srgbClr val="9286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3" name="bg object 1473"/>
          <p:cNvSpPr/>
          <p:nvPr/>
        </p:nvSpPr>
        <p:spPr>
          <a:xfrm>
            <a:off x="2212706" y="4267083"/>
            <a:ext cx="4445" cy="18415"/>
          </a:xfrm>
          <a:custGeom>
            <a:avLst/>
            <a:gdLst/>
            <a:ahLst/>
            <a:cxnLst/>
            <a:rect l="l" t="t" r="r" b="b"/>
            <a:pathLst>
              <a:path w="4444" h="18414">
                <a:moveTo>
                  <a:pt x="7" y="0"/>
                </a:moveTo>
                <a:lnTo>
                  <a:pt x="23" y="17888"/>
                </a:lnTo>
                <a:lnTo>
                  <a:pt x="4105" y="17919"/>
                </a:lnTo>
                <a:lnTo>
                  <a:pt x="4113" y="23"/>
                </a:lnTo>
                <a:close/>
              </a:path>
            </a:pathLst>
          </a:custGeom>
          <a:solidFill>
            <a:srgbClr val="AA9A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4" name="bg object 1474"/>
          <p:cNvSpPr/>
          <p:nvPr/>
        </p:nvSpPr>
        <p:spPr>
          <a:xfrm>
            <a:off x="2229186" y="4280850"/>
            <a:ext cx="5715" cy="12700"/>
          </a:xfrm>
          <a:custGeom>
            <a:avLst/>
            <a:gdLst/>
            <a:ahLst/>
            <a:cxnLst/>
            <a:rect l="l" t="t" r="r" b="b"/>
            <a:pathLst>
              <a:path w="5714" h="12700">
                <a:moveTo>
                  <a:pt x="1379" y="0"/>
                </a:moveTo>
                <a:lnTo>
                  <a:pt x="0" y="12395"/>
                </a:lnTo>
                <a:lnTo>
                  <a:pt x="5453" y="12387"/>
                </a:lnTo>
                <a:lnTo>
                  <a:pt x="5468" y="23"/>
                </a:lnTo>
                <a:close/>
              </a:path>
            </a:pathLst>
          </a:custGeom>
          <a:solidFill>
            <a:srgbClr val="978F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5" name="bg object 1475"/>
          <p:cNvSpPr/>
          <p:nvPr/>
        </p:nvSpPr>
        <p:spPr>
          <a:xfrm>
            <a:off x="2216829" y="4279484"/>
            <a:ext cx="4445" cy="13970"/>
          </a:xfrm>
          <a:custGeom>
            <a:avLst/>
            <a:gdLst/>
            <a:ahLst/>
            <a:cxnLst/>
            <a:rect l="l" t="t" r="r" b="b"/>
            <a:pathLst>
              <a:path w="4444" h="13970">
                <a:moveTo>
                  <a:pt x="0" y="0"/>
                </a:moveTo>
                <a:lnTo>
                  <a:pt x="7" y="13766"/>
                </a:lnTo>
                <a:lnTo>
                  <a:pt x="4129" y="13766"/>
                </a:lnTo>
                <a:lnTo>
                  <a:pt x="4129" y="1379"/>
                </a:lnTo>
                <a:lnTo>
                  <a:pt x="0" y="0"/>
                </a:lnTo>
                <a:close/>
              </a:path>
            </a:pathLst>
          </a:custGeom>
          <a:solidFill>
            <a:srgbClr val="9D99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6" name="bg object 1476"/>
          <p:cNvSpPr/>
          <p:nvPr/>
        </p:nvSpPr>
        <p:spPr>
          <a:xfrm>
            <a:off x="2220548" y="4293227"/>
            <a:ext cx="5080" cy="14604"/>
          </a:xfrm>
          <a:custGeom>
            <a:avLst/>
            <a:gdLst/>
            <a:ahLst/>
            <a:cxnLst/>
            <a:rect l="l" t="t" r="r" b="b"/>
            <a:pathLst>
              <a:path w="5080" h="14604">
                <a:moveTo>
                  <a:pt x="409" y="0"/>
                </a:moveTo>
                <a:lnTo>
                  <a:pt x="394" y="9653"/>
                </a:lnTo>
                <a:lnTo>
                  <a:pt x="0" y="12781"/>
                </a:lnTo>
                <a:lnTo>
                  <a:pt x="1363" y="14168"/>
                </a:lnTo>
                <a:lnTo>
                  <a:pt x="4491" y="13814"/>
                </a:lnTo>
                <a:lnTo>
                  <a:pt x="4515" y="5524"/>
                </a:lnTo>
                <a:lnTo>
                  <a:pt x="4507" y="15"/>
                </a:lnTo>
                <a:lnTo>
                  <a:pt x="409" y="0"/>
                </a:lnTo>
                <a:close/>
              </a:path>
            </a:pathLst>
          </a:custGeom>
          <a:solidFill>
            <a:srgbClr val="9694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7" name="bg object 1477"/>
          <p:cNvSpPr/>
          <p:nvPr/>
        </p:nvSpPr>
        <p:spPr>
          <a:xfrm>
            <a:off x="2220901" y="4256749"/>
            <a:ext cx="6350" cy="10795"/>
          </a:xfrm>
          <a:custGeom>
            <a:avLst/>
            <a:gdLst/>
            <a:ahLst/>
            <a:cxnLst/>
            <a:rect l="l" t="t" r="r" b="b"/>
            <a:pathLst>
              <a:path w="6350" h="10795">
                <a:moveTo>
                  <a:pt x="4444" y="0"/>
                </a:moveTo>
                <a:lnTo>
                  <a:pt x="78" y="748"/>
                </a:lnTo>
                <a:lnTo>
                  <a:pt x="0" y="6186"/>
                </a:lnTo>
                <a:lnTo>
                  <a:pt x="31" y="10346"/>
                </a:lnTo>
                <a:lnTo>
                  <a:pt x="2986" y="10457"/>
                </a:lnTo>
                <a:lnTo>
                  <a:pt x="6091" y="10780"/>
                </a:lnTo>
                <a:lnTo>
                  <a:pt x="5539" y="6209"/>
                </a:lnTo>
                <a:lnTo>
                  <a:pt x="6209" y="1883"/>
                </a:lnTo>
                <a:lnTo>
                  <a:pt x="4444" y="0"/>
                </a:lnTo>
                <a:close/>
              </a:path>
            </a:pathLst>
          </a:custGeom>
          <a:solidFill>
            <a:srgbClr val="A296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8" name="bg object 1478"/>
          <p:cNvSpPr/>
          <p:nvPr/>
        </p:nvSpPr>
        <p:spPr>
          <a:xfrm>
            <a:off x="2220952" y="4280664"/>
            <a:ext cx="4445" cy="12700"/>
          </a:xfrm>
          <a:custGeom>
            <a:avLst/>
            <a:gdLst/>
            <a:ahLst/>
            <a:cxnLst/>
            <a:rect l="l" t="t" r="r" b="b"/>
            <a:pathLst>
              <a:path w="4444" h="12700">
                <a:moveTo>
                  <a:pt x="2624" y="0"/>
                </a:moveTo>
                <a:lnTo>
                  <a:pt x="0" y="197"/>
                </a:lnTo>
                <a:lnTo>
                  <a:pt x="0" y="12561"/>
                </a:lnTo>
                <a:lnTo>
                  <a:pt x="4105" y="12576"/>
                </a:lnTo>
                <a:lnTo>
                  <a:pt x="4105" y="9669"/>
                </a:lnTo>
                <a:lnTo>
                  <a:pt x="3979" y="6745"/>
                </a:lnTo>
                <a:lnTo>
                  <a:pt x="4326" y="701"/>
                </a:lnTo>
                <a:lnTo>
                  <a:pt x="2624" y="0"/>
                </a:lnTo>
                <a:close/>
              </a:path>
            </a:pathLst>
          </a:custGeom>
          <a:solidFill>
            <a:srgbClr val="ACA7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9" name="bg object 1479"/>
          <p:cNvSpPr/>
          <p:nvPr/>
        </p:nvSpPr>
        <p:spPr>
          <a:xfrm>
            <a:off x="2226433" y="4187545"/>
            <a:ext cx="15240" cy="36195"/>
          </a:xfrm>
          <a:custGeom>
            <a:avLst/>
            <a:gdLst/>
            <a:ahLst/>
            <a:cxnLst/>
            <a:rect l="l" t="t" r="r" b="b"/>
            <a:pathLst>
              <a:path w="15239" h="36195">
                <a:moveTo>
                  <a:pt x="3002" y="0"/>
                </a:moveTo>
                <a:lnTo>
                  <a:pt x="2458" y="1300"/>
                </a:lnTo>
                <a:lnTo>
                  <a:pt x="1717" y="2561"/>
                </a:lnTo>
                <a:lnTo>
                  <a:pt x="811" y="6627"/>
                </a:lnTo>
                <a:lnTo>
                  <a:pt x="457" y="9393"/>
                </a:lnTo>
                <a:lnTo>
                  <a:pt x="0" y="12119"/>
                </a:lnTo>
                <a:lnTo>
                  <a:pt x="7" y="30008"/>
                </a:lnTo>
                <a:lnTo>
                  <a:pt x="1331" y="30583"/>
                </a:lnTo>
                <a:lnTo>
                  <a:pt x="3766" y="31111"/>
                </a:lnTo>
                <a:lnTo>
                  <a:pt x="3971" y="36036"/>
                </a:lnTo>
                <a:lnTo>
                  <a:pt x="6879" y="35524"/>
                </a:lnTo>
                <a:lnTo>
                  <a:pt x="9606" y="35516"/>
                </a:lnTo>
                <a:lnTo>
                  <a:pt x="9929" y="33838"/>
                </a:lnTo>
                <a:lnTo>
                  <a:pt x="9850" y="30953"/>
                </a:lnTo>
                <a:lnTo>
                  <a:pt x="14617" y="29362"/>
                </a:lnTo>
                <a:lnTo>
                  <a:pt x="13625" y="26304"/>
                </a:lnTo>
                <a:lnTo>
                  <a:pt x="13774" y="21599"/>
                </a:lnTo>
                <a:lnTo>
                  <a:pt x="13688" y="17604"/>
                </a:lnTo>
                <a:lnTo>
                  <a:pt x="11016" y="17856"/>
                </a:lnTo>
                <a:lnTo>
                  <a:pt x="9424" y="17068"/>
                </a:lnTo>
                <a:lnTo>
                  <a:pt x="9740" y="10606"/>
                </a:lnTo>
                <a:lnTo>
                  <a:pt x="9606" y="7242"/>
                </a:lnTo>
                <a:lnTo>
                  <a:pt x="9606" y="3884"/>
                </a:lnTo>
                <a:lnTo>
                  <a:pt x="8274" y="3357"/>
                </a:lnTo>
                <a:lnTo>
                  <a:pt x="6879" y="2947"/>
                </a:lnTo>
                <a:lnTo>
                  <a:pt x="4665" y="1686"/>
                </a:lnTo>
                <a:lnTo>
                  <a:pt x="3877" y="756"/>
                </a:lnTo>
                <a:lnTo>
                  <a:pt x="3002" y="0"/>
                </a:lnTo>
                <a:close/>
              </a:path>
            </a:pathLst>
          </a:custGeom>
          <a:solidFill>
            <a:srgbClr val="A7A2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80" name="bg object 1480"/>
          <p:cNvSpPr/>
          <p:nvPr/>
        </p:nvSpPr>
        <p:spPr>
          <a:xfrm>
            <a:off x="2212691" y="4221669"/>
            <a:ext cx="5715" cy="10160"/>
          </a:xfrm>
          <a:custGeom>
            <a:avLst/>
            <a:gdLst/>
            <a:ahLst/>
            <a:cxnLst/>
            <a:rect l="l" t="t" r="r" b="b"/>
            <a:pathLst>
              <a:path w="5714" h="10160">
                <a:moveTo>
                  <a:pt x="5508" y="0"/>
                </a:moveTo>
                <a:lnTo>
                  <a:pt x="0" y="15"/>
                </a:lnTo>
                <a:lnTo>
                  <a:pt x="31" y="9645"/>
                </a:lnTo>
                <a:lnTo>
                  <a:pt x="5508" y="9653"/>
                </a:lnTo>
                <a:lnTo>
                  <a:pt x="5508" y="0"/>
                </a:lnTo>
                <a:close/>
              </a:path>
            </a:pathLst>
          </a:custGeom>
          <a:solidFill>
            <a:srgbClr val="9690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81" name="bg object 1481"/>
          <p:cNvSpPr/>
          <p:nvPr/>
        </p:nvSpPr>
        <p:spPr>
          <a:xfrm>
            <a:off x="2222314" y="4217551"/>
            <a:ext cx="4445" cy="10160"/>
          </a:xfrm>
          <a:custGeom>
            <a:avLst/>
            <a:gdLst/>
            <a:ahLst/>
            <a:cxnLst/>
            <a:rect l="l" t="t" r="r" b="b"/>
            <a:pathLst>
              <a:path w="4444" h="10160">
                <a:moveTo>
                  <a:pt x="4129" y="0"/>
                </a:moveTo>
                <a:lnTo>
                  <a:pt x="0" y="7"/>
                </a:lnTo>
                <a:lnTo>
                  <a:pt x="0" y="9645"/>
                </a:lnTo>
                <a:lnTo>
                  <a:pt x="2600" y="9834"/>
                </a:lnTo>
                <a:lnTo>
                  <a:pt x="4373" y="9180"/>
                </a:lnTo>
                <a:lnTo>
                  <a:pt x="4003" y="4026"/>
                </a:lnTo>
                <a:lnTo>
                  <a:pt x="4129" y="2009"/>
                </a:lnTo>
                <a:lnTo>
                  <a:pt x="4129" y="0"/>
                </a:lnTo>
                <a:close/>
              </a:path>
            </a:pathLst>
          </a:custGeom>
          <a:solidFill>
            <a:srgbClr val="8E86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82" name="bg object 1482"/>
          <p:cNvSpPr/>
          <p:nvPr/>
        </p:nvSpPr>
        <p:spPr>
          <a:xfrm>
            <a:off x="2218198" y="4217545"/>
            <a:ext cx="4445" cy="10160"/>
          </a:xfrm>
          <a:custGeom>
            <a:avLst/>
            <a:gdLst/>
            <a:ahLst/>
            <a:cxnLst/>
            <a:rect l="l" t="t" r="r" b="b"/>
            <a:pathLst>
              <a:path w="4444" h="10160">
                <a:moveTo>
                  <a:pt x="15" y="0"/>
                </a:moveTo>
                <a:lnTo>
                  <a:pt x="0" y="9645"/>
                </a:lnTo>
                <a:lnTo>
                  <a:pt x="4113" y="9645"/>
                </a:lnTo>
                <a:lnTo>
                  <a:pt x="4113" y="15"/>
                </a:lnTo>
                <a:lnTo>
                  <a:pt x="15" y="0"/>
                </a:lnTo>
                <a:close/>
              </a:path>
            </a:pathLst>
          </a:custGeom>
          <a:solidFill>
            <a:srgbClr val="A19B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83" name="bg object 1483"/>
          <p:cNvSpPr/>
          <p:nvPr/>
        </p:nvSpPr>
        <p:spPr>
          <a:xfrm>
            <a:off x="2204484" y="4221683"/>
            <a:ext cx="8255" cy="13970"/>
          </a:xfrm>
          <a:custGeom>
            <a:avLst/>
            <a:gdLst/>
            <a:ahLst/>
            <a:cxnLst/>
            <a:rect l="l" t="t" r="r" b="b"/>
            <a:pathLst>
              <a:path w="8255" h="13970">
                <a:moveTo>
                  <a:pt x="8211" y="0"/>
                </a:moveTo>
                <a:lnTo>
                  <a:pt x="0" y="0"/>
                </a:lnTo>
                <a:lnTo>
                  <a:pt x="0" y="4137"/>
                </a:lnTo>
                <a:lnTo>
                  <a:pt x="2159" y="4097"/>
                </a:lnTo>
                <a:lnTo>
                  <a:pt x="4609" y="4168"/>
                </a:lnTo>
                <a:lnTo>
                  <a:pt x="3609" y="8250"/>
                </a:lnTo>
                <a:lnTo>
                  <a:pt x="1355" y="8818"/>
                </a:lnTo>
                <a:lnTo>
                  <a:pt x="7" y="9621"/>
                </a:lnTo>
                <a:lnTo>
                  <a:pt x="0" y="13743"/>
                </a:lnTo>
                <a:lnTo>
                  <a:pt x="8219" y="13766"/>
                </a:lnTo>
                <a:close/>
              </a:path>
            </a:pathLst>
          </a:custGeom>
          <a:solidFill>
            <a:srgbClr val="B2A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84" name="bg object 1484"/>
          <p:cNvSpPr/>
          <p:nvPr/>
        </p:nvSpPr>
        <p:spPr>
          <a:xfrm>
            <a:off x="2208585" y="4235445"/>
            <a:ext cx="8890" cy="18415"/>
          </a:xfrm>
          <a:custGeom>
            <a:avLst/>
            <a:gdLst/>
            <a:ahLst/>
            <a:cxnLst/>
            <a:rect l="l" t="t" r="r" b="b"/>
            <a:pathLst>
              <a:path w="8889" h="18414">
                <a:moveTo>
                  <a:pt x="4121" y="0"/>
                </a:moveTo>
                <a:lnTo>
                  <a:pt x="0" y="15"/>
                </a:lnTo>
                <a:lnTo>
                  <a:pt x="15" y="17896"/>
                </a:lnTo>
                <a:lnTo>
                  <a:pt x="4105" y="17880"/>
                </a:lnTo>
                <a:lnTo>
                  <a:pt x="3743" y="14759"/>
                </a:lnTo>
                <a:lnTo>
                  <a:pt x="5098" y="13365"/>
                </a:lnTo>
                <a:lnTo>
                  <a:pt x="8227" y="13751"/>
                </a:lnTo>
                <a:lnTo>
                  <a:pt x="8156" y="12876"/>
                </a:lnTo>
                <a:lnTo>
                  <a:pt x="8361" y="11418"/>
                </a:lnTo>
                <a:lnTo>
                  <a:pt x="2821" y="8755"/>
                </a:lnTo>
                <a:lnTo>
                  <a:pt x="4279" y="4113"/>
                </a:lnTo>
                <a:lnTo>
                  <a:pt x="4121" y="0"/>
                </a:lnTo>
                <a:close/>
              </a:path>
            </a:pathLst>
          </a:custGeom>
          <a:solidFill>
            <a:srgbClr val="A29A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85" name="bg object 1485"/>
          <p:cNvSpPr/>
          <p:nvPr/>
        </p:nvSpPr>
        <p:spPr>
          <a:xfrm>
            <a:off x="2233155" y="4273861"/>
            <a:ext cx="7620" cy="19685"/>
          </a:xfrm>
          <a:custGeom>
            <a:avLst/>
            <a:gdLst/>
            <a:ahLst/>
            <a:cxnLst/>
            <a:rect l="l" t="t" r="r" b="b"/>
            <a:pathLst>
              <a:path w="7619" h="19685">
                <a:moveTo>
                  <a:pt x="0" y="0"/>
                </a:moveTo>
                <a:lnTo>
                  <a:pt x="1977" y="4728"/>
                </a:lnTo>
                <a:lnTo>
                  <a:pt x="1497" y="7013"/>
                </a:lnTo>
                <a:lnTo>
                  <a:pt x="1528" y="19385"/>
                </a:lnTo>
                <a:lnTo>
                  <a:pt x="3695" y="19424"/>
                </a:lnTo>
                <a:lnTo>
                  <a:pt x="5563" y="19346"/>
                </a:lnTo>
                <a:lnTo>
                  <a:pt x="5776" y="14097"/>
                </a:lnTo>
                <a:lnTo>
                  <a:pt x="6540" y="11922"/>
                </a:lnTo>
                <a:lnTo>
                  <a:pt x="7013" y="9740"/>
                </a:lnTo>
                <a:lnTo>
                  <a:pt x="5618" y="2876"/>
                </a:lnTo>
                <a:lnTo>
                  <a:pt x="0" y="0"/>
                </a:lnTo>
                <a:close/>
              </a:path>
            </a:pathLst>
          </a:custGeom>
          <a:solidFill>
            <a:srgbClr val="7A7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86" name="bg object 1486"/>
          <p:cNvSpPr/>
          <p:nvPr/>
        </p:nvSpPr>
        <p:spPr>
          <a:xfrm>
            <a:off x="2165494" y="3873526"/>
            <a:ext cx="26670" cy="50165"/>
          </a:xfrm>
          <a:custGeom>
            <a:avLst/>
            <a:gdLst/>
            <a:ahLst/>
            <a:cxnLst/>
            <a:rect l="l" t="t" r="r" b="b"/>
            <a:pathLst>
              <a:path w="26669" h="50164">
                <a:moveTo>
                  <a:pt x="23869" y="0"/>
                </a:moveTo>
                <a:lnTo>
                  <a:pt x="14271" y="0"/>
                </a:lnTo>
                <a:lnTo>
                  <a:pt x="14326" y="5902"/>
                </a:lnTo>
                <a:lnTo>
                  <a:pt x="14176" y="12710"/>
                </a:lnTo>
                <a:lnTo>
                  <a:pt x="10441" y="16745"/>
                </a:lnTo>
                <a:lnTo>
                  <a:pt x="6012" y="17872"/>
                </a:lnTo>
                <a:lnTo>
                  <a:pt x="3096" y="17801"/>
                </a:lnTo>
                <a:lnTo>
                  <a:pt x="0" y="17486"/>
                </a:lnTo>
                <a:lnTo>
                  <a:pt x="520" y="22009"/>
                </a:lnTo>
                <a:lnTo>
                  <a:pt x="472" y="34326"/>
                </a:lnTo>
                <a:lnTo>
                  <a:pt x="669" y="41584"/>
                </a:lnTo>
                <a:lnTo>
                  <a:pt x="1670" y="42656"/>
                </a:lnTo>
                <a:lnTo>
                  <a:pt x="2230" y="43751"/>
                </a:lnTo>
                <a:lnTo>
                  <a:pt x="3041" y="42695"/>
                </a:lnTo>
                <a:lnTo>
                  <a:pt x="4633" y="41552"/>
                </a:lnTo>
                <a:lnTo>
                  <a:pt x="3869" y="34886"/>
                </a:lnTo>
                <a:lnTo>
                  <a:pt x="9692" y="34673"/>
                </a:lnTo>
                <a:lnTo>
                  <a:pt x="14113" y="30575"/>
                </a:lnTo>
                <a:lnTo>
                  <a:pt x="13751" y="35272"/>
                </a:lnTo>
                <a:lnTo>
                  <a:pt x="14263" y="37163"/>
                </a:lnTo>
                <a:lnTo>
                  <a:pt x="16517" y="40158"/>
                </a:lnTo>
                <a:lnTo>
                  <a:pt x="19582" y="42734"/>
                </a:lnTo>
                <a:lnTo>
                  <a:pt x="18495" y="47786"/>
                </a:lnTo>
                <a:lnTo>
                  <a:pt x="20220" y="49173"/>
                </a:lnTo>
                <a:lnTo>
                  <a:pt x="22978" y="49779"/>
                </a:lnTo>
                <a:lnTo>
                  <a:pt x="24838" y="49527"/>
                </a:lnTo>
                <a:lnTo>
                  <a:pt x="26635" y="49543"/>
                </a:lnTo>
                <a:lnTo>
                  <a:pt x="26635" y="45414"/>
                </a:lnTo>
                <a:lnTo>
                  <a:pt x="23396" y="45296"/>
                </a:lnTo>
                <a:lnTo>
                  <a:pt x="22474" y="43310"/>
                </a:lnTo>
                <a:lnTo>
                  <a:pt x="22490" y="24759"/>
                </a:lnTo>
                <a:lnTo>
                  <a:pt x="18455" y="22711"/>
                </a:lnTo>
                <a:lnTo>
                  <a:pt x="17620" y="19677"/>
                </a:lnTo>
                <a:lnTo>
                  <a:pt x="18770" y="8691"/>
                </a:lnTo>
                <a:lnTo>
                  <a:pt x="21568" y="9889"/>
                </a:lnTo>
                <a:lnTo>
                  <a:pt x="23853" y="9645"/>
                </a:lnTo>
                <a:lnTo>
                  <a:pt x="23869" y="0"/>
                </a:lnTo>
                <a:close/>
              </a:path>
            </a:pathLst>
          </a:custGeom>
          <a:solidFill>
            <a:srgbClr val="C6C1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87" name="bg object 1487"/>
          <p:cNvSpPr/>
          <p:nvPr/>
        </p:nvSpPr>
        <p:spPr>
          <a:xfrm>
            <a:off x="2174280" y="3910690"/>
            <a:ext cx="31750" cy="24765"/>
          </a:xfrm>
          <a:custGeom>
            <a:avLst/>
            <a:gdLst/>
            <a:ahLst/>
            <a:cxnLst/>
            <a:rect l="l" t="t" r="r" b="b"/>
            <a:pathLst>
              <a:path w="31750" h="24764">
                <a:moveTo>
                  <a:pt x="5476" y="0"/>
                </a:moveTo>
                <a:lnTo>
                  <a:pt x="4089" y="780"/>
                </a:lnTo>
                <a:lnTo>
                  <a:pt x="1804" y="1308"/>
                </a:lnTo>
                <a:lnTo>
                  <a:pt x="575" y="5602"/>
                </a:lnTo>
                <a:lnTo>
                  <a:pt x="441" y="9030"/>
                </a:lnTo>
                <a:lnTo>
                  <a:pt x="0" y="12379"/>
                </a:lnTo>
                <a:lnTo>
                  <a:pt x="4917" y="10614"/>
                </a:lnTo>
                <a:lnTo>
                  <a:pt x="5610" y="16532"/>
                </a:lnTo>
                <a:lnTo>
                  <a:pt x="9086" y="17399"/>
                </a:lnTo>
                <a:lnTo>
                  <a:pt x="8424" y="18471"/>
                </a:lnTo>
                <a:lnTo>
                  <a:pt x="7856" y="20370"/>
                </a:lnTo>
                <a:lnTo>
                  <a:pt x="4152" y="20780"/>
                </a:lnTo>
                <a:lnTo>
                  <a:pt x="4058" y="22616"/>
                </a:lnTo>
                <a:lnTo>
                  <a:pt x="4121" y="24767"/>
                </a:lnTo>
                <a:lnTo>
                  <a:pt x="13719" y="24752"/>
                </a:lnTo>
                <a:lnTo>
                  <a:pt x="13530" y="22167"/>
                </a:lnTo>
                <a:lnTo>
                  <a:pt x="14160" y="20370"/>
                </a:lnTo>
                <a:lnTo>
                  <a:pt x="18841" y="20740"/>
                </a:lnTo>
                <a:lnTo>
                  <a:pt x="20394" y="20638"/>
                </a:lnTo>
                <a:lnTo>
                  <a:pt x="21946" y="20646"/>
                </a:lnTo>
                <a:lnTo>
                  <a:pt x="22978" y="14145"/>
                </a:lnTo>
                <a:lnTo>
                  <a:pt x="28116" y="17289"/>
                </a:lnTo>
                <a:lnTo>
                  <a:pt x="31560" y="16501"/>
                </a:lnTo>
                <a:lnTo>
                  <a:pt x="31537" y="12372"/>
                </a:lnTo>
                <a:lnTo>
                  <a:pt x="16052" y="12364"/>
                </a:lnTo>
                <a:lnTo>
                  <a:pt x="14192" y="12616"/>
                </a:lnTo>
                <a:lnTo>
                  <a:pt x="11434" y="12009"/>
                </a:lnTo>
                <a:lnTo>
                  <a:pt x="9708" y="10614"/>
                </a:lnTo>
                <a:lnTo>
                  <a:pt x="10796" y="5571"/>
                </a:lnTo>
                <a:lnTo>
                  <a:pt x="7730" y="2986"/>
                </a:lnTo>
                <a:lnTo>
                  <a:pt x="5476" y="0"/>
                </a:lnTo>
                <a:close/>
              </a:path>
            </a:pathLst>
          </a:custGeom>
          <a:solidFill>
            <a:srgbClr val="B5AD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88" name="bg object 1488"/>
          <p:cNvSpPr/>
          <p:nvPr/>
        </p:nvSpPr>
        <p:spPr>
          <a:xfrm>
            <a:off x="2187969" y="3891194"/>
            <a:ext cx="10795" cy="27940"/>
          </a:xfrm>
          <a:custGeom>
            <a:avLst/>
            <a:gdLst/>
            <a:ahLst/>
            <a:cxnLst/>
            <a:rect l="l" t="t" r="r" b="b"/>
            <a:pathLst>
              <a:path w="10794" h="27939">
                <a:moveTo>
                  <a:pt x="4176" y="0"/>
                </a:moveTo>
                <a:lnTo>
                  <a:pt x="1426" y="220"/>
                </a:lnTo>
                <a:lnTo>
                  <a:pt x="15" y="7092"/>
                </a:lnTo>
                <a:lnTo>
                  <a:pt x="70" y="17525"/>
                </a:lnTo>
                <a:lnTo>
                  <a:pt x="0" y="25642"/>
                </a:lnTo>
                <a:lnTo>
                  <a:pt x="921" y="27628"/>
                </a:lnTo>
                <a:lnTo>
                  <a:pt x="4160" y="27746"/>
                </a:lnTo>
                <a:lnTo>
                  <a:pt x="5847" y="27360"/>
                </a:lnTo>
                <a:lnTo>
                  <a:pt x="8920" y="27131"/>
                </a:lnTo>
                <a:lnTo>
                  <a:pt x="9424" y="22781"/>
                </a:lnTo>
                <a:lnTo>
                  <a:pt x="10725" y="16855"/>
                </a:lnTo>
                <a:lnTo>
                  <a:pt x="4215" y="12064"/>
                </a:lnTo>
                <a:lnTo>
                  <a:pt x="5721" y="7974"/>
                </a:lnTo>
                <a:lnTo>
                  <a:pt x="5524" y="914"/>
                </a:lnTo>
                <a:lnTo>
                  <a:pt x="4176" y="0"/>
                </a:lnTo>
                <a:close/>
              </a:path>
            </a:pathLst>
          </a:custGeom>
          <a:solidFill>
            <a:srgbClr val="BBB3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89" name="bg object 1489"/>
          <p:cNvSpPr/>
          <p:nvPr/>
        </p:nvSpPr>
        <p:spPr>
          <a:xfrm>
            <a:off x="2185252" y="3851501"/>
            <a:ext cx="18415" cy="18415"/>
          </a:xfrm>
          <a:custGeom>
            <a:avLst/>
            <a:gdLst/>
            <a:ahLst/>
            <a:cxnLst/>
            <a:rect l="l" t="t" r="r" b="b"/>
            <a:pathLst>
              <a:path w="18414" h="18414">
                <a:moveTo>
                  <a:pt x="17848" y="7"/>
                </a:moveTo>
                <a:lnTo>
                  <a:pt x="13735" y="7"/>
                </a:lnTo>
                <a:lnTo>
                  <a:pt x="4137" y="0"/>
                </a:lnTo>
                <a:lnTo>
                  <a:pt x="0" y="8250"/>
                </a:lnTo>
                <a:lnTo>
                  <a:pt x="8242" y="8266"/>
                </a:lnTo>
                <a:lnTo>
                  <a:pt x="10843" y="8069"/>
                </a:lnTo>
                <a:lnTo>
                  <a:pt x="12600" y="8723"/>
                </a:lnTo>
                <a:lnTo>
                  <a:pt x="12230" y="13877"/>
                </a:lnTo>
                <a:lnTo>
                  <a:pt x="12356" y="15894"/>
                </a:lnTo>
                <a:lnTo>
                  <a:pt x="12356" y="17904"/>
                </a:lnTo>
                <a:lnTo>
                  <a:pt x="16194" y="18408"/>
                </a:lnTo>
                <a:lnTo>
                  <a:pt x="18298" y="17328"/>
                </a:lnTo>
                <a:lnTo>
                  <a:pt x="17573" y="8589"/>
                </a:lnTo>
                <a:lnTo>
                  <a:pt x="17848" y="4286"/>
                </a:lnTo>
                <a:lnTo>
                  <a:pt x="17848" y="7"/>
                </a:lnTo>
                <a:close/>
              </a:path>
            </a:pathLst>
          </a:custGeom>
          <a:solidFill>
            <a:srgbClr val="BDB5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90" name="bg object 1490"/>
          <p:cNvSpPr/>
          <p:nvPr/>
        </p:nvSpPr>
        <p:spPr>
          <a:xfrm>
            <a:off x="2179759" y="3859755"/>
            <a:ext cx="10160" cy="13970"/>
          </a:xfrm>
          <a:custGeom>
            <a:avLst/>
            <a:gdLst/>
            <a:ahLst/>
            <a:cxnLst/>
            <a:rect l="l" t="t" r="r" b="b"/>
            <a:pathLst>
              <a:path w="10160" h="13970">
                <a:moveTo>
                  <a:pt x="5492" y="7"/>
                </a:moveTo>
                <a:lnTo>
                  <a:pt x="5516" y="6879"/>
                </a:lnTo>
                <a:lnTo>
                  <a:pt x="5989" y="9755"/>
                </a:lnTo>
                <a:lnTo>
                  <a:pt x="1095" y="10007"/>
                </a:lnTo>
                <a:lnTo>
                  <a:pt x="575" y="12450"/>
                </a:lnTo>
                <a:lnTo>
                  <a:pt x="0" y="13774"/>
                </a:lnTo>
                <a:lnTo>
                  <a:pt x="9598" y="13766"/>
                </a:lnTo>
                <a:lnTo>
                  <a:pt x="9645" y="9677"/>
                </a:lnTo>
                <a:lnTo>
                  <a:pt x="9606" y="23"/>
                </a:lnTo>
                <a:lnTo>
                  <a:pt x="5492" y="0"/>
                </a:lnTo>
                <a:close/>
              </a:path>
            </a:pathLst>
          </a:custGeom>
          <a:solidFill>
            <a:srgbClr val="CEC5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91" name="bg object 1491"/>
          <p:cNvSpPr/>
          <p:nvPr/>
        </p:nvSpPr>
        <p:spPr>
          <a:xfrm>
            <a:off x="2183108" y="3882215"/>
            <a:ext cx="6350" cy="16510"/>
          </a:xfrm>
          <a:custGeom>
            <a:avLst/>
            <a:gdLst/>
            <a:ahLst/>
            <a:cxnLst/>
            <a:rect l="l" t="t" r="r" b="b"/>
            <a:pathLst>
              <a:path w="6350" h="16510">
                <a:moveTo>
                  <a:pt x="1158" y="0"/>
                </a:moveTo>
                <a:lnTo>
                  <a:pt x="0" y="10993"/>
                </a:lnTo>
                <a:lnTo>
                  <a:pt x="843" y="14026"/>
                </a:lnTo>
                <a:lnTo>
                  <a:pt x="4870" y="16067"/>
                </a:lnTo>
                <a:lnTo>
                  <a:pt x="6288" y="9196"/>
                </a:lnTo>
                <a:lnTo>
                  <a:pt x="6241" y="953"/>
                </a:lnTo>
                <a:lnTo>
                  <a:pt x="3955" y="1197"/>
                </a:lnTo>
                <a:lnTo>
                  <a:pt x="1158" y="0"/>
                </a:lnTo>
                <a:close/>
              </a:path>
            </a:pathLst>
          </a:custGeom>
          <a:solidFill>
            <a:srgbClr val="CCC8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92" name="bg object 1492"/>
          <p:cNvSpPr/>
          <p:nvPr/>
        </p:nvSpPr>
        <p:spPr>
          <a:xfrm>
            <a:off x="2201541" y="3905172"/>
            <a:ext cx="4445" cy="14604"/>
          </a:xfrm>
          <a:custGeom>
            <a:avLst/>
            <a:gdLst/>
            <a:ahLst/>
            <a:cxnLst/>
            <a:rect l="l" t="t" r="r" b="b"/>
            <a:pathLst>
              <a:path w="4444" h="14604">
                <a:moveTo>
                  <a:pt x="4294" y="0"/>
                </a:moveTo>
                <a:lnTo>
                  <a:pt x="197" y="0"/>
                </a:lnTo>
                <a:lnTo>
                  <a:pt x="197" y="3357"/>
                </a:lnTo>
                <a:lnTo>
                  <a:pt x="323" y="6721"/>
                </a:lnTo>
                <a:lnTo>
                  <a:pt x="0" y="13183"/>
                </a:lnTo>
                <a:lnTo>
                  <a:pt x="1591" y="13987"/>
                </a:lnTo>
                <a:lnTo>
                  <a:pt x="4263" y="13743"/>
                </a:lnTo>
                <a:lnTo>
                  <a:pt x="4342" y="9653"/>
                </a:lnTo>
                <a:lnTo>
                  <a:pt x="4294" y="0"/>
                </a:lnTo>
                <a:close/>
              </a:path>
            </a:pathLst>
          </a:custGeom>
          <a:solidFill>
            <a:srgbClr val="A89F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93" name="bg object 1493"/>
          <p:cNvSpPr/>
          <p:nvPr/>
        </p:nvSpPr>
        <p:spPr>
          <a:xfrm>
            <a:off x="2205844" y="3914825"/>
            <a:ext cx="4445" cy="12700"/>
          </a:xfrm>
          <a:custGeom>
            <a:avLst/>
            <a:gdLst/>
            <a:ahLst/>
            <a:cxnLst/>
            <a:rect l="l" t="t" r="r" b="b"/>
            <a:pathLst>
              <a:path w="4444" h="12700">
                <a:moveTo>
                  <a:pt x="4121" y="0"/>
                </a:moveTo>
                <a:lnTo>
                  <a:pt x="39" y="0"/>
                </a:lnTo>
                <a:lnTo>
                  <a:pt x="0" y="12372"/>
                </a:lnTo>
                <a:lnTo>
                  <a:pt x="3102" y="12372"/>
                </a:lnTo>
                <a:lnTo>
                  <a:pt x="4326" y="11875"/>
                </a:lnTo>
                <a:lnTo>
                  <a:pt x="3987" y="5815"/>
                </a:lnTo>
                <a:lnTo>
                  <a:pt x="4066" y="4089"/>
                </a:lnTo>
                <a:lnTo>
                  <a:pt x="4121" y="0"/>
                </a:lnTo>
                <a:close/>
              </a:path>
            </a:pathLst>
          </a:custGeom>
          <a:solidFill>
            <a:srgbClr val="C6B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94" name="bg object 1494"/>
          <p:cNvSpPr/>
          <p:nvPr/>
        </p:nvSpPr>
        <p:spPr>
          <a:xfrm>
            <a:off x="2189367" y="3859761"/>
            <a:ext cx="4445" cy="10160"/>
          </a:xfrm>
          <a:custGeom>
            <a:avLst/>
            <a:gdLst/>
            <a:ahLst/>
            <a:cxnLst/>
            <a:rect l="l" t="t" r="r" b="b"/>
            <a:pathLst>
              <a:path w="4444" h="10160">
                <a:moveTo>
                  <a:pt x="4129" y="0"/>
                </a:moveTo>
                <a:lnTo>
                  <a:pt x="0" y="15"/>
                </a:lnTo>
                <a:lnTo>
                  <a:pt x="39" y="9669"/>
                </a:lnTo>
                <a:lnTo>
                  <a:pt x="2632" y="9834"/>
                </a:lnTo>
                <a:lnTo>
                  <a:pt x="4381" y="9149"/>
                </a:lnTo>
                <a:lnTo>
                  <a:pt x="4003" y="4018"/>
                </a:lnTo>
                <a:lnTo>
                  <a:pt x="4129" y="2009"/>
                </a:lnTo>
                <a:lnTo>
                  <a:pt x="4129" y="0"/>
                </a:lnTo>
                <a:close/>
              </a:path>
            </a:pathLst>
          </a:custGeom>
          <a:solidFill>
            <a:srgbClr val="C2BB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95" name="bg object 1495"/>
          <p:cNvSpPr/>
          <p:nvPr/>
        </p:nvSpPr>
        <p:spPr>
          <a:xfrm>
            <a:off x="2201715" y="3895543"/>
            <a:ext cx="4445" cy="10160"/>
          </a:xfrm>
          <a:custGeom>
            <a:avLst/>
            <a:gdLst/>
            <a:ahLst/>
            <a:cxnLst/>
            <a:rect l="l" t="t" r="r" b="b"/>
            <a:pathLst>
              <a:path w="4444" h="10160">
                <a:moveTo>
                  <a:pt x="0" y="0"/>
                </a:moveTo>
                <a:lnTo>
                  <a:pt x="23" y="9629"/>
                </a:lnTo>
                <a:lnTo>
                  <a:pt x="4121" y="9629"/>
                </a:lnTo>
                <a:lnTo>
                  <a:pt x="4129" y="1379"/>
                </a:lnTo>
                <a:lnTo>
                  <a:pt x="0" y="0"/>
                </a:lnTo>
                <a:close/>
              </a:path>
            </a:pathLst>
          </a:custGeom>
          <a:solidFill>
            <a:srgbClr val="A093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96" name="bg object 1496"/>
          <p:cNvSpPr/>
          <p:nvPr/>
        </p:nvSpPr>
        <p:spPr>
          <a:xfrm>
            <a:off x="2205837" y="3896898"/>
            <a:ext cx="5715" cy="12700"/>
          </a:xfrm>
          <a:custGeom>
            <a:avLst/>
            <a:gdLst/>
            <a:ahLst/>
            <a:cxnLst/>
            <a:rect l="l" t="t" r="r" b="b"/>
            <a:pathLst>
              <a:path w="5714" h="12700">
                <a:moveTo>
                  <a:pt x="5445" y="0"/>
                </a:moveTo>
                <a:lnTo>
                  <a:pt x="7" y="23"/>
                </a:lnTo>
                <a:lnTo>
                  <a:pt x="0" y="8274"/>
                </a:lnTo>
                <a:lnTo>
                  <a:pt x="31" y="12427"/>
                </a:lnTo>
                <a:lnTo>
                  <a:pt x="5492" y="12395"/>
                </a:lnTo>
                <a:lnTo>
                  <a:pt x="5445" y="0"/>
                </a:lnTo>
                <a:close/>
              </a:path>
            </a:pathLst>
          </a:custGeom>
          <a:solidFill>
            <a:srgbClr val="B0A7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97" name="bg object 1497"/>
          <p:cNvSpPr/>
          <p:nvPr/>
        </p:nvSpPr>
        <p:spPr>
          <a:xfrm>
            <a:off x="2205869" y="3909293"/>
            <a:ext cx="5715" cy="5715"/>
          </a:xfrm>
          <a:custGeom>
            <a:avLst/>
            <a:gdLst/>
            <a:ahLst/>
            <a:cxnLst/>
            <a:rect l="l" t="t" r="r" b="b"/>
            <a:pathLst>
              <a:path w="5714" h="5714">
                <a:moveTo>
                  <a:pt x="5453" y="0"/>
                </a:moveTo>
                <a:lnTo>
                  <a:pt x="3632" y="15"/>
                </a:lnTo>
                <a:lnTo>
                  <a:pt x="1812" y="15"/>
                </a:lnTo>
                <a:lnTo>
                  <a:pt x="0" y="31"/>
                </a:lnTo>
                <a:lnTo>
                  <a:pt x="15" y="5531"/>
                </a:lnTo>
                <a:lnTo>
                  <a:pt x="4097" y="5524"/>
                </a:lnTo>
                <a:lnTo>
                  <a:pt x="5453" y="0"/>
                </a:lnTo>
                <a:close/>
              </a:path>
            </a:pathLst>
          </a:custGeom>
          <a:solidFill>
            <a:srgbClr val="BAAF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98" name="bg object 1498"/>
          <p:cNvSpPr/>
          <p:nvPr/>
        </p:nvSpPr>
        <p:spPr>
          <a:xfrm>
            <a:off x="2196227" y="3931327"/>
            <a:ext cx="10795" cy="18415"/>
          </a:xfrm>
          <a:custGeom>
            <a:avLst/>
            <a:gdLst/>
            <a:ahLst/>
            <a:cxnLst/>
            <a:rect l="l" t="t" r="r" b="b"/>
            <a:pathLst>
              <a:path w="10794" h="18414">
                <a:moveTo>
                  <a:pt x="9613" y="0"/>
                </a:moveTo>
                <a:lnTo>
                  <a:pt x="0" y="7"/>
                </a:lnTo>
                <a:lnTo>
                  <a:pt x="0" y="5516"/>
                </a:lnTo>
                <a:lnTo>
                  <a:pt x="4712" y="4704"/>
                </a:lnTo>
                <a:lnTo>
                  <a:pt x="6170" y="7045"/>
                </a:lnTo>
                <a:lnTo>
                  <a:pt x="5130" y="13514"/>
                </a:lnTo>
                <a:lnTo>
                  <a:pt x="4586" y="15697"/>
                </a:lnTo>
                <a:lnTo>
                  <a:pt x="4121" y="17888"/>
                </a:lnTo>
                <a:lnTo>
                  <a:pt x="7084" y="17990"/>
                </a:lnTo>
                <a:lnTo>
                  <a:pt x="10181" y="18313"/>
                </a:lnTo>
                <a:lnTo>
                  <a:pt x="9621" y="13759"/>
                </a:lnTo>
                <a:lnTo>
                  <a:pt x="9613" y="0"/>
                </a:lnTo>
                <a:close/>
              </a:path>
            </a:pathLst>
          </a:custGeom>
          <a:solidFill>
            <a:srgbClr val="B6AE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99" name="bg object 1499"/>
          <p:cNvSpPr/>
          <p:nvPr/>
        </p:nvSpPr>
        <p:spPr>
          <a:xfrm>
            <a:off x="2205841" y="3931327"/>
            <a:ext cx="4445" cy="13970"/>
          </a:xfrm>
          <a:custGeom>
            <a:avLst/>
            <a:gdLst/>
            <a:ahLst/>
            <a:cxnLst/>
            <a:rect l="l" t="t" r="r" b="b"/>
            <a:pathLst>
              <a:path w="4444" h="13970">
                <a:moveTo>
                  <a:pt x="0" y="0"/>
                </a:moveTo>
                <a:lnTo>
                  <a:pt x="7" y="13759"/>
                </a:lnTo>
                <a:lnTo>
                  <a:pt x="2624" y="13956"/>
                </a:lnTo>
                <a:lnTo>
                  <a:pt x="4349" y="13270"/>
                </a:lnTo>
                <a:lnTo>
                  <a:pt x="3995" y="7667"/>
                </a:lnTo>
                <a:lnTo>
                  <a:pt x="4129" y="5201"/>
                </a:lnTo>
                <a:lnTo>
                  <a:pt x="4129" y="2742"/>
                </a:lnTo>
                <a:lnTo>
                  <a:pt x="0" y="0"/>
                </a:lnTo>
                <a:close/>
              </a:path>
            </a:pathLst>
          </a:custGeom>
          <a:solidFill>
            <a:srgbClr val="B4AB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00" name="bg object 1500"/>
          <p:cNvSpPr/>
          <p:nvPr/>
        </p:nvSpPr>
        <p:spPr>
          <a:xfrm>
            <a:off x="2192120" y="3949212"/>
            <a:ext cx="19050" cy="31750"/>
          </a:xfrm>
          <a:custGeom>
            <a:avLst/>
            <a:gdLst/>
            <a:ahLst/>
            <a:cxnLst/>
            <a:rect l="l" t="t" r="r" b="b"/>
            <a:pathLst>
              <a:path w="19050" h="31750">
                <a:moveTo>
                  <a:pt x="8234" y="0"/>
                </a:moveTo>
                <a:lnTo>
                  <a:pt x="63" y="141"/>
                </a:lnTo>
                <a:lnTo>
                  <a:pt x="0" y="6359"/>
                </a:lnTo>
                <a:lnTo>
                  <a:pt x="0" y="31655"/>
                </a:lnTo>
                <a:lnTo>
                  <a:pt x="4113" y="31663"/>
                </a:lnTo>
                <a:lnTo>
                  <a:pt x="4121" y="28061"/>
                </a:lnTo>
                <a:lnTo>
                  <a:pt x="4034" y="24460"/>
                </a:lnTo>
                <a:lnTo>
                  <a:pt x="4255" y="19952"/>
                </a:lnTo>
                <a:lnTo>
                  <a:pt x="5145" y="19086"/>
                </a:lnTo>
                <a:lnTo>
                  <a:pt x="5650" y="18195"/>
                </a:lnTo>
                <a:lnTo>
                  <a:pt x="6501" y="18936"/>
                </a:lnTo>
                <a:lnTo>
                  <a:pt x="8014" y="19614"/>
                </a:lnTo>
                <a:lnTo>
                  <a:pt x="8361" y="23373"/>
                </a:lnTo>
                <a:lnTo>
                  <a:pt x="10228" y="23443"/>
                </a:lnTo>
                <a:lnTo>
                  <a:pt x="12356" y="23396"/>
                </a:lnTo>
                <a:lnTo>
                  <a:pt x="16690" y="24082"/>
                </a:lnTo>
                <a:lnTo>
                  <a:pt x="18526" y="22254"/>
                </a:lnTo>
                <a:lnTo>
                  <a:pt x="17856" y="17896"/>
                </a:lnTo>
                <a:lnTo>
                  <a:pt x="17841" y="9637"/>
                </a:lnTo>
                <a:lnTo>
                  <a:pt x="14090" y="10953"/>
                </a:lnTo>
                <a:lnTo>
                  <a:pt x="14247" y="5941"/>
                </a:lnTo>
                <a:lnTo>
                  <a:pt x="7659" y="5421"/>
                </a:lnTo>
                <a:lnTo>
                  <a:pt x="8266" y="2655"/>
                </a:lnTo>
                <a:lnTo>
                  <a:pt x="8250" y="0"/>
                </a:lnTo>
                <a:close/>
              </a:path>
            </a:pathLst>
          </a:custGeom>
          <a:solidFill>
            <a:srgbClr val="B0A7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01" name="bg object 1501"/>
          <p:cNvSpPr/>
          <p:nvPr/>
        </p:nvSpPr>
        <p:spPr>
          <a:xfrm>
            <a:off x="2194884" y="3967416"/>
            <a:ext cx="10160" cy="35560"/>
          </a:xfrm>
          <a:custGeom>
            <a:avLst/>
            <a:gdLst/>
            <a:ahLst/>
            <a:cxnLst/>
            <a:rect l="l" t="t" r="r" b="b"/>
            <a:pathLst>
              <a:path w="10160" h="35560">
                <a:moveTo>
                  <a:pt x="2884" y="0"/>
                </a:moveTo>
                <a:lnTo>
                  <a:pt x="2379" y="882"/>
                </a:lnTo>
                <a:lnTo>
                  <a:pt x="1489" y="1757"/>
                </a:lnTo>
                <a:lnTo>
                  <a:pt x="1268" y="6256"/>
                </a:lnTo>
                <a:lnTo>
                  <a:pt x="1355" y="9858"/>
                </a:lnTo>
                <a:lnTo>
                  <a:pt x="1347" y="13459"/>
                </a:lnTo>
                <a:lnTo>
                  <a:pt x="1331" y="17604"/>
                </a:lnTo>
                <a:lnTo>
                  <a:pt x="0" y="35461"/>
                </a:lnTo>
                <a:lnTo>
                  <a:pt x="5531" y="35461"/>
                </a:lnTo>
                <a:lnTo>
                  <a:pt x="5476" y="16020"/>
                </a:lnTo>
                <a:lnTo>
                  <a:pt x="5579" y="14460"/>
                </a:lnTo>
                <a:lnTo>
                  <a:pt x="5201" y="9771"/>
                </a:lnTo>
                <a:lnTo>
                  <a:pt x="7005" y="9133"/>
                </a:lnTo>
                <a:lnTo>
                  <a:pt x="9574" y="9314"/>
                </a:lnTo>
                <a:lnTo>
                  <a:pt x="9590" y="5193"/>
                </a:lnTo>
                <a:lnTo>
                  <a:pt x="7462" y="5248"/>
                </a:lnTo>
                <a:lnTo>
                  <a:pt x="5595" y="5169"/>
                </a:lnTo>
                <a:lnTo>
                  <a:pt x="5248" y="1410"/>
                </a:lnTo>
                <a:lnTo>
                  <a:pt x="3735" y="732"/>
                </a:lnTo>
                <a:lnTo>
                  <a:pt x="2884" y="0"/>
                </a:lnTo>
                <a:close/>
              </a:path>
            </a:pathLst>
          </a:custGeom>
          <a:solidFill>
            <a:srgbClr val="B5AD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02" name="bg object 1502"/>
          <p:cNvSpPr/>
          <p:nvPr/>
        </p:nvSpPr>
        <p:spPr>
          <a:xfrm>
            <a:off x="2209967" y="3958852"/>
            <a:ext cx="4445" cy="8890"/>
          </a:xfrm>
          <a:custGeom>
            <a:avLst/>
            <a:gdLst/>
            <a:ahLst/>
            <a:cxnLst/>
            <a:rect l="l" t="t" r="r" b="b"/>
            <a:pathLst>
              <a:path w="4444" h="8889">
                <a:moveTo>
                  <a:pt x="4121" y="7"/>
                </a:moveTo>
                <a:lnTo>
                  <a:pt x="0" y="0"/>
                </a:lnTo>
                <a:lnTo>
                  <a:pt x="7" y="8258"/>
                </a:lnTo>
                <a:lnTo>
                  <a:pt x="4121" y="8747"/>
                </a:lnTo>
                <a:lnTo>
                  <a:pt x="4121" y="7"/>
                </a:lnTo>
                <a:close/>
              </a:path>
            </a:pathLst>
          </a:custGeom>
          <a:solidFill>
            <a:srgbClr val="BDB3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03" name="bg object 1503"/>
          <p:cNvSpPr/>
          <p:nvPr/>
        </p:nvSpPr>
        <p:spPr>
          <a:xfrm>
            <a:off x="2200085" y="3976551"/>
            <a:ext cx="4445" cy="8890"/>
          </a:xfrm>
          <a:custGeom>
            <a:avLst/>
            <a:gdLst/>
            <a:ahLst/>
            <a:cxnLst/>
            <a:rect l="l" t="t" r="r" b="b"/>
            <a:pathLst>
              <a:path w="4444" h="8889">
                <a:moveTo>
                  <a:pt x="1804" y="0"/>
                </a:moveTo>
                <a:lnTo>
                  <a:pt x="0" y="638"/>
                </a:lnTo>
                <a:lnTo>
                  <a:pt x="378" y="5327"/>
                </a:lnTo>
                <a:lnTo>
                  <a:pt x="275" y="6887"/>
                </a:lnTo>
                <a:lnTo>
                  <a:pt x="275" y="8439"/>
                </a:lnTo>
                <a:lnTo>
                  <a:pt x="4397" y="8439"/>
                </a:lnTo>
                <a:lnTo>
                  <a:pt x="4373" y="173"/>
                </a:lnTo>
                <a:lnTo>
                  <a:pt x="1804" y="0"/>
                </a:lnTo>
                <a:close/>
              </a:path>
            </a:pathLst>
          </a:custGeom>
          <a:solidFill>
            <a:srgbClr val="BFB7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04" name="bg object 1504"/>
          <p:cNvSpPr/>
          <p:nvPr/>
        </p:nvSpPr>
        <p:spPr>
          <a:xfrm>
            <a:off x="2215362" y="4302880"/>
            <a:ext cx="10160" cy="8255"/>
          </a:xfrm>
          <a:custGeom>
            <a:avLst/>
            <a:gdLst/>
            <a:ahLst/>
            <a:cxnLst/>
            <a:rect l="l" t="t" r="r" b="b"/>
            <a:pathLst>
              <a:path w="10160" h="8254">
                <a:moveTo>
                  <a:pt x="5579" y="0"/>
                </a:moveTo>
                <a:lnTo>
                  <a:pt x="1473" y="0"/>
                </a:lnTo>
                <a:lnTo>
                  <a:pt x="0" y="4145"/>
                </a:lnTo>
                <a:lnTo>
                  <a:pt x="94" y="8250"/>
                </a:lnTo>
                <a:lnTo>
                  <a:pt x="9669" y="8250"/>
                </a:lnTo>
                <a:lnTo>
                  <a:pt x="9677" y="4160"/>
                </a:lnTo>
                <a:lnTo>
                  <a:pt x="6548" y="4515"/>
                </a:lnTo>
                <a:lnTo>
                  <a:pt x="5185" y="3128"/>
                </a:lnTo>
                <a:lnTo>
                  <a:pt x="5579" y="0"/>
                </a:lnTo>
                <a:close/>
              </a:path>
            </a:pathLst>
          </a:custGeom>
          <a:solidFill>
            <a:srgbClr val="847B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05" name="bg object 1505"/>
          <p:cNvSpPr/>
          <p:nvPr/>
        </p:nvSpPr>
        <p:spPr>
          <a:xfrm>
            <a:off x="2207467" y="4306810"/>
            <a:ext cx="8255" cy="8890"/>
          </a:xfrm>
          <a:custGeom>
            <a:avLst/>
            <a:gdLst/>
            <a:ahLst/>
            <a:cxnLst/>
            <a:rect l="l" t="t" r="r" b="b"/>
            <a:pathLst>
              <a:path w="8255" h="8889">
                <a:moveTo>
                  <a:pt x="4743" y="0"/>
                </a:moveTo>
                <a:lnTo>
                  <a:pt x="2096" y="480"/>
                </a:lnTo>
                <a:lnTo>
                  <a:pt x="1071" y="1300"/>
                </a:lnTo>
                <a:lnTo>
                  <a:pt x="0" y="1843"/>
                </a:lnTo>
                <a:lnTo>
                  <a:pt x="764" y="2718"/>
                </a:lnTo>
                <a:lnTo>
                  <a:pt x="1686" y="3498"/>
                </a:lnTo>
                <a:lnTo>
                  <a:pt x="2947" y="5721"/>
                </a:lnTo>
                <a:lnTo>
                  <a:pt x="3341" y="7115"/>
                </a:lnTo>
                <a:lnTo>
                  <a:pt x="3869" y="8447"/>
                </a:lnTo>
                <a:lnTo>
                  <a:pt x="7982" y="8455"/>
                </a:lnTo>
                <a:lnTo>
                  <a:pt x="7990" y="4326"/>
                </a:lnTo>
                <a:lnTo>
                  <a:pt x="7896" y="212"/>
                </a:lnTo>
                <a:lnTo>
                  <a:pt x="6335" y="212"/>
                </a:lnTo>
                <a:lnTo>
                  <a:pt x="4743" y="0"/>
                </a:lnTo>
                <a:close/>
              </a:path>
            </a:pathLst>
          </a:custGeom>
          <a:solidFill>
            <a:srgbClr val="B1AC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06" name="bg object 1506"/>
          <p:cNvSpPr/>
          <p:nvPr/>
        </p:nvSpPr>
        <p:spPr>
          <a:xfrm>
            <a:off x="2101326" y="4255887"/>
            <a:ext cx="13335" cy="22860"/>
          </a:xfrm>
          <a:custGeom>
            <a:avLst/>
            <a:gdLst/>
            <a:ahLst/>
            <a:cxnLst/>
            <a:rect l="l" t="t" r="r" b="b"/>
            <a:pathLst>
              <a:path w="13335" h="22860">
                <a:moveTo>
                  <a:pt x="1646" y="0"/>
                </a:moveTo>
                <a:lnTo>
                  <a:pt x="0" y="764"/>
                </a:lnTo>
                <a:lnTo>
                  <a:pt x="346" y="6777"/>
                </a:lnTo>
                <a:lnTo>
                  <a:pt x="212" y="9684"/>
                </a:lnTo>
                <a:lnTo>
                  <a:pt x="236" y="22214"/>
                </a:lnTo>
                <a:lnTo>
                  <a:pt x="8447" y="22222"/>
                </a:lnTo>
                <a:lnTo>
                  <a:pt x="11584" y="22608"/>
                </a:lnTo>
                <a:lnTo>
                  <a:pt x="12955" y="21237"/>
                </a:lnTo>
                <a:lnTo>
                  <a:pt x="12569" y="18093"/>
                </a:lnTo>
                <a:lnTo>
                  <a:pt x="7974" y="18652"/>
                </a:lnTo>
                <a:lnTo>
                  <a:pt x="8345" y="15516"/>
                </a:lnTo>
                <a:lnTo>
                  <a:pt x="8463" y="12561"/>
                </a:lnTo>
                <a:lnTo>
                  <a:pt x="8179" y="9133"/>
                </a:lnTo>
                <a:lnTo>
                  <a:pt x="9826" y="4980"/>
                </a:lnTo>
                <a:lnTo>
                  <a:pt x="4342" y="3144"/>
                </a:lnTo>
                <a:lnTo>
                  <a:pt x="4444" y="1284"/>
                </a:lnTo>
                <a:lnTo>
                  <a:pt x="4279" y="204"/>
                </a:lnTo>
                <a:lnTo>
                  <a:pt x="1646" y="0"/>
                </a:lnTo>
                <a:close/>
              </a:path>
            </a:pathLst>
          </a:custGeom>
          <a:solidFill>
            <a:srgbClr val="9287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07" name="bg object 1507"/>
          <p:cNvSpPr/>
          <p:nvPr/>
        </p:nvSpPr>
        <p:spPr>
          <a:xfrm>
            <a:off x="2070042" y="4227186"/>
            <a:ext cx="24765" cy="23495"/>
          </a:xfrm>
          <a:custGeom>
            <a:avLst/>
            <a:gdLst/>
            <a:ahLst/>
            <a:cxnLst/>
            <a:rect l="l" t="t" r="r" b="b"/>
            <a:pathLst>
              <a:path w="24764" h="23495">
                <a:moveTo>
                  <a:pt x="20536" y="0"/>
                </a:moveTo>
                <a:lnTo>
                  <a:pt x="13648" y="1386"/>
                </a:lnTo>
                <a:lnTo>
                  <a:pt x="13648" y="2939"/>
                </a:lnTo>
                <a:lnTo>
                  <a:pt x="13546" y="4507"/>
                </a:lnTo>
                <a:lnTo>
                  <a:pt x="13916" y="9204"/>
                </a:lnTo>
                <a:lnTo>
                  <a:pt x="12104" y="9834"/>
                </a:lnTo>
                <a:lnTo>
                  <a:pt x="9535" y="9645"/>
                </a:lnTo>
                <a:lnTo>
                  <a:pt x="10031" y="13049"/>
                </a:lnTo>
                <a:lnTo>
                  <a:pt x="9377" y="15043"/>
                </a:lnTo>
                <a:lnTo>
                  <a:pt x="3593" y="13380"/>
                </a:lnTo>
                <a:lnTo>
                  <a:pt x="1741" y="13743"/>
                </a:lnTo>
                <a:lnTo>
                  <a:pt x="0" y="13727"/>
                </a:lnTo>
                <a:lnTo>
                  <a:pt x="0" y="19251"/>
                </a:lnTo>
                <a:lnTo>
                  <a:pt x="5429" y="19267"/>
                </a:lnTo>
                <a:lnTo>
                  <a:pt x="8628" y="18833"/>
                </a:lnTo>
                <a:lnTo>
                  <a:pt x="9881" y="20354"/>
                </a:lnTo>
                <a:lnTo>
                  <a:pt x="9582" y="23428"/>
                </a:lnTo>
                <a:lnTo>
                  <a:pt x="17762" y="23404"/>
                </a:lnTo>
                <a:lnTo>
                  <a:pt x="17770" y="22293"/>
                </a:lnTo>
                <a:lnTo>
                  <a:pt x="17904" y="21158"/>
                </a:lnTo>
                <a:lnTo>
                  <a:pt x="17100" y="15595"/>
                </a:lnTo>
                <a:lnTo>
                  <a:pt x="19543" y="14681"/>
                </a:lnTo>
                <a:lnTo>
                  <a:pt x="23254" y="15138"/>
                </a:lnTo>
                <a:lnTo>
                  <a:pt x="23278" y="9629"/>
                </a:lnTo>
                <a:lnTo>
                  <a:pt x="24649" y="4121"/>
                </a:lnTo>
                <a:lnTo>
                  <a:pt x="20536" y="0"/>
                </a:lnTo>
                <a:close/>
              </a:path>
            </a:pathLst>
          </a:custGeom>
          <a:solidFill>
            <a:srgbClr val="9F98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08" name="bg object 1508"/>
          <p:cNvSpPr/>
          <p:nvPr/>
        </p:nvSpPr>
        <p:spPr>
          <a:xfrm>
            <a:off x="2087144" y="4241869"/>
            <a:ext cx="6350" cy="18415"/>
          </a:xfrm>
          <a:custGeom>
            <a:avLst/>
            <a:gdLst/>
            <a:ahLst/>
            <a:cxnLst/>
            <a:rect l="l" t="t" r="r" b="b"/>
            <a:pathLst>
              <a:path w="6350" h="18414">
                <a:moveTo>
                  <a:pt x="2442" y="0"/>
                </a:moveTo>
                <a:lnTo>
                  <a:pt x="0" y="914"/>
                </a:lnTo>
                <a:lnTo>
                  <a:pt x="803" y="6477"/>
                </a:lnTo>
                <a:lnTo>
                  <a:pt x="661" y="7612"/>
                </a:lnTo>
                <a:lnTo>
                  <a:pt x="661" y="8723"/>
                </a:lnTo>
                <a:lnTo>
                  <a:pt x="630" y="12868"/>
                </a:lnTo>
                <a:lnTo>
                  <a:pt x="701" y="18337"/>
                </a:lnTo>
                <a:lnTo>
                  <a:pt x="4791" y="18353"/>
                </a:lnTo>
                <a:lnTo>
                  <a:pt x="4806" y="12837"/>
                </a:lnTo>
                <a:lnTo>
                  <a:pt x="6186" y="4617"/>
                </a:lnTo>
                <a:lnTo>
                  <a:pt x="6146" y="457"/>
                </a:lnTo>
                <a:lnTo>
                  <a:pt x="2442" y="0"/>
                </a:lnTo>
                <a:close/>
              </a:path>
            </a:pathLst>
          </a:custGeom>
          <a:solidFill>
            <a:srgbClr val="A79E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09" name="bg object 1509"/>
          <p:cNvSpPr/>
          <p:nvPr/>
        </p:nvSpPr>
        <p:spPr>
          <a:xfrm>
            <a:off x="2091951" y="4242104"/>
            <a:ext cx="13970" cy="26670"/>
          </a:xfrm>
          <a:custGeom>
            <a:avLst/>
            <a:gdLst/>
            <a:ahLst/>
            <a:cxnLst/>
            <a:rect l="l" t="t" r="r" b="b"/>
            <a:pathLst>
              <a:path w="13969" h="26670">
                <a:moveTo>
                  <a:pt x="8227" y="0"/>
                </a:moveTo>
                <a:lnTo>
                  <a:pt x="5492" y="204"/>
                </a:lnTo>
                <a:lnTo>
                  <a:pt x="5831" y="3293"/>
                </a:lnTo>
                <a:lnTo>
                  <a:pt x="4531" y="4751"/>
                </a:lnTo>
                <a:lnTo>
                  <a:pt x="1379" y="4389"/>
                </a:lnTo>
                <a:lnTo>
                  <a:pt x="0" y="12600"/>
                </a:lnTo>
                <a:lnTo>
                  <a:pt x="4357" y="11915"/>
                </a:lnTo>
                <a:lnTo>
                  <a:pt x="6170" y="13766"/>
                </a:lnTo>
                <a:lnTo>
                  <a:pt x="5461" y="18124"/>
                </a:lnTo>
                <a:lnTo>
                  <a:pt x="5453" y="26359"/>
                </a:lnTo>
                <a:lnTo>
                  <a:pt x="9574" y="26367"/>
                </a:lnTo>
                <a:lnTo>
                  <a:pt x="9582" y="23467"/>
                </a:lnTo>
                <a:lnTo>
                  <a:pt x="9724" y="20559"/>
                </a:lnTo>
                <a:lnTo>
                  <a:pt x="9377" y="14547"/>
                </a:lnTo>
                <a:lnTo>
                  <a:pt x="11016" y="13782"/>
                </a:lnTo>
                <a:lnTo>
                  <a:pt x="13759" y="13979"/>
                </a:lnTo>
                <a:lnTo>
                  <a:pt x="13672" y="8510"/>
                </a:lnTo>
                <a:lnTo>
                  <a:pt x="10260" y="8896"/>
                </a:lnTo>
                <a:lnTo>
                  <a:pt x="9227" y="7092"/>
                </a:lnTo>
                <a:lnTo>
                  <a:pt x="9937" y="898"/>
                </a:lnTo>
                <a:lnTo>
                  <a:pt x="8227" y="0"/>
                </a:lnTo>
                <a:close/>
              </a:path>
            </a:pathLst>
          </a:custGeom>
          <a:solidFill>
            <a:srgbClr val="8577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10" name="bg object 1510"/>
          <p:cNvSpPr/>
          <p:nvPr/>
        </p:nvSpPr>
        <p:spPr>
          <a:xfrm>
            <a:off x="2087804" y="4260202"/>
            <a:ext cx="10160" cy="9525"/>
          </a:xfrm>
          <a:custGeom>
            <a:avLst/>
            <a:gdLst/>
            <a:ahLst/>
            <a:cxnLst/>
            <a:rect l="l" t="t" r="r" b="b"/>
            <a:pathLst>
              <a:path w="10160" h="9525">
                <a:moveTo>
                  <a:pt x="47" y="0"/>
                </a:moveTo>
                <a:lnTo>
                  <a:pt x="0" y="4145"/>
                </a:lnTo>
                <a:lnTo>
                  <a:pt x="1316" y="4625"/>
                </a:lnTo>
                <a:lnTo>
                  <a:pt x="3561" y="4846"/>
                </a:lnTo>
                <a:lnTo>
                  <a:pt x="4775" y="9117"/>
                </a:lnTo>
                <a:lnTo>
                  <a:pt x="7391" y="8061"/>
                </a:lnTo>
                <a:lnTo>
                  <a:pt x="9598" y="8266"/>
                </a:lnTo>
                <a:lnTo>
                  <a:pt x="9606" y="23"/>
                </a:lnTo>
                <a:lnTo>
                  <a:pt x="47" y="0"/>
                </a:lnTo>
                <a:close/>
              </a:path>
            </a:pathLst>
          </a:custGeom>
          <a:solidFill>
            <a:srgbClr val="998E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11" name="bg object 1511"/>
          <p:cNvSpPr/>
          <p:nvPr/>
        </p:nvSpPr>
        <p:spPr>
          <a:xfrm>
            <a:off x="2135846" y="4295986"/>
            <a:ext cx="5715" cy="13970"/>
          </a:xfrm>
          <a:custGeom>
            <a:avLst/>
            <a:gdLst/>
            <a:ahLst/>
            <a:cxnLst/>
            <a:rect l="l" t="t" r="r" b="b"/>
            <a:pathLst>
              <a:path w="5714" h="13970">
                <a:moveTo>
                  <a:pt x="15" y="0"/>
                </a:moveTo>
                <a:lnTo>
                  <a:pt x="0" y="4145"/>
                </a:lnTo>
                <a:lnTo>
                  <a:pt x="23" y="13782"/>
                </a:lnTo>
                <a:lnTo>
                  <a:pt x="4089" y="13759"/>
                </a:lnTo>
                <a:lnTo>
                  <a:pt x="5508" y="15"/>
                </a:lnTo>
                <a:lnTo>
                  <a:pt x="15" y="0"/>
                </a:lnTo>
                <a:close/>
              </a:path>
            </a:pathLst>
          </a:custGeom>
          <a:solidFill>
            <a:srgbClr val="9C90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12" name="bg object 1512"/>
          <p:cNvSpPr/>
          <p:nvPr/>
        </p:nvSpPr>
        <p:spPr>
          <a:xfrm>
            <a:off x="2131479" y="4309580"/>
            <a:ext cx="5080" cy="8890"/>
          </a:xfrm>
          <a:custGeom>
            <a:avLst/>
            <a:gdLst/>
            <a:ahLst/>
            <a:cxnLst/>
            <a:rect l="l" t="t" r="r" b="b"/>
            <a:pathLst>
              <a:path w="5080" h="8889">
                <a:moveTo>
                  <a:pt x="1812" y="0"/>
                </a:moveTo>
                <a:lnTo>
                  <a:pt x="0" y="606"/>
                </a:lnTo>
                <a:lnTo>
                  <a:pt x="354" y="5287"/>
                </a:lnTo>
                <a:lnTo>
                  <a:pt x="244" y="6847"/>
                </a:lnTo>
                <a:lnTo>
                  <a:pt x="236" y="8392"/>
                </a:lnTo>
                <a:lnTo>
                  <a:pt x="2829" y="8644"/>
                </a:lnTo>
                <a:lnTo>
                  <a:pt x="4617" y="8006"/>
                </a:lnTo>
                <a:lnTo>
                  <a:pt x="4263" y="3301"/>
                </a:lnTo>
                <a:lnTo>
                  <a:pt x="4373" y="1741"/>
                </a:lnTo>
                <a:lnTo>
                  <a:pt x="4373" y="181"/>
                </a:lnTo>
                <a:lnTo>
                  <a:pt x="1812" y="0"/>
                </a:lnTo>
                <a:close/>
              </a:path>
            </a:pathLst>
          </a:custGeom>
          <a:solidFill>
            <a:srgbClr val="A3A2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13" name="bg object 1513"/>
          <p:cNvSpPr/>
          <p:nvPr/>
        </p:nvSpPr>
        <p:spPr>
          <a:xfrm>
            <a:off x="2142490" y="4341680"/>
            <a:ext cx="15875" cy="13970"/>
          </a:xfrm>
          <a:custGeom>
            <a:avLst/>
            <a:gdLst/>
            <a:ahLst/>
            <a:cxnLst/>
            <a:rect l="l" t="t" r="r" b="b"/>
            <a:pathLst>
              <a:path w="15875" h="13970">
                <a:moveTo>
                  <a:pt x="13759" y="0"/>
                </a:moveTo>
                <a:lnTo>
                  <a:pt x="10599" y="23"/>
                </a:lnTo>
                <a:lnTo>
                  <a:pt x="4326" y="2127"/>
                </a:lnTo>
                <a:lnTo>
                  <a:pt x="3002" y="3096"/>
                </a:lnTo>
                <a:lnTo>
                  <a:pt x="1599" y="3861"/>
                </a:lnTo>
                <a:lnTo>
                  <a:pt x="2198" y="7005"/>
                </a:lnTo>
                <a:lnTo>
                  <a:pt x="0" y="11016"/>
                </a:lnTo>
                <a:lnTo>
                  <a:pt x="4444" y="13428"/>
                </a:lnTo>
                <a:lnTo>
                  <a:pt x="6217" y="11331"/>
                </a:lnTo>
                <a:lnTo>
                  <a:pt x="5484" y="6911"/>
                </a:lnTo>
                <a:lnTo>
                  <a:pt x="9803" y="8006"/>
                </a:lnTo>
                <a:lnTo>
                  <a:pt x="10851" y="5571"/>
                </a:lnTo>
                <a:lnTo>
                  <a:pt x="11946" y="3207"/>
                </a:lnTo>
                <a:lnTo>
                  <a:pt x="15303" y="3877"/>
                </a:lnTo>
                <a:lnTo>
                  <a:pt x="14539" y="2513"/>
                </a:lnTo>
                <a:lnTo>
                  <a:pt x="13759" y="0"/>
                </a:lnTo>
                <a:close/>
              </a:path>
            </a:pathLst>
          </a:custGeom>
          <a:solidFill>
            <a:srgbClr val="6F6B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14" name="bg object 1514"/>
          <p:cNvSpPr/>
          <p:nvPr/>
        </p:nvSpPr>
        <p:spPr>
          <a:xfrm>
            <a:off x="2135726" y="4331765"/>
            <a:ext cx="8890" cy="13970"/>
          </a:xfrm>
          <a:custGeom>
            <a:avLst/>
            <a:gdLst/>
            <a:ahLst/>
            <a:cxnLst/>
            <a:rect l="l" t="t" r="r" b="b"/>
            <a:pathLst>
              <a:path w="8889" h="13970">
                <a:moveTo>
                  <a:pt x="4231" y="0"/>
                </a:moveTo>
                <a:lnTo>
                  <a:pt x="4137" y="4137"/>
                </a:lnTo>
                <a:lnTo>
                  <a:pt x="5500" y="8739"/>
                </a:lnTo>
                <a:lnTo>
                  <a:pt x="0" y="11442"/>
                </a:lnTo>
                <a:lnTo>
                  <a:pt x="204" y="12900"/>
                </a:lnTo>
                <a:lnTo>
                  <a:pt x="133" y="13774"/>
                </a:lnTo>
                <a:lnTo>
                  <a:pt x="8345" y="13766"/>
                </a:lnTo>
                <a:lnTo>
                  <a:pt x="8345" y="31"/>
                </a:lnTo>
                <a:lnTo>
                  <a:pt x="4231" y="0"/>
                </a:lnTo>
                <a:close/>
              </a:path>
            </a:pathLst>
          </a:custGeom>
          <a:solidFill>
            <a:srgbClr val="6359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15" name="bg object 1515"/>
          <p:cNvSpPr/>
          <p:nvPr/>
        </p:nvSpPr>
        <p:spPr>
          <a:xfrm>
            <a:off x="2152295" y="4344884"/>
            <a:ext cx="5715" cy="14604"/>
          </a:xfrm>
          <a:custGeom>
            <a:avLst/>
            <a:gdLst/>
            <a:ahLst/>
            <a:cxnLst/>
            <a:rect l="l" t="t" r="r" b="b"/>
            <a:pathLst>
              <a:path w="5714" h="14604">
                <a:moveTo>
                  <a:pt x="2143" y="0"/>
                </a:moveTo>
                <a:lnTo>
                  <a:pt x="1048" y="2364"/>
                </a:lnTo>
                <a:lnTo>
                  <a:pt x="0" y="4799"/>
                </a:lnTo>
                <a:lnTo>
                  <a:pt x="39" y="14413"/>
                </a:lnTo>
                <a:lnTo>
                  <a:pt x="5524" y="14420"/>
                </a:lnTo>
                <a:lnTo>
                  <a:pt x="5500" y="677"/>
                </a:lnTo>
                <a:lnTo>
                  <a:pt x="2143" y="0"/>
                </a:lnTo>
                <a:close/>
              </a:path>
            </a:pathLst>
          </a:custGeom>
          <a:solidFill>
            <a:srgbClr val="8179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16" name="bg object 1516"/>
          <p:cNvSpPr/>
          <p:nvPr/>
        </p:nvSpPr>
        <p:spPr>
          <a:xfrm>
            <a:off x="2130354" y="4359297"/>
            <a:ext cx="10160" cy="8890"/>
          </a:xfrm>
          <a:custGeom>
            <a:avLst/>
            <a:gdLst/>
            <a:ahLst/>
            <a:cxnLst/>
            <a:rect l="l" t="t" r="r" b="b"/>
            <a:pathLst>
              <a:path w="10160" h="8889">
                <a:moveTo>
                  <a:pt x="4121" y="7"/>
                </a:moveTo>
                <a:lnTo>
                  <a:pt x="0" y="0"/>
                </a:lnTo>
                <a:lnTo>
                  <a:pt x="15" y="8234"/>
                </a:lnTo>
                <a:lnTo>
                  <a:pt x="2017" y="8250"/>
                </a:lnTo>
                <a:lnTo>
                  <a:pt x="4018" y="8140"/>
                </a:lnTo>
                <a:lnTo>
                  <a:pt x="9156" y="8518"/>
                </a:lnTo>
                <a:lnTo>
                  <a:pt x="9810" y="6745"/>
                </a:lnTo>
                <a:lnTo>
                  <a:pt x="9606" y="4137"/>
                </a:lnTo>
                <a:lnTo>
                  <a:pt x="6674" y="4231"/>
                </a:lnTo>
                <a:lnTo>
                  <a:pt x="3561" y="4570"/>
                </a:lnTo>
                <a:lnTo>
                  <a:pt x="4121" y="7"/>
                </a:lnTo>
                <a:close/>
              </a:path>
            </a:pathLst>
          </a:custGeom>
          <a:solidFill>
            <a:srgbClr val="8177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17" name="bg object 1517"/>
          <p:cNvSpPr/>
          <p:nvPr/>
        </p:nvSpPr>
        <p:spPr>
          <a:xfrm>
            <a:off x="2133914" y="4358833"/>
            <a:ext cx="6985" cy="5080"/>
          </a:xfrm>
          <a:custGeom>
            <a:avLst/>
            <a:gdLst/>
            <a:ahLst/>
            <a:cxnLst/>
            <a:rect l="l" t="t" r="r" b="b"/>
            <a:pathLst>
              <a:path w="6985" h="5079">
                <a:moveTo>
                  <a:pt x="6635" y="0"/>
                </a:moveTo>
                <a:lnTo>
                  <a:pt x="3483" y="386"/>
                </a:lnTo>
                <a:lnTo>
                  <a:pt x="559" y="472"/>
                </a:lnTo>
                <a:lnTo>
                  <a:pt x="0" y="5035"/>
                </a:lnTo>
                <a:lnTo>
                  <a:pt x="3112" y="4696"/>
                </a:lnTo>
                <a:lnTo>
                  <a:pt x="6044" y="4602"/>
                </a:lnTo>
                <a:lnTo>
                  <a:pt x="6635" y="0"/>
                </a:lnTo>
                <a:close/>
              </a:path>
            </a:pathLst>
          </a:custGeom>
          <a:solidFill>
            <a:srgbClr val="766D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18" name="bg object 1518"/>
          <p:cNvSpPr/>
          <p:nvPr/>
        </p:nvSpPr>
        <p:spPr>
          <a:xfrm>
            <a:off x="2153685" y="4318122"/>
            <a:ext cx="13970" cy="19050"/>
          </a:xfrm>
          <a:custGeom>
            <a:avLst/>
            <a:gdLst/>
            <a:ahLst/>
            <a:cxnLst/>
            <a:rect l="l" t="t" r="r" b="b"/>
            <a:pathLst>
              <a:path w="13969" h="19050">
                <a:moveTo>
                  <a:pt x="3680" y="0"/>
                </a:moveTo>
                <a:lnTo>
                  <a:pt x="15" y="1276"/>
                </a:lnTo>
                <a:lnTo>
                  <a:pt x="0" y="13648"/>
                </a:lnTo>
                <a:lnTo>
                  <a:pt x="591" y="15406"/>
                </a:lnTo>
                <a:lnTo>
                  <a:pt x="1055" y="18597"/>
                </a:lnTo>
                <a:lnTo>
                  <a:pt x="5043" y="18952"/>
                </a:lnTo>
                <a:lnTo>
                  <a:pt x="3790" y="16020"/>
                </a:lnTo>
                <a:lnTo>
                  <a:pt x="4192" y="13790"/>
                </a:lnTo>
                <a:lnTo>
                  <a:pt x="3979" y="13246"/>
                </a:lnTo>
                <a:lnTo>
                  <a:pt x="4712" y="11796"/>
                </a:lnTo>
                <a:lnTo>
                  <a:pt x="5382" y="10772"/>
                </a:lnTo>
                <a:lnTo>
                  <a:pt x="6012" y="9724"/>
                </a:lnTo>
                <a:lnTo>
                  <a:pt x="10212" y="14870"/>
                </a:lnTo>
                <a:lnTo>
                  <a:pt x="10937" y="14153"/>
                </a:lnTo>
                <a:lnTo>
                  <a:pt x="12072" y="13546"/>
                </a:lnTo>
                <a:lnTo>
                  <a:pt x="12986" y="10315"/>
                </a:lnTo>
                <a:lnTo>
                  <a:pt x="13286" y="7833"/>
                </a:lnTo>
                <a:lnTo>
                  <a:pt x="13735" y="5398"/>
                </a:lnTo>
                <a:lnTo>
                  <a:pt x="13719" y="1284"/>
                </a:lnTo>
                <a:lnTo>
                  <a:pt x="13278" y="1276"/>
                </a:lnTo>
                <a:lnTo>
                  <a:pt x="12742" y="1111"/>
                </a:lnTo>
                <a:lnTo>
                  <a:pt x="10197" y="2553"/>
                </a:lnTo>
                <a:lnTo>
                  <a:pt x="8124" y="4704"/>
                </a:lnTo>
                <a:lnTo>
                  <a:pt x="3758" y="5169"/>
                </a:lnTo>
                <a:lnTo>
                  <a:pt x="3680" y="0"/>
                </a:lnTo>
                <a:close/>
              </a:path>
            </a:pathLst>
          </a:custGeom>
          <a:solidFill>
            <a:srgbClr val="6358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19" name="bg object 1519"/>
          <p:cNvSpPr/>
          <p:nvPr/>
        </p:nvSpPr>
        <p:spPr>
          <a:xfrm>
            <a:off x="2144099" y="4309760"/>
            <a:ext cx="10160" cy="18415"/>
          </a:xfrm>
          <a:custGeom>
            <a:avLst/>
            <a:gdLst/>
            <a:ahLst/>
            <a:cxnLst/>
            <a:rect l="l" t="t" r="r" b="b"/>
            <a:pathLst>
              <a:path w="10160" h="18414">
                <a:moveTo>
                  <a:pt x="9590" y="0"/>
                </a:moveTo>
                <a:lnTo>
                  <a:pt x="1347" y="0"/>
                </a:lnTo>
                <a:lnTo>
                  <a:pt x="0" y="9621"/>
                </a:lnTo>
                <a:lnTo>
                  <a:pt x="3215" y="9401"/>
                </a:lnTo>
                <a:lnTo>
                  <a:pt x="6059" y="9621"/>
                </a:lnTo>
                <a:lnTo>
                  <a:pt x="5090" y="17234"/>
                </a:lnTo>
                <a:lnTo>
                  <a:pt x="6840" y="18124"/>
                </a:lnTo>
                <a:lnTo>
                  <a:pt x="9574" y="17904"/>
                </a:lnTo>
                <a:lnTo>
                  <a:pt x="9598" y="9637"/>
                </a:lnTo>
                <a:lnTo>
                  <a:pt x="9590" y="0"/>
                </a:lnTo>
                <a:close/>
              </a:path>
            </a:pathLst>
          </a:custGeom>
          <a:solidFill>
            <a:srgbClr val="7065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20" name="bg object 1520"/>
          <p:cNvSpPr/>
          <p:nvPr/>
        </p:nvSpPr>
        <p:spPr>
          <a:xfrm>
            <a:off x="2139935" y="4309745"/>
            <a:ext cx="5715" cy="14604"/>
          </a:xfrm>
          <a:custGeom>
            <a:avLst/>
            <a:gdLst/>
            <a:ahLst/>
            <a:cxnLst/>
            <a:rect l="l" t="t" r="r" b="b"/>
            <a:pathLst>
              <a:path w="5714" h="14604">
                <a:moveTo>
                  <a:pt x="0" y="0"/>
                </a:moveTo>
                <a:lnTo>
                  <a:pt x="23" y="13774"/>
                </a:lnTo>
                <a:lnTo>
                  <a:pt x="3191" y="14184"/>
                </a:lnTo>
                <a:lnTo>
                  <a:pt x="4531" y="12773"/>
                </a:lnTo>
                <a:lnTo>
                  <a:pt x="4160" y="9629"/>
                </a:lnTo>
                <a:lnTo>
                  <a:pt x="5508" y="15"/>
                </a:lnTo>
                <a:lnTo>
                  <a:pt x="63" y="15"/>
                </a:lnTo>
                <a:close/>
              </a:path>
            </a:pathLst>
          </a:custGeom>
          <a:solidFill>
            <a:srgbClr val="837B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21" name="bg object 1521"/>
          <p:cNvSpPr/>
          <p:nvPr/>
        </p:nvSpPr>
        <p:spPr>
          <a:xfrm>
            <a:off x="2145447" y="4261592"/>
            <a:ext cx="10160" cy="34925"/>
          </a:xfrm>
          <a:custGeom>
            <a:avLst/>
            <a:gdLst/>
            <a:ahLst/>
            <a:cxnLst/>
            <a:rect l="l" t="t" r="r" b="b"/>
            <a:pathLst>
              <a:path w="10160" h="34925">
                <a:moveTo>
                  <a:pt x="9606" y="0"/>
                </a:moveTo>
                <a:lnTo>
                  <a:pt x="5516" y="7"/>
                </a:lnTo>
                <a:lnTo>
                  <a:pt x="3435" y="4799"/>
                </a:lnTo>
                <a:lnTo>
                  <a:pt x="70" y="4089"/>
                </a:lnTo>
                <a:lnTo>
                  <a:pt x="0" y="34413"/>
                </a:lnTo>
                <a:lnTo>
                  <a:pt x="4121" y="34397"/>
                </a:lnTo>
                <a:lnTo>
                  <a:pt x="3735" y="31261"/>
                </a:lnTo>
                <a:lnTo>
                  <a:pt x="5090" y="29882"/>
                </a:lnTo>
                <a:lnTo>
                  <a:pt x="8219" y="30276"/>
                </a:lnTo>
                <a:lnTo>
                  <a:pt x="8274" y="26146"/>
                </a:lnTo>
                <a:lnTo>
                  <a:pt x="5531" y="26359"/>
                </a:lnTo>
                <a:lnTo>
                  <a:pt x="3940" y="25555"/>
                </a:lnTo>
                <a:lnTo>
                  <a:pt x="4271" y="19094"/>
                </a:lnTo>
                <a:lnTo>
                  <a:pt x="4137" y="15736"/>
                </a:lnTo>
                <a:lnTo>
                  <a:pt x="4137" y="12372"/>
                </a:lnTo>
                <a:lnTo>
                  <a:pt x="3561" y="7809"/>
                </a:lnTo>
                <a:lnTo>
                  <a:pt x="6635" y="8132"/>
                </a:lnTo>
                <a:lnTo>
                  <a:pt x="9582" y="8290"/>
                </a:lnTo>
                <a:lnTo>
                  <a:pt x="9606" y="0"/>
                </a:lnTo>
                <a:close/>
              </a:path>
            </a:pathLst>
          </a:custGeom>
          <a:solidFill>
            <a:srgbClr val="9A92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22" name="bg object 1522"/>
          <p:cNvSpPr/>
          <p:nvPr/>
        </p:nvSpPr>
        <p:spPr>
          <a:xfrm>
            <a:off x="2139998" y="4295805"/>
            <a:ext cx="13970" cy="13970"/>
          </a:xfrm>
          <a:custGeom>
            <a:avLst/>
            <a:gdLst/>
            <a:ahLst/>
            <a:cxnLst/>
            <a:rect l="l" t="t" r="r" b="b"/>
            <a:pathLst>
              <a:path w="13969" h="13970">
                <a:moveTo>
                  <a:pt x="12159" y="0"/>
                </a:moveTo>
                <a:lnTo>
                  <a:pt x="9574" y="181"/>
                </a:lnTo>
                <a:lnTo>
                  <a:pt x="9558" y="1103"/>
                </a:lnTo>
                <a:lnTo>
                  <a:pt x="9842" y="2159"/>
                </a:lnTo>
                <a:lnTo>
                  <a:pt x="8967" y="3884"/>
                </a:lnTo>
                <a:lnTo>
                  <a:pt x="7974" y="4625"/>
                </a:lnTo>
                <a:lnTo>
                  <a:pt x="7186" y="5476"/>
                </a:lnTo>
                <a:lnTo>
                  <a:pt x="6619" y="4633"/>
                </a:lnTo>
                <a:lnTo>
                  <a:pt x="5862" y="3853"/>
                </a:lnTo>
                <a:lnTo>
                  <a:pt x="5264" y="2096"/>
                </a:lnTo>
                <a:lnTo>
                  <a:pt x="5461" y="1111"/>
                </a:lnTo>
                <a:lnTo>
                  <a:pt x="5461" y="181"/>
                </a:lnTo>
                <a:lnTo>
                  <a:pt x="1355" y="197"/>
                </a:lnTo>
                <a:lnTo>
                  <a:pt x="0" y="13956"/>
                </a:lnTo>
                <a:lnTo>
                  <a:pt x="5445" y="13956"/>
                </a:lnTo>
                <a:lnTo>
                  <a:pt x="13688" y="13956"/>
                </a:lnTo>
                <a:lnTo>
                  <a:pt x="13695" y="7809"/>
                </a:lnTo>
                <a:lnTo>
                  <a:pt x="13569" y="5799"/>
                </a:lnTo>
                <a:lnTo>
                  <a:pt x="13948" y="638"/>
                </a:lnTo>
                <a:lnTo>
                  <a:pt x="12159" y="0"/>
                </a:lnTo>
                <a:close/>
              </a:path>
            </a:pathLst>
          </a:custGeom>
          <a:solidFill>
            <a:srgbClr val="786E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23" name="bg object 1523"/>
          <p:cNvSpPr/>
          <p:nvPr/>
        </p:nvSpPr>
        <p:spPr>
          <a:xfrm>
            <a:off x="2127411" y="4264339"/>
            <a:ext cx="13970" cy="13970"/>
          </a:xfrm>
          <a:custGeom>
            <a:avLst/>
            <a:gdLst/>
            <a:ahLst/>
            <a:cxnLst/>
            <a:rect l="l" t="t" r="r" b="b"/>
            <a:pathLst>
              <a:path w="13969" h="13970">
                <a:moveTo>
                  <a:pt x="4310" y="7"/>
                </a:moveTo>
                <a:lnTo>
                  <a:pt x="220" y="0"/>
                </a:lnTo>
                <a:lnTo>
                  <a:pt x="197" y="9653"/>
                </a:lnTo>
                <a:lnTo>
                  <a:pt x="0" y="12293"/>
                </a:lnTo>
                <a:lnTo>
                  <a:pt x="717" y="13963"/>
                </a:lnTo>
                <a:lnTo>
                  <a:pt x="7202" y="13632"/>
                </a:lnTo>
                <a:lnTo>
                  <a:pt x="10559" y="13766"/>
                </a:lnTo>
                <a:lnTo>
                  <a:pt x="13916" y="13766"/>
                </a:lnTo>
                <a:lnTo>
                  <a:pt x="13956" y="9621"/>
                </a:lnTo>
                <a:lnTo>
                  <a:pt x="13877" y="5539"/>
                </a:lnTo>
                <a:lnTo>
                  <a:pt x="12498" y="6296"/>
                </a:lnTo>
                <a:lnTo>
                  <a:pt x="11134" y="7100"/>
                </a:lnTo>
                <a:lnTo>
                  <a:pt x="8487" y="8392"/>
                </a:lnTo>
                <a:lnTo>
                  <a:pt x="7155" y="9298"/>
                </a:lnTo>
                <a:lnTo>
                  <a:pt x="5319" y="9156"/>
                </a:lnTo>
                <a:lnTo>
                  <a:pt x="4546" y="7218"/>
                </a:lnTo>
                <a:lnTo>
                  <a:pt x="4145" y="4074"/>
                </a:lnTo>
                <a:lnTo>
                  <a:pt x="4318" y="2025"/>
                </a:lnTo>
                <a:lnTo>
                  <a:pt x="4310" y="7"/>
                </a:lnTo>
                <a:close/>
              </a:path>
            </a:pathLst>
          </a:custGeom>
          <a:solidFill>
            <a:srgbClr val="A297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24" name="bg object 1524"/>
          <p:cNvSpPr/>
          <p:nvPr/>
        </p:nvSpPr>
        <p:spPr>
          <a:xfrm>
            <a:off x="2141292" y="4265684"/>
            <a:ext cx="4445" cy="8890"/>
          </a:xfrm>
          <a:custGeom>
            <a:avLst/>
            <a:gdLst/>
            <a:ahLst/>
            <a:cxnLst/>
            <a:rect l="l" t="t" r="r" b="b"/>
            <a:pathLst>
              <a:path w="4444" h="8889">
                <a:moveTo>
                  <a:pt x="4223" y="0"/>
                </a:moveTo>
                <a:lnTo>
                  <a:pt x="70" y="55"/>
                </a:lnTo>
                <a:lnTo>
                  <a:pt x="0" y="4200"/>
                </a:lnTo>
                <a:lnTo>
                  <a:pt x="70" y="8274"/>
                </a:lnTo>
                <a:lnTo>
                  <a:pt x="4145" y="8282"/>
                </a:lnTo>
                <a:lnTo>
                  <a:pt x="4223" y="0"/>
                </a:lnTo>
                <a:close/>
              </a:path>
            </a:pathLst>
          </a:custGeom>
          <a:solidFill>
            <a:srgbClr val="7D7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25" name="bg object 1525"/>
          <p:cNvSpPr/>
          <p:nvPr/>
        </p:nvSpPr>
        <p:spPr>
          <a:xfrm>
            <a:off x="2109773" y="4273988"/>
            <a:ext cx="13970" cy="9525"/>
          </a:xfrm>
          <a:custGeom>
            <a:avLst/>
            <a:gdLst/>
            <a:ahLst/>
            <a:cxnLst/>
            <a:rect l="l" t="t" r="r" b="b"/>
            <a:pathLst>
              <a:path w="13969" h="9525">
                <a:moveTo>
                  <a:pt x="9389" y="8108"/>
                </a:moveTo>
                <a:lnTo>
                  <a:pt x="4105" y="8108"/>
                </a:lnTo>
                <a:lnTo>
                  <a:pt x="8707" y="9519"/>
                </a:lnTo>
                <a:lnTo>
                  <a:pt x="9325" y="8242"/>
                </a:lnTo>
                <a:lnTo>
                  <a:pt x="9389" y="8108"/>
                </a:lnTo>
                <a:close/>
              </a:path>
              <a:path w="13969" h="9525">
                <a:moveTo>
                  <a:pt x="704" y="4208"/>
                </a:moveTo>
                <a:lnTo>
                  <a:pt x="0" y="4208"/>
                </a:lnTo>
                <a:lnTo>
                  <a:pt x="0" y="8242"/>
                </a:lnTo>
                <a:lnTo>
                  <a:pt x="4105" y="8108"/>
                </a:lnTo>
                <a:lnTo>
                  <a:pt x="9389" y="8108"/>
                </a:lnTo>
                <a:lnTo>
                  <a:pt x="11131" y="4507"/>
                </a:lnTo>
                <a:lnTo>
                  <a:pt x="3136" y="4507"/>
                </a:lnTo>
                <a:lnTo>
                  <a:pt x="704" y="4208"/>
                </a:lnTo>
                <a:close/>
              </a:path>
              <a:path w="13969" h="9525">
                <a:moveTo>
                  <a:pt x="13703" y="0"/>
                </a:moveTo>
                <a:lnTo>
                  <a:pt x="4122" y="0"/>
                </a:lnTo>
                <a:lnTo>
                  <a:pt x="4507" y="3136"/>
                </a:lnTo>
                <a:lnTo>
                  <a:pt x="3136" y="4507"/>
                </a:lnTo>
                <a:lnTo>
                  <a:pt x="11131" y="4507"/>
                </a:lnTo>
                <a:lnTo>
                  <a:pt x="11276" y="4208"/>
                </a:lnTo>
                <a:lnTo>
                  <a:pt x="13703" y="4208"/>
                </a:lnTo>
                <a:lnTo>
                  <a:pt x="13703" y="0"/>
                </a:lnTo>
                <a:close/>
              </a:path>
            </a:pathLst>
          </a:custGeom>
          <a:solidFill>
            <a:srgbClr val="8B80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26" name="bg object 1526"/>
          <p:cNvSpPr/>
          <p:nvPr/>
        </p:nvSpPr>
        <p:spPr>
          <a:xfrm>
            <a:off x="2123142" y="4259795"/>
            <a:ext cx="5080" cy="15875"/>
          </a:xfrm>
          <a:custGeom>
            <a:avLst/>
            <a:gdLst/>
            <a:ahLst/>
            <a:cxnLst/>
            <a:rect l="l" t="t" r="r" b="b"/>
            <a:pathLst>
              <a:path w="5080" h="15875">
                <a:moveTo>
                  <a:pt x="1260" y="0"/>
                </a:moveTo>
                <a:lnTo>
                  <a:pt x="0" y="1489"/>
                </a:lnTo>
                <a:lnTo>
                  <a:pt x="330" y="4570"/>
                </a:lnTo>
                <a:lnTo>
                  <a:pt x="338" y="14192"/>
                </a:lnTo>
                <a:lnTo>
                  <a:pt x="386" y="15516"/>
                </a:lnTo>
                <a:lnTo>
                  <a:pt x="4468" y="14200"/>
                </a:lnTo>
                <a:lnTo>
                  <a:pt x="4491" y="4546"/>
                </a:lnTo>
                <a:lnTo>
                  <a:pt x="4444" y="441"/>
                </a:lnTo>
                <a:lnTo>
                  <a:pt x="1260" y="0"/>
                </a:lnTo>
                <a:close/>
              </a:path>
            </a:pathLst>
          </a:custGeom>
          <a:solidFill>
            <a:srgbClr val="ABA3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27" name="bg object 1527"/>
          <p:cNvSpPr/>
          <p:nvPr/>
        </p:nvSpPr>
        <p:spPr>
          <a:xfrm>
            <a:off x="2085068" y="3929960"/>
            <a:ext cx="45720" cy="54610"/>
          </a:xfrm>
          <a:custGeom>
            <a:avLst/>
            <a:gdLst/>
            <a:ahLst/>
            <a:cxnLst/>
            <a:rect l="l" t="t" r="r" b="b"/>
            <a:pathLst>
              <a:path w="45719" h="54610">
                <a:moveTo>
                  <a:pt x="8327" y="43830"/>
                </a:moveTo>
                <a:lnTo>
                  <a:pt x="2576" y="43830"/>
                </a:lnTo>
                <a:lnTo>
                  <a:pt x="4373" y="44468"/>
                </a:lnTo>
                <a:lnTo>
                  <a:pt x="3995" y="49622"/>
                </a:lnTo>
                <a:lnTo>
                  <a:pt x="4069" y="51072"/>
                </a:lnTo>
                <a:lnTo>
                  <a:pt x="4137" y="53680"/>
                </a:lnTo>
                <a:lnTo>
                  <a:pt x="8676" y="54208"/>
                </a:lnTo>
                <a:lnTo>
                  <a:pt x="8378" y="51631"/>
                </a:lnTo>
                <a:lnTo>
                  <a:pt x="8327" y="43830"/>
                </a:lnTo>
                <a:close/>
              </a:path>
              <a:path w="45719" h="54610">
                <a:moveTo>
                  <a:pt x="0" y="35768"/>
                </a:moveTo>
                <a:lnTo>
                  <a:pt x="0" y="44019"/>
                </a:lnTo>
                <a:lnTo>
                  <a:pt x="2576" y="43830"/>
                </a:lnTo>
                <a:lnTo>
                  <a:pt x="8327" y="43830"/>
                </a:lnTo>
                <a:lnTo>
                  <a:pt x="8341" y="36178"/>
                </a:lnTo>
                <a:lnTo>
                  <a:pt x="3427" y="36178"/>
                </a:lnTo>
                <a:lnTo>
                  <a:pt x="0" y="35768"/>
                </a:lnTo>
                <a:close/>
              </a:path>
              <a:path w="45719" h="54610">
                <a:moveTo>
                  <a:pt x="5658" y="25634"/>
                </a:moveTo>
                <a:lnTo>
                  <a:pt x="3459" y="26871"/>
                </a:lnTo>
                <a:lnTo>
                  <a:pt x="4521" y="34224"/>
                </a:lnTo>
                <a:lnTo>
                  <a:pt x="4546" y="34397"/>
                </a:lnTo>
                <a:lnTo>
                  <a:pt x="3427" y="36178"/>
                </a:lnTo>
                <a:lnTo>
                  <a:pt x="8341" y="36178"/>
                </a:lnTo>
                <a:lnTo>
                  <a:pt x="8341" y="35973"/>
                </a:lnTo>
                <a:lnTo>
                  <a:pt x="6974" y="35973"/>
                </a:lnTo>
                <a:lnTo>
                  <a:pt x="8345" y="34224"/>
                </a:lnTo>
                <a:lnTo>
                  <a:pt x="22096" y="34224"/>
                </a:lnTo>
                <a:lnTo>
                  <a:pt x="21936" y="30867"/>
                </a:lnTo>
                <a:lnTo>
                  <a:pt x="17163" y="30867"/>
                </a:lnTo>
                <a:lnTo>
                  <a:pt x="16437" y="30701"/>
                </a:lnTo>
                <a:lnTo>
                  <a:pt x="14428" y="30701"/>
                </a:lnTo>
                <a:lnTo>
                  <a:pt x="13522" y="28991"/>
                </a:lnTo>
                <a:lnTo>
                  <a:pt x="13784" y="27502"/>
                </a:lnTo>
                <a:lnTo>
                  <a:pt x="13720" y="26272"/>
                </a:lnTo>
                <a:lnTo>
                  <a:pt x="10969" y="26272"/>
                </a:lnTo>
                <a:lnTo>
                  <a:pt x="5658" y="25634"/>
                </a:lnTo>
                <a:close/>
              </a:path>
              <a:path w="45719" h="54610">
                <a:moveTo>
                  <a:pt x="8345" y="34224"/>
                </a:moveTo>
                <a:lnTo>
                  <a:pt x="6974" y="35973"/>
                </a:lnTo>
                <a:lnTo>
                  <a:pt x="8341" y="35973"/>
                </a:lnTo>
                <a:lnTo>
                  <a:pt x="8345" y="34224"/>
                </a:lnTo>
                <a:close/>
              </a:path>
              <a:path w="45719" h="54610">
                <a:moveTo>
                  <a:pt x="22096" y="34224"/>
                </a:moveTo>
                <a:lnTo>
                  <a:pt x="8345" y="34224"/>
                </a:lnTo>
                <a:lnTo>
                  <a:pt x="8341" y="35973"/>
                </a:lnTo>
                <a:lnTo>
                  <a:pt x="4427" y="35973"/>
                </a:lnTo>
                <a:lnTo>
                  <a:pt x="17833" y="35768"/>
                </a:lnTo>
                <a:lnTo>
                  <a:pt x="20943" y="35768"/>
                </a:lnTo>
                <a:lnTo>
                  <a:pt x="22143" y="35209"/>
                </a:lnTo>
                <a:lnTo>
                  <a:pt x="22096" y="34224"/>
                </a:lnTo>
                <a:close/>
              </a:path>
              <a:path w="45719" h="54610">
                <a:moveTo>
                  <a:pt x="20943" y="35768"/>
                </a:moveTo>
                <a:lnTo>
                  <a:pt x="17833" y="35768"/>
                </a:lnTo>
                <a:lnTo>
                  <a:pt x="20504" y="35973"/>
                </a:lnTo>
                <a:lnTo>
                  <a:pt x="20943" y="35768"/>
                </a:lnTo>
                <a:close/>
              </a:path>
              <a:path w="45719" h="54610">
                <a:moveTo>
                  <a:pt x="18806" y="13569"/>
                </a:moveTo>
                <a:lnTo>
                  <a:pt x="12167" y="13569"/>
                </a:lnTo>
                <a:lnTo>
                  <a:pt x="13995" y="14184"/>
                </a:lnTo>
                <a:lnTo>
                  <a:pt x="13743" y="17336"/>
                </a:lnTo>
                <a:lnTo>
                  <a:pt x="13735" y="22009"/>
                </a:lnTo>
                <a:lnTo>
                  <a:pt x="15082" y="22781"/>
                </a:lnTo>
                <a:lnTo>
                  <a:pt x="17352" y="23349"/>
                </a:lnTo>
                <a:lnTo>
                  <a:pt x="18008" y="26272"/>
                </a:lnTo>
                <a:lnTo>
                  <a:pt x="18038" y="26406"/>
                </a:lnTo>
                <a:lnTo>
                  <a:pt x="17440" y="28440"/>
                </a:lnTo>
                <a:lnTo>
                  <a:pt x="17339" y="28991"/>
                </a:lnTo>
                <a:lnTo>
                  <a:pt x="17178" y="30701"/>
                </a:lnTo>
                <a:lnTo>
                  <a:pt x="17163" y="30867"/>
                </a:lnTo>
                <a:lnTo>
                  <a:pt x="21936" y="30867"/>
                </a:lnTo>
                <a:lnTo>
                  <a:pt x="22036" y="21623"/>
                </a:lnTo>
                <a:lnTo>
                  <a:pt x="22130" y="20197"/>
                </a:lnTo>
                <a:lnTo>
                  <a:pt x="23034" y="18502"/>
                </a:lnTo>
                <a:lnTo>
                  <a:pt x="24799" y="17927"/>
                </a:lnTo>
                <a:lnTo>
                  <a:pt x="32704" y="17927"/>
                </a:lnTo>
                <a:lnTo>
                  <a:pt x="31435" y="17336"/>
                </a:lnTo>
                <a:lnTo>
                  <a:pt x="31488" y="15350"/>
                </a:lnTo>
                <a:lnTo>
                  <a:pt x="21332" y="15350"/>
                </a:lnTo>
                <a:lnTo>
                  <a:pt x="18806" y="13569"/>
                </a:lnTo>
                <a:close/>
              </a:path>
              <a:path w="45719" h="54610">
                <a:moveTo>
                  <a:pt x="44949" y="21623"/>
                </a:moveTo>
                <a:lnTo>
                  <a:pt x="35784" y="21623"/>
                </a:lnTo>
                <a:lnTo>
                  <a:pt x="35674" y="27502"/>
                </a:lnTo>
                <a:lnTo>
                  <a:pt x="40515" y="26272"/>
                </a:lnTo>
                <a:lnTo>
                  <a:pt x="41268" y="25634"/>
                </a:lnTo>
                <a:lnTo>
                  <a:pt x="44886" y="22009"/>
                </a:lnTo>
                <a:lnTo>
                  <a:pt x="44949" y="21623"/>
                </a:lnTo>
                <a:close/>
              </a:path>
              <a:path w="45719" h="54610">
                <a:moveTo>
                  <a:pt x="32704" y="17927"/>
                </a:moveTo>
                <a:lnTo>
                  <a:pt x="24799" y="17927"/>
                </a:lnTo>
                <a:lnTo>
                  <a:pt x="26178" y="18857"/>
                </a:lnTo>
                <a:lnTo>
                  <a:pt x="28637" y="20197"/>
                </a:lnTo>
                <a:lnTo>
                  <a:pt x="30037" y="22009"/>
                </a:lnTo>
                <a:lnTo>
                  <a:pt x="28647" y="22009"/>
                </a:lnTo>
                <a:lnTo>
                  <a:pt x="35784" y="21623"/>
                </a:lnTo>
                <a:lnTo>
                  <a:pt x="44949" y="21623"/>
                </a:lnTo>
                <a:lnTo>
                  <a:pt x="45079" y="20197"/>
                </a:lnTo>
                <a:lnTo>
                  <a:pt x="45200" y="18857"/>
                </a:lnTo>
                <a:lnTo>
                  <a:pt x="45271" y="18077"/>
                </a:lnTo>
                <a:lnTo>
                  <a:pt x="33026" y="18077"/>
                </a:lnTo>
                <a:lnTo>
                  <a:pt x="32704" y="17927"/>
                </a:lnTo>
                <a:close/>
              </a:path>
              <a:path w="45719" h="54610">
                <a:moveTo>
                  <a:pt x="45284" y="17927"/>
                </a:moveTo>
                <a:lnTo>
                  <a:pt x="34967" y="17927"/>
                </a:lnTo>
                <a:lnTo>
                  <a:pt x="33026" y="18077"/>
                </a:lnTo>
                <a:lnTo>
                  <a:pt x="45271" y="18077"/>
                </a:lnTo>
                <a:lnTo>
                  <a:pt x="45284" y="17927"/>
                </a:lnTo>
                <a:close/>
              </a:path>
              <a:path w="45719" h="54610">
                <a:moveTo>
                  <a:pt x="31568" y="0"/>
                </a:moveTo>
                <a:lnTo>
                  <a:pt x="23365" y="4089"/>
                </a:lnTo>
                <a:lnTo>
                  <a:pt x="23420" y="6509"/>
                </a:lnTo>
                <a:lnTo>
                  <a:pt x="22589" y="9456"/>
                </a:lnTo>
                <a:lnTo>
                  <a:pt x="23222" y="9456"/>
                </a:lnTo>
                <a:lnTo>
                  <a:pt x="27011" y="10047"/>
                </a:lnTo>
                <a:lnTo>
                  <a:pt x="26286" y="10047"/>
                </a:lnTo>
                <a:lnTo>
                  <a:pt x="26164" y="13238"/>
                </a:lnTo>
                <a:lnTo>
                  <a:pt x="21332" y="15350"/>
                </a:lnTo>
                <a:lnTo>
                  <a:pt x="31488" y="15350"/>
                </a:lnTo>
                <a:lnTo>
                  <a:pt x="31568" y="0"/>
                </a:lnTo>
                <a:close/>
              </a:path>
              <a:path w="45719" h="54610">
                <a:moveTo>
                  <a:pt x="10039" y="7588"/>
                </a:moveTo>
                <a:lnTo>
                  <a:pt x="9156" y="10047"/>
                </a:lnTo>
                <a:lnTo>
                  <a:pt x="9544" y="13238"/>
                </a:lnTo>
                <a:lnTo>
                  <a:pt x="9606" y="13743"/>
                </a:lnTo>
                <a:lnTo>
                  <a:pt x="12167" y="13569"/>
                </a:lnTo>
                <a:lnTo>
                  <a:pt x="18806" y="13569"/>
                </a:lnTo>
                <a:lnTo>
                  <a:pt x="18337" y="13238"/>
                </a:lnTo>
                <a:lnTo>
                  <a:pt x="18121" y="11158"/>
                </a:lnTo>
                <a:lnTo>
                  <a:pt x="18006" y="10047"/>
                </a:lnTo>
                <a:lnTo>
                  <a:pt x="17944" y="9456"/>
                </a:lnTo>
                <a:lnTo>
                  <a:pt x="17832" y="8376"/>
                </a:lnTo>
                <a:lnTo>
                  <a:pt x="15587" y="8376"/>
                </a:lnTo>
                <a:lnTo>
                  <a:pt x="10039" y="7588"/>
                </a:lnTo>
                <a:close/>
              </a:path>
              <a:path w="45719" h="54610">
                <a:moveTo>
                  <a:pt x="17818" y="8234"/>
                </a:moveTo>
                <a:lnTo>
                  <a:pt x="16714" y="8234"/>
                </a:lnTo>
                <a:lnTo>
                  <a:pt x="15587" y="8376"/>
                </a:lnTo>
                <a:lnTo>
                  <a:pt x="17832" y="8376"/>
                </a:lnTo>
                <a:lnTo>
                  <a:pt x="17818" y="8234"/>
                </a:lnTo>
                <a:close/>
              </a:path>
            </a:pathLst>
          </a:custGeom>
          <a:solidFill>
            <a:srgbClr val="C0B8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28" name="bg object 1528"/>
          <p:cNvSpPr/>
          <p:nvPr/>
        </p:nvSpPr>
        <p:spPr>
          <a:xfrm>
            <a:off x="2080899" y="3951961"/>
            <a:ext cx="18415" cy="14604"/>
          </a:xfrm>
          <a:custGeom>
            <a:avLst/>
            <a:gdLst/>
            <a:ahLst/>
            <a:cxnLst/>
            <a:rect l="l" t="t" r="r" b="b"/>
            <a:pathLst>
              <a:path w="18414" h="14604">
                <a:moveTo>
                  <a:pt x="17904" y="7"/>
                </a:moveTo>
                <a:lnTo>
                  <a:pt x="70" y="0"/>
                </a:lnTo>
                <a:lnTo>
                  <a:pt x="0" y="4121"/>
                </a:lnTo>
                <a:lnTo>
                  <a:pt x="78" y="8234"/>
                </a:lnTo>
                <a:lnTo>
                  <a:pt x="4617" y="7714"/>
                </a:lnTo>
                <a:lnTo>
                  <a:pt x="4263" y="10843"/>
                </a:lnTo>
                <a:lnTo>
                  <a:pt x="4168" y="13766"/>
                </a:lnTo>
                <a:lnTo>
                  <a:pt x="7596" y="14184"/>
                </a:lnTo>
                <a:lnTo>
                  <a:pt x="8715" y="12403"/>
                </a:lnTo>
                <a:lnTo>
                  <a:pt x="7628" y="4870"/>
                </a:lnTo>
                <a:lnTo>
                  <a:pt x="9826" y="3632"/>
                </a:lnTo>
                <a:lnTo>
                  <a:pt x="15138" y="4271"/>
                </a:lnTo>
                <a:lnTo>
                  <a:pt x="16517" y="4129"/>
                </a:lnTo>
                <a:lnTo>
                  <a:pt x="17880" y="4129"/>
                </a:lnTo>
                <a:lnTo>
                  <a:pt x="17904" y="7"/>
                </a:lnTo>
                <a:close/>
              </a:path>
            </a:pathLst>
          </a:custGeom>
          <a:solidFill>
            <a:srgbClr val="C2BB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29" name="bg object 1529"/>
          <p:cNvSpPr/>
          <p:nvPr/>
        </p:nvSpPr>
        <p:spPr>
          <a:xfrm>
            <a:off x="2090541" y="3929934"/>
            <a:ext cx="12700" cy="13970"/>
          </a:xfrm>
          <a:custGeom>
            <a:avLst/>
            <a:gdLst/>
            <a:ahLst/>
            <a:cxnLst/>
            <a:rect l="l" t="t" r="r" b="b"/>
            <a:pathLst>
              <a:path w="12700" h="13970">
                <a:moveTo>
                  <a:pt x="8266" y="0"/>
                </a:moveTo>
                <a:lnTo>
                  <a:pt x="8621" y="3128"/>
                </a:lnTo>
                <a:lnTo>
                  <a:pt x="7289" y="4554"/>
                </a:lnTo>
                <a:lnTo>
                  <a:pt x="4129" y="4145"/>
                </a:lnTo>
                <a:lnTo>
                  <a:pt x="15" y="4145"/>
                </a:lnTo>
                <a:lnTo>
                  <a:pt x="23" y="13766"/>
                </a:lnTo>
                <a:lnTo>
                  <a:pt x="4129" y="13774"/>
                </a:lnTo>
                <a:lnTo>
                  <a:pt x="3680" y="10078"/>
                </a:lnTo>
                <a:lnTo>
                  <a:pt x="4570" y="7612"/>
                </a:lnTo>
                <a:lnTo>
                  <a:pt x="10118" y="8400"/>
                </a:lnTo>
                <a:lnTo>
                  <a:pt x="11237" y="8258"/>
                </a:lnTo>
                <a:lnTo>
                  <a:pt x="12348" y="8250"/>
                </a:lnTo>
                <a:lnTo>
                  <a:pt x="12348" y="31"/>
                </a:lnTo>
                <a:lnTo>
                  <a:pt x="8266" y="0"/>
                </a:lnTo>
                <a:close/>
              </a:path>
            </a:pathLst>
          </a:custGeom>
          <a:solidFill>
            <a:srgbClr val="B6AE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30" name="bg object 1530"/>
          <p:cNvSpPr/>
          <p:nvPr/>
        </p:nvSpPr>
        <p:spPr>
          <a:xfrm>
            <a:off x="2083494" y="3934065"/>
            <a:ext cx="7620" cy="10160"/>
          </a:xfrm>
          <a:custGeom>
            <a:avLst/>
            <a:gdLst/>
            <a:ahLst/>
            <a:cxnLst/>
            <a:rect l="l" t="t" r="r" b="b"/>
            <a:pathLst>
              <a:path w="7619" h="10160">
                <a:moveTo>
                  <a:pt x="7045" y="0"/>
                </a:moveTo>
                <a:lnTo>
                  <a:pt x="2088" y="488"/>
                </a:lnTo>
                <a:lnTo>
                  <a:pt x="0" y="2718"/>
                </a:lnTo>
                <a:lnTo>
                  <a:pt x="2679" y="7864"/>
                </a:lnTo>
                <a:lnTo>
                  <a:pt x="5271" y="8542"/>
                </a:lnTo>
                <a:lnTo>
                  <a:pt x="7068" y="9637"/>
                </a:lnTo>
                <a:lnTo>
                  <a:pt x="7045" y="0"/>
                </a:lnTo>
                <a:close/>
              </a:path>
            </a:pathLst>
          </a:custGeom>
          <a:solidFill>
            <a:srgbClr val="C2B7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31" name="bg object 1531"/>
          <p:cNvSpPr/>
          <p:nvPr/>
        </p:nvSpPr>
        <p:spPr>
          <a:xfrm>
            <a:off x="2069707" y="4008901"/>
            <a:ext cx="19685" cy="27940"/>
          </a:xfrm>
          <a:custGeom>
            <a:avLst/>
            <a:gdLst/>
            <a:ahLst/>
            <a:cxnLst/>
            <a:rect l="l" t="t" r="r" b="b"/>
            <a:pathLst>
              <a:path w="19685" h="27939">
                <a:moveTo>
                  <a:pt x="9528" y="26800"/>
                </a:moveTo>
                <a:lnTo>
                  <a:pt x="6603" y="26800"/>
                </a:lnTo>
                <a:lnTo>
                  <a:pt x="9227" y="27872"/>
                </a:lnTo>
                <a:lnTo>
                  <a:pt x="9417" y="27194"/>
                </a:lnTo>
                <a:lnTo>
                  <a:pt x="9528" y="26800"/>
                </a:lnTo>
                <a:close/>
              </a:path>
              <a:path w="19685" h="27939">
                <a:moveTo>
                  <a:pt x="5814" y="9125"/>
                </a:moveTo>
                <a:lnTo>
                  <a:pt x="267" y="9125"/>
                </a:lnTo>
                <a:lnTo>
                  <a:pt x="230" y="23601"/>
                </a:lnTo>
                <a:lnTo>
                  <a:pt x="0" y="26603"/>
                </a:lnTo>
                <a:lnTo>
                  <a:pt x="1843" y="27194"/>
                </a:lnTo>
                <a:lnTo>
                  <a:pt x="4405" y="27013"/>
                </a:lnTo>
                <a:lnTo>
                  <a:pt x="6603" y="26800"/>
                </a:lnTo>
                <a:lnTo>
                  <a:pt x="9528" y="26800"/>
                </a:lnTo>
                <a:lnTo>
                  <a:pt x="10425" y="23601"/>
                </a:lnTo>
                <a:lnTo>
                  <a:pt x="12123" y="23428"/>
                </a:lnTo>
                <a:lnTo>
                  <a:pt x="12512" y="23428"/>
                </a:lnTo>
                <a:lnTo>
                  <a:pt x="13979" y="22892"/>
                </a:lnTo>
                <a:lnTo>
                  <a:pt x="18108" y="22892"/>
                </a:lnTo>
                <a:lnTo>
                  <a:pt x="18108" y="18991"/>
                </a:lnTo>
                <a:lnTo>
                  <a:pt x="15358" y="18991"/>
                </a:lnTo>
                <a:lnTo>
                  <a:pt x="13916" y="18116"/>
                </a:lnTo>
                <a:lnTo>
                  <a:pt x="13916" y="11875"/>
                </a:lnTo>
                <a:lnTo>
                  <a:pt x="14665" y="10078"/>
                </a:lnTo>
                <a:lnTo>
                  <a:pt x="18101" y="10078"/>
                </a:lnTo>
                <a:lnTo>
                  <a:pt x="18102" y="9519"/>
                </a:lnTo>
                <a:lnTo>
                  <a:pt x="8904" y="9519"/>
                </a:lnTo>
                <a:lnTo>
                  <a:pt x="5814" y="9125"/>
                </a:lnTo>
                <a:close/>
              </a:path>
              <a:path w="19685" h="27939">
                <a:moveTo>
                  <a:pt x="18108" y="18755"/>
                </a:moveTo>
                <a:lnTo>
                  <a:pt x="15358" y="18991"/>
                </a:lnTo>
                <a:lnTo>
                  <a:pt x="18108" y="18991"/>
                </a:lnTo>
                <a:lnTo>
                  <a:pt x="18108" y="18755"/>
                </a:lnTo>
                <a:close/>
              </a:path>
              <a:path w="19685" h="27939">
                <a:moveTo>
                  <a:pt x="18101" y="10078"/>
                </a:moveTo>
                <a:lnTo>
                  <a:pt x="14665" y="10078"/>
                </a:lnTo>
                <a:lnTo>
                  <a:pt x="18101" y="10496"/>
                </a:lnTo>
                <a:lnTo>
                  <a:pt x="18101" y="10078"/>
                </a:lnTo>
                <a:close/>
              </a:path>
              <a:path w="19685" h="27939">
                <a:moveTo>
                  <a:pt x="14633" y="0"/>
                </a:moveTo>
                <a:lnTo>
                  <a:pt x="13428" y="4279"/>
                </a:lnTo>
                <a:lnTo>
                  <a:pt x="11182" y="4499"/>
                </a:lnTo>
                <a:lnTo>
                  <a:pt x="9875" y="4980"/>
                </a:lnTo>
                <a:lnTo>
                  <a:pt x="10260" y="8116"/>
                </a:lnTo>
                <a:lnTo>
                  <a:pt x="8904" y="9519"/>
                </a:lnTo>
                <a:lnTo>
                  <a:pt x="18102" y="9519"/>
                </a:lnTo>
                <a:lnTo>
                  <a:pt x="18108" y="4980"/>
                </a:lnTo>
                <a:lnTo>
                  <a:pt x="19386" y="1111"/>
                </a:lnTo>
                <a:lnTo>
                  <a:pt x="17281" y="1111"/>
                </a:lnTo>
                <a:lnTo>
                  <a:pt x="14633" y="0"/>
                </a:lnTo>
                <a:close/>
              </a:path>
              <a:path w="19685" h="27939">
                <a:moveTo>
                  <a:pt x="19472" y="851"/>
                </a:moveTo>
                <a:lnTo>
                  <a:pt x="17281" y="1111"/>
                </a:lnTo>
                <a:lnTo>
                  <a:pt x="19386" y="1111"/>
                </a:lnTo>
                <a:lnTo>
                  <a:pt x="19472" y="851"/>
                </a:lnTo>
                <a:close/>
              </a:path>
            </a:pathLst>
          </a:custGeom>
          <a:solidFill>
            <a:srgbClr val="BCB4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32" name="bg object 1532"/>
          <p:cNvSpPr/>
          <p:nvPr/>
        </p:nvSpPr>
        <p:spPr>
          <a:xfrm>
            <a:off x="2079365" y="4001517"/>
            <a:ext cx="10160" cy="12700"/>
          </a:xfrm>
          <a:custGeom>
            <a:avLst/>
            <a:gdLst/>
            <a:ahLst/>
            <a:cxnLst/>
            <a:rect l="l" t="t" r="r" b="b"/>
            <a:pathLst>
              <a:path w="10160" h="12700">
                <a:moveTo>
                  <a:pt x="9810" y="0"/>
                </a:moveTo>
                <a:lnTo>
                  <a:pt x="1268" y="0"/>
                </a:lnTo>
                <a:lnTo>
                  <a:pt x="0" y="449"/>
                </a:lnTo>
                <a:lnTo>
                  <a:pt x="346" y="6524"/>
                </a:lnTo>
                <a:lnTo>
                  <a:pt x="307" y="7383"/>
                </a:lnTo>
                <a:lnTo>
                  <a:pt x="212" y="12364"/>
                </a:lnTo>
                <a:lnTo>
                  <a:pt x="1528" y="11883"/>
                </a:lnTo>
                <a:lnTo>
                  <a:pt x="3774" y="11662"/>
                </a:lnTo>
                <a:lnTo>
                  <a:pt x="4972" y="7383"/>
                </a:lnTo>
                <a:lnTo>
                  <a:pt x="9810" y="7383"/>
                </a:lnTo>
                <a:lnTo>
                  <a:pt x="9810" y="0"/>
                </a:lnTo>
                <a:close/>
              </a:path>
              <a:path w="10160" h="12700">
                <a:moveTo>
                  <a:pt x="9810" y="7383"/>
                </a:moveTo>
                <a:lnTo>
                  <a:pt x="4972" y="7383"/>
                </a:lnTo>
                <a:lnTo>
                  <a:pt x="7620" y="8494"/>
                </a:lnTo>
                <a:lnTo>
                  <a:pt x="9810" y="8234"/>
                </a:lnTo>
                <a:lnTo>
                  <a:pt x="9810" y="7383"/>
                </a:lnTo>
                <a:close/>
              </a:path>
            </a:pathLst>
          </a:custGeom>
          <a:solidFill>
            <a:srgbClr val="ACA3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33" name="bg object 1533"/>
          <p:cNvSpPr/>
          <p:nvPr/>
        </p:nvSpPr>
        <p:spPr>
          <a:xfrm>
            <a:off x="2083718" y="3987354"/>
            <a:ext cx="5715" cy="14604"/>
          </a:xfrm>
          <a:custGeom>
            <a:avLst/>
            <a:gdLst/>
            <a:ahLst/>
            <a:cxnLst/>
            <a:rect l="l" t="t" r="r" b="b"/>
            <a:pathLst>
              <a:path w="5714" h="14604">
                <a:moveTo>
                  <a:pt x="2301" y="0"/>
                </a:moveTo>
                <a:lnTo>
                  <a:pt x="961" y="1410"/>
                </a:lnTo>
                <a:lnTo>
                  <a:pt x="1339" y="4531"/>
                </a:lnTo>
                <a:lnTo>
                  <a:pt x="0" y="14129"/>
                </a:lnTo>
                <a:lnTo>
                  <a:pt x="5461" y="14160"/>
                </a:lnTo>
                <a:lnTo>
                  <a:pt x="5445" y="386"/>
                </a:lnTo>
                <a:lnTo>
                  <a:pt x="2301" y="0"/>
                </a:lnTo>
                <a:close/>
              </a:path>
            </a:pathLst>
          </a:custGeom>
          <a:solidFill>
            <a:srgbClr val="C7C1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34" name="bg object 1534"/>
          <p:cNvSpPr/>
          <p:nvPr/>
        </p:nvSpPr>
        <p:spPr>
          <a:xfrm>
            <a:off x="2069975" y="4009571"/>
            <a:ext cx="6350" cy="8890"/>
          </a:xfrm>
          <a:custGeom>
            <a:avLst/>
            <a:gdLst/>
            <a:ahLst/>
            <a:cxnLst/>
            <a:rect l="l" t="t" r="r" b="b"/>
            <a:pathLst>
              <a:path w="6350" h="8889">
                <a:moveTo>
                  <a:pt x="3955" y="0"/>
                </a:moveTo>
                <a:lnTo>
                  <a:pt x="1379" y="181"/>
                </a:lnTo>
                <a:lnTo>
                  <a:pt x="0" y="8455"/>
                </a:lnTo>
                <a:lnTo>
                  <a:pt x="5484" y="8447"/>
                </a:lnTo>
                <a:lnTo>
                  <a:pt x="5484" y="6895"/>
                </a:lnTo>
                <a:lnTo>
                  <a:pt x="5374" y="5334"/>
                </a:lnTo>
                <a:lnTo>
                  <a:pt x="5752" y="654"/>
                </a:lnTo>
                <a:lnTo>
                  <a:pt x="3955" y="0"/>
                </a:lnTo>
                <a:close/>
              </a:path>
            </a:pathLst>
          </a:custGeom>
          <a:solidFill>
            <a:srgbClr val="B3A8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35" name="bg object 1535"/>
          <p:cNvSpPr/>
          <p:nvPr/>
        </p:nvSpPr>
        <p:spPr>
          <a:xfrm>
            <a:off x="2065149" y="4000133"/>
            <a:ext cx="6350" cy="6350"/>
          </a:xfrm>
          <a:custGeom>
            <a:avLst/>
            <a:gdLst/>
            <a:ahLst/>
            <a:cxnLst/>
            <a:rect l="l" t="t" r="r" b="b"/>
            <a:pathLst>
              <a:path w="6350" h="6350">
                <a:moveTo>
                  <a:pt x="6193" y="0"/>
                </a:moveTo>
                <a:lnTo>
                  <a:pt x="701" y="0"/>
                </a:lnTo>
                <a:lnTo>
                  <a:pt x="0" y="4357"/>
                </a:lnTo>
                <a:lnTo>
                  <a:pt x="1828" y="6193"/>
                </a:lnTo>
                <a:lnTo>
                  <a:pt x="6178" y="5516"/>
                </a:lnTo>
                <a:lnTo>
                  <a:pt x="6193" y="0"/>
                </a:lnTo>
                <a:close/>
              </a:path>
            </a:pathLst>
          </a:custGeom>
          <a:solidFill>
            <a:srgbClr val="B2A3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36" name="bg object 1536"/>
          <p:cNvSpPr/>
          <p:nvPr/>
        </p:nvSpPr>
        <p:spPr>
          <a:xfrm>
            <a:off x="2089179" y="3978118"/>
            <a:ext cx="8890" cy="24130"/>
          </a:xfrm>
          <a:custGeom>
            <a:avLst/>
            <a:gdLst/>
            <a:ahLst/>
            <a:cxnLst/>
            <a:rect l="l" t="t" r="r" b="b"/>
            <a:pathLst>
              <a:path w="8889" h="24129">
                <a:moveTo>
                  <a:pt x="4137" y="0"/>
                </a:moveTo>
                <a:lnTo>
                  <a:pt x="4200" y="2915"/>
                </a:lnTo>
                <a:lnTo>
                  <a:pt x="4570" y="6052"/>
                </a:lnTo>
                <a:lnTo>
                  <a:pt x="31" y="5516"/>
                </a:lnTo>
                <a:lnTo>
                  <a:pt x="0" y="23396"/>
                </a:lnTo>
                <a:lnTo>
                  <a:pt x="2679" y="23609"/>
                </a:lnTo>
                <a:lnTo>
                  <a:pt x="4326" y="22829"/>
                </a:lnTo>
                <a:lnTo>
                  <a:pt x="4011" y="17068"/>
                </a:lnTo>
                <a:lnTo>
                  <a:pt x="3459" y="14184"/>
                </a:lnTo>
                <a:lnTo>
                  <a:pt x="7856" y="12994"/>
                </a:lnTo>
                <a:lnTo>
                  <a:pt x="8132" y="10788"/>
                </a:lnTo>
                <a:lnTo>
                  <a:pt x="8337" y="6808"/>
                </a:lnTo>
                <a:lnTo>
                  <a:pt x="8234" y="4089"/>
                </a:lnTo>
                <a:lnTo>
                  <a:pt x="8234" y="1379"/>
                </a:lnTo>
                <a:lnTo>
                  <a:pt x="4137" y="0"/>
                </a:lnTo>
                <a:close/>
              </a:path>
            </a:pathLst>
          </a:custGeom>
          <a:solidFill>
            <a:srgbClr val="D8D2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37" name="bg object 1537"/>
          <p:cNvSpPr/>
          <p:nvPr/>
        </p:nvSpPr>
        <p:spPr>
          <a:xfrm>
            <a:off x="2075469" y="3959679"/>
            <a:ext cx="10160" cy="14604"/>
          </a:xfrm>
          <a:custGeom>
            <a:avLst/>
            <a:gdLst/>
            <a:ahLst/>
            <a:cxnLst/>
            <a:rect l="l" t="t" r="r" b="b"/>
            <a:pathLst>
              <a:path w="10160" h="14604">
                <a:moveTo>
                  <a:pt x="10047" y="0"/>
                </a:moveTo>
                <a:lnTo>
                  <a:pt x="5508" y="520"/>
                </a:lnTo>
                <a:lnTo>
                  <a:pt x="5453" y="3223"/>
                </a:lnTo>
                <a:lnTo>
                  <a:pt x="6036" y="6209"/>
                </a:lnTo>
                <a:lnTo>
                  <a:pt x="1095" y="6414"/>
                </a:lnTo>
                <a:lnTo>
                  <a:pt x="575" y="8857"/>
                </a:lnTo>
                <a:lnTo>
                  <a:pt x="0" y="10189"/>
                </a:lnTo>
                <a:lnTo>
                  <a:pt x="2206" y="10394"/>
                </a:lnTo>
                <a:lnTo>
                  <a:pt x="4830" y="9322"/>
                </a:lnTo>
                <a:lnTo>
                  <a:pt x="6044" y="13601"/>
                </a:lnTo>
                <a:lnTo>
                  <a:pt x="8290" y="13822"/>
                </a:lnTo>
                <a:lnTo>
                  <a:pt x="9598" y="14302"/>
                </a:lnTo>
                <a:lnTo>
                  <a:pt x="9598" y="6044"/>
                </a:lnTo>
                <a:lnTo>
                  <a:pt x="9692" y="3120"/>
                </a:lnTo>
                <a:lnTo>
                  <a:pt x="10047" y="0"/>
                </a:lnTo>
                <a:close/>
              </a:path>
            </a:pathLst>
          </a:custGeom>
          <a:solidFill>
            <a:srgbClr val="B7AF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38" name="bg object 1538"/>
          <p:cNvSpPr/>
          <p:nvPr/>
        </p:nvSpPr>
        <p:spPr>
          <a:xfrm>
            <a:off x="2085020" y="3973792"/>
            <a:ext cx="4445" cy="10160"/>
          </a:xfrm>
          <a:custGeom>
            <a:avLst/>
            <a:gdLst/>
            <a:ahLst/>
            <a:cxnLst/>
            <a:rect l="l" t="t" r="r" b="b"/>
            <a:pathLst>
              <a:path w="4444" h="10160">
                <a:moveTo>
                  <a:pt x="2624" y="0"/>
                </a:moveTo>
                <a:lnTo>
                  <a:pt x="47" y="189"/>
                </a:lnTo>
                <a:lnTo>
                  <a:pt x="55" y="2419"/>
                </a:lnTo>
                <a:lnTo>
                  <a:pt x="102" y="4641"/>
                </a:lnTo>
                <a:lnTo>
                  <a:pt x="0" y="9881"/>
                </a:lnTo>
                <a:lnTo>
                  <a:pt x="4145" y="9810"/>
                </a:lnTo>
                <a:lnTo>
                  <a:pt x="4152" y="7801"/>
                </a:lnTo>
                <a:lnTo>
                  <a:pt x="4042" y="5784"/>
                </a:lnTo>
                <a:lnTo>
                  <a:pt x="4420" y="638"/>
                </a:lnTo>
                <a:lnTo>
                  <a:pt x="2624" y="0"/>
                </a:lnTo>
                <a:close/>
              </a:path>
            </a:pathLst>
          </a:custGeom>
          <a:solidFill>
            <a:srgbClr val="B4AA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39" name="bg object 1539"/>
          <p:cNvSpPr/>
          <p:nvPr/>
        </p:nvSpPr>
        <p:spPr>
          <a:xfrm>
            <a:off x="2172916" y="3779951"/>
            <a:ext cx="22225" cy="32384"/>
          </a:xfrm>
          <a:custGeom>
            <a:avLst/>
            <a:gdLst/>
            <a:ahLst/>
            <a:cxnLst/>
            <a:rect l="l" t="t" r="r" b="b"/>
            <a:pathLst>
              <a:path w="22225" h="32385">
                <a:moveTo>
                  <a:pt x="21946" y="0"/>
                </a:moveTo>
                <a:lnTo>
                  <a:pt x="13711" y="0"/>
                </a:lnTo>
                <a:lnTo>
                  <a:pt x="12876" y="2655"/>
                </a:lnTo>
                <a:lnTo>
                  <a:pt x="15744" y="6422"/>
                </a:lnTo>
                <a:lnTo>
                  <a:pt x="11331" y="8006"/>
                </a:lnTo>
                <a:lnTo>
                  <a:pt x="9637" y="23"/>
                </a:lnTo>
                <a:lnTo>
                  <a:pt x="4113" y="15"/>
                </a:lnTo>
                <a:lnTo>
                  <a:pt x="4515" y="3167"/>
                </a:lnTo>
                <a:lnTo>
                  <a:pt x="3120" y="4515"/>
                </a:lnTo>
                <a:lnTo>
                  <a:pt x="0" y="4137"/>
                </a:lnTo>
                <a:lnTo>
                  <a:pt x="0" y="8290"/>
                </a:lnTo>
                <a:lnTo>
                  <a:pt x="2608" y="8053"/>
                </a:lnTo>
                <a:lnTo>
                  <a:pt x="4349" y="8731"/>
                </a:lnTo>
                <a:lnTo>
                  <a:pt x="3987" y="13861"/>
                </a:lnTo>
                <a:lnTo>
                  <a:pt x="4097" y="15870"/>
                </a:lnTo>
                <a:lnTo>
                  <a:pt x="4089" y="17872"/>
                </a:lnTo>
                <a:lnTo>
                  <a:pt x="3719" y="20993"/>
                </a:lnTo>
                <a:lnTo>
                  <a:pt x="5059" y="22411"/>
                </a:lnTo>
                <a:lnTo>
                  <a:pt x="8211" y="22033"/>
                </a:lnTo>
                <a:lnTo>
                  <a:pt x="8266" y="19976"/>
                </a:lnTo>
                <a:lnTo>
                  <a:pt x="8006" y="17864"/>
                </a:lnTo>
                <a:lnTo>
                  <a:pt x="8668" y="15059"/>
                </a:lnTo>
                <a:lnTo>
                  <a:pt x="10260" y="14160"/>
                </a:lnTo>
                <a:lnTo>
                  <a:pt x="11985" y="13916"/>
                </a:lnTo>
                <a:lnTo>
                  <a:pt x="13357" y="15122"/>
                </a:lnTo>
                <a:lnTo>
                  <a:pt x="13837" y="17888"/>
                </a:lnTo>
                <a:lnTo>
                  <a:pt x="13672" y="19960"/>
                </a:lnTo>
                <a:lnTo>
                  <a:pt x="13711" y="23767"/>
                </a:lnTo>
                <a:lnTo>
                  <a:pt x="14090" y="25634"/>
                </a:lnTo>
                <a:lnTo>
                  <a:pt x="12490" y="31387"/>
                </a:lnTo>
                <a:lnTo>
                  <a:pt x="14342" y="32206"/>
                </a:lnTo>
                <a:lnTo>
                  <a:pt x="17825" y="31647"/>
                </a:lnTo>
                <a:lnTo>
                  <a:pt x="17856" y="14515"/>
                </a:lnTo>
                <a:lnTo>
                  <a:pt x="17982" y="11150"/>
                </a:lnTo>
                <a:lnTo>
                  <a:pt x="17644" y="4641"/>
                </a:lnTo>
                <a:lnTo>
                  <a:pt x="19330" y="3948"/>
                </a:lnTo>
                <a:lnTo>
                  <a:pt x="21946" y="4121"/>
                </a:lnTo>
                <a:lnTo>
                  <a:pt x="21946" y="0"/>
                </a:lnTo>
                <a:close/>
              </a:path>
            </a:pathLst>
          </a:custGeom>
          <a:solidFill>
            <a:srgbClr val="BEB3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40" name="bg object 1540"/>
          <p:cNvSpPr/>
          <p:nvPr/>
        </p:nvSpPr>
        <p:spPr>
          <a:xfrm>
            <a:off x="2168792" y="3762067"/>
            <a:ext cx="10160" cy="22860"/>
          </a:xfrm>
          <a:custGeom>
            <a:avLst/>
            <a:gdLst/>
            <a:ahLst/>
            <a:cxnLst/>
            <a:rect l="l" t="t" r="r" b="b"/>
            <a:pathLst>
              <a:path w="10160" h="22860">
                <a:moveTo>
                  <a:pt x="9606" y="0"/>
                </a:moveTo>
                <a:lnTo>
                  <a:pt x="4121" y="0"/>
                </a:lnTo>
                <a:lnTo>
                  <a:pt x="4523" y="3152"/>
                </a:lnTo>
                <a:lnTo>
                  <a:pt x="3128" y="4515"/>
                </a:lnTo>
                <a:lnTo>
                  <a:pt x="7" y="4137"/>
                </a:lnTo>
                <a:lnTo>
                  <a:pt x="7" y="8258"/>
                </a:lnTo>
                <a:lnTo>
                  <a:pt x="4176" y="7730"/>
                </a:lnTo>
                <a:lnTo>
                  <a:pt x="4105" y="10425"/>
                </a:lnTo>
                <a:lnTo>
                  <a:pt x="4239" y="16461"/>
                </a:lnTo>
                <a:lnTo>
                  <a:pt x="3498" y="18313"/>
                </a:lnTo>
                <a:lnTo>
                  <a:pt x="23" y="17872"/>
                </a:lnTo>
                <a:lnTo>
                  <a:pt x="0" y="22009"/>
                </a:lnTo>
                <a:lnTo>
                  <a:pt x="4129" y="22025"/>
                </a:lnTo>
                <a:lnTo>
                  <a:pt x="7242" y="22403"/>
                </a:lnTo>
                <a:lnTo>
                  <a:pt x="8636" y="21048"/>
                </a:lnTo>
                <a:lnTo>
                  <a:pt x="8234" y="17896"/>
                </a:lnTo>
                <a:lnTo>
                  <a:pt x="9606" y="8250"/>
                </a:lnTo>
                <a:lnTo>
                  <a:pt x="9606" y="0"/>
                </a:lnTo>
                <a:close/>
              </a:path>
            </a:pathLst>
          </a:custGeom>
          <a:solidFill>
            <a:srgbClr val="ADA5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41" name="bg object 1541"/>
          <p:cNvSpPr/>
          <p:nvPr/>
        </p:nvSpPr>
        <p:spPr>
          <a:xfrm>
            <a:off x="2190453" y="3766298"/>
            <a:ext cx="5715" cy="13970"/>
          </a:xfrm>
          <a:custGeom>
            <a:avLst/>
            <a:gdLst/>
            <a:ahLst/>
            <a:cxnLst/>
            <a:rect l="l" t="t" r="r" b="b"/>
            <a:pathLst>
              <a:path w="5714" h="13970">
                <a:moveTo>
                  <a:pt x="3246" y="0"/>
                </a:moveTo>
                <a:lnTo>
                  <a:pt x="2277" y="906"/>
                </a:lnTo>
                <a:lnTo>
                  <a:pt x="1126" y="1686"/>
                </a:lnTo>
                <a:lnTo>
                  <a:pt x="0" y="3404"/>
                </a:lnTo>
                <a:lnTo>
                  <a:pt x="307" y="4507"/>
                </a:lnTo>
                <a:lnTo>
                  <a:pt x="291" y="5405"/>
                </a:lnTo>
                <a:lnTo>
                  <a:pt x="338" y="13640"/>
                </a:lnTo>
                <a:lnTo>
                  <a:pt x="4412" y="13648"/>
                </a:lnTo>
                <a:lnTo>
                  <a:pt x="4862" y="10149"/>
                </a:lnTo>
                <a:lnTo>
                  <a:pt x="5524" y="6658"/>
                </a:lnTo>
                <a:lnTo>
                  <a:pt x="5658" y="2127"/>
                </a:lnTo>
                <a:lnTo>
                  <a:pt x="4082" y="1055"/>
                </a:lnTo>
                <a:lnTo>
                  <a:pt x="3246" y="0"/>
                </a:lnTo>
                <a:close/>
              </a:path>
            </a:pathLst>
          </a:custGeom>
          <a:solidFill>
            <a:srgbClr val="AB9E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42" name="bg object 1542"/>
          <p:cNvSpPr/>
          <p:nvPr/>
        </p:nvSpPr>
        <p:spPr>
          <a:xfrm>
            <a:off x="2182505" y="3771703"/>
            <a:ext cx="8890" cy="8890"/>
          </a:xfrm>
          <a:custGeom>
            <a:avLst/>
            <a:gdLst/>
            <a:ahLst/>
            <a:cxnLst/>
            <a:rect l="l" t="t" r="r" b="b"/>
            <a:pathLst>
              <a:path w="8889" h="8889">
                <a:moveTo>
                  <a:pt x="8234" y="0"/>
                </a:moveTo>
                <a:lnTo>
                  <a:pt x="4129" y="2048"/>
                </a:lnTo>
                <a:lnTo>
                  <a:pt x="39" y="4145"/>
                </a:lnTo>
                <a:lnTo>
                  <a:pt x="0" y="8242"/>
                </a:lnTo>
                <a:lnTo>
                  <a:pt x="8290" y="8234"/>
                </a:lnTo>
                <a:lnTo>
                  <a:pt x="8234" y="0"/>
                </a:lnTo>
                <a:close/>
              </a:path>
            </a:pathLst>
          </a:custGeom>
          <a:solidFill>
            <a:srgbClr val="BDB4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43" name="bg object 1543"/>
          <p:cNvSpPr/>
          <p:nvPr/>
        </p:nvSpPr>
        <p:spPr>
          <a:xfrm>
            <a:off x="2177029" y="3769740"/>
            <a:ext cx="6350" cy="10795"/>
          </a:xfrm>
          <a:custGeom>
            <a:avLst/>
            <a:gdLst/>
            <a:ahLst/>
            <a:cxnLst/>
            <a:rect l="l" t="t" r="r" b="b"/>
            <a:pathLst>
              <a:path w="6350" h="10795">
                <a:moveTo>
                  <a:pt x="5965" y="0"/>
                </a:moveTo>
                <a:lnTo>
                  <a:pt x="1371" y="575"/>
                </a:lnTo>
                <a:lnTo>
                  <a:pt x="0" y="10220"/>
                </a:lnTo>
                <a:lnTo>
                  <a:pt x="5476" y="10205"/>
                </a:lnTo>
                <a:lnTo>
                  <a:pt x="5516" y="6107"/>
                </a:lnTo>
                <a:lnTo>
                  <a:pt x="5555" y="3191"/>
                </a:lnTo>
                <a:lnTo>
                  <a:pt x="5965" y="0"/>
                </a:lnTo>
                <a:close/>
              </a:path>
            </a:pathLst>
          </a:custGeom>
          <a:solidFill>
            <a:srgbClr val="A99D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44" name="bg object 1544"/>
          <p:cNvSpPr/>
          <p:nvPr/>
        </p:nvSpPr>
        <p:spPr>
          <a:xfrm>
            <a:off x="2142433" y="3726277"/>
            <a:ext cx="14604" cy="44450"/>
          </a:xfrm>
          <a:custGeom>
            <a:avLst/>
            <a:gdLst/>
            <a:ahLst/>
            <a:cxnLst/>
            <a:rect l="l" t="t" r="r" b="b"/>
            <a:pathLst>
              <a:path w="14605" h="44450">
                <a:moveTo>
                  <a:pt x="8529" y="25965"/>
                </a:moveTo>
                <a:lnTo>
                  <a:pt x="2907" y="25965"/>
                </a:lnTo>
                <a:lnTo>
                  <a:pt x="4594" y="26674"/>
                </a:lnTo>
                <a:lnTo>
                  <a:pt x="4255" y="33184"/>
                </a:lnTo>
                <a:lnTo>
                  <a:pt x="4389" y="36548"/>
                </a:lnTo>
                <a:lnTo>
                  <a:pt x="4405" y="39921"/>
                </a:lnTo>
                <a:lnTo>
                  <a:pt x="12624" y="44043"/>
                </a:lnTo>
                <a:lnTo>
                  <a:pt x="12632" y="39921"/>
                </a:lnTo>
                <a:lnTo>
                  <a:pt x="13939" y="30733"/>
                </a:lnTo>
                <a:lnTo>
                  <a:pt x="7951" y="30733"/>
                </a:lnTo>
                <a:lnTo>
                  <a:pt x="8447" y="26674"/>
                </a:lnTo>
                <a:lnTo>
                  <a:pt x="8529" y="25965"/>
                </a:lnTo>
                <a:close/>
              </a:path>
              <a:path w="14605" h="44450">
                <a:moveTo>
                  <a:pt x="13990" y="30370"/>
                </a:moveTo>
                <a:lnTo>
                  <a:pt x="11079" y="30370"/>
                </a:lnTo>
                <a:lnTo>
                  <a:pt x="7951" y="30733"/>
                </a:lnTo>
                <a:lnTo>
                  <a:pt x="13939" y="30733"/>
                </a:lnTo>
                <a:lnTo>
                  <a:pt x="13990" y="30370"/>
                </a:lnTo>
                <a:close/>
              </a:path>
              <a:path w="14605" h="44450">
                <a:moveTo>
                  <a:pt x="7631" y="4271"/>
                </a:moveTo>
                <a:lnTo>
                  <a:pt x="4347" y="4271"/>
                </a:lnTo>
                <a:lnTo>
                  <a:pt x="3926" y="6280"/>
                </a:lnTo>
                <a:lnTo>
                  <a:pt x="3806" y="6855"/>
                </a:lnTo>
                <a:lnTo>
                  <a:pt x="3377" y="9645"/>
                </a:lnTo>
                <a:lnTo>
                  <a:pt x="2104" y="13995"/>
                </a:lnTo>
                <a:lnTo>
                  <a:pt x="606" y="15508"/>
                </a:lnTo>
                <a:lnTo>
                  <a:pt x="0" y="20157"/>
                </a:lnTo>
                <a:lnTo>
                  <a:pt x="283" y="23168"/>
                </a:lnTo>
                <a:lnTo>
                  <a:pt x="283" y="26154"/>
                </a:lnTo>
                <a:lnTo>
                  <a:pt x="2907" y="25965"/>
                </a:lnTo>
                <a:lnTo>
                  <a:pt x="8529" y="25965"/>
                </a:lnTo>
                <a:lnTo>
                  <a:pt x="9897" y="12395"/>
                </a:lnTo>
                <a:lnTo>
                  <a:pt x="10638" y="10993"/>
                </a:lnTo>
                <a:lnTo>
                  <a:pt x="11521" y="9645"/>
                </a:lnTo>
                <a:lnTo>
                  <a:pt x="12844" y="6280"/>
                </a:lnTo>
                <a:lnTo>
                  <a:pt x="13695" y="4531"/>
                </a:lnTo>
                <a:lnTo>
                  <a:pt x="10441" y="4531"/>
                </a:lnTo>
                <a:lnTo>
                  <a:pt x="7631" y="4271"/>
                </a:lnTo>
                <a:close/>
              </a:path>
              <a:path w="14605" h="44450">
                <a:moveTo>
                  <a:pt x="9897" y="0"/>
                </a:moveTo>
                <a:lnTo>
                  <a:pt x="10410" y="4271"/>
                </a:lnTo>
                <a:lnTo>
                  <a:pt x="10441" y="4531"/>
                </a:lnTo>
                <a:lnTo>
                  <a:pt x="13695" y="4531"/>
                </a:lnTo>
                <a:lnTo>
                  <a:pt x="13688" y="1513"/>
                </a:lnTo>
                <a:lnTo>
                  <a:pt x="11253" y="788"/>
                </a:lnTo>
                <a:lnTo>
                  <a:pt x="9897" y="0"/>
                </a:lnTo>
                <a:close/>
              </a:path>
            </a:pathLst>
          </a:custGeom>
          <a:solidFill>
            <a:srgbClr val="B1A5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45" name="bg object 1545"/>
          <p:cNvSpPr/>
          <p:nvPr/>
        </p:nvSpPr>
        <p:spPr>
          <a:xfrm>
            <a:off x="2147927" y="3694616"/>
            <a:ext cx="18415" cy="22225"/>
          </a:xfrm>
          <a:custGeom>
            <a:avLst/>
            <a:gdLst/>
            <a:ahLst/>
            <a:cxnLst/>
            <a:rect l="l" t="t" r="r" b="b"/>
            <a:pathLst>
              <a:path w="18414" h="22225">
                <a:moveTo>
                  <a:pt x="18116" y="15"/>
                </a:moveTo>
                <a:lnTo>
                  <a:pt x="8502" y="15"/>
                </a:lnTo>
                <a:lnTo>
                  <a:pt x="4405" y="0"/>
                </a:lnTo>
                <a:lnTo>
                  <a:pt x="3829" y="2718"/>
                </a:lnTo>
                <a:lnTo>
                  <a:pt x="3396" y="5484"/>
                </a:lnTo>
                <a:lnTo>
                  <a:pt x="2104" y="9866"/>
                </a:lnTo>
                <a:lnTo>
                  <a:pt x="606" y="11387"/>
                </a:lnTo>
                <a:lnTo>
                  <a:pt x="0" y="16036"/>
                </a:lnTo>
                <a:lnTo>
                  <a:pt x="275" y="19054"/>
                </a:lnTo>
                <a:lnTo>
                  <a:pt x="267" y="22033"/>
                </a:lnTo>
                <a:lnTo>
                  <a:pt x="12616" y="22033"/>
                </a:lnTo>
                <a:lnTo>
                  <a:pt x="13089" y="18707"/>
                </a:lnTo>
                <a:lnTo>
                  <a:pt x="13262" y="15279"/>
                </a:lnTo>
                <a:lnTo>
                  <a:pt x="14523" y="10977"/>
                </a:lnTo>
                <a:lnTo>
                  <a:pt x="16745" y="10433"/>
                </a:lnTo>
                <a:lnTo>
                  <a:pt x="18093" y="9637"/>
                </a:lnTo>
                <a:lnTo>
                  <a:pt x="18116" y="15"/>
                </a:lnTo>
                <a:close/>
              </a:path>
            </a:pathLst>
          </a:custGeom>
          <a:solidFill>
            <a:srgbClr val="B8AC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46" name="bg object 1546"/>
          <p:cNvSpPr/>
          <p:nvPr/>
        </p:nvSpPr>
        <p:spPr>
          <a:xfrm>
            <a:off x="2158756" y="3704250"/>
            <a:ext cx="15875" cy="36195"/>
          </a:xfrm>
          <a:custGeom>
            <a:avLst/>
            <a:gdLst/>
            <a:ahLst/>
            <a:cxnLst/>
            <a:rect l="l" t="t" r="r" b="b"/>
            <a:pathLst>
              <a:path w="15875" h="36195">
                <a:moveTo>
                  <a:pt x="7265" y="0"/>
                </a:moveTo>
                <a:lnTo>
                  <a:pt x="5910" y="795"/>
                </a:lnTo>
                <a:lnTo>
                  <a:pt x="3695" y="1339"/>
                </a:lnTo>
                <a:lnTo>
                  <a:pt x="2435" y="5650"/>
                </a:lnTo>
                <a:lnTo>
                  <a:pt x="2261" y="9070"/>
                </a:lnTo>
                <a:lnTo>
                  <a:pt x="1788" y="12403"/>
                </a:lnTo>
                <a:lnTo>
                  <a:pt x="1788" y="15350"/>
                </a:lnTo>
                <a:lnTo>
                  <a:pt x="2442" y="18479"/>
                </a:lnTo>
                <a:lnTo>
                  <a:pt x="0" y="27053"/>
                </a:lnTo>
                <a:lnTo>
                  <a:pt x="4806" y="30252"/>
                </a:lnTo>
                <a:lnTo>
                  <a:pt x="6690" y="35303"/>
                </a:lnTo>
                <a:lnTo>
                  <a:pt x="8518" y="35760"/>
                </a:lnTo>
                <a:lnTo>
                  <a:pt x="10189" y="35303"/>
                </a:lnTo>
                <a:lnTo>
                  <a:pt x="11166" y="34098"/>
                </a:lnTo>
                <a:lnTo>
                  <a:pt x="11536" y="30772"/>
                </a:lnTo>
                <a:lnTo>
                  <a:pt x="11536" y="28250"/>
                </a:lnTo>
                <a:lnTo>
                  <a:pt x="11182" y="22624"/>
                </a:lnTo>
                <a:lnTo>
                  <a:pt x="12837" y="21828"/>
                </a:lnTo>
                <a:lnTo>
                  <a:pt x="15524" y="22033"/>
                </a:lnTo>
                <a:lnTo>
                  <a:pt x="15508" y="17911"/>
                </a:lnTo>
                <a:lnTo>
                  <a:pt x="12915" y="18101"/>
                </a:lnTo>
                <a:lnTo>
                  <a:pt x="11150" y="17431"/>
                </a:lnTo>
                <a:lnTo>
                  <a:pt x="11528" y="12293"/>
                </a:lnTo>
                <a:lnTo>
                  <a:pt x="11402" y="10275"/>
                </a:lnTo>
                <a:lnTo>
                  <a:pt x="11402" y="8274"/>
                </a:lnTo>
                <a:lnTo>
                  <a:pt x="8794" y="8479"/>
                </a:lnTo>
                <a:lnTo>
                  <a:pt x="7029" y="7793"/>
                </a:lnTo>
                <a:lnTo>
                  <a:pt x="7391" y="3120"/>
                </a:lnTo>
                <a:lnTo>
                  <a:pt x="7273" y="1560"/>
                </a:lnTo>
                <a:lnTo>
                  <a:pt x="7265" y="0"/>
                </a:lnTo>
                <a:close/>
              </a:path>
            </a:pathLst>
          </a:custGeom>
          <a:solidFill>
            <a:srgbClr val="C0B7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47" name="bg object 1547"/>
          <p:cNvSpPr/>
          <p:nvPr/>
        </p:nvSpPr>
        <p:spPr>
          <a:xfrm>
            <a:off x="2172913" y="3744170"/>
            <a:ext cx="10160" cy="18415"/>
          </a:xfrm>
          <a:custGeom>
            <a:avLst/>
            <a:gdLst/>
            <a:ahLst/>
            <a:cxnLst/>
            <a:rect l="l" t="t" r="r" b="b"/>
            <a:pathLst>
              <a:path w="10160" h="18414">
                <a:moveTo>
                  <a:pt x="9590" y="0"/>
                </a:moveTo>
                <a:lnTo>
                  <a:pt x="5468" y="0"/>
                </a:lnTo>
                <a:lnTo>
                  <a:pt x="5468" y="8250"/>
                </a:lnTo>
                <a:lnTo>
                  <a:pt x="5602" y="11213"/>
                </a:lnTo>
                <a:lnTo>
                  <a:pt x="5918" y="14310"/>
                </a:lnTo>
                <a:lnTo>
                  <a:pt x="1363" y="13782"/>
                </a:lnTo>
                <a:lnTo>
                  <a:pt x="0" y="17896"/>
                </a:lnTo>
                <a:lnTo>
                  <a:pt x="5484" y="17896"/>
                </a:lnTo>
                <a:lnTo>
                  <a:pt x="8613" y="18290"/>
                </a:lnTo>
                <a:lnTo>
                  <a:pt x="10000" y="16919"/>
                </a:lnTo>
                <a:lnTo>
                  <a:pt x="9606" y="13774"/>
                </a:lnTo>
                <a:lnTo>
                  <a:pt x="9590" y="0"/>
                </a:lnTo>
                <a:close/>
              </a:path>
            </a:pathLst>
          </a:custGeom>
          <a:solidFill>
            <a:srgbClr val="B1AC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48" name="bg object 1548"/>
          <p:cNvSpPr/>
          <p:nvPr/>
        </p:nvSpPr>
        <p:spPr>
          <a:xfrm>
            <a:off x="2159020" y="3747915"/>
            <a:ext cx="10160" cy="18415"/>
          </a:xfrm>
          <a:custGeom>
            <a:avLst/>
            <a:gdLst/>
            <a:ahLst/>
            <a:cxnLst/>
            <a:rect l="l" t="t" r="r" b="b"/>
            <a:pathLst>
              <a:path w="10160" h="18414">
                <a:moveTo>
                  <a:pt x="9733" y="401"/>
                </a:moveTo>
                <a:lnTo>
                  <a:pt x="1680" y="401"/>
                </a:lnTo>
                <a:lnTo>
                  <a:pt x="1606" y="4286"/>
                </a:lnTo>
                <a:lnTo>
                  <a:pt x="1530" y="18274"/>
                </a:lnTo>
                <a:lnTo>
                  <a:pt x="5667" y="18274"/>
                </a:lnTo>
                <a:lnTo>
                  <a:pt x="5785" y="11560"/>
                </a:lnTo>
                <a:lnTo>
                  <a:pt x="5462" y="5122"/>
                </a:lnTo>
                <a:lnTo>
                  <a:pt x="7022" y="4286"/>
                </a:lnTo>
                <a:lnTo>
                  <a:pt x="9704" y="4286"/>
                </a:lnTo>
                <a:lnTo>
                  <a:pt x="9733" y="401"/>
                </a:lnTo>
                <a:close/>
              </a:path>
              <a:path w="10160" h="18414">
                <a:moveTo>
                  <a:pt x="9704" y="4286"/>
                </a:moveTo>
                <a:lnTo>
                  <a:pt x="7022" y="4286"/>
                </a:lnTo>
                <a:lnTo>
                  <a:pt x="9702" y="4546"/>
                </a:lnTo>
                <a:lnTo>
                  <a:pt x="9704" y="4286"/>
                </a:lnTo>
                <a:close/>
              </a:path>
              <a:path w="10160" h="18414">
                <a:moveTo>
                  <a:pt x="1687" y="0"/>
                </a:moveTo>
                <a:lnTo>
                  <a:pt x="0" y="401"/>
                </a:lnTo>
                <a:lnTo>
                  <a:pt x="1680" y="401"/>
                </a:lnTo>
                <a:lnTo>
                  <a:pt x="1687" y="0"/>
                </a:lnTo>
                <a:close/>
              </a:path>
            </a:pathLst>
          </a:custGeom>
          <a:solidFill>
            <a:srgbClr val="BAB0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49" name="bg object 1549"/>
          <p:cNvSpPr/>
          <p:nvPr/>
        </p:nvSpPr>
        <p:spPr>
          <a:xfrm>
            <a:off x="2168615" y="3743913"/>
            <a:ext cx="10160" cy="8890"/>
          </a:xfrm>
          <a:custGeom>
            <a:avLst/>
            <a:gdLst/>
            <a:ahLst/>
            <a:cxnLst/>
            <a:rect l="l" t="t" r="r" b="b"/>
            <a:pathLst>
              <a:path w="10160" h="8889">
                <a:moveTo>
                  <a:pt x="591" y="0"/>
                </a:moveTo>
                <a:lnTo>
                  <a:pt x="0" y="1843"/>
                </a:lnTo>
                <a:lnTo>
                  <a:pt x="141" y="4405"/>
                </a:lnTo>
                <a:lnTo>
                  <a:pt x="110" y="8550"/>
                </a:lnTo>
                <a:lnTo>
                  <a:pt x="9771" y="8502"/>
                </a:lnTo>
                <a:lnTo>
                  <a:pt x="9763" y="260"/>
                </a:lnTo>
                <a:lnTo>
                  <a:pt x="7762" y="260"/>
                </a:lnTo>
                <a:lnTo>
                  <a:pt x="5752" y="386"/>
                </a:lnTo>
                <a:close/>
              </a:path>
            </a:pathLst>
          </a:custGeom>
          <a:solidFill>
            <a:srgbClr val="A397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50" name="bg object 1550"/>
          <p:cNvSpPr/>
          <p:nvPr/>
        </p:nvSpPr>
        <p:spPr>
          <a:xfrm>
            <a:off x="2142082" y="3716100"/>
            <a:ext cx="6350" cy="14604"/>
          </a:xfrm>
          <a:custGeom>
            <a:avLst/>
            <a:gdLst/>
            <a:ahLst/>
            <a:cxnLst/>
            <a:rect l="l" t="t" r="r" b="b"/>
            <a:pathLst>
              <a:path w="6350" h="14604">
                <a:moveTo>
                  <a:pt x="2151" y="0"/>
                </a:moveTo>
                <a:lnTo>
                  <a:pt x="0" y="1284"/>
                </a:lnTo>
                <a:lnTo>
                  <a:pt x="835" y="7525"/>
                </a:lnTo>
                <a:lnTo>
                  <a:pt x="709" y="9377"/>
                </a:lnTo>
                <a:lnTo>
                  <a:pt x="512" y="14247"/>
                </a:lnTo>
                <a:lnTo>
                  <a:pt x="2553" y="14350"/>
                </a:lnTo>
                <a:lnTo>
                  <a:pt x="4728" y="14318"/>
                </a:lnTo>
                <a:lnTo>
                  <a:pt x="6123" y="4688"/>
                </a:lnTo>
                <a:lnTo>
                  <a:pt x="6115" y="551"/>
                </a:lnTo>
                <a:close/>
              </a:path>
            </a:pathLst>
          </a:custGeom>
          <a:solidFill>
            <a:srgbClr val="B5AE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51" name="bg object 1551"/>
          <p:cNvSpPr/>
          <p:nvPr/>
        </p:nvSpPr>
        <p:spPr>
          <a:xfrm>
            <a:off x="2150945" y="3738675"/>
            <a:ext cx="6350" cy="15240"/>
          </a:xfrm>
          <a:custGeom>
            <a:avLst/>
            <a:gdLst/>
            <a:ahLst/>
            <a:cxnLst/>
            <a:rect l="l" t="t" r="r" b="b"/>
            <a:pathLst>
              <a:path w="6350" h="15239">
                <a:moveTo>
                  <a:pt x="1379" y="0"/>
                </a:moveTo>
                <a:lnTo>
                  <a:pt x="0" y="13759"/>
                </a:lnTo>
                <a:lnTo>
                  <a:pt x="2009" y="13396"/>
                </a:lnTo>
                <a:lnTo>
                  <a:pt x="5019" y="14846"/>
                </a:lnTo>
                <a:lnTo>
                  <a:pt x="5665" y="8368"/>
                </a:lnTo>
                <a:lnTo>
                  <a:pt x="5784" y="5319"/>
                </a:lnTo>
                <a:lnTo>
                  <a:pt x="5059" y="1426"/>
                </a:lnTo>
                <a:lnTo>
                  <a:pt x="2734" y="803"/>
                </a:lnTo>
                <a:lnTo>
                  <a:pt x="1379" y="0"/>
                </a:lnTo>
                <a:close/>
              </a:path>
            </a:pathLst>
          </a:custGeom>
          <a:solidFill>
            <a:srgbClr val="BAB1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52" name="bg object 1552"/>
          <p:cNvSpPr/>
          <p:nvPr/>
        </p:nvSpPr>
        <p:spPr>
          <a:xfrm>
            <a:off x="2155065" y="3756560"/>
            <a:ext cx="5715" cy="10160"/>
          </a:xfrm>
          <a:custGeom>
            <a:avLst/>
            <a:gdLst/>
            <a:ahLst/>
            <a:cxnLst/>
            <a:rect l="l" t="t" r="r" b="b"/>
            <a:pathLst>
              <a:path w="5714" h="10160">
                <a:moveTo>
                  <a:pt x="1371" y="0"/>
                </a:moveTo>
                <a:lnTo>
                  <a:pt x="0" y="9637"/>
                </a:lnTo>
                <a:lnTo>
                  <a:pt x="5484" y="9621"/>
                </a:lnTo>
                <a:lnTo>
                  <a:pt x="5476" y="15"/>
                </a:lnTo>
                <a:lnTo>
                  <a:pt x="1371" y="0"/>
                </a:lnTo>
                <a:close/>
              </a:path>
            </a:pathLst>
          </a:custGeom>
          <a:solidFill>
            <a:srgbClr val="A298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53" name="bg object 1553"/>
          <p:cNvSpPr/>
          <p:nvPr/>
        </p:nvSpPr>
        <p:spPr>
          <a:xfrm>
            <a:off x="2146858" y="3720192"/>
            <a:ext cx="6350" cy="10795"/>
          </a:xfrm>
          <a:custGeom>
            <a:avLst/>
            <a:gdLst/>
            <a:ahLst/>
            <a:cxnLst/>
            <a:rect l="l" t="t" r="r" b="b"/>
            <a:pathLst>
              <a:path w="6350" h="10795">
                <a:moveTo>
                  <a:pt x="5933" y="0"/>
                </a:moveTo>
                <a:lnTo>
                  <a:pt x="1347" y="598"/>
                </a:lnTo>
                <a:lnTo>
                  <a:pt x="0" y="10212"/>
                </a:lnTo>
                <a:lnTo>
                  <a:pt x="2947" y="10338"/>
                </a:lnTo>
                <a:lnTo>
                  <a:pt x="6012" y="10614"/>
                </a:lnTo>
                <a:lnTo>
                  <a:pt x="5476" y="6091"/>
                </a:lnTo>
                <a:lnTo>
                  <a:pt x="5531" y="3175"/>
                </a:lnTo>
                <a:lnTo>
                  <a:pt x="5933" y="0"/>
                </a:lnTo>
                <a:close/>
              </a:path>
            </a:pathLst>
          </a:custGeom>
          <a:solidFill>
            <a:srgbClr val="A299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54" name="bg object 1554"/>
          <p:cNvSpPr/>
          <p:nvPr/>
        </p:nvSpPr>
        <p:spPr>
          <a:xfrm>
            <a:off x="2169911" y="3712503"/>
            <a:ext cx="4445" cy="10160"/>
          </a:xfrm>
          <a:custGeom>
            <a:avLst/>
            <a:gdLst/>
            <a:ahLst/>
            <a:cxnLst/>
            <a:rect l="l" t="t" r="r" b="b"/>
            <a:pathLst>
              <a:path w="4444" h="10160">
                <a:moveTo>
                  <a:pt x="4342" y="0"/>
                </a:moveTo>
                <a:lnTo>
                  <a:pt x="252" y="23"/>
                </a:lnTo>
                <a:lnTo>
                  <a:pt x="252" y="2025"/>
                </a:lnTo>
                <a:lnTo>
                  <a:pt x="378" y="4042"/>
                </a:lnTo>
                <a:lnTo>
                  <a:pt x="0" y="9180"/>
                </a:lnTo>
                <a:lnTo>
                  <a:pt x="1765" y="9842"/>
                </a:lnTo>
                <a:lnTo>
                  <a:pt x="4357" y="9661"/>
                </a:lnTo>
                <a:lnTo>
                  <a:pt x="4342" y="0"/>
                </a:lnTo>
                <a:close/>
              </a:path>
            </a:pathLst>
          </a:custGeom>
          <a:solidFill>
            <a:srgbClr val="B9B0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55" name="bg object 1555"/>
          <p:cNvSpPr/>
          <p:nvPr/>
        </p:nvSpPr>
        <p:spPr>
          <a:xfrm>
            <a:off x="2169902" y="3704073"/>
            <a:ext cx="4445" cy="8890"/>
          </a:xfrm>
          <a:custGeom>
            <a:avLst/>
            <a:gdLst/>
            <a:ahLst/>
            <a:cxnLst/>
            <a:rect l="l" t="t" r="r" b="b"/>
            <a:pathLst>
              <a:path w="4444" h="8889">
                <a:moveTo>
                  <a:pt x="1788" y="0"/>
                </a:moveTo>
                <a:lnTo>
                  <a:pt x="0" y="654"/>
                </a:lnTo>
                <a:lnTo>
                  <a:pt x="362" y="5319"/>
                </a:lnTo>
                <a:lnTo>
                  <a:pt x="252" y="6887"/>
                </a:lnTo>
                <a:lnTo>
                  <a:pt x="244" y="8431"/>
                </a:lnTo>
                <a:lnTo>
                  <a:pt x="4349" y="8431"/>
                </a:lnTo>
                <a:lnTo>
                  <a:pt x="4405" y="204"/>
                </a:lnTo>
                <a:lnTo>
                  <a:pt x="1788" y="0"/>
                </a:lnTo>
                <a:close/>
              </a:path>
            </a:pathLst>
          </a:custGeom>
          <a:solidFill>
            <a:srgbClr val="C0B7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56" name="bg object 1556"/>
          <p:cNvSpPr/>
          <p:nvPr/>
        </p:nvSpPr>
        <p:spPr>
          <a:xfrm>
            <a:off x="2165783" y="3690679"/>
            <a:ext cx="8890" cy="22225"/>
          </a:xfrm>
          <a:custGeom>
            <a:avLst/>
            <a:gdLst/>
            <a:ahLst/>
            <a:cxnLst/>
            <a:rect l="l" t="t" r="r" b="b"/>
            <a:pathLst>
              <a:path w="8889" h="22225">
                <a:moveTo>
                  <a:pt x="8187" y="0"/>
                </a:moveTo>
                <a:lnTo>
                  <a:pt x="7005" y="362"/>
                </a:lnTo>
                <a:lnTo>
                  <a:pt x="4956" y="496"/>
                </a:lnTo>
                <a:lnTo>
                  <a:pt x="4105" y="3719"/>
                </a:lnTo>
                <a:lnTo>
                  <a:pt x="2466" y="4137"/>
                </a:lnTo>
                <a:lnTo>
                  <a:pt x="267" y="3955"/>
                </a:lnTo>
                <a:lnTo>
                  <a:pt x="252" y="15130"/>
                </a:lnTo>
                <a:lnTo>
                  <a:pt x="370" y="16690"/>
                </a:lnTo>
                <a:lnTo>
                  <a:pt x="0" y="21363"/>
                </a:lnTo>
                <a:lnTo>
                  <a:pt x="1765" y="22049"/>
                </a:lnTo>
                <a:lnTo>
                  <a:pt x="4365" y="21828"/>
                </a:lnTo>
                <a:lnTo>
                  <a:pt x="4373" y="20276"/>
                </a:lnTo>
                <a:lnTo>
                  <a:pt x="4483" y="18715"/>
                </a:lnTo>
                <a:lnTo>
                  <a:pt x="4121" y="14042"/>
                </a:lnTo>
                <a:lnTo>
                  <a:pt x="5902" y="13396"/>
                </a:lnTo>
                <a:lnTo>
                  <a:pt x="8479" y="13585"/>
                </a:lnTo>
                <a:lnTo>
                  <a:pt x="8573" y="6414"/>
                </a:lnTo>
                <a:lnTo>
                  <a:pt x="8550" y="1883"/>
                </a:lnTo>
                <a:lnTo>
                  <a:pt x="8313" y="945"/>
                </a:lnTo>
                <a:lnTo>
                  <a:pt x="8187" y="0"/>
                </a:lnTo>
                <a:close/>
              </a:path>
            </a:pathLst>
          </a:custGeom>
          <a:solidFill>
            <a:srgbClr val="CEC4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57" name="bg object 1557"/>
          <p:cNvSpPr/>
          <p:nvPr/>
        </p:nvSpPr>
        <p:spPr>
          <a:xfrm>
            <a:off x="2160765" y="4336248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4254" y="8723"/>
                </a:moveTo>
                <a:lnTo>
                  <a:pt x="5738" y="8723"/>
                </a:lnTo>
                <a:lnTo>
                  <a:pt x="5391" y="11851"/>
                </a:lnTo>
                <a:lnTo>
                  <a:pt x="5281" y="14799"/>
                </a:lnTo>
                <a:lnTo>
                  <a:pt x="14863" y="14799"/>
                </a:lnTo>
                <a:lnTo>
                  <a:pt x="14840" y="9322"/>
                </a:lnTo>
                <a:lnTo>
                  <a:pt x="14254" y="8723"/>
                </a:lnTo>
                <a:close/>
              </a:path>
              <a:path w="15239" h="15239">
                <a:moveTo>
                  <a:pt x="10671" y="1071"/>
                </a:moveTo>
                <a:lnTo>
                  <a:pt x="1257" y="1071"/>
                </a:lnTo>
                <a:lnTo>
                  <a:pt x="1159" y="9322"/>
                </a:lnTo>
                <a:lnTo>
                  <a:pt x="837" y="9322"/>
                </a:lnTo>
                <a:lnTo>
                  <a:pt x="5738" y="8723"/>
                </a:lnTo>
                <a:lnTo>
                  <a:pt x="14254" y="8723"/>
                </a:lnTo>
                <a:lnTo>
                  <a:pt x="12129" y="6548"/>
                </a:lnTo>
                <a:lnTo>
                  <a:pt x="10671" y="1071"/>
                </a:lnTo>
                <a:close/>
              </a:path>
              <a:path w="15239" h="15239">
                <a:moveTo>
                  <a:pt x="1270" y="0"/>
                </a:moveTo>
                <a:lnTo>
                  <a:pt x="0" y="1071"/>
                </a:lnTo>
                <a:lnTo>
                  <a:pt x="1257" y="1071"/>
                </a:lnTo>
                <a:lnTo>
                  <a:pt x="1270" y="0"/>
                </a:lnTo>
                <a:close/>
              </a:path>
            </a:pathLst>
          </a:custGeom>
          <a:solidFill>
            <a:srgbClr val="6155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58" name="bg object 1558"/>
          <p:cNvSpPr/>
          <p:nvPr/>
        </p:nvSpPr>
        <p:spPr>
          <a:xfrm>
            <a:off x="2171442" y="4327666"/>
            <a:ext cx="8890" cy="15240"/>
          </a:xfrm>
          <a:custGeom>
            <a:avLst/>
            <a:gdLst/>
            <a:ahLst/>
            <a:cxnLst/>
            <a:rect l="l" t="t" r="r" b="b"/>
            <a:pathLst>
              <a:path w="8889" h="15239">
                <a:moveTo>
                  <a:pt x="4200" y="0"/>
                </a:moveTo>
                <a:lnTo>
                  <a:pt x="118" y="31"/>
                </a:lnTo>
                <a:lnTo>
                  <a:pt x="0" y="9653"/>
                </a:lnTo>
                <a:lnTo>
                  <a:pt x="1449" y="15130"/>
                </a:lnTo>
                <a:lnTo>
                  <a:pt x="8321" y="13743"/>
                </a:lnTo>
                <a:lnTo>
                  <a:pt x="8242" y="12876"/>
                </a:lnTo>
                <a:lnTo>
                  <a:pt x="8455" y="11410"/>
                </a:lnTo>
                <a:lnTo>
                  <a:pt x="2955" y="8739"/>
                </a:lnTo>
                <a:lnTo>
                  <a:pt x="4318" y="4129"/>
                </a:lnTo>
                <a:lnTo>
                  <a:pt x="4200" y="0"/>
                </a:lnTo>
                <a:close/>
              </a:path>
            </a:pathLst>
          </a:custGeom>
          <a:solidFill>
            <a:srgbClr val="8D8B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59" name="bg object 1559"/>
          <p:cNvSpPr/>
          <p:nvPr/>
        </p:nvSpPr>
        <p:spPr>
          <a:xfrm>
            <a:off x="2171531" y="4319362"/>
            <a:ext cx="8255" cy="8890"/>
          </a:xfrm>
          <a:custGeom>
            <a:avLst/>
            <a:gdLst/>
            <a:ahLst/>
            <a:cxnLst/>
            <a:rect l="l" t="t" r="r" b="b"/>
            <a:pathLst>
              <a:path w="8255" h="8889">
                <a:moveTo>
                  <a:pt x="8219" y="0"/>
                </a:moveTo>
                <a:lnTo>
                  <a:pt x="0" y="39"/>
                </a:lnTo>
                <a:lnTo>
                  <a:pt x="23" y="8337"/>
                </a:lnTo>
                <a:lnTo>
                  <a:pt x="4113" y="8305"/>
                </a:lnTo>
                <a:lnTo>
                  <a:pt x="3727" y="5161"/>
                </a:lnTo>
                <a:lnTo>
                  <a:pt x="5074" y="3751"/>
                </a:lnTo>
                <a:lnTo>
                  <a:pt x="8234" y="4160"/>
                </a:lnTo>
                <a:lnTo>
                  <a:pt x="8219" y="0"/>
                </a:lnTo>
                <a:close/>
              </a:path>
            </a:pathLst>
          </a:custGeom>
          <a:solidFill>
            <a:srgbClr val="756E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60" name="bg object 1560"/>
          <p:cNvSpPr/>
          <p:nvPr/>
        </p:nvSpPr>
        <p:spPr>
          <a:xfrm>
            <a:off x="2167403" y="4314865"/>
            <a:ext cx="5080" cy="8890"/>
          </a:xfrm>
          <a:custGeom>
            <a:avLst/>
            <a:gdLst/>
            <a:ahLst/>
            <a:cxnLst/>
            <a:rect l="l" t="t" r="r" b="b"/>
            <a:pathLst>
              <a:path w="5080" h="8889">
                <a:moveTo>
                  <a:pt x="3167" y="0"/>
                </a:moveTo>
                <a:lnTo>
                  <a:pt x="15" y="401"/>
                </a:lnTo>
                <a:lnTo>
                  <a:pt x="0" y="4539"/>
                </a:lnTo>
                <a:lnTo>
                  <a:pt x="15" y="8652"/>
                </a:lnTo>
                <a:lnTo>
                  <a:pt x="4129" y="8652"/>
                </a:lnTo>
                <a:lnTo>
                  <a:pt x="4129" y="4539"/>
                </a:lnTo>
                <a:lnTo>
                  <a:pt x="4515" y="1402"/>
                </a:lnTo>
                <a:lnTo>
                  <a:pt x="3167" y="0"/>
                </a:lnTo>
                <a:close/>
              </a:path>
            </a:pathLst>
          </a:custGeom>
          <a:solidFill>
            <a:srgbClr val="7363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61" name="bg object 1561"/>
          <p:cNvSpPr/>
          <p:nvPr/>
        </p:nvSpPr>
        <p:spPr>
          <a:xfrm>
            <a:off x="2161928" y="4344973"/>
            <a:ext cx="5080" cy="6350"/>
          </a:xfrm>
          <a:custGeom>
            <a:avLst/>
            <a:gdLst/>
            <a:ahLst/>
            <a:cxnLst/>
            <a:rect l="l" t="t" r="r" b="b"/>
            <a:pathLst>
              <a:path w="5080" h="6350">
                <a:moveTo>
                  <a:pt x="4578" y="0"/>
                </a:moveTo>
                <a:lnTo>
                  <a:pt x="0" y="559"/>
                </a:lnTo>
                <a:lnTo>
                  <a:pt x="23" y="6099"/>
                </a:lnTo>
                <a:lnTo>
                  <a:pt x="4105" y="6083"/>
                </a:lnTo>
                <a:lnTo>
                  <a:pt x="4231" y="3120"/>
                </a:lnTo>
                <a:lnTo>
                  <a:pt x="4578" y="0"/>
                </a:lnTo>
                <a:close/>
              </a:path>
            </a:pathLst>
          </a:custGeom>
          <a:solidFill>
            <a:srgbClr val="6B5C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62" name="bg object 1562"/>
          <p:cNvSpPr/>
          <p:nvPr/>
        </p:nvSpPr>
        <p:spPr>
          <a:xfrm>
            <a:off x="2175605" y="4345571"/>
            <a:ext cx="4445" cy="13970"/>
          </a:xfrm>
          <a:custGeom>
            <a:avLst/>
            <a:gdLst/>
            <a:ahLst/>
            <a:cxnLst/>
            <a:rect l="l" t="t" r="r" b="b"/>
            <a:pathLst>
              <a:path w="4444" h="13970">
                <a:moveTo>
                  <a:pt x="0" y="0"/>
                </a:moveTo>
                <a:lnTo>
                  <a:pt x="23" y="5453"/>
                </a:lnTo>
                <a:lnTo>
                  <a:pt x="47" y="13727"/>
                </a:lnTo>
                <a:lnTo>
                  <a:pt x="4129" y="13735"/>
                </a:lnTo>
                <a:lnTo>
                  <a:pt x="4184" y="9621"/>
                </a:lnTo>
                <a:lnTo>
                  <a:pt x="4160" y="1339"/>
                </a:lnTo>
                <a:lnTo>
                  <a:pt x="0" y="0"/>
                </a:lnTo>
                <a:close/>
              </a:path>
            </a:pathLst>
          </a:custGeom>
          <a:solidFill>
            <a:srgbClr val="716E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63" name="bg object 1563"/>
          <p:cNvSpPr/>
          <p:nvPr/>
        </p:nvSpPr>
        <p:spPr>
          <a:xfrm>
            <a:off x="2179523" y="4323496"/>
            <a:ext cx="6350" cy="10160"/>
          </a:xfrm>
          <a:custGeom>
            <a:avLst/>
            <a:gdLst/>
            <a:ahLst/>
            <a:cxnLst/>
            <a:rect l="l" t="t" r="r" b="b"/>
            <a:pathLst>
              <a:path w="6350" h="10160">
                <a:moveTo>
                  <a:pt x="244" y="0"/>
                </a:moveTo>
                <a:lnTo>
                  <a:pt x="244" y="2025"/>
                </a:lnTo>
                <a:lnTo>
                  <a:pt x="370" y="4042"/>
                </a:lnTo>
                <a:lnTo>
                  <a:pt x="0" y="9180"/>
                </a:lnTo>
                <a:lnTo>
                  <a:pt x="1749" y="9858"/>
                </a:lnTo>
                <a:lnTo>
                  <a:pt x="4349" y="9669"/>
                </a:lnTo>
                <a:lnTo>
                  <a:pt x="5768" y="47"/>
                </a:lnTo>
                <a:lnTo>
                  <a:pt x="244" y="0"/>
                </a:lnTo>
                <a:close/>
              </a:path>
            </a:pathLst>
          </a:custGeom>
          <a:solidFill>
            <a:srgbClr val="8889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64" name="bg object 1564"/>
          <p:cNvSpPr/>
          <p:nvPr/>
        </p:nvSpPr>
        <p:spPr>
          <a:xfrm>
            <a:off x="2172892" y="4341411"/>
            <a:ext cx="6985" cy="5715"/>
          </a:xfrm>
          <a:custGeom>
            <a:avLst/>
            <a:gdLst/>
            <a:ahLst/>
            <a:cxnLst/>
            <a:rect l="l" t="t" r="r" b="b"/>
            <a:pathLst>
              <a:path w="6985" h="5714">
                <a:moveTo>
                  <a:pt x="6871" y="0"/>
                </a:moveTo>
                <a:lnTo>
                  <a:pt x="0" y="1386"/>
                </a:lnTo>
                <a:lnTo>
                  <a:pt x="2710" y="4160"/>
                </a:lnTo>
                <a:lnTo>
                  <a:pt x="6871" y="5500"/>
                </a:lnTo>
                <a:lnTo>
                  <a:pt x="6871" y="0"/>
                </a:lnTo>
                <a:close/>
              </a:path>
            </a:pathLst>
          </a:custGeom>
          <a:solidFill>
            <a:srgbClr val="7979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65" name="bg object 1565"/>
          <p:cNvSpPr/>
          <p:nvPr/>
        </p:nvSpPr>
        <p:spPr>
          <a:xfrm>
            <a:off x="2110758" y="3777208"/>
            <a:ext cx="5080" cy="10160"/>
          </a:xfrm>
          <a:custGeom>
            <a:avLst/>
            <a:gdLst/>
            <a:ahLst/>
            <a:cxnLst/>
            <a:rect l="l" t="t" r="r" b="b"/>
            <a:pathLst>
              <a:path w="5080" h="10160">
                <a:moveTo>
                  <a:pt x="394" y="0"/>
                </a:moveTo>
                <a:lnTo>
                  <a:pt x="378" y="5492"/>
                </a:lnTo>
                <a:lnTo>
                  <a:pt x="0" y="8628"/>
                </a:lnTo>
                <a:lnTo>
                  <a:pt x="1355" y="10031"/>
                </a:lnTo>
                <a:lnTo>
                  <a:pt x="4515" y="9629"/>
                </a:lnTo>
                <a:lnTo>
                  <a:pt x="4515" y="5508"/>
                </a:lnTo>
                <a:lnTo>
                  <a:pt x="4641" y="2545"/>
                </a:lnTo>
                <a:lnTo>
                  <a:pt x="4089" y="86"/>
                </a:lnTo>
                <a:lnTo>
                  <a:pt x="394" y="0"/>
                </a:lnTo>
                <a:close/>
              </a:path>
            </a:pathLst>
          </a:custGeom>
          <a:solidFill>
            <a:srgbClr val="B4A8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66" name="bg object 1566"/>
          <p:cNvSpPr/>
          <p:nvPr/>
        </p:nvSpPr>
        <p:spPr>
          <a:xfrm>
            <a:off x="2096066" y="3826732"/>
            <a:ext cx="22225" cy="19685"/>
          </a:xfrm>
          <a:custGeom>
            <a:avLst/>
            <a:gdLst/>
            <a:ahLst/>
            <a:cxnLst/>
            <a:rect l="l" t="t" r="r" b="b"/>
            <a:pathLst>
              <a:path w="22225" h="19685">
                <a:moveTo>
                  <a:pt x="5484" y="0"/>
                </a:moveTo>
                <a:lnTo>
                  <a:pt x="5453" y="2726"/>
                </a:lnTo>
                <a:lnTo>
                  <a:pt x="5989" y="5665"/>
                </a:lnTo>
                <a:lnTo>
                  <a:pt x="1079" y="5870"/>
                </a:lnTo>
                <a:lnTo>
                  <a:pt x="559" y="8337"/>
                </a:lnTo>
                <a:lnTo>
                  <a:pt x="0" y="9661"/>
                </a:lnTo>
                <a:lnTo>
                  <a:pt x="2348" y="10047"/>
                </a:lnTo>
                <a:lnTo>
                  <a:pt x="6934" y="8187"/>
                </a:lnTo>
                <a:lnTo>
                  <a:pt x="4105" y="13766"/>
                </a:lnTo>
                <a:lnTo>
                  <a:pt x="5658" y="13766"/>
                </a:lnTo>
                <a:lnTo>
                  <a:pt x="7210" y="13845"/>
                </a:lnTo>
                <a:lnTo>
                  <a:pt x="11355" y="13593"/>
                </a:lnTo>
                <a:lnTo>
                  <a:pt x="13396" y="13845"/>
                </a:lnTo>
                <a:lnTo>
                  <a:pt x="14476" y="18038"/>
                </a:lnTo>
                <a:lnTo>
                  <a:pt x="16580" y="18550"/>
                </a:lnTo>
                <a:lnTo>
                  <a:pt x="17841" y="19283"/>
                </a:lnTo>
                <a:lnTo>
                  <a:pt x="20425" y="19456"/>
                </a:lnTo>
                <a:lnTo>
                  <a:pt x="22183" y="18802"/>
                </a:lnTo>
                <a:lnTo>
                  <a:pt x="21804" y="13664"/>
                </a:lnTo>
                <a:lnTo>
                  <a:pt x="21946" y="11647"/>
                </a:lnTo>
                <a:lnTo>
                  <a:pt x="21946" y="9645"/>
                </a:lnTo>
                <a:lnTo>
                  <a:pt x="20402" y="9645"/>
                </a:lnTo>
                <a:lnTo>
                  <a:pt x="18833" y="9535"/>
                </a:lnTo>
                <a:lnTo>
                  <a:pt x="14153" y="9905"/>
                </a:lnTo>
                <a:lnTo>
                  <a:pt x="13506" y="8108"/>
                </a:lnTo>
                <a:lnTo>
                  <a:pt x="13703" y="5516"/>
                </a:lnTo>
                <a:lnTo>
                  <a:pt x="11497" y="5602"/>
                </a:lnTo>
                <a:lnTo>
                  <a:pt x="9810" y="5390"/>
                </a:lnTo>
                <a:lnTo>
                  <a:pt x="9212" y="1465"/>
                </a:lnTo>
                <a:lnTo>
                  <a:pt x="6840" y="811"/>
                </a:lnTo>
                <a:lnTo>
                  <a:pt x="5484" y="0"/>
                </a:lnTo>
                <a:close/>
              </a:path>
            </a:pathLst>
          </a:custGeom>
          <a:solidFill>
            <a:srgbClr val="B7A9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67" name="bg object 1567"/>
          <p:cNvSpPr/>
          <p:nvPr/>
        </p:nvSpPr>
        <p:spPr>
          <a:xfrm>
            <a:off x="2105781" y="3786266"/>
            <a:ext cx="14604" cy="25400"/>
          </a:xfrm>
          <a:custGeom>
            <a:avLst/>
            <a:gdLst/>
            <a:ahLst/>
            <a:cxnLst/>
            <a:rect l="l" t="t" r="r" b="b"/>
            <a:pathLst>
              <a:path w="14605" h="25400">
                <a:moveTo>
                  <a:pt x="14074" y="0"/>
                </a:moveTo>
                <a:lnTo>
                  <a:pt x="9495" y="567"/>
                </a:lnTo>
                <a:lnTo>
                  <a:pt x="9322" y="2080"/>
                </a:lnTo>
                <a:lnTo>
                  <a:pt x="9606" y="4673"/>
                </a:lnTo>
                <a:lnTo>
                  <a:pt x="4137" y="6832"/>
                </a:lnTo>
                <a:lnTo>
                  <a:pt x="5531" y="10827"/>
                </a:lnTo>
                <a:lnTo>
                  <a:pt x="5358" y="14326"/>
                </a:lnTo>
                <a:lnTo>
                  <a:pt x="4168" y="15721"/>
                </a:lnTo>
                <a:lnTo>
                  <a:pt x="2923" y="17084"/>
                </a:lnTo>
                <a:lnTo>
                  <a:pt x="1103" y="19503"/>
                </a:lnTo>
                <a:lnTo>
                  <a:pt x="0" y="20701"/>
                </a:lnTo>
                <a:lnTo>
                  <a:pt x="291" y="22506"/>
                </a:lnTo>
                <a:lnTo>
                  <a:pt x="1796" y="23782"/>
                </a:lnTo>
                <a:lnTo>
                  <a:pt x="5587" y="23885"/>
                </a:lnTo>
                <a:lnTo>
                  <a:pt x="9361" y="25366"/>
                </a:lnTo>
                <a:lnTo>
                  <a:pt x="9866" y="19488"/>
                </a:lnTo>
                <a:lnTo>
                  <a:pt x="12269" y="19015"/>
                </a:lnTo>
                <a:lnTo>
                  <a:pt x="13593" y="18455"/>
                </a:lnTo>
                <a:lnTo>
                  <a:pt x="13609" y="6075"/>
                </a:lnTo>
                <a:lnTo>
                  <a:pt x="13672" y="3167"/>
                </a:lnTo>
                <a:lnTo>
                  <a:pt x="14074" y="0"/>
                </a:lnTo>
                <a:close/>
              </a:path>
            </a:pathLst>
          </a:custGeom>
          <a:solidFill>
            <a:srgbClr val="C6BF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68" name="bg object 1568"/>
          <p:cNvSpPr/>
          <p:nvPr/>
        </p:nvSpPr>
        <p:spPr>
          <a:xfrm>
            <a:off x="2119371" y="3792341"/>
            <a:ext cx="13970" cy="13970"/>
          </a:xfrm>
          <a:custGeom>
            <a:avLst/>
            <a:gdLst/>
            <a:ahLst/>
            <a:cxnLst/>
            <a:rect l="l" t="t" r="r" b="b"/>
            <a:pathLst>
              <a:path w="13969" h="13970">
                <a:moveTo>
                  <a:pt x="4129" y="0"/>
                </a:moveTo>
                <a:lnTo>
                  <a:pt x="15" y="0"/>
                </a:lnTo>
                <a:lnTo>
                  <a:pt x="0" y="12379"/>
                </a:lnTo>
                <a:lnTo>
                  <a:pt x="4137" y="13759"/>
                </a:lnTo>
                <a:lnTo>
                  <a:pt x="13743" y="13759"/>
                </a:lnTo>
                <a:lnTo>
                  <a:pt x="13730" y="9133"/>
                </a:lnTo>
                <a:lnTo>
                  <a:pt x="4192" y="9133"/>
                </a:lnTo>
                <a:lnTo>
                  <a:pt x="3310" y="8258"/>
                </a:lnTo>
                <a:lnTo>
                  <a:pt x="4186" y="8258"/>
                </a:lnTo>
                <a:lnTo>
                  <a:pt x="4129" y="0"/>
                </a:lnTo>
                <a:close/>
              </a:path>
              <a:path w="13969" h="13970">
                <a:moveTo>
                  <a:pt x="4186" y="8258"/>
                </a:moveTo>
                <a:lnTo>
                  <a:pt x="3310" y="8258"/>
                </a:lnTo>
                <a:lnTo>
                  <a:pt x="4192" y="9133"/>
                </a:lnTo>
                <a:lnTo>
                  <a:pt x="4186" y="8258"/>
                </a:lnTo>
                <a:close/>
              </a:path>
              <a:path w="13969" h="13970">
                <a:moveTo>
                  <a:pt x="13727" y="8258"/>
                </a:moveTo>
                <a:lnTo>
                  <a:pt x="4186" y="8258"/>
                </a:lnTo>
                <a:lnTo>
                  <a:pt x="4192" y="9133"/>
                </a:lnTo>
                <a:lnTo>
                  <a:pt x="13730" y="9133"/>
                </a:lnTo>
                <a:lnTo>
                  <a:pt x="13727" y="8258"/>
                </a:lnTo>
                <a:close/>
              </a:path>
            </a:pathLst>
          </a:custGeom>
          <a:solidFill>
            <a:srgbClr val="B6AD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69" name="bg object 1569"/>
          <p:cNvSpPr/>
          <p:nvPr/>
        </p:nvSpPr>
        <p:spPr>
          <a:xfrm>
            <a:off x="2123493" y="3806097"/>
            <a:ext cx="10160" cy="18415"/>
          </a:xfrm>
          <a:custGeom>
            <a:avLst/>
            <a:gdLst/>
            <a:ahLst/>
            <a:cxnLst/>
            <a:rect l="l" t="t" r="r" b="b"/>
            <a:pathLst>
              <a:path w="10160" h="18414">
                <a:moveTo>
                  <a:pt x="9606" y="0"/>
                </a:moveTo>
                <a:lnTo>
                  <a:pt x="15" y="0"/>
                </a:lnTo>
                <a:lnTo>
                  <a:pt x="0" y="16517"/>
                </a:lnTo>
                <a:lnTo>
                  <a:pt x="4121" y="17888"/>
                </a:lnTo>
                <a:lnTo>
                  <a:pt x="4121" y="11292"/>
                </a:lnTo>
                <a:lnTo>
                  <a:pt x="4247" y="10165"/>
                </a:lnTo>
                <a:lnTo>
                  <a:pt x="3467" y="4617"/>
                </a:lnTo>
                <a:lnTo>
                  <a:pt x="5855" y="3656"/>
                </a:lnTo>
                <a:lnTo>
                  <a:pt x="9590" y="4145"/>
                </a:lnTo>
                <a:lnTo>
                  <a:pt x="9606" y="0"/>
                </a:lnTo>
                <a:close/>
              </a:path>
            </a:pathLst>
          </a:custGeom>
          <a:solidFill>
            <a:srgbClr val="A89E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70" name="bg object 1570"/>
          <p:cNvSpPr/>
          <p:nvPr/>
        </p:nvSpPr>
        <p:spPr>
          <a:xfrm>
            <a:off x="2105912" y="3814426"/>
            <a:ext cx="8890" cy="14604"/>
          </a:xfrm>
          <a:custGeom>
            <a:avLst/>
            <a:gdLst/>
            <a:ahLst/>
            <a:cxnLst/>
            <a:rect l="l" t="t" r="r" b="b"/>
            <a:pathLst>
              <a:path w="8889" h="14604">
                <a:moveTo>
                  <a:pt x="1717" y="0"/>
                </a:moveTo>
                <a:lnTo>
                  <a:pt x="0" y="1040"/>
                </a:lnTo>
                <a:lnTo>
                  <a:pt x="370" y="3593"/>
                </a:lnTo>
                <a:lnTo>
                  <a:pt x="283" y="7037"/>
                </a:lnTo>
                <a:lnTo>
                  <a:pt x="4483" y="9448"/>
                </a:lnTo>
                <a:lnTo>
                  <a:pt x="3577" y="11599"/>
                </a:lnTo>
                <a:lnTo>
                  <a:pt x="3861" y="13688"/>
                </a:lnTo>
                <a:lnTo>
                  <a:pt x="8439" y="14263"/>
                </a:lnTo>
                <a:lnTo>
                  <a:pt x="8061" y="11119"/>
                </a:lnTo>
                <a:lnTo>
                  <a:pt x="7982" y="8187"/>
                </a:lnTo>
                <a:lnTo>
                  <a:pt x="8061" y="6895"/>
                </a:lnTo>
                <a:lnTo>
                  <a:pt x="8707" y="5027"/>
                </a:lnTo>
                <a:lnTo>
                  <a:pt x="6390" y="2718"/>
                </a:lnTo>
                <a:lnTo>
                  <a:pt x="4223" y="1434"/>
                </a:lnTo>
                <a:lnTo>
                  <a:pt x="1717" y="0"/>
                </a:lnTo>
                <a:close/>
              </a:path>
            </a:pathLst>
          </a:custGeom>
          <a:solidFill>
            <a:srgbClr val="B7AE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71" name="bg object 1571"/>
          <p:cNvSpPr/>
          <p:nvPr/>
        </p:nvSpPr>
        <p:spPr>
          <a:xfrm>
            <a:off x="2109773" y="3822614"/>
            <a:ext cx="10160" cy="10160"/>
          </a:xfrm>
          <a:custGeom>
            <a:avLst/>
            <a:gdLst/>
            <a:ahLst/>
            <a:cxnLst/>
            <a:rect l="l" t="t" r="r" b="b"/>
            <a:pathLst>
              <a:path w="10160" h="10160">
                <a:moveTo>
                  <a:pt x="9613" y="0"/>
                </a:moveTo>
                <a:lnTo>
                  <a:pt x="4121" y="0"/>
                </a:lnTo>
                <a:lnTo>
                  <a:pt x="4200" y="2931"/>
                </a:lnTo>
                <a:lnTo>
                  <a:pt x="4578" y="6075"/>
                </a:lnTo>
                <a:lnTo>
                  <a:pt x="0" y="5500"/>
                </a:lnTo>
                <a:lnTo>
                  <a:pt x="0" y="9629"/>
                </a:lnTo>
                <a:lnTo>
                  <a:pt x="9613" y="9629"/>
                </a:lnTo>
                <a:lnTo>
                  <a:pt x="9613" y="0"/>
                </a:lnTo>
                <a:close/>
              </a:path>
            </a:pathLst>
          </a:custGeom>
          <a:solidFill>
            <a:srgbClr val="C5B7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72" name="bg object 1572"/>
          <p:cNvSpPr/>
          <p:nvPr/>
        </p:nvSpPr>
        <p:spPr>
          <a:xfrm>
            <a:off x="2119383" y="3822615"/>
            <a:ext cx="8255" cy="10160"/>
          </a:xfrm>
          <a:custGeom>
            <a:avLst/>
            <a:gdLst/>
            <a:ahLst/>
            <a:cxnLst/>
            <a:rect l="l" t="t" r="r" b="b"/>
            <a:pathLst>
              <a:path w="8255" h="10160">
                <a:moveTo>
                  <a:pt x="4113" y="0"/>
                </a:moveTo>
                <a:lnTo>
                  <a:pt x="7" y="0"/>
                </a:lnTo>
                <a:lnTo>
                  <a:pt x="0" y="9629"/>
                </a:lnTo>
                <a:lnTo>
                  <a:pt x="4113" y="9629"/>
                </a:lnTo>
                <a:lnTo>
                  <a:pt x="3711" y="6477"/>
                </a:lnTo>
                <a:lnTo>
                  <a:pt x="5098" y="5114"/>
                </a:lnTo>
                <a:lnTo>
                  <a:pt x="8227" y="5492"/>
                </a:lnTo>
                <a:lnTo>
                  <a:pt x="8227" y="1371"/>
                </a:lnTo>
                <a:lnTo>
                  <a:pt x="4113" y="0"/>
                </a:lnTo>
                <a:close/>
              </a:path>
            </a:pathLst>
          </a:custGeom>
          <a:solidFill>
            <a:srgbClr val="B3A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73" name="bg object 1573"/>
          <p:cNvSpPr/>
          <p:nvPr/>
        </p:nvSpPr>
        <p:spPr>
          <a:xfrm>
            <a:off x="2184688" y="4042330"/>
            <a:ext cx="40640" cy="55244"/>
          </a:xfrm>
          <a:custGeom>
            <a:avLst/>
            <a:gdLst/>
            <a:ahLst/>
            <a:cxnLst/>
            <a:rect l="l" t="t" r="r" b="b"/>
            <a:pathLst>
              <a:path w="40639" h="55245">
                <a:moveTo>
                  <a:pt x="0" y="0"/>
                </a:moveTo>
                <a:lnTo>
                  <a:pt x="575" y="4594"/>
                </a:lnTo>
                <a:lnTo>
                  <a:pt x="4539" y="4515"/>
                </a:lnTo>
                <a:lnTo>
                  <a:pt x="6383" y="5382"/>
                </a:lnTo>
                <a:lnTo>
                  <a:pt x="3948" y="14050"/>
                </a:lnTo>
                <a:lnTo>
                  <a:pt x="4728" y="18376"/>
                </a:lnTo>
                <a:lnTo>
                  <a:pt x="4688" y="22474"/>
                </a:lnTo>
                <a:lnTo>
                  <a:pt x="10181" y="23853"/>
                </a:lnTo>
                <a:lnTo>
                  <a:pt x="11079" y="23956"/>
                </a:lnTo>
                <a:lnTo>
                  <a:pt x="12750" y="23964"/>
                </a:lnTo>
                <a:lnTo>
                  <a:pt x="13349" y="29511"/>
                </a:lnTo>
                <a:lnTo>
                  <a:pt x="19015" y="32782"/>
                </a:lnTo>
                <a:lnTo>
                  <a:pt x="18195" y="41686"/>
                </a:lnTo>
                <a:lnTo>
                  <a:pt x="16461" y="41781"/>
                </a:lnTo>
                <a:lnTo>
                  <a:pt x="12907" y="41749"/>
                </a:lnTo>
                <a:lnTo>
                  <a:pt x="12923" y="45871"/>
                </a:lnTo>
                <a:lnTo>
                  <a:pt x="19795" y="47250"/>
                </a:lnTo>
                <a:lnTo>
                  <a:pt x="24586" y="41923"/>
                </a:lnTo>
                <a:lnTo>
                  <a:pt x="25272" y="42908"/>
                </a:lnTo>
                <a:lnTo>
                  <a:pt x="26367" y="43822"/>
                </a:lnTo>
                <a:lnTo>
                  <a:pt x="27045" y="47888"/>
                </a:lnTo>
                <a:lnTo>
                  <a:pt x="26603" y="50504"/>
                </a:lnTo>
                <a:lnTo>
                  <a:pt x="22498" y="50024"/>
                </a:lnTo>
                <a:lnTo>
                  <a:pt x="22135" y="53152"/>
                </a:lnTo>
                <a:lnTo>
                  <a:pt x="23514" y="54523"/>
                </a:lnTo>
                <a:lnTo>
                  <a:pt x="26635" y="54137"/>
                </a:lnTo>
                <a:lnTo>
                  <a:pt x="30244" y="54642"/>
                </a:lnTo>
                <a:lnTo>
                  <a:pt x="31024" y="47407"/>
                </a:lnTo>
                <a:lnTo>
                  <a:pt x="36635" y="50749"/>
                </a:lnTo>
                <a:lnTo>
                  <a:pt x="40370" y="50000"/>
                </a:lnTo>
                <a:lnTo>
                  <a:pt x="40284" y="45902"/>
                </a:lnTo>
                <a:lnTo>
                  <a:pt x="40591" y="40142"/>
                </a:lnTo>
                <a:lnTo>
                  <a:pt x="40504" y="36935"/>
                </a:lnTo>
                <a:lnTo>
                  <a:pt x="34295" y="37533"/>
                </a:lnTo>
                <a:lnTo>
                  <a:pt x="33184" y="35752"/>
                </a:lnTo>
                <a:lnTo>
                  <a:pt x="31095" y="33940"/>
                </a:lnTo>
                <a:lnTo>
                  <a:pt x="30150" y="32474"/>
                </a:lnTo>
                <a:lnTo>
                  <a:pt x="22569" y="30953"/>
                </a:lnTo>
                <a:lnTo>
                  <a:pt x="22553" y="18337"/>
                </a:lnTo>
                <a:lnTo>
                  <a:pt x="22514" y="14231"/>
                </a:lnTo>
                <a:lnTo>
                  <a:pt x="19598" y="14231"/>
                </a:lnTo>
                <a:lnTo>
                  <a:pt x="16666" y="14365"/>
                </a:lnTo>
                <a:lnTo>
                  <a:pt x="12624" y="14058"/>
                </a:lnTo>
                <a:lnTo>
                  <a:pt x="11552" y="13168"/>
                </a:lnTo>
                <a:lnTo>
                  <a:pt x="10449" y="12640"/>
                </a:lnTo>
                <a:lnTo>
                  <a:pt x="11197" y="11749"/>
                </a:lnTo>
                <a:lnTo>
                  <a:pt x="12096" y="10945"/>
                </a:lnTo>
                <a:lnTo>
                  <a:pt x="13341" y="8699"/>
                </a:lnTo>
                <a:lnTo>
                  <a:pt x="13759" y="7297"/>
                </a:lnTo>
                <a:lnTo>
                  <a:pt x="14294" y="5965"/>
                </a:lnTo>
                <a:lnTo>
                  <a:pt x="9708" y="6540"/>
                </a:lnTo>
                <a:lnTo>
                  <a:pt x="10094" y="3380"/>
                </a:lnTo>
                <a:lnTo>
                  <a:pt x="10165" y="457"/>
                </a:lnTo>
                <a:lnTo>
                  <a:pt x="3144" y="378"/>
                </a:lnTo>
                <a:lnTo>
                  <a:pt x="0" y="0"/>
                </a:lnTo>
                <a:close/>
              </a:path>
            </a:pathLst>
          </a:custGeom>
          <a:solidFill>
            <a:srgbClr val="B9B2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74" name="bg object 1574"/>
          <p:cNvSpPr/>
          <p:nvPr/>
        </p:nvSpPr>
        <p:spPr>
          <a:xfrm>
            <a:off x="2207202" y="4020580"/>
            <a:ext cx="10160" cy="41910"/>
          </a:xfrm>
          <a:custGeom>
            <a:avLst/>
            <a:gdLst/>
            <a:ahLst/>
            <a:cxnLst/>
            <a:rect l="l" t="t" r="r" b="b"/>
            <a:pathLst>
              <a:path w="10160" h="41910">
                <a:moveTo>
                  <a:pt x="8108" y="0"/>
                </a:moveTo>
                <a:lnTo>
                  <a:pt x="5508" y="197"/>
                </a:lnTo>
                <a:lnTo>
                  <a:pt x="5807" y="5287"/>
                </a:lnTo>
                <a:lnTo>
                  <a:pt x="5776" y="10268"/>
                </a:lnTo>
                <a:lnTo>
                  <a:pt x="1379" y="13940"/>
                </a:lnTo>
                <a:lnTo>
                  <a:pt x="1379" y="23593"/>
                </a:lnTo>
                <a:lnTo>
                  <a:pt x="0" y="35981"/>
                </a:lnTo>
                <a:lnTo>
                  <a:pt x="39" y="40087"/>
                </a:lnTo>
                <a:lnTo>
                  <a:pt x="5311" y="41749"/>
                </a:lnTo>
                <a:lnTo>
                  <a:pt x="5650" y="30418"/>
                </a:lnTo>
                <a:lnTo>
                  <a:pt x="5311" y="24129"/>
                </a:lnTo>
                <a:lnTo>
                  <a:pt x="6981" y="23388"/>
                </a:lnTo>
                <a:lnTo>
                  <a:pt x="9621" y="23585"/>
                </a:lnTo>
                <a:lnTo>
                  <a:pt x="9629" y="7825"/>
                </a:lnTo>
                <a:lnTo>
                  <a:pt x="9503" y="5807"/>
                </a:lnTo>
                <a:lnTo>
                  <a:pt x="9866" y="654"/>
                </a:lnTo>
                <a:lnTo>
                  <a:pt x="8108" y="0"/>
                </a:lnTo>
                <a:close/>
              </a:path>
            </a:pathLst>
          </a:custGeom>
          <a:solidFill>
            <a:srgbClr val="CBC7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75" name="bg object 1575"/>
          <p:cNvSpPr/>
          <p:nvPr/>
        </p:nvSpPr>
        <p:spPr>
          <a:xfrm>
            <a:off x="2216827" y="4026274"/>
            <a:ext cx="10160" cy="18415"/>
          </a:xfrm>
          <a:custGeom>
            <a:avLst/>
            <a:gdLst/>
            <a:ahLst/>
            <a:cxnLst/>
            <a:rect l="l" t="t" r="r" b="b"/>
            <a:pathLst>
              <a:path w="10160" h="18414">
                <a:moveTo>
                  <a:pt x="9613" y="7"/>
                </a:moveTo>
                <a:lnTo>
                  <a:pt x="5492" y="0"/>
                </a:lnTo>
                <a:lnTo>
                  <a:pt x="5398" y="3680"/>
                </a:lnTo>
                <a:lnTo>
                  <a:pt x="2994" y="4286"/>
                </a:lnTo>
                <a:lnTo>
                  <a:pt x="15" y="4137"/>
                </a:lnTo>
                <a:lnTo>
                  <a:pt x="0" y="17896"/>
                </a:lnTo>
                <a:lnTo>
                  <a:pt x="9590" y="17896"/>
                </a:lnTo>
                <a:lnTo>
                  <a:pt x="9613" y="7"/>
                </a:lnTo>
                <a:close/>
              </a:path>
            </a:pathLst>
          </a:custGeom>
          <a:solidFill>
            <a:srgbClr val="BCBD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76" name="bg object 1576"/>
          <p:cNvSpPr/>
          <p:nvPr/>
        </p:nvSpPr>
        <p:spPr>
          <a:xfrm>
            <a:off x="2211321" y="4089740"/>
            <a:ext cx="13970" cy="16510"/>
          </a:xfrm>
          <a:custGeom>
            <a:avLst/>
            <a:gdLst/>
            <a:ahLst/>
            <a:cxnLst/>
            <a:rect l="l" t="t" r="r" b="b"/>
            <a:pathLst>
              <a:path w="13969" h="16510">
                <a:moveTo>
                  <a:pt x="0" y="6729"/>
                </a:moveTo>
                <a:lnTo>
                  <a:pt x="23" y="12206"/>
                </a:lnTo>
                <a:lnTo>
                  <a:pt x="8242" y="16343"/>
                </a:lnTo>
                <a:lnTo>
                  <a:pt x="8242" y="15232"/>
                </a:lnTo>
                <a:lnTo>
                  <a:pt x="8376" y="14113"/>
                </a:lnTo>
                <a:lnTo>
                  <a:pt x="7596" y="8565"/>
                </a:lnTo>
                <a:lnTo>
                  <a:pt x="10007" y="7628"/>
                </a:lnTo>
                <a:lnTo>
                  <a:pt x="13764" y="7628"/>
                </a:lnTo>
                <a:lnTo>
                  <a:pt x="13761" y="7234"/>
                </a:lnTo>
                <a:lnTo>
                  <a:pt x="3609" y="7234"/>
                </a:lnTo>
                <a:lnTo>
                  <a:pt x="0" y="6729"/>
                </a:lnTo>
                <a:close/>
              </a:path>
              <a:path w="13969" h="16510">
                <a:moveTo>
                  <a:pt x="13764" y="7628"/>
                </a:moveTo>
                <a:lnTo>
                  <a:pt x="10007" y="7628"/>
                </a:lnTo>
                <a:lnTo>
                  <a:pt x="13766" y="8093"/>
                </a:lnTo>
                <a:lnTo>
                  <a:pt x="13764" y="7628"/>
                </a:lnTo>
                <a:close/>
              </a:path>
              <a:path w="13969" h="16510">
                <a:moveTo>
                  <a:pt x="4397" y="0"/>
                </a:moveTo>
                <a:lnTo>
                  <a:pt x="3664" y="6729"/>
                </a:lnTo>
                <a:lnTo>
                  <a:pt x="3609" y="7234"/>
                </a:lnTo>
                <a:lnTo>
                  <a:pt x="13761" y="7234"/>
                </a:lnTo>
                <a:lnTo>
                  <a:pt x="13739" y="3341"/>
                </a:lnTo>
                <a:lnTo>
                  <a:pt x="10000" y="3341"/>
                </a:lnTo>
                <a:lnTo>
                  <a:pt x="4397" y="0"/>
                </a:lnTo>
                <a:close/>
              </a:path>
              <a:path w="13969" h="16510">
                <a:moveTo>
                  <a:pt x="13735" y="2592"/>
                </a:moveTo>
                <a:lnTo>
                  <a:pt x="10000" y="3341"/>
                </a:lnTo>
                <a:lnTo>
                  <a:pt x="13739" y="3341"/>
                </a:lnTo>
                <a:lnTo>
                  <a:pt x="13735" y="2592"/>
                </a:lnTo>
                <a:close/>
              </a:path>
            </a:pathLst>
          </a:custGeom>
          <a:solidFill>
            <a:srgbClr val="AEA8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77" name="bg object 1577"/>
          <p:cNvSpPr/>
          <p:nvPr/>
        </p:nvSpPr>
        <p:spPr>
          <a:xfrm>
            <a:off x="2225040" y="4097840"/>
            <a:ext cx="8255" cy="8255"/>
          </a:xfrm>
          <a:custGeom>
            <a:avLst/>
            <a:gdLst/>
            <a:ahLst/>
            <a:cxnLst/>
            <a:rect l="l" t="t" r="r" b="b"/>
            <a:pathLst>
              <a:path w="8255" h="8254">
                <a:moveTo>
                  <a:pt x="8258" y="0"/>
                </a:moveTo>
                <a:lnTo>
                  <a:pt x="0" y="0"/>
                </a:lnTo>
                <a:lnTo>
                  <a:pt x="23" y="8250"/>
                </a:lnTo>
                <a:lnTo>
                  <a:pt x="4507" y="7226"/>
                </a:lnTo>
                <a:lnTo>
                  <a:pt x="7289" y="4523"/>
                </a:lnTo>
                <a:lnTo>
                  <a:pt x="8258" y="0"/>
                </a:lnTo>
                <a:close/>
              </a:path>
            </a:pathLst>
          </a:custGeom>
          <a:solidFill>
            <a:srgbClr val="B5B1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78" name="bg object 1578"/>
          <p:cNvSpPr/>
          <p:nvPr/>
        </p:nvSpPr>
        <p:spPr>
          <a:xfrm>
            <a:off x="2193234" y="4110245"/>
            <a:ext cx="22860" cy="26670"/>
          </a:xfrm>
          <a:custGeom>
            <a:avLst/>
            <a:gdLst/>
            <a:ahLst/>
            <a:cxnLst/>
            <a:rect l="l" t="t" r="r" b="b"/>
            <a:pathLst>
              <a:path w="22860" h="26670">
                <a:moveTo>
                  <a:pt x="8437" y="13743"/>
                </a:moveTo>
                <a:lnTo>
                  <a:pt x="267" y="13743"/>
                </a:lnTo>
                <a:lnTo>
                  <a:pt x="208" y="22994"/>
                </a:lnTo>
                <a:lnTo>
                  <a:pt x="0" y="25674"/>
                </a:lnTo>
                <a:lnTo>
                  <a:pt x="1788" y="26328"/>
                </a:lnTo>
                <a:lnTo>
                  <a:pt x="4381" y="26115"/>
                </a:lnTo>
                <a:lnTo>
                  <a:pt x="3979" y="22994"/>
                </a:lnTo>
                <a:lnTo>
                  <a:pt x="5334" y="21599"/>
                </a:lnTo>
                <a:lnTo>
                  <a:pt x="8654" y="21599"/>
                </a:lnTo>
                <a:lnTo>
                  <a:pt x="12174" y="14633"/>
                </a:lnTo>
                <a:lnTo>
                  <a:pt x="8431" y="14633"/>
                </a:lnTo>
                <a:lnTo>
                  <a:pt x="8437" y="13743"/>
                </a:lnTo>
                <a:close/>
              </a:path>
              <a:path w="22860" h="26670">
                <a:moveTo>
                  <a:pt x="8654" y="21599"/>
                </a:moveTo>
                <a:lnTo>
                  <a:pt x="5334" y="21599"/>
                </a:lnTo>
                <a:lnTo>
                  <a:pt x="8471" y="21962"/>
                </a:lnTo>
                <a:lnTo>
                  <a:pt x="8654" y="21599"/>
                </a:lnTo>
                <a:close/>
              </a:path>
              <a:path w="22860" h="26670">
                <a:moveTo>
                  <a:pt x="11434" y="4208"/>
                </a:moveTo>
                <a:lnTo>
                  <a:pt x="8494" y="4208"/>
                </a:lnTo>
                <a:lnTo>
                  <a:pt x="8431" y="14633"/>
                </a:lnTo>
                <a:lnTo>
                  <a:pt x="9300" y="13743"/>
                </a:lnTo>
                <a:lnTo>
                  <a:pt x="12624" y="13743"/>
                </a:lnTo>
                <a:lnTo>
                  <a:pt x="12640" y="9101"/>
                </a:lnTo>
                <a:lnTo>
                  <a:pt x="22232" y="9101"/>
                </a:lnTo>
                <a:lnTo>
                  <a:pt x="22155" y="4546"/>
                </a:lnTo>
                <a:lnTo>
                  <a:pt x="14547" y="4546"/>
                </a:lnTo>
                <a:lnTo>
                  <a:pt x="11434" y="4208"/>
                </a:lnTo>
                <a:close/>
              </a:path>
              <a:path w="22860" h="26670">
                <a:moveTo>
                  <a:pt x="12624" y="13743"/>
                </a:moveTo>
                <a:lnTo>
                  <a:pt x="9300" y="13743"/>
                </a:lnTo>
                <a:lnTo>
                  <a:pt x="8431" y="14633"/>
                </a:lnTo>
                <a:lnTo>
                  <a:pt x="12174" y="14633"/>
                </a:lnTo>
                <a:lnTo>
                  <a:pt x="12624" y="13743"/>
                </a:lnTo>
                <a:close/>
              </a:path>
              <a:path w="22860" h="26670">
                <a:moveTo>
                  <a:pt x="22232" y="9101"/>
                </a:moveTo>
                <a:lnTo>
                  <a:pt x="12640" y="9101"/>
                </a:lnTo>
                <a:lnTo>
                  <a:pt x="16722" y="10118"/>
                </a:lnTo>
                <a:lnTo>
                  <a:pt x="17305" y="12379"/>
                </a:lnTo>
                <a:lnTo>
                  <a:pt x="18113" y="13743"/>
                </a:lnTo>
                <a:lnTo>
                  <a:pt x="22214" y="13743"/>
                </a:lnTo>
                <a:lnTo>
                  <a:pt x="22232" y="9101"/>
                </a:lnTo>
                <a:close/>
              </a:path>
              <a:path w="22860" h="26670">
                <a:moveTo>
                  <a:pt x="21718" y="0"/>
                </a:moveTo>
                <a:lnTo>
                  <a:pt x="13982" y="0"/>
                </a:lnTo>
                <a:lnTo>
                  <a:pt x="14504" y="4208"/>
                </a:lnTo>
                <a:lnTo>
                  <a:pt x="14547" y="4546"/>
                </a:lnTo>
                <a:lnTo>
                  <a:pt x="22155" y="4546"/>
                </a:lnTo>
                <a:lnTo>
                  <a:pt x="21718" y="0"/>
                </a:lnTo>
                <a:close/>
              </a:path>
            </a:pathLst>
          </a:custGeom>
          <a:solidFill>
            <a:srgbClr val="AAA9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79" name="bg object 1579"/>
          <p:cNvSpPr/>
          <p:nvPr/>
        </p:nvSpPr>
        <p:spPr>
          <a:xfrm>
            <a:off x="2215453" y="4128108"/>
            <a:ext cx="8255" cy="23495"/>
          </a:xfrm>
          <a:custGeom>
            <a:avLst/>
            <a:gdLst/>
            <a:ahLst/>
            <a:cxnLst/>
            <a:rect l="l" t="t" r="r" b="b"/>
            <a:pathLst>
              <a:path w="8255" h="23495">
                <a:moveTo>
                  <a:pt x="8234" y="15"/>
                </a:moveTo>
                <a:lnTo>
                  <a:pt x="0" y="0"/>
                </a:lnTo>
                <a:lnTo>
                  <a:pt x="7" y="9629"/>
                </a:lnTo>
                <a:lnTo>
                  <a:pt x="2584" y="9448"/>
                </a:lnTo>
                <a:lnTo>
                  <a:pt x="4381" y="10094"/>
                </a:lnTo>
                <a:lnTo>
                  <a:pt x="4011" y="14783"/>
                </a:lnTo>
                <a:lnTo>
                  <a:pt x="4113" y="16343"/>
                </a:lnTo>
                <a:lnTo>
                  <a:pt x="4121" y="22017"/>
                </a:lnTo>
                <a:lnTo>
                  <a:pt x="8219" y="23380"/>
                </a:lnTo>
                <a:lnTo>
                  <a:pt x="8250" y="5500"/>
                </a:lnTo>
                <a:lnTo>
                  <a:pt x="8234" y="15"/>
                </a:lnTo>
                <a:close/>
              </a:path>
            </a:pathLst>
          </a:custGeom>
          <a:solidFill>
            <a:srgbClr val="AAA3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80" name="bg object 1580"/>
          <p:cNvSpPr/>
          <p:nvPr/>
        </p:nvSpPr>
        <p:spPr>
          <a:xfrm>
            <a:off x="2207202" y="4101947"/>
            <a:ext cx="12700" cy="14604"/>
          </a:xfrm>
          <a:custGeom>
            <a:avLst/>
            <a:gdLst/>
            <a:ahLst/>
            <a:cxnLst/>
            <a:rect l="l" t="t" r="r" b="b"/>
            <a:pathLst>
              <a:path w="12700" h="14604">
                <a:moveTo>
                  <a:pt x="4148" y="0"/>
                </a:moveTo>
                <a:lnTo>
                  <a:pt x="0" y="8297"/>
                </a:lnTo>
                <a:lnTo>
                  <a:pt x="7750" y="8297"/>
                </a:lnTo>
                <a:lnTo>
                  <a:pt x="8229" y="13286"/>
                </a:lnTo>
                <a:lnTo>
                  <a:pt x="8278" y="13790"/>
                </a:lnTo>
                <a:lnTo>
                  <a:pt x="10878" y="13979"/>
                </a:lnTo>
                <a:lnTo>
                  <a:pt x="12620" y="13286"/>
                </a:lnTo>
                <a:lnTo>
                  <a:pt x="12252" y="8297"/>
                </a:lnTo>
                <a:lnTo>
                  <a:pt x="12368" y="4145"/>
                </a:lnTo>
                <a:lnTo>
                  <a:pt x="4148" y="0"/>
                </a:lnTo>
                <a:close/>
              </a:path>
            </a:pathLst>
          </a:custGeom>
          <a:solidFill>
            <a:srgbClr val="A29D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81" name="bg object 1581"/>
          <p:cNvSpPr/>
          <p:nvPr/>
        </p:nvSpPr>
        <p:spPr>
          <a:xfrm>
            <a:off x="2218915" y="4097371"/>
            <a:ext cx="6350" cy="8890"/>
          </a:xfrm>
          <a:custGeom>
            <a:avLst/>
            <a:gdLst/>
            <a:ahLst/>
            <a:cxnLst/>
            <a:rect l="l" t="t" r="r" b="b"/>
            <a:pathLst>
              <a:path w="6350" h="8889">
                <a:moveTo>
                  <a:pt x="2419" y="0"/>
                </a:moveTo>
                <a:lnTo>
                  <a:pt x="0" y="937"/>
                </a:lnTo>
                <a:lnTo>
                  <a:pt x="788" y="6477"/>
                </a:lnTo>
                <a:lnTo>
                  <a:pt x="654" y="7604"/>
                </a:lnTo>
                <a:lnTo>
                  <a:pt x="654" y="8715"/>
                </a:lnTo>
                <a:lnTo>
                  <a:pt x="6146" y="8723"/>
                </a:lnTo>
                <a:lnTo>
                  <a:pt x="6123" y="472"/>
                </a:lnTo>
                <a:lnTo>
                  <a:pt x="2419" y="0"/>
                </a:lnTo>
                <a:close/>
              </a:path>
            </a:pathLst>
          </a:custGeom>
          <a:solidFill>
            <a:srgbClr val="A1A0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82" name="bg object 1582"/>
          <p:cNvSpPr/>
          <p:nvPr/>
        </p:nvSpPr>
        <p:spPr>
          <a:xfrm>
            <a:off x="2219582" y="4120100"/>
            <a:ext cx="6350" cy="8255"/>
          </a:xfrm>
          <a:custGeom>
            <a:avLst/>
            <a:gdLst/>
            <a:ahLst/>
            <a:cxnLst/>
            <a:rect l="l" t="t" r="r" b="b"/>
            <a:pathLst>
              <a:path w="6350" h="8254">
                <a:moveTo>
                  <a:pt x="1733" y="0"/>
                </a:moveTo>
                <a:lnTo>
                  <a:pt x="0" y="7990"/>
                </a:lnTo>
                <a:lnTo>
                  <a:pt x="4105" y="8022"/>
                </a:lnTo>
                <a:lnTo>
                  <a:pt x="3270" y="5358"/>
                </a:lnTo>
                <a:lnTo>
                  <a:pt x="6123" y="1599"/>
                </a:lnTo>
                <a:lnTo>
                  <a:pt x="1733" y="0"/>
                </a:lnTo>
                <a:close/>
              </a:path>
            </a:pathLst>
          </a:custGeom>
          <a:solidFill>
            <a:srgbClr val="9289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83" name="bg object 1583"/>
          <p:cNvSpPr/>
          <p:nvPr/>
        </p:nvSpPr>
        <p:spPr>
          <a:xfrm>
            <a:off x="2210940" y="4123976"/>
            <a:ext cx="6350" cy="5080"/>
          </a:xfrm>
          <a:custGeom>
            <a:avLst/>
            <a:gdLst/>
            <a:ahLst/>
            <a:cxnLst/>
            <a:rect l="l" t="t" r="r" b="b"/>
            <a:pathLst>
              <a:path w="6350" h="5079">
                <a:moveTo>
                  <a:pt x="401" y="0"/>
                </a:moveTo>
                <a:lnTo>
                  <a:pt x="0" y="3152"/>
                </a:lnTo>
                <a:lnTo>
                  <a:pt x="1363" y="4539"/>
                </a:lnTo>
                <a:lnTo>
                  <a:pt x="4515" y="4129"/>
                </a:lnTo>
                <a:lnTo>
                  <a:pt x="5201" y="4137"/>
                </a:lnTo>
                <a:lnTo>
                  <a:pt x="5886" y="4129"/>
                </a:lnTo>
                <a:lnTo>
                  <a:pt x="4507" y="7"/>
                </a:lnTo>
                <a:lnTo>
                  <a:pt x="401" y="0"/>
                </a:lnTo>
                <a:close/>
              </a:path>
            </a:pathLst>
          </a:custGeom>
          <a:solidFill>
            <a:srgbClr val="A29D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84" name="bg object 1584"/>
          <p:cNvSpPr/>
          <p:nvPr/>
        </p:nvSpPr>
        <p:spPr>
          <a:xfrm>
            <a:off x="2142701" y="3752243"/>
            <a:ext cx="4445" cy="13970"/>
          </a:xfrm>
          <a:custGeom>
            <a:avLst/>
            <a:gdLst/>
            <a:ahLst/>
            <a:cxnLst/>
            <a:rect l="l" t="t" r="r" b="b"/>
            <a:pathLst>
              <a:path w="4444" h="13970">
                <a:moveTo>
                  <a:pt x="2639" y="0"/>
                </a:moveTo>
                <a:lnTo>
                  <a:pt x="15" y="181"/>
                </a:lnTo>
                <a:lnTo>
                  <a:pt x="0" y="13940"/>
                </a:lnTo>
                <a:lnTo>
                  <a:pt x="4129" y="13956"/>
                </a:lnTo>
                <a:lnTo>
                  <a:pt x="4121" y="10583"/>
                </a:lnTo>
                <a:lnTo>
                  <a:pt x="3987" y="7218"/>
                </a:lnTo>
                <a:lnTo>
                  <a:pt x="4326" y="709"/>
                </a:lnTo>
                <a:lnTo>
                  <a:pt x="2639" y="0"/>
                </a:lnTo>
                <a:close/>
              </a:path>
            </a:pathLst>
          </a:custGeom>
          <a:solidFill>
            <a:srgbClr val="B6AE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85" name="bg object 1585"/>
          <p:cNvSpPr/>
          <p:nvPr/>
        </p:nvSpPr>
        <p:spPr>
          <a:xfrm>
            <a:off x="2137217" y="3766187"/>
            <a:ext cx="6350" cy="5080"/>
          </a:xfrm>
          <a:custGeom>
            <a:avLst/>
            <a:gdLst/>
            <a:ahLst/>
            <a:cxnLst/>
            <a:rect l="l" t="t" r="r" b="b"/>
            <a:pathLst>
              <a:path w="6350" h="5079">
                <a:moveTo>
                  <a:pt x="5484" y="0"/>
                </a:moveTo>
                <a:lnTo>
                  <a:pt x="0" y="7"/>
                </a:lnTo>
                <a:lnTo>
                  <a:pt x="7" y="4137"/>
                </a:lnTo>
                <a:lnTo>
                  <a:pt x="2931" y="4223"/>
                </a:lnTo>
                <a:lnTo>
                  <a:pt x="6059" y="4578"/>
                </a:lnTo>
                <a:lnTo>
                  <a:pt x="5500" y="15"/>
                </a:lnTo>
                <a:close/>
              </a:path>
            </a:pathLst>
          </a:custGeom>
          <a:solidFill>
            <a:srgbClr val="B6B0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86" name="bg object 1586"/>
          <p:cNvSpPr/>
          <p:nvPr/>
        </p:nvSpPr>
        <p:spPr>
          <a:xfrm>
            <a:off x="2128123" y="3773536"/>
            <a:ext cx="14604" cy="19050"/>
          </a:xfrm>
          <a:custGeom>
            <a:avLst/>
            <a:gdLst/>
            <a:ahLst/>
            <a:cxnLst/>
            <a:rect l="l" t="t" r="r" b="b"/>
            <a:pathLst>
              <a:path w="14605" h="19050">
                <a:moveTo>
                  <a:pt x="13575" y="9235"/>
                </a:moveTo>
                <a:lnTo>
                  <a:pt x="5886" y="9235"/>
                </a:lnTo>
                <a:lnTo>
                  <a:pt x="10882" y="11450"/>
                </a:lnTo>
                <a:lnTo>
                  <a:pt x="8408" y="15650"/>
                </a:lnTo>
                <a:lnTo>
                  <a:pt x="9114" y="18794"/>
                </a:lnTo>
                <a:lnTo>
                  <a:pt x="13175" y="18794"/>
                </a:lnTo>
                <a:lnTo>
                  <a:pt x="13287" y="10409"/>
                </a:lnTo>
                <a:lnTo>
                  <a:pt x="13575" y="9235"/>
                </a:lnTo>
                <a:close/>
              </a:path>
              <a:path w="14605" h="19050">
                <a:moveTo>
                  <a:pt x="9081" y="1000"/>
                </a:moveTo>
                <a:lnTo>
                  <a:pt x="935" y="1000"/>
                </a:lnTo>
                <a:lnTo>
                  <a:pt x="814" y="11450"/>
                </a:lnTo>
                <a:lnTo>
                  <a:pt x="1346" y="12884"/>
                </a:lnTo>
                <a:lnTo>
                  <a:pt x="2011" y="13625"/>
                </a:lnTo>
                <a:lnTo>
                  <a:pt x="2537" y="14436"/>
                </a:lnTo>
                <a:lnTo>
                  <a:pt x="3349" y="13625"/>
                </a:lnTo>
                <a:lnTo>
                  <a:pt x="4271" y="12884"/>
                </a:lnTo>
                <a:lnTo>
                  <a:pt x="5301" y="11450"/>
                </a:lnTo>
                <a:lnTo>
                  <a:pt x="5398" y="11316"/>
                </a:lnTo>
                <a:lnTo>
                  <a:pt x="5500" y="10409"/>
                </a:lnTo>
                <a:lnTo>
                  <a:pt x="5886" y="9235"/>
                </a:lnTo>
                <a:lnTo>
                  <a:pt x="13575" y="9235"/>
                </a:lnTo>
                <a:lnTo>
                  <a:pt x="14153" y="6887"/>
                </a:lnTo>
                <a:lnTo>
                  <a:pt x="14473" y="5492"/>
                </a:lnTo>
                <a:lnTo>
                  <a:pt x="8534" y="5492"/>
                </a:lnTo>
                <a:lnTo>
                  <a:pt x="9081" y="1000"/>
                </a:lnTo>
                <a:close/>
              </a:path>
              <a:path w="14605" h="19050">
                <a:moveTo>
                  <a:pt x="14555" y="5137"/>
                </a:moveTo>
                <a:lnTo>
                  <a:pt x="11647" y="5137"/>
                </a:lnTo>
                <a:lnTo>
                  <a:pt x="8534" y="5492"/>
                </a:lnTo>
                <a:lnTo>
                  <a:pt x="14473" y="5492"/>
                </a:lnTo>
                <a:lnTo>
                  <a:pt x="14555" y="5137"/>
                </a:lnTo>
                <a:close/>
              </a:path>
              <a:path w="14605" h="19050">
                <a:moveTo>
                  <a:pt x="945" y="0"/>
                </a:moveTo>
                <a:lnTo>
                  <a:pt x="0" y="1000"/>
                </a:lnTo>
                <a:lnTo>
                  <a:pt x="935" y="1000"/>
                </a:lnTo>
                <a:lnTo>
                  <a:pt x="945" y="0"/>
                </a:lnTo>
                <a:close/>
              </a:path>
            </a:pathLst>
          </a:custGeom>
          <a:solidFill>
            <a:srgbClr val="ADA0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87" name="bg object 1587"/>
          <p:cNvSpPr/>
          <p:nvPr/>
        </p:nvSpPr>
        <p:spPr>
          <a:xfrm>
            <a:off x="2123498" y="3782771"/>
            <a:ext cx="15875" cy="10160"/>
          </a:xfrm>
          <a:custGeom>
            <a:avLst/>
            <a:gdLst/>
            <a:ahLst/>
            <a:cxnLst/>
            <a:rect l="l" t="t" r="r" b="b"/>
            <a:pathLst>
              <a:path w="15875" h="10160">
                <a:moveTo>
                  <a:pt x="5478" y="0"/>
                </a:moveTo>
                <a:lnTo>
                  <a:pt x="1370" y="0"/>
                </a:lnTo>
                <a:lnTo>
                  <a:pt x="0" y="9558"/>
                </a:lnTo>
                <a:lnTo>
                  <a:pt x="13740" y="9558"/>
                </a:lnTo>
                <a:lnTo>
                  <a:pt x="13034" y="6414"/>
                </a:lnTo>
                <a:lnTo>
                  <a:pt x="13748" y="5201"/>
                </a:lnTo>
                <a:lnTo>
                  <a:pt x="7163" y="5201"/>
                </a:lnTo>
                <a:lnTo>
                  <a:pt x="6637" y="4389"/>
                </a:lnTo>
                <a:lnTo>
                  <a:pt x="5972" y="3648"/>
                </a:lnTo>
                <a:lnTo>
                  <a:pt x="5440" y="2214"/>
                </a:lnTo>
                <a:lnTo>
                  <a:pt x="5478" y="0"/>
                </a:lnTo>
                <a:close/>
              </a:path>
              <a:path w="15875" h="10160">
                <a:moveTo>
                  <a:pt x="10512" y="0"/>
                </a:moveTo>
                <a:lnTo>
                  <a:pt x="10237" y="835"/>
                </a:lnTo>
                <a:lnTo>
                  <a:pt x="10126" y="1174"/>
                </a:lnTo>
                <a:lnTo>
                  <a:pt x="10023" y="2080"/>
                </a:lnTo>
                <a:lnTo>
                  <a:pt x="8896" y="3648"/>
                </a:lnTo>
                <a:lnTo>
                  <a:pt x="7974" y="4389"/>
                </a:lnTo>
                <a:lnTo>
                  <a:pt x="7163" y="5201"/>
                </a:lnTo>
                <a:lnTo>
                  <a:pt x="13748" y="5201"/>
                </a:lnTo>
                <a:lnTo>
                  <a:pt x="15508" y="2214"/>
                </a:lnTo>
                <a:lnTo>
                  <a:pt x="10512" y="0"/>
                </a:lnTo>
                <a:close/>
              </a:path>
            </a:pathLst>
          </a:custGeom>
          <a:solidFill>
            <a:srgbClr val="B3A7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88" name="bg object 1588"/>
          <p:cNvSpPr/>
          <p:nvPr/>
        </p:nvSpPr>
        <p:spPr>
          <a:xfrm>
            <a:off x="2115272" y="3778758"/>
            <a:ext cx="10160" cy="13970"/>
          </a:xfrm>
          <a:custGeom>
            <a:avLst/>
            <a:gdLst/>
            <a:ahLst/>
            <a:cxnLst/>
            <a:rect l="l" t="t" r="r" b="b"/>
            <a:pathLst>
              <a:path w="10160" h="13970">
                <a:moveTo>
                  <a:pt x="7959" y="0"/>
                </a:moveTo>
                <a:lnTo>
                  <a:pt x="6635" y="780"/>
                </a:lnTo>
                <a:lnTo>
                  <a:pt x="5342" y="1631"/>
                </a:lnTo>
                <a:lnTo>
                  <a:pt x="2687" y="2955"/>
                </a:lnTo>
                <a:lnTo>
                  <a:pt x="1323" y="3420"/>
                </a:lnTo>
                <a:lnTo>
                  <a:pt x="0" y="3955"/>
                </a:lnTo>
                <a:lnTo>
                  <a:pt x="7" y="8077"/>
                </a:lnTo>
                <a:lnTo>
                  <a:pt x="4586" y="7509"/>
                </a:lnTo>
                <a:lnTo>
                  <a:pt x="4184" y="10677"/>
                </a:lnTo>
                <a:lnTo>
                  <a:pt x="4121" y="13585"/>
                </a:lnTo>
                <a:lnTo>
                  <a:pt x="8227" y="13577"/>
                </a:lnTo>
                <a:lnTo>
                  <a:pt x="9606" y="3948"/>
                </a:lnTo>
                <a:lnTo>
                  <a:pt x="7959" y="0"/>
                </a:lnTo>
                <a:close/>
              </a:path>
            </a:pathLst>
          </a:custGeom>
          <a:solidFill>
            <a:srgbClr val="C0B4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89" name="bg object 1589"/>
          <p:cNvSpPr/>
          <p:nvPr/>
        </p:nvSpPr>
        <p:spPr>
          <a:xfrm>
            <a:off x="2137225" y="3766203"/>
            <a:ext cx="10160" cy="12700"/>
          </a:xfrm>
          <a:custGeom>
            <a:avLst/>
            <a:gdLst/>
            <a:ahLst/>
            <a:cxnLst/>
            <a:rect l="l" t="t" r="r" b="b"/>
            <a:pathLst>
              <a:path w="10160" h="12700">
                <a:moveTo>
                  <a:pt x="9581" y="7785"/>
                </a:moveTo>
                <a:lnTo>
                  <a:pt x="6052" y="7785"/>
                </a:lnTo>
                <a:lnTo>
                  <a:pt x="5500" y="12387"/>
                </a:lnTo>
                <a:lnTo>
                  <a:pt x="9566" y="12387"/>
                </a:lnTo>
                <a:lnTo>
                  <a:pt x="9581" y="7785"/>
                </a:lnTo>
                <a:close/>
              </a:path>
              <a:path w="10160" h="12700">
                <a:moveTo>
                  <a:pt x="2923" y="4208"/>
                </a:moveTo>
                <a:lnTo>
                  <a:pt x="0" y="4208"/>
                </a:lnTo>
                <a:lnTo>
                  <a:pt x="0" y="8250"/>
                </a:lnTo>
                <a:lnTo>
                  <a:pt x="2039" y="8250"/>
                </a:lnTo>
                <a:lnTo>
                  <a:pt x="6052" y="7785"/>
                </a:lnTo>
                <a:lnTo>
                  <a:pt x="9581" y="7785"/>
                </a:lnTo>
                <a:lnTo>
                  <a:pt x="9591" y="4562"/>
                </a:lnTo>
                <a:lnTo>
                  <a:pt x="6052" y="4562"/>
                </a:lnTo>
                <a:lnTo>
                  <a:pt x="2923" y="4208"/>
                </a:lnTo>
                <a:close/>
              </a:path>
              <a:path w="10160" h="12700">
                <a:moveTo>
                  <a:pt x="9606" y="0"/>
                </a:moveTo>
                <a:lnTo>
                  <a:pt x="5492" y="0"/>
                </a:lnTo>
                <a:lnTo>
                  <a:pt x="6008" y="4208"/>
                </a:lnTo>
                <a:lnTo>
                  <a:pt x="6052" y="4562"/>
                </a:lnTo>
                <a:lnTo>
                  <a:pt x="9591" y="4562"/>
                </a:lnTo>
                <a:lnTo>
                  <a:pt x="9606" y="0"/>
                </a:lnTo>
                <a:close/>
              </a:path>
            </a:pathLst>
          </a:custGeom>
          <a:solidFill>
            <a:srgbClr val="ADA2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90" name="bg object 1590"/>
          <p:cNvSpPr/>
          <p:nvPr/>
        </p:nvSpPr>
        <p:spPr>
          <a:xfrm>
            <a:off x="2120200" y="3760691"/>
            <a:ext cx="5080" cy="10160"/>
          </a:xfrm>
          <a:custGeom>
            <a:avLst/>
            <a:gdLst/>
            <a:ahLst/>
            <a:cxnLst/>
            <a:rect l="l" t="t" r="r" b="b"/>
            <a:pathLst>
              <a:path w="5080" h="10160">
                <a:moveTo>
                  <a:pt x="559" y="0"/>
                </a:moveTo>
                <a:lnTo>
                  <a:pt x="362" y="2230"/>
                </a:lnTo>
                <a:lnTo>
                  <a:pt x="70" y="4452"/>
                </a:lnTo>
                <a:lnTo>
                  <a:pt x="0" y="7588"/>
                </a:lnTo>
                <a:lnTo>
                  <a:pt x="275" y="9125"/>
                </a:lnTo>
                <a:lnTo>
                  <a:pt x="1678" y="9598"/>
                </a:lnTo>
                <a:lnTo>
                  <a:pt x="3672" y="9283"/>
                </a:lnTo>
                <a:lnTo>
                  <a:pt x="4302" y="6753"/>
                </a:lnTo>
                <a:lnTo>
                  <a:pt x="4846" y="4428"/>
                </a:lnTo>
                <a:lnTo>
                  <a:pt x="4200" y="1363"/>
                </a:lnTo>
                <a:lnTo>
                  <a:pt x="1907" y="780"/>
                </a:lnTo>
                <a:lnTo>
                  <a:pt x="559" y="0"/>
                </a:lnTo>
                <a:close/>
              </a:path>
            </a:pathLst>
          </a:custGeom>
          <a:solidFill>
            <a:srgbClr val="C2BB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91" name="bg object 1591"/>
          <p:cNvSpPr/>
          <p:nvPr/>
        </p:nvSpPr>
        <p:spPr>
          <a:xfrm>
            <a:off x="2074152" y="4192771"/>
            <a:ext cx="11430" cy="18415"/>
          </a:xfrm>
          <a:custGeom>
            <a:avLst/>
            <a:gdLst/>
            <a:ahLst/>
            <a:cxnLst/>
            <a:rect l="l" t="t" r="r" b="b"/>
            <a:pathLst>
              <a:path w="11430" h="18414">
                <a:moveTo>
                  <a:pt x="6840" y="0"/>
                </a:moveTo>
                <a:lnTo>
                  <a:pt x="7320" y="4491"/>
                </a:lnTo>
                <a:lnTo>
                  <a:pt x="4342" y="4326"/>
                </a:lnTo>
                <a:lnTo>
                  <a:pt x="1331" y="4121"/>
                </a:lnTo>
                <a:lnTo>
                  <a:pt x="1473" y="8266"/>
                </a:lnTo>
                <a:lnTo>
                  <a:pt x="0" y="12923"/>
                </a:lnTo>
                <a:lnTo>
                  <a:pt x="5555" y="15579"/>
                </a:lnTo>
                <a:lnTo>
                  <a:pt x="5350" y="17037"/>
                </a:lnTo>
                <a:lnTo>
                  <a:pt x="5429" y="17911"/>
                </a:lnTo>
                <a:lnTo>
                  <a:pt x="10898" y="17904"/>
                </a:lnTo>
                <a:lnTo>
                  <a:pt x="10890" y="31"/>
                </a:lnTo>
                <a:lnTo>
                  <a:pt x="6840" y="0"/>
                </a:lnTo>
                <a:close/>
              </a:path>
            </a:pathLst>
          </a:custGeom>
          <a:solidFill>
            <a:srgbClr val="A4A0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92" name="bg object 1592"/>
          <p:cNvSpPr/>
          <p:nvPr/>
        </p:nvSpPr>
        <p:spPr>
          <a:xfrm>
            <a:off x="2079581" y="4210675"/>
            <a:ext cx="6985" cy="13970"/>
          </a:xfrm>
          <a:custGeom>
            <a:avLst/>
            <a:gdLst/>
            <a:ahLst/>
            <a:cxnLst/>
            <a:rect l="l" t="t" r="r" b="b"/>
            <a:pathLst>
              <a:path w="6985" h="13970">
                <a:moveTo>
                  <a:pt x="5468" y="0"/>
                </a:moveTo>
                <a:lnTo>
                  <a:pt x="0" y="7"/>
                </a:lnTo>
                <a:lnTo>
                  <a:pt x="15" y="13751"/>
                </a:lnTo>
                <a:lnTo>
                  <a:pt x="4105" y="13759"/>
                </a:lnTo>
                <a:lnTo>
                  <a:pt x="6871" y="1394"/>
                </a:lnTo>
                <a:lnTo>
                  <a:pt x="5468" y="0"/>
                </a:lnTo>
                <a:close/>
              </a:path>
            </a:pathLst>
          </a:custGeom>
          <a:solidFill>
            <a:srgbClr val="ACA5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93" name="bg object 1593"/>
          <p:cNvSpPr/>
          <p:nvPr/>
        </p:nvSpPr>
        <p:spPr>
          <a:xfrm>
            <a:off x="2083671" y="4224426"/>
            <a:ext cx="6985" cy="4445"/>
          </a:xfrm>
          <a:custGeom>
            <a:avLst/>
            <a:gdLst/>
            <a:ahLst/>
            <a:cxnLst/>
            <a:rect l="l" t="t" r="r" b="b"/>
            <a:pathLst>
              <a:path w="6985" h="4445">
                <a:moveTo>
                  <a:pt x="0" y="0"/>
                </a:moveTo>
                <a:lnTo>
                  <a:pt x="23" y="4145"/>
                </a:lnTo>
                <a:lnTo>
                  <a:pt x="6903" y="2758"/>
                </a:lnTo>
                <a:lnTo>
                  <a:pt x="6430" y="1851"/>
                </a:lnTo>
                <a:lnTo>
                  <a:pt x="5500" y="15"/>
                </a:lnTo>
                <a:lnTo>
                  <a:pt x="15" y="7"/>
                </a:lnTo>
                <a:close/>
              </a:path>
            </a:pathLst>
          </a:custGeom>
          <a:solidFill>
            <a:srgbClr val="988D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94" name="bg object 1594"/>
          <p:cNvSpPr/>
          <p:nvPr/>
        </p:nvSpPr>
        <p:spPr>
          <a:xfrm>
            <a:off x="2075481" y="4179024"/>
            <a:ext cx="6350" cy="18415"/>
          </a:xfrm>
          <a:custGeom>
            <a:avLst/>
            <a:gdLst/>
            <a:ahLst/>
            <a:cxnLst/>
            <a:rect l="l" t="t" r="r" b="b"/>
            <a:pathLst>
              <a:path w="6350" h="18414">
                <a:moveTo>
                  <a:pt x="5492" y="7"/>
                </a:moveTo>
                <a:lnTo>
                  <a:pt x="1339" y="0"/>
                </a:lnTo>
                <a:lnTo>
                  <a:pt x="0" y="17864"/>
                </a:lnTo>
                <a:lnTo>
                  <a:pt x="3010" y="18069"/>
                </a:lnTo>
                <a:lnTo>
                  <a:pt x="5996" y="18235"/>
                </a:lnTo>
                <a:lnTo>
                  <a:pt x="5508" y="13743"/>
                </a:lnTo>
                <a:lnTo>
                  <a:pt x="5492" y="7"/>
                </a:lnTo>
                <a:close/>
              </a:path>
            </a:pathLst>
          </a:custGeom>
          <a:solidFill>
            <a:srgbClr val="B9B2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95" name="bg object 1595"/>
          <p:cNvSpPr/>
          <p:nvPr/>
        </p:nvSpPr>
        <p:spPr>
          <a:xfrm>
            <a:off x="2176612" y="3801959"/>
            <a:ext cx="18415" cy="31750"/>
          </a:xfrm>
          <a:custGeom>
            <a:avLst/>
            <a:gdLst/>
            <a:ahLst/>
            <a:cxnLst/>
            <a:rect l="l" t="t" r="r" b="b"/>
            <a:pathLst>
              <a:path w="18414" h="31750">
                <a:moveTo>
                  <a:pt x="10015" y="0"/>
                </a:moveTo>
                <a:lnTo>
                  <a:pt x="4531" y="7"/>
                </a:lnTo>
                <a:lnTo>
                  <a:pt x="3884" y="3695"/>
                </a:lnTo>
                <a:lnTo>
                  <a:pt x="6406" y="8124"/>
                </a:lnTo>
                <a:lnTo>
                  <a:pt x="0" y="11363"/>
                </a:lnTo>
                <a:lnTo>
                  <a:pt x="598" y="15445"/>
                </a:lnTo>
                <a:lnTo>
                  <a:pt x="386" y="17919"/>
                </a:lnTo>
                <a:lnTo>
                  <a:pt x="417" y="22025"/>
                </a:lnTo>
                <a:lnTo>
                  <a:pt x="2632" y="22214"/>
                </a:lnTo>
                <a:lnTo>
                  <a:pt x="3892" y="21529"/>
                </a:lnTo>
                <a:lnTo>
                  <a:pt x="5973" y="17147"/>
                </a:lnTo>
                <a:lnTo>
                  <a:pt x="8124" y="17573"/>
                </a:lnTo>
                <a:lnTo>
                  <a:pt x="8841" y="22561"/>
                </a:lnTo>
                <a:lnTo>
                  <a:pt x="8613" y="25059"/>
                </a:lnTo>
                <a:lnTo>
                  <a:pt x="8652" y="31670"/>
                </a:lnTo>
                <a:lnTo>
                  <a:pt x="18250" y="31663"/>
                </a:lnTo>
                <a:lnTo>
                  <a:pt x="18250" y="27533"/>
                </a:lnTo>
                <a:lnTo>
                  <a:pt x="13191" y="25760"/>
                </a:lnTo>
                <a:lnTo>
                  <a:pt x="15177" y="23325"/>
                </a:lnTo>
                <a:lnTo>
                  <a:pt x="12253" y="18573"/>
                </a:lnTo>
                <a:lnTo>
                  <a:pt x="17793" y="17210"/>
                </a:lnTo>
                <a:lnTo>
                  <a:pt x="17888" y="15011"/>
                </a:lnTo>
                <a:lnTo>
                  <a:pt x="18227" y="13759"/>
                </a:lnTo>
                <a:lnTo>
                  <a:pt x="15067" y="14176"/>
                </a:lnTo>
                <a:lnTo>
                  <a:pt x="13759" y="12750"/>
                </a:lnTo>
                <a:lnTo>
                  <a:pt x="14129" y="9637"/>
                </a:lnTo>
                <a:lnTo>
                  <a:pt x="10646" y="10197"/>
                </a:lnTo>
                <a:lnTo>
                  <a:pt x="8794" y="9377"/>
                </a:lnTo>
                <a:lnTo>
                  <a:pt x="10394" y="3624"/>
                </a:lnTo>
                <a:lnTo>
                  <a:pt x="10015" y="1757"/>
                </a:lnTo>
                <a:lnTo>
                  <a:pt x="10015" y="0"/>
                </a:lnTo>
                <a:close/>
              </a:path>
            </a:pathLst>
          </a:custGeom>
          <a:solidFill>
            <a:srgbClr val="BAB5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96" name="bg object 1596"/>
          <p:cNvSpPr/>
          <p:nvPr/>
        </p:nvSpPr>
        <p:spPr>
          <a:xfrm>
            <a:off x="2190368" y="3797824"/>
            <a:ext cx="5080" cy="18415"/>
          </a:xfrm>
          <a:custGeom>
            <a:avLst/>
            <a:gdLst/>
            <a:ahLst/>
            <a:cxnLst/>
            <a:rect l="l" t="t" r="r" b="b"/>
            <a:pathLst>
              <a:path w="5080" h="18414">
                <a:moveTo>
                  <a:pt x="4460" y="0"/>
                </a:moveTo>
                <a:lnTo>
                  <a:pt x="417" y="0"/>
                </a:lnTo>
                <a:lnTo>
                  <a:pt x="378" y="13774"/>
                </a:lnTo>
                <a:lnTo>
                  <a:pt x="0" y="16887"/>
                </a:lnTo>
                <a:lnTo>
                  <a:pt x="1316" y="18305"/>
                </a:lnTo>
                <a:lnTo>
                  <a:pt x="4468" y="17896"/>
                </a:lnTo>
                <a:lnTo>
                  <a:pt x="4460" y="0"/>
                </a:lnTo>
                <a:close/>
              </a:path>
            </a:pathLst>
          </a:custGeom>
          <a:solidFill>
            <a:srgbClr val="B6AC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97" name="bg object 1597"/>
          <p:cNvSpPr/>
          <p:nvPr/>
        </p:nvSpPr>
        <p:spPr>
          <a:xfrm>
            <a:off x="2170020" y="3833622"/>
            <a:ext cx="25400" cy="29845"/>
          </a:xfrm>
          <a:custGeom>
            <a:avLst/>
            <a:gdLst/>
            <a:ahLst/>
            <a:cxnLst/>
            <a:rect l="l" t="t" r="r" b="b"/>
            <a:pathLst>
              <a:path w="25400" h="29845">
                <a:moveTo>
                  <a:pt x="24838" y="0"/>
                </a:moveTo>
                <a:lnTo>
                  <a:pt x="5634" y="12395"/>
                </a:lnTo>
                <a:lnTo>
                  <a:pt x="5721" y="15311"/>
                </a:lnTo>
                <a:lnTo>
                  <a:pt x="6075" y="18447"/>
                </a:lnTo>
                <a:lnTo>
                  <a:pt x="1520" y="17896"/>
                </a:lnTo>
                <a:lnTo>
                  <a:pt x="0" y="22805"/>
                </a:lnTo>
                <a:lnTo>
                  <a:pt x="3238" y="25941"/>
                </a:lnTo>
                <a:lnTo>
                  <a:pt x="6643" y="29685"/>
                </a:lnTo>
                <a:lnTo>
                  <a:pt x="8991" y="29125"/>
                </a:lnTo>
                <a:lnTo>
                  <a:pt x="12088" y="28085"/>
                </a:lnTo>
                <a:lnTo>
                  <a:pt x="13625" y="27005"/>
                </a:lnTo>
                <a:lnTo>
                  <a:pt x="15232" y="26139"/>
                </a:lnTo>
                <a:lnTo>
                  <a:pt x="19369" y="17880"/>
                </a:lnTo>
                <a:lnTo>
                  <a:pt x="19369" y="6280"/>
                </a:lnTo>
                <a:lnTo>
                  <a:pt x="19172" y="4176"/>
                </a:lnTo>
                <a:lnTo>
                  <a:pt x="25012" y="4082"/>
                </a:lnTo>
                <a:lnTo>
                  <a:pt x="24838" y="1985"/>
                </a:lnTo>
                <a:lnTo>
                  <a:pt x="24838" y="0"/>
                </a:lnTo>
                <a:close/>
              </a:path>
            </a:pathLst>
          </a:custGeom>
          <a:solidFill>
            <a:srgbClr val="B4A9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98" name="bg object 1598"/>
          <p:cNvSpPr/>
          <p:nvPr/>
        </p:nvSpPr>
        <p:spPr>
          <a:xfrm>
            <a:off x="2189394" y="3841893"/>
            <a:ext cx="10160" cy="10160"/>
          </a:xfrm>
          <a:custGeom>
            <a:avLst/>
            <a:gdLst/>
            <a:ahLst/>
            <a:cxnLst/>
            <a:rect l="l" t="t" r="r" b="b"/>
            <a:pathLst>
              <a:path w="10160" h="10160">
                <a:moveTo>
                  <a:pt x="7" y="0"/>
                </a:moveTo>
                <a:lnTo>
                  <a:pt x="0" y="9606"/>
                </a:lnTo>
                <a:lnTo>
                  <a:pt x="9598" y="9613"/>
                </a:lnTo>
                <a:lnTo>
                  <a:pt x="9558" y="149"/>
                </a:lnTo>
                <a:lnTo>
                  <a:pt x="7" y="0"/>
                </a:lnTo>
                <a:close/>
              </a:path>
            </a:pathLst>
          </a:custGeom>
          <a:solidFill>
            <a:srgbClr val="C7C4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99" name="bg object 1599"/>
          <p:cNvSpPr/>
          <p:nvPr/>
        </p:nvSpPr>
        <p:spPr>
          <a:xfrm>
            <a:off x="2068588" y="4069718"/>
            <a:ext cx="20320" cy="15875"/>
          </a:xfrm>
          <a:custGeom>
            <a:avLst/>
            <a:gdLst/>
            <a:ahLst/>
            <a:cxnLst/>
            <a:rect l="l" t="t" r="r" b="b"/>
            <a:pathLst>
              <a:path w="20319" h="15875">
                <a:moveTo>
                  <a:pt x="10071" y="0"/>
                </a:moveTo>
                <a:lnTo>
                  <a:pt x="9346" y="6075"/>
                </a:lnTo>
                <a:lnTo>
                  <a:pt x="7982" y="6619"/>
                </a:lnTo>
                <a:lnTo>
                  <a:pt x="7210" y="7234"/>
                </a:lnTo>
                <a:lnTo>
                  <a:pt x="6650" y="6390"/>
                </a:lnTo>
                <a:lnTo>
                  <a:pt x="5902" y="5602"/>
                </a:lnTo>
                <a:lnTo>
                  <a:pt x="5303" y="3853"/>
                </a:lnTo>
                <a:lnTo>
                  <a:pt x="5500" y="2876"/>
                </a:lnTo>
                <a:lnTo>
                  <a:pt x="5484" y="1962"/>
                </a:lnTo>
                <a:lnTo>
                  <a:pt x="1402" y="1962"/>
                </a:lnTo>
                <a:lnTo>
                  <a:pt x="1371" y="11599"/>
                </a:lnTo>
                <a:lnTo>
                  <a:pt x="0" y="15721"/>
                </a:lnTo>
                <a:lnTo>
                  <a:pt x="9629" y="15736"/>
                </a:lnTo>
                <a:lnTo>
                  <a:pt x="17833" y="11615"/>
                </a:lnTo>
                <a:lnTo>
                  <a:pt x="19235" y="11591"/>
                </a:lnTo>
                <a:lnTo>
                  <a:pt x="19235" y="10228"/>
                </a:lnTo>
                <a:lnTo>
                  <a:pt x="19354" y="8849"/>
                </a:lnTo>
                <a:lnTo>
                  <a:pt x="18960" y="5461"/>
                </a:lnTo>
                <a:lnTo>
                  <a:pt x="20276" y="2285"/>
                </a:lnTo>
                <a:lnTo>
                  <a:pt x="14137" y="2056"/>
                </a:lnTo>
                <a:lnTo>
                  <a:pt x="10071" y="0"/>
                </a:lnTo>
                <a:close/>
              </a:path>
            </a:pathLst>
          </a:custGeom>
          <a:solidFill>
            <a:srgbClr val="BAAE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00" name="bg object 1600"/>
          <p:cNvSpPr/>
          <p:nvPr/>
        </p:nvSpPr>
        <p:spPr>
          <a:xfrm>
            <a:off x="2061736" y="4021986"/>
            <a:ext cx="12700" cy="27940"/>
          </a:xfrm>
          <a:custGeom>
            <a:avLst/>
            <a:gdLst/>
            <a:ahLst/>
            <a:cxnLst/>
            <a:rect l="l" t="t" r="r" b="b"/>
            <a:pathLst>
              <a:path w="12700" h="27939">
                <a:moveTo>
                  <a:pt x="4074" y="0"/>
                </a:moveTo>
                <a:lnTo>
                  <a:pt x="1970" y="181"/>
                </a:lnTo>
                <a:lnTo>
                  <a:pt x="0" y="165"/>
                </a:lnTo>
                <a:lnTo>
                  <a:pt x="0" y="5658"/>
                </a:lnTo>
                <a:lnTo>
                  <a:pt x="149" y="6737"/>
                </a:lnTo>
                <a:lnTo>
                  <a:pt x="23" y="8605"/>
                </a:lnTo>
                <a:lnTo>
                  <a:pt x="5508" y="10465"/>
                </a:lnTo>
                <a:lnTo>
                  <a:pt x="3877" y="14610"/>
                </a:lnTo>
                <a:lnTo>
                  <a:pt x="4097" y="18061"/>
                </a:lnTo>
                <a:lnTo>
                  <a:pt x="4105" y="20063"/>
                </a:lnTo>
                <a:lnTo>
                  <a:pt x="4239" y="22080"/>
                </a:lnTo>
                <a:lnTo>
                  <a:pt x="3877" y="27218"/>
                </a:lnTo>
                <a:lnTo>
                  <a:pt x="5642" y="27864"/>
                </a:lnTo>
                <a:lnTo>
                  <a:pt x="8227" y="27707"/>
                </a:lnTo>
                <a:lnTo>
                  <a:pt x="8234" y="26115"/>
                </a:lnTo>
                <a:lnTo>
                  <a:pt x="8337" y="24555"/>
                </a:lnTo>
                <a:lnTo>
                  <a:pt x="7966" y="19882"/>
                </a:lnTo>
                <a:lnTo>
                  <a:pt x="9747" y="19227"/>
                </a:lnTo>
                <a:lnTo>
                  <a:pt x="12332" y="19440"/>
                </a:lnTo>
                <a:lnTo>
                  <a:pt x="12379" y="13932"/>
                </a:lnTo>
                <a:lnTo>
                  <a:pt x="9818" y="14105"/>
                </a:lnTo>
                <a:lnTo>
                  <a:pt x="7966" y="13514"/>
                </a:lnTo>
                <a:lnTo>
                  <a:pt x="8337" y="8794"/>
                </a:lnTo>
                <a:lnTo>
                  <a:pt x="8234" y="7226"/>
                </a:lnTo>
                <a:lnTo>
                  <a:pt x="8234" y="5665"/>
                </a:lnTo>
                <a:lnTo>
                  <a:pt x="6256" y="5658"/>
                </a:lnTo>
                <a:lnTo>
                  <a:pt x="4152" y="5839"/>
                </a:lnTo>
                <a:lnTo>
                  <a:pt x="4074" y="0"/>
                </a:lnTo>
                <a:close/>
              </a:path>
            </a:pathLst>
          </a:custGeom>
          <a:solidFill>
            <a:srgbClr val="B8B0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01" name="bg object 1601"/>
          <p:cNvSpPr/>
          <p:nvPr/>
        </p:nvSpPr>
        <p:spPr>
          <a:xfrm>
            <a:off x="2065641" y="4049654"/>
            <a:ext cx="13970" cy="18415"/>
          </a:xfrm>
          <a:custGeom>
            <a:avLst/>
            <a:gdLst/>
            <a:ahLst/>
            <a:cxnLst/>
            <a:rect l="l" t="t" r="r" b="b"/>
            <a:pathLst>
              <a:path w="13969" h="18414">
                <a:moveTo>
                  <a:pt x="8439" y="7"/>
                </a:moveTo>
                <a:lnTo>
                  <a:pt x="4334" y="0"/>
                </a:lnTo>
                <a:lnTo>
                  <a:pt x="3892" y="3286"/>
                </a:lnTo>
                <a:lnTo>
                  <a:pt x="5760" y="7092"/>
                </a:lnTo>
                <a:lnTo>
                  <a:pt x="0" y="9771"/>
                </a:lnTo>
                <a:lnTo>
                  <a:pt x="236" y="13853"/>
                </a:lnTo>
                <a:lnTo>
                  <a:pt x="654" y="16934"/>
                </a:lnTo>
                <a:lnTo>
                  <a:pt x="2994" y="17352"/>
                </a:lnTo>
                <a:lnTo>
                  <a:pt x="4310" y="17919"/>
                </a:lnTo>
                <a:lnTo>
                  <a:pt x="5279" y="13396"/>
                </a:lnTo>
                <a:lnTo>
                  <a:pt x="8053" y="10677"/>
                </a:lnTo>
                <a:lnTo>
                  <a:pt x="12537" y="9669"/>
                </a:lnTo>
                <a:lnTo>
                  <a:pt x="12340" y="7454"/>
                </a:lnTo>
                <a:lnTo>
                  <a:pt x="13451" y="4822"/>
                </a:lnTo>
                <a:lnTo>
                  <a:pt x="9156" y="3569"/>
                </a:lnTo>
                <a:lnTo>
                  <a:pt x="8928" y="1331"/>
                </a:lnTo>
                <a:lnTo>
                  <a:pt x="8439" y="7"/>
                </a:lnTo>
                <a:close/>
              </a:path>
            </a:pathLst>
          </a:custGeom>
          <a:solidFill>
            <a:srgbClr val="BCB7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02" name="bg object 1602"/>
          <p:cNvSpPr/>
          <p:nvPr/>
        </p:nvSpPr>
        <p:spPr>
          <a:xfrm>
            <a:off x="2069952" y="4059323"/>
            <a:ext cx="8255" cy="12700"/>
          </a:xfrm>
          <a:custGeom>
            <a:avLst/>
            <a:gdLst/>
            <a:ahLst/>
            <a:cxnLst/>
            <a:rect l="l" t="t" r="r" b="b"/>
            <a:pathLst>
              <a:path w="8255" h="12700">
                <a:moveTo>
                  <a:pt x="8227" y="0"/>
                </a:moveTo>
                <a:lnTo>
                  <a:pt x="3743" y="1008"/>
                </a:lnTo>
                <a:lnTo>
                  <a:pt x="969" y="3727"/>
                </a:lnTo>
                <a:lnTo>
                  <a:pt x="0" y="8250"/>
                </a:lnTo>
                <a:lnTo>
                  <a:pt x="39" y="12356"/>
                </a:lnTo>
                <a:lnTo>
                  <a:pt x="4121" y="12356"/>
                </a:lnTo>
                <a:lnTo>
                  <a:pt x="3743" y="9212"/>
                </a:lnTo>
                <a:lnTo>
                  <a:pt x="5122" y="7833"/>
                </a:lnTo>
                <a:lnTo>
                  <a:pt x="8258" y="8242"/>
                </a:lnTo>
                <a:lnTo>
                  <a:pt x="8227" y="0"/>
                </a:lnTo>
                <a:close/>
              </a:path>
            </a:pathLst>
          </a:custGeom>
          <a:solidFill>
            <a:srgbClr val="B1A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03" name="bg object 1603"/>
          <p:cNvSpPr/>
          <p:nvPr/>
        </p:nvSpPr>
        <p:spPr>
          <a:xfrm>
            <a:off x="2060373" y="4067362"/>
            <a:ext cx="4445" cy="13970"/>
          </a:xfrm>
          <a:custGeom>
            <a:avLst/>
            <a:gdLst/>
            <a:ahLst/>
            <a:cxnLst/>
            <a:rect l="l" t="t" r="r" b="b"/>
            <a:pathLst>
              <a:path w="4444" h="13970">
                <a:moveTo>
                  <a:pt x="2647" y="0"/>
                </a:moveTo>
                <a:lnTo>
                  <a:pt x="0" y="204"/>
                </a:lnTo>
                <a:lnTo>
                  <a:pt x="0" y="13948"/>
                </a:lnTo>
                <a:lnTo>
                  <a:pt x="4105" y="13956"/>
                </a:lnTo>
                <a:lnTo>
                  <a:pt x="4105" y="10591"/>
                </a:lnTo>
                <a:lnTo>
                  <a:pt x="3971" y="7226"/>
                </a:lnTo>
                <a:lnTo>
                  <a:pt x="4294" y="732"/>
                </a:lnTo>
                <a:lnTo>
                  <a:pt x="2647" y="0"/>
                </a:lnTo>
                <a:close/>
              </a:path>
            </a:pathLst>
          </a:custGeom>
          <a:solidFill>
            <a:srgbClr val="CEC5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04" name="bg object 1604"/>
          <p:cNvSpPr/>
          <p:nvPr/>
        </p:nvSpPr>
        <p:spPr>
          <a:xfrm>
            <a:off x="2060373" y="4081310"/>
            <a:ext cx="10160" cy="4445"/>
          </a:xfrm>
          <a:custGeom>
            <a:avLst/>
            <a:gdLst/>
            <a:ahLst/>
            <a:cxnLst/>
            <a:rect l="l" t="t" r="r" b="b"/>
            <a:pathLst>
              <a:path w="10160" h="4445">
                <a:moveTo>
                  <a:pt x="9590" y="7"/>
                </a:moveTo>
                <a:lnTo>
                  <a:pt x="0" y="0"/>
                </a:lnTo>
                <a:lnTo>
                  <a:pt x="0" y="4129"/>
                </a:lnTo>
                <a:lnTo>
                  <a:pt x="8211" y="4129"/>
                </a:lnTo>
                <a:lnTo>
                  <a:pt x="9590" y="7"/>
                </a:lnTo>
                <a:close/>
              </a:path>
            </a:pathLst>
          </a:custGeom>
          <a:solidFill>
            <a:srgbClr val="BEB4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05" name="bg object 1605"/>
          <p:cNvSpPr/>
          <p:nvPr/>
        </p:nvSpPr>
        <p:spPr>
          <a:xfrm>
            <a:off x="2061728" y="4018022"/>
            <a:ext cx="8255" cy="10160"/>
          </a:xfrm>
          <a:custGeom>
            <a:avLst/>
            <a:gdLst/>
            <a:ahLst/>
            <a:cxnLst/>
            <a:rect l="l" t="t" r="r" b="b"/>
            <a:pathLst>
              <a:path w="8255" h="10160">
                <a:moveTo>
                  <a:pt x="8242" y="0"/>
                </a:moveTo>
                <a:lnTo>
                  <a:pt x="0" y="15"/>
                </a:lnTo>
                <a:lnTo>
                  <a:pt x="7" y="4129"/>
                </a:lnTo>
                <a:lnTo>
                  <a:pt x="1977" y="4145"/>
                </a:lnTo>
                <a:lnTo>
                  <a:pt x="4082" y="3963"/>
                </a:lnTo>
                <a:lnTo>
                  <a:pt x="4160" y="9803"/>
                </a:lnTo>
                <a:lnTo>
                  <a:pt x="6264" y="9621"/>
                </a:lnTo>
                <a:lnTo>
                  <a:pt x="8242" y="9629"/>
                </a:lnTo>
                <a:lnTo>
                  <a:pt x="8242" y="0"/>
                </a:lnTo>
                <a:close/>
              </a:path>
            </a:pathLst>
          </a:custGeom>
          <a:solidFill>
            <a:srgbClr val="ADA3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06" name="bg object 1606"/>
          <p:cNvSpPr/>
          <p:nvPr/>
        </p:nvSpPr>
        <p:spPr>
          <a:xfrm>
            <a:off x="2078179" y="4081334"/>
            <a:ext cx="8890" cy="26670"/>
          </a:xfrm>
          <a:custGeom>
            <a:avLst/>
            <a:gdLst/>
            <a:ahLst/>
            <a:cxnLst/>
            <a:rect l="l" t="t" r="r" b="b"/>
            <a:pathLst>
              <a:path w="8889" h="26670">
                <a:moveTo>
                  <a:pt x="8242" y="0"/>
                </a:moveTo>
                <a:lnTo>
                  <a:pt x="39" y="4121"/>
                </a:lnTo>
                <a:lnTo>
                  <a:pt x="0" y="22017"/>
                </a:lnTo>
                <a:lnTo>
                  <a:pt x="39" y="26123"/>
                </a:lnTo>
                <a:lnTo>
                  <a:pt x="4523" y="25122"/>
                </a:lnTo>
                <a:lnTo>
                  <a:pt x="7289" y="22395"/>
                </a:lnTo>
                <a:lnTo>
                  <a:pt x="8282" y="17872"/>
                </a:lnTo>
                <a:lnTo>
                  <a:pt x="8242" y="0"/>
                </a:lnTo>
                <a:close/>
              </a:path>
            </a:pathLst>
          </a:custGeom>
          <a:solidFill>
            <a:srgbClr val="C6BB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07" name="bg object 1607"/>
          <p:cNvSpPr/>
          <p:nvPr/>
        </p:nvSpPr>
        <p:spPr>
          <a:xfrm>
            <a:off x="2064000" y="4088288"/>
            <a:ext cx="11430" cy="11430"/>
          </a:xfrm>
          <a:custGeom>
            <a:avLst/>
            <a:gdLst/>
            <a:ahLst/>
            <a:cxnLst/>
            <a:rect l="l" t="t" r="r" b="b"/>
            <a:pathLst>
              <a:path w="11430" h="11429">
                <a:moveTo>
                  <a:pt x="0" y="0"/>
                </a:moveTo>
                <a:lnTo>
                  <a:pt x="488" y="5413"/>
                </a:lnTo>
                <a:lnTo>
                  <a:pt x="5035" y="4854"/>
                </a:lnTo>
                <a:lnTo>
                  <a:pt x="4673" y="7998"/>
                </a:lnTo>
                <a:lnTo>
                  <a:pt x="4617" y="10922"/>
                </a:lnTo>
                <a:lnTo>
                  <a:pt x="7730" y="11087"/>
                </a:lnTo>
                <a:lnTo>
                  <a:pt x="10654" y="11095"/>
                </a:lnTo>
                <a:lnTo>
                  <a:pt x="9826" y="4239"/>
                </a:lnTo>
                <a:lnTo>
                  <a:pt x="10827" y="1182"/>
                </a:lnTo>
                <a:lnTo>
                  <a:pt x="3963" y="1434"/>
                </a:lnTo>
                <a:lnTo>
                  <a:pt x="0" y="0"/>
                </a:lnTo>
                <a:close/>
              </a:path>
            </a:pathLst>
          </a:custGeom>
          <a:solidFill>
            <a:srgbClr val="A89E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08" name="bg object 1608"/>
          <p:cNvSpPr/>
          <p:nvPr/>
        </p:nvSpPr>
        <p:spPr>
          <a:xfrm>
            <a:off x="2072164" y="4102954"/>
            <a:ext cx="6350" cy="8890"/>
          </a:xfrm>
          <a:custGeom>
            <a:avLst/>
            <a:gdLst/>
            <a:ahLst/>
            <a:cxnLst/>
            <a:rect l="l" t="t" r="r" b="b"/>
            <a:pathLst>
              <a:path w="6350" h="8889">
                <a:moveTo>
                  <a:pt x="0" y="0"/>
                </a:moveTo>
                <a:lnTo>
                  <a:pt x="543" y="4531"/>
                </a:lnTo>
                <a:lnTo>
                  <a:pt x="543" y="8644"/>
                </a:lnTo>
                <a:lnTo>
                  <a:pt x="6028" y="8660"/>
                </a:lnTo>
                <a:lnTo>
                  <a:pt x="6059" y="4499"/>
                </a:lnTo>
                <a:lnTo>
                  <a:pt x="6012" y="394"/>
                </a:lnTo>
                <a:lnTo>
                  <a:pt x="3057" y="260"/>
                </a:lnTo>
                <a:lnTo>
                  <a:pt x="0" y="0"/>
                </a:lnTo>
                <a:close/>
              </a:path>
            </a:pathLst>
          </a:custGeom>
          <a:solidFill>
            <a:srgbClr val="A89F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09" name="bg object 1609"/>
          <p:cNvSpPr/>
          <p:nvPr/>
        </p:nvSpPr>
        <p:spPr>
          <a:xfrm>
            <a:off x="2100166" y="3872148"/>
            <a:ext cx="8255" cy="26670"/>
          </a:xfrm>
          <a:custGeom>
            <a:avLst/>
            <a:gdLst/>
            <a:ahLst/>
            <a:cxnLst/>
            <a:rect l="l" t="t" r="r" b="b"/>
            <a:pathLst>
              <a:path w="8255" h="26670">
                <a:moveTo>
                  <a:pt x="8234" y="7"/>
                </a:moveTo>
                <a:lnTo>
                  <a:pt x="0" y="0"/>
                </a:lnTo>
                <a:lnTo>
                  <a:pt x="7" y="26146"/>
                </a:lnTo>
                <a:lnTo>
                  <a:pt x="3160" y="26556"/>
                </a:lnTo>
                <a:lnTo>
                  <a:pt x="4499" y="25146"/>
                </a:lnTo>
                <a:lnTo>
                  <a:pt x="4121" y="22017"/>
                </a:lnTo>
                <a:lnTo>
                  <a:pt x="4121" y="8258"/>
                </a:lnTo>
                <a:lnTo>
                  <a:pt x="8234" y="7"/>
                </a:lnTo>
                <a:close/>
              </a:path>
            </a:pathLst>
          </a:custGeom>
          <a:solidFill>
            <a:srgbClr val="B6AE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10" name="bg object 1610"/>
          <p:cNvSpPr/>
          <p:nvPr/>
        </p:nvSpPr>
        <p:spPr>
          <a:xfrm>
            <a:off x="2100174" y="3871960"/>
            <a:ext cx="14604" cy="32384"/>
          </a:xfrm>
          <a:custGeom>
            <a:avLst/>
            <a:gdLst/>
            <a:ahLst/>
            <a:cxnLst/>
            <a:rect l="l" t="t" r="r" b="b"/>
            <a:pathLst>
              <a:path w="14605" h="32385">
                <a:moveTo>
                  <a:pt x="12182" y="0"/>
                </a:moveTo>
                <a:lnTo>
                  <a:pt x="9590" y="189"/>
                </a:lnTo>
                <a:lnTo>
                  <a:pt x="8227" y="197"/>
                </a:lnTo>
                <a:lnTo>
                  <a:pt x="4113" y="8447"/>
                </a:lnTo>
                <a:lnTo>
                  <a:pt x="5437" y="9030"/>
                </a:lnTo>
                <a:lnTo>
                  <a:pt x="7817" y="9487"/>
                </a:lnTo>
                <a:lnTo>
                  <a:pt x="8313" y="13593"/>
                </a:lnTo>
                <a:lnTo>
                  <a:pt x="8313" y="17068"/>
                </a:lnTo>
                <a:lnTo>
                  <a:pt x="7817" y="21174"/>
                </a:lnTo>
                <a:lnTo>
                  <a:pt x="5437" y="21623"/>
                </a:lnTo>
                <a:lnTo>
                  <a:pt x="4113" y="22206"/>
                </a:lnTo>
                <a:lnTo>
                  <a:pt x="4491" y="25335"/>
                </a:lnTo>
                <a:lnTo>
                  <a:pt x="3152" y="26745"/>
                </a:lnTo>
                <a:lnTo>
                  <a:pt x="0" y="26336"/>
                </a:lnTo>
                <a:lnTo>
                  <a:pt x="0" y="30481"/>
                </a:lnTo>
                <a:lnTo>
                  <a:pt x="4097" y="31844"/>
                </a:lnTo>
                <a:lnTo>
                  <a:pt x="8219" y="31844"/>
                </a:lnTo>
                <a:lnTo>
                  <a:pt x="8463" y="29637"/>
                </a:lnTo>
                <a:lnTo>
                  <a:pt x="7368" y="26997"/>
                </a:lnTo>
                <a:lnTo>
                  <a:pt x="11639" y="25768"/>
                </a:lnTo>
                <a:lnTo>
                  <a:pt x="11859" y="23522"/>
                </a:lnTo>
                <a:lnTo>
                  <a:pt x="12348" y="22198"/>
                </a:lnTo>
                <a:lnTo>
                  <a:pt x="12379" y="18069"/>
                </a:lnTo>
                <a:lnTo>
                  <a:pt x="13766" y="13971"/>
                </a:lnTo>
                <a:lnTo>
                  <a:pt x="13727" y="6918"/>
                </a:lnTo>
                <a:lnTo>
                  <a:pt x="13609" y="5350"/>
                </a:lnTo>
                <a:lnTo>
                  <a:pt x="13979" y="646"/>
                </a:lnTo>
                <a:lnTo>
                  <a:pt x="12182" y="0"/>
                </a:lnTo>
                <a:close/>
              </a:path>
            </a:pathLst>
          </a:custGeom>
          <a:solidFill>
            <a:srgbClr val="AFA3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11" name="bg object 1611"/>
          <p:cNvSpPr/>
          <p:nvPr/>
        </p:nvSpPr>
        <p:spPr>
          <a:xfrm>
            <a:off x="2098776" y="3907885"/>
            <a:ext cx="5715" cy="8890"/>
          </a:xfrm>
          <a:custGeom>
            <a:avLst/>
            <a:gdLst/>
            <a:ahLst/>
            <a:cxnLst/>
            <a:rect l="l" t="t" r="r" b="b"/>
            <a:pathLst>
              <a:path w="5714" h="8889">
                <a:moveTo>
                  <a:pt x="1331" y="0"/>
                </a:moveTo>
                <a:lnTo>
                  <a:pt x="23" y="55"/>
                </a:lnTo>
                <a:lnTo>
                  <a:pt x="0" y="8313"/>
                </a:lnTo>
                <a:lnTo>
                  <a:pt x="5508" y="8297"/>
                </a:lnTo>
                <a:lnTo>
                  <a:pt x="5539" y="4137"/>
                </a:lnTo>
                <a:lnTo>
                  <a:pt x="5468" y="70"/>
                </a:lnTo>
                <a:close/>
              </a:path>
            </a:pathLst>
          </a:custGeom>
          <a:solidFill>
            <a:srgbClr val="C6BF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12" name="bg object 1612"/>
          <p:cNvSpPr/>
          <p:nvPr/>
        </p:nvSpPr>
        <p:spPr>
          <a:xfrm>
            <a:off x="2100108" y="3902442"/>
            <a:ext cx="4445" cy="5715"/>
          </a:xfrm>
          <a:custGeom>
            <a:avLst/>
            <a:gdLst/>
            <a:ahLst/>
            <a:cxnLst/>
            <a:rect l="l" t="t" r="r" b="b"/>
            <a:pathLst>
              <a:path w="4444" h="5714">
                <a:moveTo>
                  <a:pt x="70" y="0"/>
                </a:moveTo>
                <a:lnTo>
                  <a:pt x="0" y="5445"/>
                </a:lnTo>
                <a:lnTo>
                  <a:pt x="4137" y="5516"/>
                </a:lnTo>
                <a:lnTo>
                  <a:pt x="4160" y="1363"/>
                </a:lnTo>
                <a:lnTo>
                  <a:pt x="70" y="0"/>
                </a:lnTo>
                <a:close/>
              </a:path>
            </a:pathLst>
          </a:custGeom>
          <a:solidFill>
            <a:srgbClr val="B9AE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13" name="bg object 1613"/>
          <p:cNvSpPr/>
          <p:nvPr/>
        </p:nvSpPr>
        <p:spPr>
          <a:xfrm>
            <a:off x="2094664" y="3916170"/>
            <a:ext cx="5080" cy="18415"/>
          </a:xfrm>
          <a:custGeom>
            <a:avLst/>
            <a:gdLst/>
            <a:ahLst/>
            <a:cxnLst/>
            <a:rect l="l" t="t" r="r" b="b"/>
            <a:pathLst>
              <a:path w="5080" h="18414">
                <a:moveTo>
                  <a:pt x="4160" y="0"/>
                </a:moveTo>
                <a:lnTo>
                  <a:pt x="23" y="23"/>
                </a:lnTo>
                <a:lnTo>
                  <a:pt x="0" y="17904"/>
                </a:lnTo>
                <a:lnTo>
                  <a:pt x="3167" y="18321"/>
                </a:lnTo>
                <a:lnTo>
                  <a:pt x="4491" y="16887"/>
                </a:lnTo>
                <a:lnTo>
                  <a:pt x="4145" y="13766"/>
                </a:lnTo>
                <a:lnTo>
                  <a:pt x="4160" y="0"/>
                </a:lnTo>
                <a:close/>
              </a:path>
            </a:pathLst>
          </a:custGeom>
          <a:solidFill>
            <a:srgbClr val="A49E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14" name="bg object 1614"/>
          <p:cNvSpPr/>
          <p:nvPr/>
        </p:nvSpPr>
        <p:spPr>
          <a:xfrm>
            <a:off x="2100172" y="3840325"/>
            <a:ext cx="13970" cy="18415"/>
          </a:xfrm>
          <a:custGeom>
            <a:avLst/>
            <a:gdLst/>
            <a:ahLst/>
            <a:cxnLst/>
            <a:rect l="l" t="t" r="r" b="b"/>
            <a:pathLst>
              <a:path w="13969" h="18414">
                <a:moveTo>
                  <a:pt x="7249" y="0"/>
                </a:moveTo>
                <a:lnTo>
                  <a:pt x="3104" y="252"/>
                </a:lnTo>
                <a:lnTo>
                  <a:pt x="1552" y="173"/>
                </a:lnTo>
                <a:lnTo>
                  <a:pt x="0" y="173"/>
                </a:lnTo>
                <a:lnTo>
                  <a:pt x="0" y="13948"/>
                </a:lnTo>
                <a:lnTo>
                  <a:pt x="3120" y="13562"/>
                </a:lnTo>
                <a:lnTo>
                  <a:pt x="5689" y="13735"/>
                </a:lnTo>
                <a:lnTo>
                  <a:pt x="4113" y="18069"/>
                </a:lnTo>
                <a:lnTo>
                  <a:pt x="9590" y="18061"/>
                </a:lnTo>
                <a:lnTo>
                  <a:pt x="9598" y="16509"/>
                </a:lnTo>
                <a:lnTo>
                  <a:pt x="9708" y="14948"/>
                </a:lnTo>
                <a:lnTo>
                  <a:pt x="9338" y="10268"/>
                </a:lnTo>
                <a:lnTo>
                  <a:pt x="11134" y="9621"/>
                </a:lnTo>
                <a:lnTo>
                  <a:pt x="13703" y="9803"/>
                </a:lnTo>
                <a:lnTo>
                  <a:pt x="13735" y="5689"/>
                </a:lnTo>
                <a:lnTo>
                  <a:pt x="12474" y="4956"/>
                </a:lnTo>
                <a:lnTo>
                  <a:pt x="10370" y="4444"/>
                </a:lnTo>
                <a:lnTo>
                  <a:pt x="9290" y="252"/>
                </a:lnTo>
                <a:lnTo>
                  <a:pt x="7249" y="0"/>
                </a:lnTo>
                <a:close/>
              </a:path>
            </a:pathLst>
          </a:custGeom>
          <a:solidFill>
            <a:srgbClr val="BAB0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15" name="bg object 1615"/>
          <p:cNvSpPr/>
          <p:nvPr/>
        </p:nvSpPr>
        <p:spPr>
          <a:xfrm>
            <a:off x="2109763" y="3857814"/>
            <a:ext cx="8255" cy="24130"/>
          </a:xfrm>
          <a:custGeom>
            <a:avLst/>
            <a:gdLst/>
            <a:ahLst/>
            <a:cxnLst/>
            <a:rect l="l" t="t" r="r" b="b"/>
            <a:pathLst>
              <a:path w="8255" h="24129">
                <a:moveTo>
                  <a:pt x="3672" y="0"/>
                </a:moveTo>
                <a:lnTo>
                  <a:pt x="4050" y="3160"/>
                </a:lnTo>
                <a:lnTo>
                  <a:pt x="4121" y="6075"/>
                </a:lnTo>
                <a:lnTo>
                  <a:pt x="0" y="14334"/>
                </a:lnTo>
                <a:lnTo>
                  <a:pt x="2592" y="14145"/>
                </a:lnTo>
                <a:lnTo>
                  <a:pt x="4397" y="14791"/>
                </a:lnTo>
                <a:lnTo>
                  <a:pt x="4018" y="19495"/>
                </a:lnTo>
                <a:lnTo>
                  <a:pt x="4137" y="21071"/>
                </a:lnTo>
                <a:lnTo>
                  <a:pt x="4145" y="22632"/>
                </a:lnTo>
                <a:lnTo>
                  <a:pt x="8234" y="23956"/>
                </a:lnTo>
                <a:lnTo>
                  <a:pt x="8250" y="575"/>
                </a:lnTo>
                <a:lnTo>
                  <a:pt x="3672" y="0"/>
                </a:lnTo>
                <a:close/>
              </a:path>
            </a:pathLst>
          </a:custGeom>
          <a:solidFill>
            <a:srgbClr val="B5A9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16" name="bg object 1616"/>
          <p:cNvSpPr/>
          <p:nvPr/>
        </p:nvSpPr>
        <p:spPr>
          <a:xfrm>
            <a:off x="2109150" y="3849945"/>
            <a:ext cx="8890" cy="13970"/>
          </a:xfrm>
          <a:custGeom>
            <a:avLst/>
            <a:gdLst/>
            <a:ahLst/>
            <a:cxnLst/>
            <a:rect l="l" t="t" r="r" b="b"/>
            <a:pathLst>
              <a:path w="8889" h="13970">
                <a:moveTo>
                  <a:pt x="2151" y="0"/>
                </a:moveTo>
                <a:lnTo>
                  <a:pt x="362" y="646"/>
                </a:lnTo>
                <a:lnTo>
                  <a:pt x="732" y="5327"/>
                </a:lnTo>
                <a:lnTo>
                  <a:pt x="622" y="6887"/>
                </a:lnTo>
                <a:lnTo>
                  <a:pt x="614" y="8439"/>
                </a:lnTo>
                <a:lnTo>
                  <a:pt x="0" y="11773"/>
                </a:lnTo>
                <a:lnTo>
                  <a:pt x="2261" y="12939"/>
                </a:lnTo>
                <a:lnTo>
                  <a:pt x="4736" y="13948"/>
                </a:lnTo>
                <a:lnTo>
                  <a:pt x="4665" y="11024"/>
                </a:lnTo>
                <a:lnTo>
                  <a:pt x="4286" y="7872"/>
                </a:lnTo>
                <a:lnTo>
                  <a:pt x="8857" y="8447"/>
                </a:lnTo>
                <a:lnTo>
                  <a:pt x="4728" y="181"/>
                </a:lnTo>
                <a:lnTo>
                  <a:pt x="2151" y="0"/>
                </a:lnTo>
                <a:close/>
              </a:path>
            </a:pathLst>
          </a:custGeom>
          <a:solidFill>
            <a:srgbClr val="C4BE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17" name="bg object 1617"/>
          <p:cNvSpPr/>
          <p:nvPr/>
        </p:nvSpPr>
        <p:spPr>
          <a:xfrm>
            <a:off x="2076857" y="4099208"/>
            <a:ext cx="19685" cy="40640"/>
          </a:xfrm>
          <a:custGeom>
            <a:avLst/>
            <a:gdLst/>
            <a:ahLst/>
            <a:cxnLst/>
            <a:rect l="l" t="t" r="r" b="b"/>
            <a:pathLst>
              <a:path w="19685" h="40639">
                <a:moveTo>
                  <a:pt x="19164" y="7"/>
                </a:moveTo>
                <a:lnTo>
                  <a:pt x="9598" y="0"/>
                </a:lnTo>
                <a:lnTo>
                  <a:pt x="8613" y="4523"/>
                </a:lnTo>
                <a:lnTo>
                  <a:pt x="5847" y="7242"/>
                </a:lnTo>
                <a:lnTo>
                  <a:pt x="1363" y="8242"/>
                </a:lnTo>
                <a:lnTo>
                  <a:pt x="1331" y="12403"/>
                </a:lnTo>
                <a:lnTo>
                  <a:pt x="0" y="39898"/>
                </a:lnTo>
                <a:lnTo>
                  <a:pt x="3569" y="40489"/>
                </a:lnTo>
                <a:lnTo>
                  <a:pt x="4893" y="32711"/>
                </a:lnTo>
                <a:lnTo>
                  <a:pt x="6840" y="31489"/>
                </a:lnTo>
                <a:lnTo>
                  <a:pt x="13034" y="31647"/>
                </a:lnTo>
                <a:lnTo>
                  <a:pt x="13948" y="33010"/>
                </a:lnTo>
                <a:lnTo>
                  <a:pt x="13695" y="35784"/>
                </a:lnTo>
                <a:lnTo>
                  <a:pt x="16288" y="35973"/>
                </a:lnTo>
                <a:lnTo>
                  <a:pt x="18061" y="35327"/>
                </a:lnTo>
                <a:lnTo>
                  <a:pt x="17699" y="30173"/>
                </a:lnTo>
                <a:lnTo>
                  <a:pt x="17817" y="28164"/>
                </a:lnTo>
                <a:lnTo>
                  <a:pt x="17817" y="26154"/>
                </a:lnTo>
                <a:lnTo>
                  <a:pt x="7439" y="26170"/>
                </a:lnTo>
                <a:lnTo>
                  <a:pt x="5547" y="26044"/>
                </a:lnTo>
                <a:lnTo>
                  <a:pt x="5366" y="20008"/>
                </a:lnTo>
                <a:lnTo>
                  <a:pt x="5445" y="17399"/>
                </a:lnTo>
                <a:lnTo>
                  <a:pt x="9582" y="17888"/>
                </a:lnTo>
                <a:lnTo>
                  <a:pt x="11481" y="13475"/>
                </a:lnTo>
                <a:lnTo>
                  <a:pt x="15287" y="13530"/>
                </a:lnTo>
                <a:lnTo>
                  <a:pt x="19180" y="13766"/>
                </a:lnTo>
                <a:lnTo>
                  <a:pt x="19164" y="7"/>
                </a:lnTo>
                <a:close/>
              </a:path>
            </a:pathLst>
          </a:custGeom>
          <a:solidFill>
            <a:srgbClr val="B6AC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18" name="bg object 1618"/>
          <p:cNvSpPr/>
          <p:nvPr/>
        </p:nvSpPr>
        <p:spPr>
          <a:xfrm>
            <a:off x="2076440" y="4130690"/>
            <a:ext cx="18415" cy="30480"/>
          </a:xfrm>
          <a:custGeom>
            <a:avLst/>
            <a:gdLst/>
            <a:ahLst/>
            <a:cxnLst/>
            <a:rect l="l" t="t" r="r" b="b"/>
            <a:pathLst>
              <a:path w="18414" h="30479">
                <a:moveTo>
                  <a:pt x="7257" y="0"/>
                </a:moveTo>
                <a:lnTo>
                  <a:pt x="5311" y="1229"/>
                </a:lnTo>
                <a:lnTo>
                  <a:pt x="3987" y="9007"/>
                </a:lnTo>
                <a:lnTo>
                  <a:pt x="417" y="8416"/>
                </a:lnTo>
                <a:lnTo>
                  <a:pt x="614" y="10890"/>
                </a:lnTo>
                <a:lnTo>
                  <a:pt x="0" y="14964"/>
                </a:lnTo>
                <a:lnTo>
                  <a:pt x="6375" y="18203"/>
                </a:lnTo>
                <a:lnTo>
                  <a:pt x="3869" y="22632"/>
                </a:lnTo>
                <a:lnTo>
                  <a:pt x="4531" y="26351"/>
                </a:lnTo>
                <a:lnTo>
                  <a:pt x="8613" y="26328"/>
                </a:lnTo>
                <a:lnTo>
                  <a:pt x="11576" y="26194"/>
                </a:lnTo>
                <a:lnTo>
                  <a:pt x="14665" y="25902"/>
                </a:lnTo>
                <a:lnTo>
                  <a:pt x="14129" y="30465"/>
                </a:lnTo>
                <a:lnTo>
                  <a:pt x="18211" y="30465"/>
                </a:lnTo>
                <a:lnTo>
                  <a:pt x="18219" y="22206"/>
                </a:lnTo>
                <a:lnTo>
                  <a:pt x="13719" y="22238"/>
                </a:lnTo>
                <a:lnTo>
                  <a:pt x="7620" y="22033"/>
                </a:lnTo>
                <a:lnTo>
                  <a:pt x="9306" y="19858"/>
                </a:lnTo>
                <a:lnTo>
                  <a:pt x="10007" y="18053"/>
                </a:lnTo>
                <a:lnTo>
                  <a:pt x="10007" y="8431"/>
                </a:lnTo>
                <a:lnTo>
                  <a:pt x="9598" y="5287"/>
                </a:lnTo>
                <a:lnTo>
                  <a:pt x="10977" y="3908"/>
                </a:lnTo>
                <a:lnTo>
                  <a:pt x="14113" y="4302"/>
                </a:lnTo>
                <a:lnTo>
                  <a:pt x="14365" y="1528"/>
                </a:lnTo>
                <a:lnTo>
                  <a:pt x="13451" y="165"/>
                </a:lnTo>
                <a:lnTo>
                  <a:pt x="7257" y="0"/>
                </a:lnTo>
                <a:close/>
              </a:path>
            </a:pathLst>
          </a:custGeom>
          <a:solidFill>
            <a:srgbClr val="ADA5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19" name="bg object 1619"/>
          <p:cNvSpPr/>
          <p:nvPr/>
        </p:nvSpPr>
        <p:spPr>
          <a:xfrm>
            <a:off x="2217997" y="4145764"/>
            <a:ext cx="18415" cy="54610"/>
          </a:xfrm>
          <a:custGeom>
            <a:avLst/>
            <a:gdLst/>
            <a:ahLst/>
            <a:cxnLst/>
            <a:rect l="l" t="t" r="r" b="b"/>
            <a:pathLst>
              <a:path w="18414" h="54610">
                <a:moveTo>
                  <a:pt x="9841" y="21986"/>
                </a:moveTo>
                <a:lnTo>
                  <a:pt x="3837" y="21986"/>
                </a:lnTo>
                <a:lnTo>
                  <a:pt x="5933" y="23380"/>
                </a:lnTo>
                <a:lnTo>
                  <a:pt x="5398" y="31466"/>
                </a:lnTo>
                <a:lnTo>
                  <a:pt x="5307" y="32845"/>
                </a:lnTo>
                <a:lnTo>
                  <a:pt x="5232" y="33972"/>
                </a:lnTo>
                <a:lnTo>
                  <a:pt x="5159" y="35358"/>
                </a:lnTo>
                <a:lnTo>
                  <a:pt x="5052" y="37392"/>
                </a:lnTo>
                <a:lnTo>
                  <a:pt x="4927" y="39764"/>
                </a:lnTo>
                <a:lnTo>
                  <a:pt x="4891" y="40441"/>
                </a:lnTo>
                <a:lnTo>
                  <a:pt x="4782" y="41505"/>
                </a:lnTo>
                <a:lnTo>
                  <a:pt x="3960" y="48408"/>
                </a:lnTo>
                <a:lnTo>
                  <a:pt x="3628" y="48408"/>
                </a:lnTo>
                <a:lnTo>
                  <a:pt x="1568" y="48976"/>
                </a:lnTo>
                <a:lnTo>
                  <a:pt x="220" y="49764"/>
                </a:lnTo>
                <a:lnTo>
                  <a:pt x="101" y="51166"/>
                </a:lnTo>
                <a:lnTo>
                  <a:pt x="0" y="52356"/>
                </a:lnTo>
                <a:lnTo>
                  <a:pt x="538" y="53924"/>
                </a:lnTo>
                <a:lnTo>
                  <a:pt x="622" y="54169"/>
                </a:lnTo>
                <a:lnTo>
                  <a:pt x="3774" y="53924"/>
                </a:lnTo>
                <a:lnTo>
                  <a:pt x="8427" y="53924"/>
                </a:lnTo>
                <a:lnTo>
                  <a:pt x="8888" y="51166"/>
                </a:lnTo>
                <a:lnTo>
                  <a:pt x="9073" y="49764"/>
                </a:lnTo>
                <a:lnTo>
                  <a:pt x="9176" y="48976"/>
                </a:lnTo>
                <a:lnTo>
                  <a:pt x="9251" y="48408"/>
                </a:lnTo>
                <a:lnTo>
                  <a:pt x="9857" y="45666"/>
                </a:lnTo>
                <a:lnTo>
                  <a:pt x="9975" y="45130"/>
                </a:lnTo>
                <a:lnTo>
                  <a:pt x="10064" y="44728"/>
                </a:lnTo>
                <a:lnTo>
                  <a:pt x="10149" y="44342"/>
                </a:lnTo>
                <a:lnTo>
                  <a:pt x="10890" y="43081"/>
                </a:lnTo>
                <a:lnTo>
                  <a:pt x="11442" y="41773"/>
                </a:lnTo>
                <a:lnTo>
                  <a:pt x="18030" y="41773"/>
                </a:lnTo>
                <a:lnTo>
                  <a:pt x="18030" y="41505"/>
                </a:lnTo>
                <a:lnTo>
                  <a:pt x="17163" y="40930"/>
                </a:lnTo>
                <a:lnTo>
                  <a:pt x="15634" y="40441"/>
                </a:lnTo>
                <a:lnTo>
                  <a:pt x="15232" y="37392"/>
                </a:lnTo>
                <a:lnTo>
                  <a:pt x="14420" y="36241"/>
                </a:lnTo>
                <a:lnTo>
                  <a:pt x="9259" y="35358"/>
                </a:lnTo>
                <a:lnTo>
                  <a:pt x="9204" y="32845"/>
                </a:lnTo>
                <a:lnTo>
                  <a:pt x="14302" y="31466"/>
                </a:lnTo>
                <a:lnTo>
                  <a:pt x="14004" y="27754"/>
                </a:lnTo>
                <a:lnTo>
                  <a:pt x="13877" y="26178"/>
                </a:lnTo>
                <a:lnTo>
                  <a:pt x="18039" y="26178"/>
                </a:lnTo>
                <a:lnTo>
                  <a:pt x="18030" y="23617"/>
                </a:lnTo>
                <a:lnTo>
                  <a:pt x="9850" y="23617"/>
                </a:lnTo>
                <a:lnTo>
                  <a:pt x="9841" y="21986"/>
                </a:lnTo>
                <a:close/>
              </a:path>
              <a:path w="18414" h="54610">
                <a:moveTo>
                  <a:pt x="18030" y="41773"/>
                </a:moveTo>
                <a:lnTo>
                  <a:pt x="11442" y="41773"/>
                </a:lnTo>
                <a:lnTo>
                  <a:pt x="12316" y="42537"/>
                </a:lnTo>
                <a:lnTo>
                  <a:pt x="13097" y="43467"/>
                </a:lnTo>
                <a:lnTo>
                  <a:pt x="15319" y="44728"/>
                </a:lnTo>
                <a:lnTo>
                  <a:pt x="16714" y="45130"/>
                </a:lnTo>
                <a:lnTo>
                  <a:pt x="18038" y="45666"/>
                </a:lnTo>
                <a:lnTo>
                  <a:pt x="18030" y="41773"/>
                </a:lnTo>
                <a:close/>
              </a:path>
              <a:path w="18414" h="54610">
                <a:moveTo>
                  <a:pt x="18039" y="26178"/>
                </a:moveTo>
                <a:lnTo>
                  <a:pt x="13877" y="26178"/>
                </a:lnTo>
                <a:lnTo>
                  <a:pt x="18045" y="27754"/>
                </a:lnTo>
                <a:lnTo>
                  <a:pt x="18039" y="26178"/>
                </a:lnTo>
                <a:close/>
              </a:path>
              <a:path w="18414" h="54610">
                <a:moveTo>
                  <a:pt x="1552" y="9874"/>
                </a:moveTo>
                <a:lnTo>
                  <a:pt x="1520" y="14026"/>
                </a:lnTo>
                <a:lnTo>
                  <a:pt x="289" y="21986"/>
                </a:lnTo>
                <a:lnTo>
                  <a:pt x="244" y="22277"/>
                </a:lnTo>
                <a:lnTo>
                  <a:pt x="3837" y="21986"/>
                </a:lnTo>
                <a:lnTo>
                  <a:pt x="9841" y="21986"/>
                </a:lnTo>
                <a:lnTo>
                  <a:pt x="9720" y="10252"/>
                </a:lnTo>
                <a:lnTo>
                  <a:pt x="4688" y="10252"/>
                </a:lnTo>
                <a:lnTo>
                  <a:pt x="1552" y="9874"/>
                </a:lnTo>
                <a:close/>
              </a:path>
              <a:path w="18414" h="54610">
                <a:moveTo>
                  <a:pt x="8431" y="0"/>
                </a:moveTo>
                <a:lnTo>
                  <a:pt x="5689" y="236"/>
                </a:lnTo>
                <a:lnTo>
                  <a:pt x="5673" y="5721"/>
                </a:lnTo>
                <a:lnTo>
                  <a:pt x="6032" y="8353"/>
                </a:lnTo>
                <a:lnTo>
                  <a:pt x="6107" y="8904"/>
                </a:lnTo>
                <a:lnTo>
                  <a:pt x="4688" y="10252"/>
                </a:lnTo>
                <a:lnTo>
                  <a:pt x="9720" y="10252"/>
                </a:lnTo>
                <a:lnTo>
                  <a:pt x="9779" y="5721"/>
                </a:lnTo>
                <a:lnTo>
                  <a:pt x="9984" y="866"/>
                </a:lnTo>
                <a:lnTo>
                  <a:pt x="8431" y="0"/>
                </a:lnTo>
                <a:close/>
              </a:path>
            </a:pathLst>
          </a:custGeom>
          <a:solidFill>
            <a:srgbClr val="9A91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20" name="bg object 1620"/>
          <p:cNvSpPr/>
          <p:nvPr/>
        </p:nvSpPr>
        <p:spPr>
          <a:xfrm>
            <a:off x="2235857" y="4181772"/>
            <a:ext cx="10160" cy="24130"/>
          </a:xfrm>
          <a:custGeom>
            <a:avLst/>
            <a:gdLst/>
            <a:ahLst/>
            <a:cxnLst/>
            <a:rect l="l" t="t" r="r" b="b"/>
            <a:pathLst>
              <a:path w="10160" h="24129">
                <a:moveTo>
                  <a:pt x="181" y="0"/>
                </a:moveTo>
                <a:lnTo>
                  <a:pt x="181" y="9661"/>
                </a:lnTo>
                <a:lnTo>
                  <a:pt x="181" y="13018"/>
                </a:lnTo>
                <a:lnTo>
                  <a:pt x="315" y="16375"/>
                </a:lnTo>
                <a:lnTo>
                  <a:pt x="0" y="22837"/>
                </a:lnTo>
                <a:lnTo>
                  <a:pt x="1599" y="23625"/>
                </a:lnTo>
                <a:lnTo>
                  <a:pt x="4263" y="23380"/>
                </a:lnTo>
                <a:lnTo>
                  <a:pt x="4326" y="9661"/>
                </a:lnTo>
                <a:lnTo>
                  <a:pt x="3703" y="5074"/>
                </a:lnTo>
                <a:lnTo>
                  <a:pt x="6847" y="5429"/>
                </a:lnTo>
                <a:lnTo>
                  <a:pt x="9763" y="5500"/>
                </a:lnTo>
                <a:lnTo>
                  <a:pt x="9787" y="1379"/>
                </a:lnTo>
                <a:lnTo>
                  <a:pt x="181" y="0"/>
                </a:lnTo>
                <a:close/>
              </a:path>
            </a:pathLst>
          </a:custGeom>
          <a:solidFill>
            <a:srgbClr val="9892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21" name="bg object 1621"/>
          <p:cNvSpPr/>
          <p:nvPr/>
        </p:nvSpPr>
        <p:spPr>
          <a:xfrm>
            <a:off x="2227199" y="4171940"/>
            <a:ext cx="8890" cy="15875"/>
          </a:xfrm>
          <a:custGeom>
            <a:avLst/>
            <a:gdLst/>
            <a:ahLst/>
            <a:cxnLst/>
            <a:rect l="l" t="t" r="r" b="b"/>
            <a:pathLst>
              <a:path w="8889" h="15875">
                <a:moveTo>
                  <a:pt x="4680" y="0"/>
                </a:moveTo>
                <a:lnTo>
                  <a:pt x="5098" y="5287"/>
                </a:lnTo>
                <a:lnTo>
                  <a:pt x="0" y="6674"/>
                </a:lnTo>
                <a:lnTo>
                  <a:pt x="55" y="9188"/>
                </a:lnTo>
                <a:lnTo>
                  <a:pt x="5216" y="10071"/>
                </a:lnTo>
                <a:lnTo>
                  <a:pt x="6036" y="11213"/>
                </a:lnTo>
                <a:lnTo>
                  <a:pt x="6438" y="14263"/>
                </a:lnTo>
                <a:lnTo>
                  <a:pt x="7966" y="14759"/>
                </a:lnTo>
                <a:lnTo>
                  <a:pt x="8833" y="15335"/>
                </a:lnTo>
                <a:lnTo>
                  <a:pt x="8841" y="9834"/>
                </a:lnTo>
                <a:lnTo>
                  <a:pt x="8841" y="1583"/>
                </a:lnTo>
                <a:lnTo>
                  <a:pt x="4680" y="0"/>
                </a:lnTo>
                <a:close/>
              </a:path>
            </a:pathLst>
          </a:custGeom>
          <a:solidFill>
            <a:srgbClr val="8B84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22" name="bg object 1622"/>
          <p:cNvSpPr/>
          <p:nvPr/>
        </p:nvSpPr>
        <p:spPr>
          <a:xfrm>
            <a:off x="2240159" y="4195066"/>
            <a:ext cx="6350" cy="10160"/>
          </a:xfrm>
          <a:custGeom>
            <a:avLst/>
            <a:gdLst/>
            <a:ahLst/>
            <a:cxnLst/>
            <a:rect l="l" t="t" r="r" b="b"/>
            <a:pathLst>
              <a:path w="6350" h="10160">
                <a:moveTo>
                  <a:pt x="3963" y="0"/>
                </a:moveTo>
                <a:lnTo>
                  <a:pt x="55" y="512"/>
                </a:lnTo>
                <a:lnTo>
                  <a:pt x="0" y="10110"/>
                </a:lnTo>
                <a:lnTo>
                  <a:pt x="4105" y="10102"/>
                </a:lnTo>
                <a:lnTo>
                  <a:pt x="4129" y="8542"/>
                </a:lnTo>
                <a:lnTo>
                  <a:pt x="3703" y="6800"/>
                </a:lnTo>
                <a:lnTo>
                  <a:pt x="6091" y="835"/>
                </a:lnTo>
                <a:lnTo>
                  <a:pt x="3963" y="0"/>
                </a:lnTo>
                <a:close/>
              </a:path>
            </a:pathLst>
          </a:custGeom>
          <a:solidFill>
            <a:srgbClr val="B9B6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23" name="bg object 1623"/>
          <p:cNvSpPr/>
          <p:nvPr/>
        </p:nvSpPr>
        <p:spPr>
          <a:xfrm>
            <a:off x="2239567" y="4186843"/>
            <a:ext cx="6350" cy="5080"/>
          </a:xfrm>
          <a:custGeom>
            <a:avLst/>
            <a:gdLst/>
            <a:ahLst/>
            <a:cxnLst/>
            <a:rect l="l" t="t" r="r" b="b"/>
            <a:pathLst>
              <a:path w="6350" h="5079">
                <a:moveTo>
                  <a:pt x="0" y="0"/>
                </a:moveTo>
                <a:lnTo>
                  <a:pt x="614" y="4586"/>
                </a:lnTo>
                <a:lnTo>
                  <a:pt x="6083" y="4570"/>
                </a:lnTo>
                <a:lnTo>
                  <a:pt x="6067" y="3191"/>
                </a:lnTo>
                <a:lnTo>
                  <a:pt x="6067" y="1804"/>
                </a:lnTo>
                <a:lnTo>
                  <a:pt x="6052" y="425"/>
                </a:lnTo>
                <a:lnTo>
                  <a:pt x="3136" y="354"/>
                </a:lnTo>
                <a:lnTo>
                  <a:pt x="0" y="0"/>
                </a:lnTo>
                <a:close/>
              </a:path>
            </a:pathLst>
          </a:custGeom>
          <a:solidFill>
            <a:srgbClr val="A29A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24" name="bg object 1624"/>
          <p:cNvSpPr/>
          <p:nvPr/>
        </p:nvSpPr>
        <p:spPr>
          <a:xfrm>
            <a:off x="2212708" y="4003884"/>
            <a:ext cx="10160" cy="26670"/>
          </a:xfrm>
          <a:custGeom>
            <a:avLst/>
            <a:gdLst/>
            <a:ahLst/>
            <a:cxnLst/>
            <a:rect l="l" t="t" r="r" b="b"/>
            <a:pathLst>
              <a:path w="10160" h="26670">
                <a:moveTo>
                  <a:pt x="8841" y="0"/>
                </a:moveTo>
                <a:lnTo>
                  <a:pt x="5508" y="370"/>
                </a:lnTo>
                <a:lnTo>
                  <a:pt x="5390" y="4239"/>
                </a:lnTo>
                <a:lnTo>
                  <a:pt x="6690" y="8833"/>
                </a:lnTo>
                <a:lnTo>
                  <a:pt x="260" y="9629"/>
                </a:lnTo>
                <a:lnTo>
                  <a:pt x="189" y="11662"/>
                </a:lnTo>
                <a:lnTo>
                  <a:pt x="0" y="12758"/>
                </a:lnTo>
                <a:lnTo>
                  <a:pt x="0" y="16887"/>
                </a:lnTo>
                <a:lnTo>
                  <a:pt x="2600" y="16698"/>
                </a:lnTo>
                <a:lnTo>
                  <a:pt x="4365" y="17352"/>
                </a:lnTo>
                <a:lnTo>
                  <a:pt x="4003" y="22506"/>
                </a:lnTo>
                <a:lnTo>
                  <a:pt x="4129" y="24515"/>
                </a:lnTo>
                <a:lnTo>
                  <a:pt x="4137" y="26525"/>
                </a:lnTo>
                <a:lnTo>
                  <a:pt x="7108" y="26674"/>
                </a:lnTo>
                <a:lnTo>
                  <a:pt x="9519" y="26068"/>
                </a:lnTo>
                <a:lnTo>
                  <a:pt x="9613" y="22387"/>
                </a:lnTo>
                <a:lnTo>
                  <a:pt x="9613" y="16517"/>
                </a:lnTo>
                <a:lnTo>
                  <a:pt x="9480" y="10646"/>
                </a:lnTo>
                <a:lnTo>
                  <a:pt x="9755" y="1654"/>
                </a:lnTo>
                <a:lnTo>
                  <a:pt x="8841" y="0"/>
                </a:lnTo>
                <a:close/>
              </a:path>
            </a:pathLst>
          </a:custGeom>
          <a:solidFill>
            <a:srgbClr val="C2BC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25" name="bg object 1625"/>
          <p:cNvSpPr/>
          <p:nvPr/>
        </p:nvSpPr>
        <p:spPr>
          <a:xfrm>
            <a:off x="2199004" y="3994637"/>
            <a:ext cx="13970" cy="49530"/>
          </a:xfrm>
          <a:custGeom>
            <a:avLst/>
            <a:gdLst/>
            <a:ahLst/>
            <a:cxnLst/>
            <a:rect l="l" t="t" r="r" b="b"/>
            <a:pathLst>
              <a:path w="13969" h="49529">
                <a:moveTo>
                  <a:pt x="1331" y="8250"/>
                </a:moveTo>
                <a:lnTo>
                  <a:pt x="1316" y="12356"/>
                </a:lnTo>
                <a:lnTo>
                  <a:pt x="426" y="18755"/>
                </a:lnTo>
                <a:lnTo>
                  <a:pt x="319" y="19527"/>
                </a:lnTo>
                <a:lnTo>
                  <a:pt x="206" y="20339"/>
                </a:lnTo>
                <a:lnTo>
                  <a:pt x="129" y="20890"/>
                </a:lnTo>
                <a:lnTo>
                  <a:pt x="13" y="21726"/>
                </a:lnTo>
                <a:lnTo>
                  <a:pt x="0" y="48148"/>
                </a:lnTo>
                <a:lnTo>
                  <a:pt x="9574" y="49535"/>
                </a:lnTo>
                <a:lnTo>
                  <a:pt x="9574" y="40599"/>
                </a:lnTo>
                <a:lnTo>
                  <a:pt x="2939" y="40599"/>
                </a:lnTo>
                <a:lnTo>
                  <a:pt x="5531" y="35059"/>
                </a:lnTo>
                <a:lnTo>
                  <a:pt x="5453" y="34090"/>
                </a:lnTo>
                <a:lnTo>
                  <a:pt x="6099" y="26178"/>
                </a:lnTo>
                <a:lnTo>
                  <a:pt x="13703" y="26178"/>
                </a:lnTo>
                <a:lnTo>
                  <a:pt x="13703" y="22214"/>
                </a:lnTo>
                <a:lnTo>
                  <a:pt x="10504" y="22214"/>
                </a:lnTo>
                <a:lnTo>
                  <a:pt x="7840" y="21726"/>
                </a:lnTo>
                <a:lnTo>
                  <a:pt x="6808" y="20890"/>
                </a:lnTo>
                <a:lnTo>
                  <a:pt x="5728" y="20339"/>
                </a:lnTo>
                <a:lnTo>
                  <a:pt x="6304" y="19527"/>
                </a:lnTo>
                <a:lnTo>
                  <a:pt x="6942" y="18755"/>
                </a:lnTo>
                <a:lnTo>
                  <a:pt x="8203" y="16477"/>
                </a:lnTo>
                <a:lnTo>
                  <a:pt x="9401" y="15035"/>
                </a:lnTo>
                <a:lnTo>
                  <a:pt x="9763" y="9046"/>
                </a:lnTo>
                <a:lnTo>
                  <a:pt x="9740" y="8455"/>
                </a:lnTo>
                <a:lnTo>
                  <a:pt x="4018" y="8455"/>
                </a:lnTo>
                <a:lnTo>
                  <a:pt x="1331" y="8250"/>
                </a:lnTo>
                <a:close/>
              </a:path>
              <a:path w="13969" h="49529">
                <a:moveTo>
                  <a:pt x="9574" y="39882"/>
                </a:moveTo>
                <a:lnTo>
                  <a:pt x="6509" y="39882"/>
                </a:lnTo>
                <a:lnTo>
                  <a:pt x="2939" y="40599"/>
                </a:lnTo>
                <a:lnTo>
                  <a:pt x="9574" y="40599"/>
                </a:lnTo>
                <a:lnTo>
                  <a:pt x="9574" y="39882"/>
                </a:lnTo>
                <a:close/>
              </a:path>
              <a:path w="13969" h="49529">
                <a:moveTo>
                  <a:pt x="13703" y="22009"/>
                </a:moveTo>
                <a:lnTo>
                  <a:pt x="12127" y="22009"/>
                </a:lnTo>
                <a:lnTo>
                  <a:pt x="10504" y="22214"/>
                </a:lnTo>
                <a:lnTo>
                  <a:pt x="13703" y="22214"/>
                </a:lnTo>
                <a:lnTo>
                  <a:pt x="13703" y="22009"/>
                </a:lnTo>
                <a:close/>
              </a:path>
              <a:path w="13969" h="49529">
                <a:moveTo>
                  <a:pt x="9582" y="0"/>
                </a:moveTo>
                <a:lnTo>
                  <a:pt x="5461" y="0"/>
                </a:lnTo>
                <a:lnTo>
                  <a:pt x="5492" y="4633"/>
                </a:lnTo>
                <a:lnTo>
                  <a:pt x="5736" y="7730"/>
                </a:lnTo>
                <a:lnTo>
                  <a:pt x="4018" y="8455"/>
                </a:lnTo>
                <a:lnTo>
                  <a:pt x="9740" y="8455"/>
                </a:lnTo>
                <a:lnTo>
                  <a:pt x="9711" y="7730"/>
                </a:lnTo>
                <a:lnTo>
                  <a:pt x="9587" y="4633"/>
                </a:lnTo>
                <a:lnTo>
                  <a:pt x="9582" y="0"/>
                </a:lnTo>
                <a:close/>
              </a:path>
            </a:pathLst>
          </a:custGeom>
          <a:solidFill>
            <a:srgbClr val="C4BD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26" name="bg object 1626"/>
          <p:cNvSpPr/>
          <p:nvPr/>
        </p:nvSpPr>
        <p:spPr>
          <a:xfrm>
            <a:off x="2200361" y="3994634"/>
            <a:ext cx="4445" cy="8890"/>
          </a:xfrm>
          <a:custGeom>
            <a:avLst/>
            <a:gdLst/>
            <a:ahLst/>
            <a:cxnLst/>
            <a:rect l="l" t="t" r="r" b="b"/>
            <a:pathLst>
              <a:path w="4444" h="8889">
                <a:moveTo>
                  <a:pt x="4105" y="0"/>
                </a:moveTo>
                <a:lnTo>
                  <a:pt x="0" y="0"/>
                </a:lnTo>
                <a:lnTo>
                  <a:pt x="55" y="8242"/>
                </a:lnTo>
                <a:lnTo>
                  <a:pt x="2655" y="8455"/>
                </a:lnTo>
                <a:lnTo>
                  <a:pt x="4381" y="7738"/>
                </a:lnTo>
                <a:lnTo>
                  <a:pt x="4011" y="3104"/>
                </a:lnTo>
                <a:lnTo>
                  <a:pt x="4105" y="1544"/>
                </a:lnTo>
                <a:lnTo>
                  <a:pt x="4105" y="0"/>
                </a:lnTo>
                <a:close/>
              </a:path>
            </a:pathLst>
          </a:custGeom>
          <a:solidFill>
            <a:srgbClr val="CEC6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27" name="bg object 1627"/>
          <p:cNvSpPr/>
          <p:nvPr/>
        </p:nvSpPr>
        <p:spPr>
          <a:xfrm>
            <a:off x="2080577" y="4157023"/>
            <a:ext cx="5080" cy="18415"/>
          </a:xfrm>
          <a:custGeom>
            <a:avLst/>
            <a:gdLst/>
            <a:ahLst/>
            <a:cxnLst/>
            <a:rect l="l" t="t" r="r" b="b"/>
            <a:pathLst>
              <a:path w="5080" h="18414">
                <a:moveTo>
                  <a:pt x="4476" y="0"/>
                </a:moveTo>
                <a:lnTo>
                  <a:pt x="394" y="15"/>
                </a:lnTo>
                <a:lnTo>
                  <a:pt x="378" y="13751"/>
                </a:lnTo>
                <a:lnTo>
                  <a:pt x="0" y="16848"/>
                </a:lnTo>
                <a:lnTo>
                  <a:pt x="1292" y="18282"/>
                </a:lnTo>
                <a:lnTo>
                  <a:pt x="4444" y="17864"/>
                </a:lnTo>
                <a:lnTo>
                  <a:pt x="4531" y="13766"/>
                </a:lnTo>
                <a:lnTo>
                  <a:pt x="4476" y="0"/>
                </a:lnTo>
                <a:close/>
              </a:path>
            </a:pathLst>
          </a:custGeom>
          <a:solidFill>
            <a:srgbClr val="C1B9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28" name="bg object 1628"/>
          <p:cNvSpPr/>
          <p:nvPr/>
        </p:nvSpPr>
        <p:spPr>
          <a:xfrm>
            <a:off x="2080974" y="4170786"/>
            <a:ext cx="13970" cy="40640"/>
          </a:xfrm>
          <a:custGeom>
            <a:avLst/>
            <a:gdLst/>
            <a:ahLst/>
            <a:cxnLst/>
            <a:rect l="l" t="t" r="r" b="b"/>
            <a:pathLst>
              <a:path w="13969" h="40639">
                <a:moveTo>
                  <a:pt x="12340" y="30063"/>
                </a:moveTo>
                <a:lnTo>
                  <a:pt x="6674" y="30063"/>
                </a:lnTo>
                <a:lnTo>
                  <a:pt x="8471" y="30678"/>
                </a:lnTo>
                <a:lnTo>
                  <a:pt x="8093" y="35839"/>
                </a:lnTo>
                <a:lnTo>
                  <a:pt x="8187" y="39858"/>
                </a:lnTo>
                <a:lnTo>
                  <a:pt x="11371" y="40339"/>
                </a:lnTo>
                <a:lnTo>
                  <a:pt x="12703" y="38920"/>
                </a:lnTo>
                <a:lnTo>
                  <a:pt x="12347" y="35839"/>
                </a:lnTo>
                <a:lnTo>
                  <a:pt x="12340" y="30063"/>
                </a:lnTo>
                <a:close/>
              </a:path>
              <a:path w="13969" h="40639">
                <a:moveTo>
                  <a:pt x="13419" y="11970"/>
                </a:moveTo>
                <a:lnTo>
                  <a:pt x="4066" y="11970"/>
                </a:lnTo>
                <a:lnTo>
                  <a:pt x="10228" y="15075"/>
                </a:lnTo>
                <a:lnTo>
                  <a:pt x="7636" y="19621"/>
                </a:lnTo>
                <a:lnTo>
                  <a:pt x="8558" y="26123"/>
                </a:lnTo>
                <a:lnTo>
                  <a:pt x="4105" y="26123"/>
                </a:lnTo>
                <a:lnTo>
                  <a:pt x="4089" y="30252"/>
                </a:lnTo>
                <a:lnTo>
                  <a:pt x="6674" y="30063"/>
                </a:lnTo>
                <a:lnTo>
                  <a:pt x="12340" y="30063"/>
                </a:lnTo>
                <a:lnTo>
                  <a:pt x="12340" y="26123"/>
                </a:lnTo>
                <a:lnTo>
                  <a:pt x="13419" y="11970"/>
                </a:lnTo>
                <a:close/>
              </a:path>
              <a:path w="13969" h="40639">
                <a:moveTo>
                  <a:pt x="0" y="8250"/>
                </a:moveTo>
                <a:lnTo>
                  <a:pt x="15" y="22009"/>
                </a:lnTo>
                <a:lnTo>
                  <a:pt x="4066" y="22009"/>
                </a:lnTo>
                <a:lnTo>
                  <a:pt x="4066" y="11970"/>
                </a:lnTo>
                <a:lnTo>
                  <a:pt x="13419" y="11970"/>
                </a:lnTo>
                <a:lnTo>
                  <a:pt x="13675" y="8621"/>
                </a:lnTo>
                <a:lnTo>
                  <a:pt x="3144" y="8621"/>
                </a:lnTo>
                <a:lnTo>
                  <a:pt x="0" y="8250"/>
                </a:lnTo>
                <a:close/>
              </a:path>
              <a:path w="13969" h="40639">
                <a:moveTo>
                  <a:pt x="8203" y="0"/>
                </a:moveTo>
                <a:lnTo>
                  <a:pt x="4129" y="0"/>
                </a:lnTo>
                <a:lnTo>
                  <a:pt x="4050" y="4097"/>
                </a:lnTo>
                <a:lnTo>
                  <a:pt x="4523" y="7265"/>
                </a:lnTo>
                <a:lnTo>
                  <a:pt x="3144" y="8621"/>
                </a:lnTo>
                <a:lnTo>
                  <a:pt x="13675" y="8621"/>
                </a:lnTo>
                <a:lnTo>
                  <a:pt x="13703" y="8250"/>
                </a:lnTo>
                <a:lnTo>
                  <a:pt x="8234" y="7738"/>
                </a:lnTo>
                <a:lnTo>
                  <a:pt x="8203" y="0"/>
                </a:lnTo>
                <a:close/>
              </a:path>
            </a:pathLst>
          </a:custGeom>
          <a:solidFill>
            <a:srgbClr val="9C94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29" name="bg object 1629"/>
          <p:cNvSpPr/>
          <p:nvPr/>
        </p:nvSpPr>
        <p:spPr>
          <a:xfrm>
            <a:off x="2189379" y="4319397"/>
            <a:ext cx="8890" cy="10160"/>
          </a:xfrm>
          <a:custGeom>
            <a:avLst/>
            <a:gdLst/>
            <a:ahLst/>
            <a:cxnLst/>
            <a:rect l="l" t="t" r="r" b="b"/>
            <a:pathLst>
              <a:path w="8889" h="10160">
                <a:moveTo>
                  <a:pt x="8219" y="0"/>
                </a:moveTo>
                <a:lnTo>
                  <a:pt x="6871" y="772"/>
                </a:lnTo>
                <a:lnTo>
                  <a:pt x="4420" y="1457"/>
                </a:lnTo>
                <a:lnTo>
                  <a:pt x="4042" y="6383"/>
                </a:lnTo>
                <a:lnTo>
                  <a:pt x="1473" y="3711"/>
                </a:lnTo>
                <a:lnTo>
                  <a:pt x="0" y="4121"/>
                </a:lnTo>
                <a:lnTo>
                  <a:pt x="7" y="9637"/>
                </a:lnTo>
                <a:lnTo>
                  <a:pt x="1552" y="9629"/>
                </a:lnTo>
                <a:lnTo>
                  <a:pt x="3112" y="9527"/>
                </a:lnTo>
                <a:lnTo>
                  <a:pt x="7801" y="9889"/>
                </a:lnTo>
                <a:lnTo>
                  <a:pt x="8424" y="8077"/>
                </a:lnTo>
                <a:lnTo>
                  <a:pt x="8234" y="5500"/>
                </a:lnTo>
                <a:lnTo>
                  <a:pt x="8219" y="0"/>
                </a:lnTo>
                <a:close/>
              </a:path>
            </a:pathLst>
          </a:custGeom>
          <a:solidFill>
            <a:srgbClr val="A1A0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30" name="bg object 1630"/>
          <p:cNvSpPr/>
          <p:nvPr/>
        </p:nvSpPr>
        <p:spPr>
          <a:xfrm>
            <a:off x="2197596" y="4319380"/>
            <a:ext cx="5715" cy="5715"/>
          </a:xfrm>
          <a:custGeom>
            <a:avLst/>
            <a:gdLst/>
            <a:ahLst/>
            <a:cxnLst/>
            <a:rect l="l" t="t" r="r" b="b"/>
            <a:pathLst>
              <a:path w="5714" h="5714">
                <a:moveTo>
                  <a:pt x="5476" y="0"/>
                </a:moveTo>
                <a:lnTo>
                  <a:pt x="23" y="7"/>
                </a:lnTo>
                <a:lnTo>
                  <a:pt x="15" y="5516"/>
                </a:lnTo>
                <a:lnTo>
                  <a:pt x="4121" y="5500"/>
                </a:lnTo>
                <a:lnTo>
                  <a:pt x="5476" y="0"/>
                </a:lnTo>
                <a:close/>
              </a:path>
            </a:pathLst>
          </a:custGeom>
          <a:solidFill>
            <a:srgbClr val="AAAA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31" name="bg object 1631"/>
          <p:cNvSpPr/>
          <p:nvPr/>
        </p:nvSpPr>
        <p:spPr>
          <a:xfrm>
            <a:off x="2179751" y="4311123"/>
            <a:ext cx="6985" cy="12700"/>
          </a:xfrm>
          <a:custGeom>
            <a:avLst/>
            <a:gdLst/>
            <a:ahLst/>
            <a:cxnLst/>
            <a:rect l="l" t="t" r="r" b="b"/>
            <a:pathLst>
              <a:path w="6985" h="12700">
                <a:moveTo>
                  <a:pt x="47" y="0"/>
                </a:moveTo>
                <a:lnTo>
                  <a:pt x="0" y="8242"/>
                </a:lnTo>
                <a:lnTo>
                  <a:pt x="15" y="12372"/>
                </a:lnTo>
                <a:lnTo>
                  <a:pt x="5539" y="12419"/>
                </a:lnTo>
                <a:lnTo>
                  <a:pt x="6840" y="9637"/>
                </a:lnTo>
                <a:lnTo>
                  <a:pt x="5516" y="15"/>
                </a:lnTo>
                <a:lnTo>
                  <a:pt x="47" y="0"/>
                </a:lnTo>
                <a:close/>
              </a:path>
            </a:pathLst>
          </a:custGeom>
          <a:solidFill>
            <a:srgbClr val="7A7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32" name="bg object 1632"/>
          <p:cNvSpPr/>
          <p:nvPr/>
        </p:nvSpPr>
        <p:spPr>
          <a:xfrm>
            <a:off x="2188000" y="4314851"/>
            <a:ext cx="10160" cy="11430"/>
          </a:xfrm>
          <a:custGeom>
            <a:avLst/>
            <a:gdLst/>
            <a:ahLst/>
            <a:cxnLst/>
            <a:rect l="l" t="t" r="r" b="b"/>
            <a:pathLst>
              <a:path w="10160" h="11429">
                <a:moveTo>
                  <a:pt x="8644" y="0"/>
                </a:moveTo>
                <a:lnTo>
                  <a:pt x="5492" y="417"/>
                </a:lnTo>
                <a:lnTo>
                  <a:pt x="1386" y="417"/>
                </a:lnTo>
                <a:lnTo>
                  <a:pt x="0" y="5902"/>
                </a:lnTo>
                <a:lnTo>
                  <a:pt x="1379" y="8668"/>
                </a:lnTo>
                <a:lnTo>
                  <a:pt x="2852" y="8258"/>
                </a:lnTo>
                <a:lnTo>
                  <a:pt x="5421" y="10929"/>
                </a:lnTo>
                <a:lnTo>
                  <a:pt x="5799" y="6004"/>
                </a:lnTo>
                <a:lnTo>
                  <a:pt x="8250" y="5319"/>
                </a:lnTo>
                <a:lnTo>
                  <a:pt x="9598" y="4546"/>
                </a:lnTo>
                <a:lnTo>
                  <a:pt x="9992" y="1402"/>
                </a:lnTo>
                <a:close/>
              </a:path>
            </a:pathLst>
          </a:custGeom>
          <a:solidFill>
            <a:srgbClr val="AFA9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33" name="bg object 1633"/>
          <p:cNvSpPr/>
          <p:nvPr/>
        </p:nvSpPr>
        <p:spPr>
          <a:xfrm>
            <a:off x="2185269" y="4311124"/>
            <a:ext cx="4445" cy="10160"/>
          </a:xfrm>
          <a:custGeom>
            <a:avLst/>
            <a:gdLst/>
            <a:ahLst/>
            <a:cxnLst/>
            <a:rect l="l" t="t" r="r" b="b"/>
            <a:pathLst>
              <a:path w="4444" h="10160">
                <a:moveTo>
                  <a:pt x="4089" y="0"/>
                </a:moveTo>
                <a:lnTo>
                  <a:pt x="0" y="15"/>
                </a:lnTo>
                <a:lnTo>
                  <a:pt x="1323" y="9637"/>
                </a:lnTo>
                <a:lnTo>
                  <a:pt x="2726" y="9629"/>
                </a:lnTo>
                <a:lnTo>
                  <a:pt x="4121" y="4145"/>
                </a:lnTo>
                <a:lnTo>
                  <a:pt x="4089" y="0"/>
                </a:lnTo>
                <a:close/>
              </a:path>
            </a:pathLst>
          </a:custGeom>
          <a:solidFill>
            <a:srgbClr val="9089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34" name="bg object 1634"/>
          <p:cNvSpPr/>
          <p:nvPr/>
        </p:nvSpPr>
        <p:spPr>
          <a:xfrm>
            <a:off x="2193492" y="4297568"/>
            <a:ext cx="10160" cy="22225"/>
          </a:xfrm>
          <a:custGeom>
            <a:avLst/>
            <a:gdLst/>
            <a:ahLst/>
            <a:cxnLst/>
            <a:rect l="l" t="t" r="r" b="b"/>
            <a:pathLst>
              <a:path w="10160" h="22225">
                <a:moveTo>
                  <a:pt x="7218" y="0"/>
                </a:moveTo>
                <a:lnTo>
                  <a:pt x="5492" y="3932"/>
                </a:lnTo>
                <a:lnTo>
                  <a:pt x="6162" y="8234"/>
                </a:lnTo>
                <a:lnTo>
                  <a:pt x="4436" y="10157"/>
                </a:lnTo>
                <a:lnTo>
                  <a:pt x="55" y="9448"/>
                </a:lnTo>
                <a:lnTo>
                  <a:pt x="0" y="17699"/>
                </a:lnTo>
                <a:lnTo>
                  <a:pt x="3152" y="17281"/>
                </a:lnTo>
                <a:lnTo>
                  <a:pt x="4499" y="18684"/>
                </a:lnTo>
                <a:lnTo>
                  <a:pt x="4129" y="21820"/>
                </a:lnTo>
                <a:lnTo>
                  <a:pt x="9582" y="21812"/>
                </a:lnTo>
                <a:lnTo>
                  <a:pt x="9645" y="17730"/>
                </a:lnTo>
                <a:lnTo>
                  <a:pt x="9613" y="3932"/>
                </a:lnTo>
                <a:lnTo>
                  <a:pt x="7218" y="0"/>
                </a:lnTo>
                <a:close/>
              </a:path>
            </a:pathLst>
          </a:custGeom>
          <a:solidFill>
            <a:srgbClr val="B9B4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35" name="bg object 1635"/>
          <p:cNvSpPr/>
          <p:nvPr/>
        </p:nvSpPr>
        <p:spPr>
          <a:xfrm>
            <a:off x="2203108" y="4301499"/>
            <a:ext cx="13970" cy="13970"/>
          </a:xfrm>
          <a:custGeom>
            <a:avLst/>
            <a:gdLst/>
            <a:ahLst/>
            <a:cxnLst/>
            <a:rect l="l" t="t" r="r" b="b"/>
            <a:pathLst>
              <a:path w="13969" h="13970">
                <a:moveTo>
                  <a:pt x="4105" y="7"/>
                </a:moveTo>
                <a:lnTo>
                  <a:pt x="0" y="0"/>
                </a:lnTo>
                <a:lnTo>
                  <a:pt x="31" y="13798"/>
                </a:lnTo>
                <a:lnTo>
                  <a:pt x="8227" y="13759"/>
                </a:lnTo>
                <a:lnTo>
                  <a:pt x="7699" y="12427"/>
                </a:lnTo>
                <a:lnTo>
                  <a:pt x="7305" y="11032"/>
                </a:lnTo>
                <a:lnTo>
                  <a:pt x="6044" y="8810"/>
                </a:lnTo>
                <a:lnTo>
                  <a:pt x="5122" y="8030"/>
                </a:lnTo>
                <a:lnTo>
                  <a:pt x="4357" y="7147"/>
                </a:lnTo>
                <a:lnTo>
                  <a:pt x="5429" y="6603"/>
                </a:lnTo>
                <a:lnTo>
                  <a:pt x="6453" y="5792"/>
                </a:lnTo>
                <a:lnTo>
                  <a:pt x="9101" y="5311"/>
                </a:lnTo>
                <a:lnTo>
                  <a:pt x="10701" y="5516"/>
                </a:lnTo>
                <a:lnTo>
                  <a:pt x="12253" y="5524"/>
                </a:lnTo>
                <a:lnTo>
                  <a:pt x="13735" y="1379"/>
                </a:lnTo>
                <a:lnTo>
                  <a:pt x="8227" y="1371"/>
                </a:lnTo>
                <a:lnTo>
                  <a:pt x="4105" y="7"/>
                </a:lnTo>
                <a:close/>
              </a:path>
            </a:pathLst>
          </a:custGeom>
          <a:solidFill>
            <a:srgbClr val="ACA7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36" name="bg object 1636"/>
          <p:cNvSpPr/>
          <p:nvPr/>
        </p:nvSpPr>
        <p:spPr>
          <a:xfrm>
            <a:off x="2202058" y="4253331"/>
            <a:ext cx="10795" cy="13970"/>
          </a:xfrm>
          <a:custGeom>
            <a:avLst/>
            <a:gdLst/>
            <a:ahLst/>
            <a:cxnLst/>
            <a:rect l="l" t="t" r="r" b="b"/>
            <a:pathLst>
              <a:path w="10794" h="13970">
                <a:moveTo>
                  <a:pt x="10638" y="0"/>
                </a:moveTo>
                <a:lnTo>
                  <a:pt x="6540" y="7"/>
                </a:lnTo>
                <a:lnTo>
                  <a:pt x="2411" y="15"/>
                </a:lnTo>
                <a:lnTo>
                  <a:pt x="1773" y="1733"/>
                </a:lnTo>
                <a:lnTo>
                  <a:pt x="0" y="3916"/>
                </a:lnTo>
                <a:lnTo>
                  <a:pt x="6674" y="4263"/>
                </a:lnTo>
                <a:lnTo>
                  <a:pt x="6532" y="6249"/>
                </a:lnTo>
                <a:lnTo>
                  <a:pt x="6524" y="8274"/>
                </a:lnTo>
                <a:lnTo>
                  <a:pt x="6556" y="13751"/>
                </a:lnTo>
                <a:lnTo>
                  <a:pt x="10646" y="13782"/>
                </a:lnTo>
                <a:lnTo>
                  <a:pt x="10638" y="0"/>
                </a:lnTo>
                <a:close/>
              </a:path>
            </a:pathLst>
          </a:custGeom>
          <a:solidFill>
            <a:srgbClr val="A09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37" name="bg object 1637"/>
          <p:cNvSpPr/>
          <p:nvPr/>
        </p:nvSpPr>
        <p:spPr>
          <a:xfrm>
            <a:off x="2215563" y="4253574"/>
            <a:ext cx="5715" cy="9525"/>
          </a:xfrm>
          <a:custGeom>
            <a:avLst/>
            <a:gdLst/>
            <a:ahLst/>
            <a:cxnLst/>
            <a:rect l="l" t="t" r="r" b="b"/>
            <a:pathLst>
              <a:path w="5714" h="9525">
                <a:moveTo>
                  <a:pt x="3766" y="0"/>
                </a:moveTo>
                <a:lnTo>
                  <a:pt x="3018" y="346"/>
                </a:lnTo>
                <a:lnTo>
                  <a:pt x="1922" y="496"/>
                </a:lnTo>
                <a:lnTo>
                  <a:pt x="0" y="3798"/>
                </a:lnTo>
                <a:lnTo>
                  <a:pt x="1796" y="7596"/>
                </a:lnTo>
                <a:lnTo>
                  <a:pt x="5334" y="9361"/>
                </a:lnTo>
                <a:lnTo>
                  <a:pt x="5413" y="3924"/>
                </a:lnTo>
                <a:lnTo>
                  <a:pt x="3766" y="0"/>
                </a:lnTo>
                <a:close/>
              </a:path>
            </a:pathLst>
          </a:custGeom>
          <a:solidFill>
            <a:srgbClr val="8579B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38" name="bg object 1638"/>
          <p:cNvSpPr/>
          <p:nvPr/>
        </p:nvSpPr>
        <p:spPr>
          <a:xfrm>
            <a:off x="2206980" y="4279495"/>
            <a:ext cx="6350" cy="13970"/>
          </a:xfrm>
          <a:custGeom>
            <a:avLst/>
            <a:gdLst/>
            <a:ahLst/>
            <a:cxnLst/>
            <a:rect l="l" t="t" r="r" b="b"/>
            <a:pathLst>
              <a:path w="6350" h="13970">
                <a:moveTo>
                  <a:pt x="5721" y="0"/>
                </a:moveTo>
                <a:lnTo>
                  <a:pt x="275" y="15"/>
                </a:lnTo>
                <a:lnTo>
                  <a:pt x="181" y="5461"/>
                </a:lnTo>
                <a:lnTo>
                  <a:pt x="204" y="7021"/>
                </a:lnTo>
                <a:lnTo>
                  <a:pt x="346" y="8581"/>
                </a:lnTo>
                <a:lnTo>
                  <a:pt x="0" y="13246"/>
                </a:lnTo>
                <a:lnTo>
                  <a:pt x="1717" y="13963"/>
                </a:lnTo>
                <a:lnTo>
                  <a:pt x="4342" y="13735"/>
                </a:lnTo>
                <a:lnTo>
                  <a:pt x="5752" y="5476"/>
                </a:lnTo>
                <a:lnTo>
                  <a:pt x="5721" y="0"/>
                </a:lnTo>
                <a:close/>
              </a:path>
            </a:pathLst>
          </a:custGeom>
          <a:solidFill>
            <a:srgbClr val="C2B4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39" name="bg object 1639"/>
          <p:cNvSpPr/>
          <p:nvPr/>
        </p:nvSpPr>
        <p:spPr>
          <a:xfrm>
            <a:off x="2207209" y="4267084"/>
            <a:ext cx="5715" cy="12700"/>
          </a:xfrm>
          <a:custGeom>
            <a:avLst/>
            <a:gdLst/>
            <a:ahLst/>
            <a:cxnLst/>
            <a:rect l="l" t="t" r="r" b="b"/>
            <a:pathLst>
              <a:path w="5714" h="12700">
                <a:moveTo>
                  <a:pt x="1402" y="0"/>
                </a:moveTo>
                <a:lnTo>
                  <a:pt x="7" y="4152"/>
                </a:lnTo>
                <a:lnTo>
                  <a:pt x="0" y="8290"/>
                </a:lnTo>
                <a:lnTo>
                  <a:pt x="47" y="12427"/>
                </a:lnTo>
                <a:lnTo>
                  <a:pt x="5492" y="12411"/>
                </a:lnTo>
                <a:lnTo>
                  <a:pt x="5492" y="31"/>
                </a:lnTo>
                <a:lnTo>
                  <a:pt x="1402" y="0"/>
                </a:lnTo>
                <a:close/>
              </a:path>
            </a:pathLst>
          </a:custGeom>
          <a:solidFill>
            <a:srgbClr val="B2A2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40" name="bg object 1640"/>
          <p:cNvSpPr/>
          <p:nvPr/>
        </p:nvSpPr>
        <p:spPr>
          <a:xfrm>
            <a:off x="2211314" y="4285001"/>
            <a:ext cx="5715" cy="8255"/>
          </a:xfrm>
          <a:custGeom>
            <a:avLst/>
            <a:gdLst/>
            <a:ahLst/>
            <a:cxnLst/>
            <a:rect l="l" t="t" r="r" b="b"/>
            <a:pathLst>
              <a:path w="5714" h="8254">
                <a:moveTo>
                  <a:pt x="5496" y="0"/>
                </a:moveTo>
                <a:lnTo>
                  <a:pt x="1410" y="0"/>
                </a:lnTo>
                <a:lnTo>
                  <a:pt x="0" y="8250"/>
                </a:lnTo>
                <a:lnTo>
                  <a:pt x="5528" y="8250"/>
                </a:lnTo>
                <a:lnTo>
                  <a:pt x="5496" y="0"/>
                </a:lnTo>
                <a:close/>
              </a:path>
            </a:pathLst>
          </a:custGeom>
          <a:solidFill>
            <a:srgbClr val="B3A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41" name="bg object 1641"/>
          <p:cNvSpPr/>
          <p:nvPr/>
        </p:nvSpPr>
        <p:spPr>
          <a:xfrm>
            <a:off x="2216836" y="4293250"/>
            <a:ext cx="4445" cy="10160"/>
          </a:xfrm>
          <a:custGeom>
            <a:avLst/>
            <a:gdLst/>
            <a:ahLst/>
            <a:cxnLst/>
            <a:rect l="l" t="t" r="r" b="b"/>
            <a:pathLst>
              <a:path w="4444" h="10160">
                <a:moveTo>
                  <a:pt x="4105" y="9629"/>
                </a:moveTo>
                <a:lnTo>
                  <a:pt x="0" y="9629"/>
                </a:lnTo>
                <a:lnTo>
                  <a:pt x="0" y="0"/>
                </a:lnTo>
                <a:lnTo>
                  <a:pt x="4105" y="0"/>
                </a:lnTo>
                <a:lnTo>
                  <a:pt x="4105" y="9629"/>
                </a:lnTo>
                <a:close/>
              </a:path>
            </a:pathLst>
          </a:custGeom>
          <a:solidFill>
            <a:srgbClr val="8B8A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42" name="bg object 1642"/>
          <p:cNvSpPr/>
          <p:nvPr/>
        </p:nvSpPr>
        <p:spPr>
          <a:xfrm>
            <a:off x="2213984" y="4173487"/>
            <a:ext cx="12700" cy="40005"/>
          </a:xfrm>
          <a:custGeom>
            <a:avLst/>
            <a:gdLst/>
            <a:ahLst/>
            <a:cxnLst/>
            <a:rect l="l" t="t" r="r" b="b"/>
            <a:pathLst>
              <a:path w="12700" h="40004">
                <a:moveTo>
                  <a:pt x="4168" y="0"/>
                </a:moveTo>
                <a:lnTo>
                  <a:pt x="102" y="23"/>
                </a:lnTo>
                <a:lnTo>
                  <a:pt x="125" y="15697"/>
                </a:lnTo>
                <a:lnTo>
                  <a:pt x="0" y="34484"/>
                </a:lnTo>
                <a:lnTo>
                  <a:pt x="827" y="36202"/>
                </a:lnTo>
                <a:lnTo>
                  <a:pt x="4200" y="35823"/>
                </a:lnTo>
                <a:lnTo>
                  <a:pt x="4215" y="35154"/>
                </a:lnTo>
                <a:lnTo>
                  <a:pt x="3995" y="34366"/>
                </a:lnTo>
                <a:lnTo>
                  <a:pt x="4877" y="32656"/>
                </a:lnTo>
                <a:lnTo>
                  <a:pt x="5736" y="31615"/>
                </a:lnTo>
                <a:lnTo>
                  <a:pt x="6493" y="30512"/>
                </a:lnTo>
                <a:lnTo>
                  <a:pt x="7100" y="31537"/>
                </a:lnTo>
                <a:lnTo>
                  <a:pt x="7919" y="32506"/>
                </a:lnTo>
                <a:lnTo>
                  <a:pt x="8558" y="34649"/>
                </a:lnTo>
                <a:lnTo>
                  <a:pt x="8384" y="35839"/>
                </a:lnTo>
                <a:lnTo>
                  <a:pt x="8250" y="39984"/>
                </a:lnTo>
                <a:lnTo>
                  <a:pt x="12443" y="39953"/>
                </a:lnTo>
                <a:lnTo>
                  <a:pt x="12450" y="26178"/>
                </a:lnTo>
                <a:lnTo>
                  <a:pt x="10898" y="26178"/>
                </a:lnTo>
                <a:lnTo>
                  <a:pt x="9338" y="26075"/>
                </a:lnTo>
                <a:lnTo>
                  <a:pt x="4633" y="26446"/>
                </a:lnTo>
                <a:lnTo>
                  <a:pt x="4011" y="24633"/>
                </a:lnTo>
                <a:lnTo>
                  <a:pt x="4231" y="22041"/>
                </a:lnTo>
                <a:lnTo>
                  <a:pt x="4168" y="0"/>
                </a:lnTo>
                <a:close/>
              </a:path>
            </a:pathLst>
          </a:custGeom>
          <a:solidFill>
            <a:srgbClr val="A39E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43" name="bg object 1643"/>
          <p:cNvSpPr/>
          <p:nvPr/>
        </p:nvSpPr>
        <p:spPr>
          <a:xfrm>
            <a:off x="2217982" y="4204002"/>
            <a:ext cx="8890" cy="13970"/>
          </a:xfrm>
          <a:custGeom>
            <a:avLst/>
            <a:gdLst/>
            <a:ahLst/>
            <a:cxnLst/>
            <a:rect l="l" t="t" r="r" b="b"/>
            <a:pathLst>
              <a:path w="8889" h="13970">
                <a:moveTo>
                  <a:pt x="2498" y="0"/>
                </a:moveTo>
                <a:lnTo>
                  <a:pt x="1741" y="1095"/>
                </a:lnTo>
                <a:lnTo>
                  <a:pt x="882" y="2143"/>
                </a:lnTo>
                <a:lnTo>
                  <a:pt x="0" y="3853"/>
                </a:lnTo>
                <a:lnTo>
                  <a:pt x="212" y="4633"/>
                </a:lnTo>
                <a:lnTo>
                  <a:pt x="204" y="5311"/>
                </a:lnTo>
                <a:lnTo>
                  <a:pt x="236" y="13538"/>
                </a:lnTo>
                <a:lnTo>
                  <a:pt x="8463" y="13546"/>
                </a:lnTo>
                <a:lnTo>
                  <a:pt x="8439" y="9432"/>
                </a:lnTo>
                <a:lnTo>
                  <a:pt x="6359" y="9424"/>
                </a:lnTo>
                <a:lnTo>
                  <a:pt x="4255" y="9472"/>
                </a:lnTo>
                <a:lnTo>
                  <a:pt x="4381" y="5327"/>
                </a:lnTo>
                <a:lnTo>
                  <a:pt x="4562" y="4129"/>
                </a:lnTo>
                <a:lnTo>
                  <a:pt x="3924" y="1993"/>
                </a:lnTo>
                <a:lnTo>
                  <a:pt x="3104" y="1024"/>
                </a:lnTo>
                <a:lnTo>
                  <a:pt x="2498" y="0"/>
                </a:lnTo>
                <a:close/>
              </a:path>
            </a:pathLst>
          </a:custGeom>
          <a:solidFill>
            <a:srgbClr val="9993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44" name="bg object 1644"/>
          <p:cNvSpPr/>
          <p:nvPr/>
        </p:nvSpPr>
        <p:spPr>
          <a:xfrm>
            <a:off x="2208596" y="4167461"/>
            <a:ext cx="10160" cy="54610"/>
          </a:xfrm>
          <a:custGeom>
            <a:avLst/>
            <a:gdLst/>
            <a:ahLst/>
            <a:cxnLst/>
            <a:rect l="l" t="t" r="r" b="b"/>
            <a:pathLst>
              <a:path w="10160" h="54610">
                <a:moveTo>
                  <a:pt x="9595" y="49724"/>
                </a:moveTo>
                <a:lnTo>
                  <a:pt x="3128" y="49724"/>
                </a:lnTo>
                <a:lnTo>
                  <a:pt x="5705" y="49898"/>
                </a:lnTo>
                <a:lnTo>
                  <a:pt x="4097" y="54224"/>
                </a:lnTo>
                <a:lnTo>
                  <a:pt x="9598" y="54224"/>
                </a:lnTo>
                <a:lnTo>
                  <a:pt x="9595" y="49724"/>
                </a:lnTo>
                <a:close/>
              </a:path>
              <a:path w="10160" h="54610">
                <a:moveTo>
                  <a:pt x="5925" y="0"/>
                </a:moveTo>
                <a:lnTo>
                  <a:pt x="1379" y="551"/>
                </a:lnTo>
                <a:lnTo>
                  <a:pt x="1363" y="32206"/>
                </a:lnTo>
                <a:lnTo>
                  <a:pt x="28" y="49724"/>
                </a:lnTo>
                <a:lnTo>
                  <a:pt x="0" y="50103"/>
                </a:lnTo>
                <a:lnTo>
                  <a:pt x="3128" y="49724"/>
                </a:lnTo>
                <a:lnTo>
                  <a:pt x="9595" y="49724"/>
                </a:lnTo>
                <a:lnTo>
                  <a:pt x="9590" y="42230"/>
                </a:lnTo>
                <a:lnTo>
                  <a:pt x="6209" y="42230"/>
                </a:lnTo>
                <a:lnTo>
                  <a:pt x="5390" y="40512"/>
                </a:lnTo>
                <a:lnTo>
                  <a:pt x="5497" y="29563"/>
                </a:lnTo>
                <a:lnTo>
                  <a:pt x="5587" y="3120"/>
                </a:lnTo>
                <a:lnTo>
                  <a:pt x="5866" y="551"/>
                </a:lnTo>
                <a:lnTo>
                  <a:pt x="5925" y="0"/>
                </a:lnTo>
                <a:close/>
              </a:path>
              <a:path w="10160" h="54610">
                <a:moveTo>
                  <a:pt x="9590" y="41852"/>
                </a:moveTo>
                <a:lnTo>
                  <a:pt x="6209" y="42230"/>
                </a:lnTo>
                <a:lnTo>
                  <a:pt x="9590" y="42230"/>
                </a:lnTo>
                <a:lnTo>
                  <a:pt x="9590" y="41852"/>
                </a:lnTo>
                <a:close/>
              </a:path>
            </a:pathLst>
          </a:custGeom>
          <a:solidFill>
            <a:srgbClr val="ADA7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45" name="bg object 1645"/>
          <p:cNvSpPr/>
          <p:nvPr/>
        </p:nvSpPr>
        <p:spPr>
          <a:xfrm>
            <a:off x="2189898" y="4217568"/>
            <a:ext cx="14604" cy="18415"/>
          </a:xfrm>
          <a:custGeom>
            <a:avLst/>
            <a:gdLst/>
            <a:ahLst/>
            <a:cxnLst/>
            <a:rect l="l" t="t" r="r" b="b"/>
            <a:pathLst>
              <a:path w="14605" h="18414">
                <a:moveTo>
                  <a:pt x="14570" y="0"/>
                </a:moveTo>
                <a:lnTo>
                  <a:pt x="6020" y="15"/>
                </a:lnTo>
                <a:lnTo>
                  <a:pt x="4712" y="9661"/>
                </a:lnTo>
                <a:lnTo>
                  <a:pt x="4097" y="11749"/>
                </a:lnTo>
                <a:lnTo>
                  <a:pt x="0" y="13309"/>
                </a:lnTo>
                <a:lnTo>
                  <a:pt x="1142" y="15784"/>
                </a:lnTo>
                <a:lnTo>
                  <a:pt x="866" y="17864"/>
                </a:lnTo>
                <a:lnTo>
                  <a:pt x="14586" y="17856"/>
                </a:lnTo>
                <a:lnTo>
                  <a:pt x="14594" y="13735"/>
                </a:lnTo>
                <a:lnTo>
                  <a:pt x="14570" y="0"/>
                </a:lnTo>
                <a:close/>
              </a:path>
            </a:pathLst>
          </a:custGeom>
          <a:solidFill>
            <a:srgbClr val="ABA4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46" name="bg object 1646"/>
          <p:cNvSpPr/>
          <p:nvPr/>
        </p:nvSpPr>
        <p:spPr>
          <a:xfrm>
            <a:off x="2190739" y="4235431"/>
            <a:ext cx="18415" cy="26670"/>
          </a:xfrm>
          <a:custGeom>
            <a:avLst/>
            <a:gdLst/>
            <a:ahLst/>
            <a:cxnLst/>
            <a:rect l="l" t="t" r="r" b="b"/>
            <a:pathLst>
              <a:path w="18414" h="26670">
                <a:moveTo>
                  <a:pt x="23" y="0"/>
                </a:moveTo>
                <a:lnTo>
                  <a:pt x="0" y="26139"/>
                </a:lnTo>
                <a:lnTo>
                  <a:pt x="2750" y="26391"/>
                </a:lnTo>
                <a:lnTo>
                  <a:pt x="4279" y="25524"/>
                </a:lnTo>
                <a:lnTo>
                  <a:pt x="3995" y="17573"/>
                </a:lnTo>
                <a:lnTo>
                  <a:pt x="4255" y="12766"/>
                </a:lnTo>
                <a:lnTo>
                  <a:pt x="3979" y="4854"/>
                </a:lnTo>
                <a:lnTo>
                  <a:pt x="5437" y="3908"/>
                </a:lnTo>
                <a:lnTo>
                  <a:pt x="8211" y="4160"/>
                </a:lnTo>
                <a:lnTo>
                  <a:pt x="17841" y="4160"/>
                </a:lnTo>
                <a:lnTo>
                  <a:pt x="17848" y="31"/>
                </a:lnTo>
                <a:lnTo>
                  <a:pt x="23" y="0"/>
                </a:lnTo>
                <a:close/>
              </a:path>
            </a:pathLst>
          </a:custGeom>
          <a:solidFill>
            <a:srgbClr val="A196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47" name="bg object 1647"/>
          <p:cNvSpPr/>
          <p:nvPr/>
        </p:nvSpPr>
        <p:spPr>
          <a:xfrm>
            <a:off x="2204472" y="4217187"/>
            <a:ext cx="10160" cy="5080"/>
          </a:xfrm>
          <a:custGeom>
            <a:avLst/>
            <a:gdLst/>
            <a:ahLst/>
            <a:cxnLst/>
            <a:rect l="l" t="t" r="r" b="b"/>
            <a:pathLst>
              <a:path w="10160" h="5079">
                <a:moveTo>
                  <a:pt x="7257" y="0"/>
                </a:moveTo>
                <a:lnTo>
                  <a:pt x="4121" y="370"/>
                </a:lnTo>
                <a:lnTo>
                  <a:pt x="0" y="386"/>
                </a:lnTo>
                <a:lnTo>
                  <a:pt x="7" y="4499"/>
                </a:lnTo>
                <a:lnTo>
                  <a:pt x="8227" y="4515"/>
                </a:lnTo>
                <a:lnTo>
                  <a:pt x="9826" y="173"/>
                </a:lnTo>
                <a:lnTo>
                  <a:pt x="7257" y="0"/>
                </a:lnTo>
                <a:close/>
              </a:path>
            </a:pathLst>
          </a:custGeom>
          <a:solidFill>
            <a:srgbClr val="A19B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48" name="bg object 1648"/>
          <p:cNvSpPr/>
          <p:nvPr/>
        </p:nvSpPr>
        <p:spPr>
          <a:xfrm>
            <a:off x="2204484" y="4225779"/>
            <a:ext cx="5080" cy="5715"/>
          </a:xfrm>
          <a:custGeom>
            <a:avLst/>
            <a:gdLst/>
            <a:ahLst/>
            <a:cxnLst/>
            <a:rect l="l" t="t" r="r" b="b"/>
            <a:pathLst>
              <a:path w="5080" h="5714">
                <a:moveTo>
                  <a:pt x="2151" y="0"/>
                </a:moveTo>
                <a:lnTo>
                  <a:pt x="0" y="39"/>
                </a:lnTo>
                <a:lnTo>
                  <a:pt x="7" y="5524"/>
                </a:lnTo>
                <a:lnTo>
                  <a:pt x="1355" y="4720"/>
                </a:lnTo>
                <a:lnTo>
                  <a:pt x="3609" y="4152"/>
                </a:lnTo>
                <a:lnTo>
                  <a:pt x="4609" y="70"/>
                </a:lnTo>
                <a:lnTo>
                  <a:pt x="2151" y="0"/>
                </a:lnTo>
                <a:close/>
              </a:path>
            </a:pathLst>
          </a:custGeom>
          <a:solidFill>
            <a:srgbClr val="BBBA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49" name="bg object 1649"/>
          <p:cNvSpPr/>
          <p:nvPr/>
        </p:nvSpPr>
        <p:spPr>
          <a:xfrm>
            <a:off x="2204467" y="4239587"/>
            <a:ext cx="4445" cy="13970"/>
          </a:xfrm>
          <a:custGeom>
            <a:avLst/>
            <a:gdLst/>
            <a:ahLst/>
            <a:cxnLst/>
            <a:rect l="l" t="t" r="r" b="b"/>
            <a:pathLst>
              <a:path w="4444" h="13970">
                <a:moveTo>
                  <a:pt x="15" y="0"/>
                </a:moveTo>
                <a:lnTo>
                  <a:pt x="4113" y="0"/>
                </a:lnTo>
                <a:lnTo>
                  <a:pt x="4129" y="13751"/>
                </a:lnTo>
                <a:lnTo>
                  <a:pt x="0" y="13759"/>
                </a:lnTo>
                <a:lnTo>
                  <a:pt x="15" y="0"/>
                </a:lnTo>
                <a:close/>
              </a:path>
            </a:pathLst>
          </a:custGeom>
          <a:solidFill>
            <a:srgbClr val="9183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50" name="bg object 1650"/>
          <p:cNvSpPr/>
          <p:nvPr/>
        </p:nvSpPr>
        <p:spPr>
          <a:xfrm>
            <a:off x="2138598" y="3895536"/>
            <a:ext cx="41275" cy="58419"/>
          </a:xfrm>
          <a:custGeom>
            <a:avLst/>
            <a:gdLst/>
            <a:ahLst/>
            <a:cxnLst/>
            <a:rect l="l" t="t" r="r" b="b"/>
            <a:pathLst>
              <a:path w="41275" h="58420">
                <a:moveTo>
                  <a:pt x="10141" y="47975"/>
                </a:moveTo>
                <a:lnTo>
                  <a:pt x="2592" y="47975"/>
                </a:lnTo>
                <a:lnTo>
                  <a:pt x="4365" y="48637"/>
                </a:lnTo>
                <a:lnTo>
                  <a:pt x="4299" y="49559"/>
                </a:lnTo>
                <a:lnTo>
                  <a:pt x="4215" y="50725"/>
                </a:lnTo>
                <a:lnTo>
                  <a:pt x="4113" y="57809"/>
                </a:lnTo>
                <a:lnTo>
                  <a:pt x="8069" y="58361"/>
                </a:lnTo>
                <a:lnTo>
                  <a:pt x="10275" y="57085"/>
                </a:lnTo>
                <a:lnTo>
                  <a:pt x="9172" y="49559"/>
                </a:lnTo>
                <a:lnTo>
                  <a:pt x="10015" y="48180"/>
                </a:lnTo>
                <a:lnTo>
                  <a:pt x="10141" y="47975"/>
                </a:lnTo>
                <a:close/>
              </a:path>
              <a:path w="41275" h="58420">
                <a:moveTo>
                  <a:pt x="21754" y="47754"/>
                </a:moveTo>
                <a:lnTo>
                  <a:pt x="10275" y="47754"/>
                </a:lnTo>
                <a:lnTo>
                  <a:pt x="13711" y="48180"/>
                </a:lnTo>
                <a:lnTo>
                  <a:pt x="17878" y="48180"/>
                </a:lnTo>
                <a:lnTo>
                  <a:pt x="19283" y="48471"/>
                </a:lnTo>
                <a:lnTo>
                  <a:pt x="21473" y="50725"/>
                </a:lnTo>
                <a:lnTo>
                  <a:pt x="21583" y="49559"/>
                </a:lnTo>
                <a:lnTo>
                  <a:pt x="21686" y="48471"/>
                </a:lnTo>
                <a:lnTo>
                  <a:pt x="21754" y="47754"/>
                </a:lnTo>
                <a:close/>
              </a:path>
              <a:path w="41275" h="58420">
                <a:moveTo>
                  <a:pt x="13711" y="12411"/>
                </a:moveTo>
                <a:lnTo>
                  <a:pt x="9604" y="12411"/>
                </a:lnTo>
                <a:lnTo>
                  <a:pt x="9551" y="13262"/>
                </a:lnTo>
                <a:lnTo>
                  <a:pt x="9431" y="15153"/>
                </a:lnTo>
                <a:lnTo>
                  <a:pt x="9378" y="16461"/>
                </a:lnTo>
                <a:lnTo>
                  <a:pt x="10868" y="20756"/>
                </a:lnTo>
                <a:lnTo>
                  <a:pt x="10627" y="20756"/>
                </a:lnTo>
                <a:lnTo>
                  <a:pt x="3821" y="24783"/>
                </a:lnTo>
                <a:lnTo>
                  <a:pt x="5953" y="32191"/>
                </a:lnTo>
                <a:lnTo>
                  <a:pt x="6369" y="33491"/>
                </a:lnTo>
                <a:lnTo>
                  <a:pt x="9212" y="37762"/>
                </a:lnTo>
                <a:lnTo>
                  <a:pt x="9239" y="38219"/>
                </a:lnTo>
                <a:lnTo>
                  <a:pt x="9361" y="40276"/>
                </a:lnTo>
                <a:lnTo>
                  <a:pt x="9125" y="42987"/>
                </a:lnTo>
                <a:lnTo>
                  <a:pt x="6792" y="43743"/>
                </a:lnTo>
                <a:lnTo>
                  <a:pt x="3656" y="44255"/>
                </a:lnTo>
                <a:lnTo>
                  <a:pt x="7" y="44255"/>
                </a:lnTo>
                <a:lnTo>
                  <a:pt x="0" y="48180"/>
                </a:lnTo>
                <a:lnTo>
                  <a:pt x="2592" y="47975"/>
                </a:lnTo>
                <a:lnTo>
                  <a:pt x="10141" y="47975"/>
                </a:lnTo>
                <a:lnTo>
                  <a:pt x="10275" y="47754"/>
                </a:lnTo>
                <a:lnTo>
                  <a:pt x="21754" y="47754"/>
                </a:lnTo>
                <a:lnTo>
                  <a:pt x="22084" y="44255"/>
                </a:lnTo>
                <a:lnTo>
                  <a:pt x="22175" y="43294"/>
                </a:lnTo>
                <a:lnTo>
                  <a:pt x="27471" y="43294"/>
                </a:lnTo>
                <a:lnTo>
                  <a:pt x="27455" y="35989"/>
                </a:lnTo>
                <a:lnTo>
                  <a:pt x="14413" y="35989"/>
                </a:lnTo>
                <a:lnTo>
                  <a:pt x="13175" y="34232"/>
                </a:lnTo>
                <a:lnTo>
                  <a:pt x="13727" y="30268"/>
                </a:lnTo>
                <a:lnTo>
                  <a:pt x="13711" y="12411"/>
                </a:lnTo>
                <a:close/>
              </a:path>
              <a:path w="41275" h="58420">
                <a:moveTo>
                  <a:pt x="27471" y="43294"/>
                </a:moveTo>
                <a:lnTo>
                  <a:pt x="22175" y="43294"/>
                </a:lnTo>
                <a:lnTo>
                  <a:pt x="25269" y="44255"/>
                </a:lnTo>
                <a:lnTo>
                  <a:pt x="27450" y="44255"/>
                </a:lnTo>
                <a:lnTo>
                  <a:pt x="27471" y="43294"/>
                </a:lnTo>
                <a:close/>
              </a:path>
              <a:path w="41275" h="58420">
                <a:moveTo>
                  <a:pt x="27387" y="8069"/>
                </a:moveTo>
                <a:lnTo>
                  <a:pt x="21820" y="8069"/>
                </a:lnTo>
                <a:lnTo>
                  <a:pt x="23577" y="8739"/>
                </a:lnTo>
                <a:lnTo>
                  <a:pt x="23313" y="12411"/>
                </a:lnTo>
                <a:lnTo>
                  <a:pt x="23411" y="31450"/>
                </a:lnTo>
                <a:lnTo>
                  <a:pt x="23474" y="34232"/>
                </a:lnTo>
                <a:lnTo>
                  <a:pt x="23340" y="35989"/>
                </a:lnTo>
                <a:lnTo>
                  <a:pt x="27455" y="35989"/>
                </a:lnTo>
                <a:lnTo>
                  <a:pt x="27356" y="34232"/>
                </a:lnTo>
                <a:lnTo>
                  <a:pt x="27242" y="32191"/>
                </a:lnTo>
                <a:lnTo>
                  <a:pt x="28904" y="31450"/>
                </a:lnTo>
                <a:lnTo>
                  <a:pt x="31592" y="31450"/>
                </a:lnTo>
                <a:lnTo>
                  <a:pt x="32017" y="29385"/>
                </a:lnTo>
                <a:lnTo>
                  <a:pt x="30112" y="24783"/>
                </a:lnTo>
                <a:lnTo>
                  <a:pt x="36044" y="24783"/>
                </a:lnTo>
                <a:lnTo>
                  <a:pt x="36123" y="24184"/>
                </a:lnTo>
                <a:lnTo>
                  <a:pt x="36218" y="21741"/>
                </a:lnTo>
                <a:lnTo>
                  <a:pt x="29125" y="21741"/>
                </a:lnTo>
                <a:lnTo>
                  <a:pt x="28622" y="20756"/>
                </a:lnTo>
                <a:lnTo>
                  <a:pt x="27565" y="19574"/>
                </a:lnTo>
                <a:lnTo>
                  <a:pt x="27444" y="15153"/>
                </a:lnTo>
                <a:lnTo>
                  <a:pt x="27387" y="8069"/>
                </a:lnTo>
                <a:close/>
              </a:path>
              <a:path w="41275" h="58420">
                <a:moveTo>
                  <a:pt x="31592" y="31450"/>
                </a:moveTo>
                <a:lnTo>
                  <a:pt x="28904" y="31450"/>
                </a:lnTo>
                <a:lnTo>
                  <a:pt x="31544" y="31678"/>
                </a:lnTo>
                <a:lnTo>
                  <a:pt x="31592" y="31450"/>
                </a:lnTo>
                <a:close/>
              </a:path>
              <a:path w="41275" h="58420">
                <a:moveTo>
                  <a:pt x="36044" y="24783"/>
                </a:moveTo>
                <a:lnTo>
                  <a:pt x="30294" y="24783"/>
                </a:lnTo>
                <a:lnTo>
                  <a:pt x="35682" y="27533"/>
                </a:lnTo>
                <a:lnTo>
                  <a:pt x="36044" y="24783"/>
                </a:lnTo>
                <a:close/>
              </a:path>
              <a:path w="41275" h="58420">
                <a:moveTo>
                  <a:pt x="41009" y="8565"/>
                </a:moveTo>
                <a:lnTo>
                  <a:pt x="36588" y="12663"/>
                </a:lnTo>
                <a:lnTo>
                  <a:pt x="30764" y="12876"/>
                </a:lnTo>
                <a:lnTo>
                  <a:pt x="31406" y="18463"/>
                </a:lnTo>
                <a:lnTo>
                  <a:pt x="31474" y="19574"/>
                </a:lnTo>
                <a:lnTo>
                  <a:pt x="29882" y="20756"/>
                </a:lnTo>
                <a:lnTo>
                  <a:pt x="29125" y="21741"/>
                </a:lnTo>
                <a:lnTo>
                  <a:pt x="36218" y="21741"/>
                </a:lnTo>
                <a:lnTo>
                  <a:pt x="36257" y="20756"/>
                </a:lnTo>
                <a:lnTo>
                  <a:pt x="37486" y="16461"/>
                </a:lnTo>
                <a:lnTo>
                  <a:pt x="39771" y="15933"/>
                </a:lnTo>
                <a:lnTo>
                  <a:pt x="41158" y="15153"/>
                </a:lnTo>
                <a:lnTo>
                  <a:pt x="40646" y="13262"/>
                </a:lnTo>
                <a:lnTo>
                  <a:pt x="40995" y="8739"/>
                </a:lnTo>
                <a:lnTo>
                  <a:pt x="41009" y="8565"/>
                </a:lnTo>
                <a:close/>
              </a:path>
              <a:path w="41275" h="58420">
                <a:moveTo>
                  <a:pt x="19188" y="4137"/>
                </a:moveTo>
                <a:lnTo>
                  <a:pt x="19220" y="8258"/>
                </a:lnTo>
                <a:lnTo>
                  <a:pt x="21820" y="8069"/>
                </a:lnTo>
                <a:lnTo>
                  <a:pt x="27387" y="8069"/>
                </a:lnTo>
                <a:lnTo>
                  <a:pt x="27403" y="4546"/>
                </a:lnTo>
                <a:lnTo>
                  <a:pt x="22387" y="4546"/>
                </a:lnTo>
                <a:lnTo>
                  <a:pt x="19188" y="4137"/>
                </a:lnTo>
                <a:close/>
              </a:path>
              <a:path w="41275" h="58420">
                <a:moveTo>
                  <a:pt x="27423" y="0"/>
                </a:moveTo>
                <a:lnTo>
                  <a:pt x="23341" y="0"/>
                </a:lnTo>
                <a:lnTo>
                  <a:pt x="23711" y="3120"/>
                </a:lnTo>
                <a:lnTo>
                  <a:pt x="22387" y="4546"/>
                </a:lnTo>
                <a:lnTo>
                  <a:pt x="27403" y="4546"/>
                </a:lnTo>
                <a:lnTo>
                  <a:pt x="27423" y="0"/>
                </a:lnTo>
                <a:close/>
              </a:path>
            </a:pathLst>
          </a:custGeom>
          <a:solidFill>
            <a:srgbClr val="B8B0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51" name="bg object 1651"/>
          <p:cNvSpPr/>
          <p:nvPr/>
        </p:nvSpPr>
        <p:spPr>
          <a:xfrm>
            <a:off x="2167426" y="3873520"/>
            <a:ext cx="12700" cy="18415"/>
          </a:xfrm>
          <a:custGeom>
            <a:avLst/>
            <a:gdLst/>
            <a:ahLst/>
            <a:cxnLst/>
            <a:rect l="l" t="t" r="r" b="b"/>
            <a:pathLst>
              <a:path w="12700" h="18414">
                <a:moveTo>
                  <a:pt x="12332" y="7"/>
                </a:moveTo>
                <a:lnTo>
                  <a:pt x="0" y="0"/>
                </a:lnTo>
                <a:lnTo>
                  <a:pt x="0" y="4121"/>
                </a:lnTo>
                <a:lnTo>
                  <a:pt x="2616" y="3955"/>
                </a:lnTo>
                <a:lnTo>
                  <a:pt x="4302" y="4649"/>
                </a:lnTo>
                <a:lnTo>
                  <a:pt x="3963" y="11150"/>
                </a:lnTo>
                <a:lnTo>
                  <a:pt x="4089" y="14515"/>
                </a:lnTo>
                <a:lnTo>
                  <a:pt x="4082" y="17880"/>
                </a:lnTo>
                <a:lnTo>
                  <a:pt x="8510" y="16753"/>
                </a:lnTo>
                <a:lnTo>
                  <a:pt x="12246" y="12718"/>
                </a:lnTo>
                <a:lnTo>
                  <a:pt x="12395" y="5910"/>
                </a:lnTo>
                <a:lnTo>
                  <a:pt x="12340" y="2955"/>
                </a:lnTo>
                <a:lnTo>
                  <a:pt x="12340" y="7"/>
                </a:lnTo>
                <a:close/>
              </a:path>
            </a:pathLst>
          </a:custGeom>
          <a:solidFill>
            <a:srgbClr val="BDB4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52" name="bg object 1652"/>
          <p:cNvSpPr/>
          <p:nvPr/>
        </p:nvSpPr>
        <p:spPr>
          <a:xfrm>
            <a:off x="2161942" y="3877472"/>
            <a:ext cx="10160" cy="18415"/>
          </a:xfrm>
          <a:custGeom>
            <a:avLst/>
            <a:gdLst/>
            <a:ahLst/>
            <a:cxnLst/>
            <a:rect l="l" t="t" r="r" b="b"/>
            <a:pathLst>
              <a:path w="10160" h="18414">
                <a:moveTo>
                  <a:pt x="8100" y="0"/>
                </a:moveTo>
                <a:lnTo>
                  <a:pt x="5484" y="173"/>
                </a:lnTo>
                <a:lnTo>
                  <a:pt x="6028" y="4720"/>
                </a:lnTo>
                <a:lnTo>
                  <a:pt x="2962" y="4436"/>
                </a:lnTo>
                <a:lnTo>
                  <a:pt x="0" y="4302"/>
                </a:lnTo>
                <a:lnTo>
                  <a:pt x="0" y="18061"/>
                </a:lnTo>
                <a:lnTo>
                  <a:pt x="4074" y="18061"/>
                </a:lnTo>
                <a:lnTo>
                  <a:pt x="3554" y="13538"/>
                </a:lnTo>
                <a:lnTo>
                  <a:pt x="6650" y="13853"/>
                </a:lnTo>
                <a:lnTo>
                  <a:pt x="9566" y="13924"/>
                </a:lnTo>
                <a:lnTo>
                  <a:pt x="9574" y="10567"/>
                </a:lnTo>
                <a:lnTo>
                  <a:pt x="9448" y="7202"/>
                </a:lnTo>
                <a:lnTo>
                  <a:pt x="9787" y="701"/>
                </a:lnTo>
                <a:lnTo>
                  <a:pt x="8100" y="0"/>
                </a:lnTo>
                <a:close/>
              </a:path>
            </a:pathLst>
          </a:custGeom>
          <a:solidFill>
            <a:srgbClr val="B4A6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53" name="bg object 1653"/>
          <p:cNvSpPr/>
          <p:nvPr/>
        </p:nvSpPr>
        <p:spPr>
          <a:xfrm>
            <a:off x="2156443" y="3921308"/>
            <a:ext cx="27305" cy="38100"/>
          </a:xfrm>
          <a:custGeom>
            <a:avLst/>
            <a:gdLst/>
            <a:ahLst/>
            <a:cxnLst/>
            <a:rect l="l" t="t" r="r" b="b"/>
            <a:pathLst>
              <a:path w="27305" h="38100">
                <a:moveTo>
                  <a:pt x="22750" y="0"/>
                </a:moveTo>
                <a:lnTo>
                  <a:pt x="17841" y="1757"/>
                </a:lnTo>
                <a:lnTo>
                  <a:pt x="17833" y="3317"/>
                </a:lnTo>
                <a:lnTo>
                  <a:pt x="17730" y="4877"/>
                </a:lnTo>
                <a:lnTo>
                  <a:pt x="18101" y="9558"/>
                </a:lnTo>
                <a:lnTo>
                  <a:pt x="16328" y="10228"/>
                </a:lnTo>
                <a:lnTo>
                  <a:pt x="13727" y="10007"/>
                </a:lnTo>
                <a:lnTo>
                  <a:pt x="13727" y="11560"/>
                </a:lnTo>
                <a:lnTo>
                  <a:pt x="13617" y="13128"/>
                </a:lnTo>
                <a:lnTo>
                  <a:pt x="13987" y="17817"/>
                </a:lnTo>
                <a:lnTo>
                  <a:pt x="12198" y="18471"/>
                </a:lnTo>
                <a:lnTo>
                  <a:pt x="9613" y="18274"/>
                </a:lnTo>
                <a:lnTo>
                  <a:pt x="7115" y="18384"/>
                </a:lnTo>
                <a:lnTo>
                  <a:pt x="4334" y="17525"/>
                </a:lnTo>
                <a:lnTo>
                  <a:pt x="3624" y="24956"/>
                </a:lnTo>
                <a:lnTo>
                  <a:pt x="1434" y="22703"/>
                </a:lnTo>
                <a:lnTo>
                  <a:pt x="0" y="22403"/>
                </a:lnTo>
                <a:lnTo>
                  <a:pt x="0" y="36154"/>
                </a:lnTo>
                <a:lnTo>
                  <a:pt x="8227" y="36162"/>
                </a:lnTo>
                <a:lnTo>
                  <a:pt x="8991" y="34807"/>
                </a:lnTo>
                <a:lnTo>
                  <a:pt x="9740" y="32325"/>
                </a:lnTo>
                <a:lnTo>
                  <a:pt x="12907" y="32285"/>
                </a:lnTo>
                <a:lnTo>
                  <a:pt x="15453" y="32884"/>
                </a:lnTo>
                <a:lnTo>
                  <a:pt x="19314" y="34586"/>
                </a:lnTo>
                <a:lnTo>
                  <a:pt x="20543" y="36280"/>
                </a:lnTo>
                <a:lnTo>
                  <a:pt x="21962" y="37549"/>
                </a:lnTo>
                <a:lnTo>
                  <a:pt x="26060" y="37526"/>
                </a:lnTo>
                <a:lnTo>
                  <a:pt x="26060" y="32049"/>
                </a:lnTo>
                <a:lnTo>
                  <a:pt x="23436" y="32222"/>
                </a:lnTo>
                <a:lnTo>
                  <a:pt x="21749" y="31513"/>
                </a:lnTo>
                <a:lnTo>
                  <a:pt x="22096" y="25469"/>
                </a:lnTo>
                <a:lnTo>
                  <a:pt x="21962" y="22553"/>
                </a:lnTo>
                <a:lnTo>
                  <a:pt x="21962" y="14153"/>
                </a:lnTo>
                <a:lnTo>
                  <a:pt x="21899" y="12001"/>
                </a:lnTo>
                <a:lnTo>
                  <a:pt x="21986" y="10157"/>
                </a:lnTo>
                <a:lnTo>
                  <a:pt x="25697" y="9755"/>
                </a:lnTo>
                <a:lnTo>
                  <a:pt x="26265" y="7848"/>
                </a:lnTo>
                <a:lnTo>
                  <a:pt x="26919" y="6784"/>
                </a:lnTo>
                <a:lnTo>
                  <a:pt x="23451" y="5918"/>
                </a:lnTo>
                <a:lnTo>
                  <a:pt x="22750" y="0"/>
                </a:lnTo>
                <a:close/>
              </a:path>
            </a:pathLst>
          </a:custGeom>
          <a:solidFill>
            <a:srgbClr val="BCB3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54" name="bg object 1654"/>
          <p:cNvSpPr/>
          <p:nvPr/>
        </p:nvSpPr>
        <p:spPr>
          <a:xfrm>
            <a:off x="2187814" y="3931056"/>
            <a:ext cx="14604" cy="32384"/>
          </a:xfrm>
          <a:custGeom>
            <a:avLst/>
            <a:gdLst/>
            <a:ahLst/>
            <a:cxnLst/>
            <a:rect l="l" t="t" r="r" b="b"/>
            <a:pathLst>
              <a:path w="14605" h="32385">
                <a:moveTo>
                  <a:pt x="630" y="0"/>
                </a:moveTo>
                <a:lnTo>
                  <a:pt x="0" y="1804"/>
                </a:lnTo>
                <a:lnTo>
                  <a:pt x="189" y="4381"/>
                </a:lnTo>
                <a:lnTo>
                  <a:pt x="189" y="31931"/>
                </a:lnTo>
                <a:lnTo>
                  <a:pt x="4294" y="31931"/>
                </a:lnTo>
                <a:lnTo>
                  <a:pt x="4373" y="18298"/>
                </a:lnTo>
                <a:lnTo>
                  <a:pt x="10520" y="18156"/>
                </a:lnTo>
                <a:lnTo>
                  <a:pt x="12537" y="18156"/>
                </a:lnTo>
                <a:lnTo>
                  <a:pt x="12994" y="15965"/>
                </a:lnTo>
                <a:lnTo>
                  <a:pt x="13538" y="13814"/>
                </a:lnTo>
                <a:lnTo>
                  <a:pt x="6178" y="13814"/>
                </a:lnTo>
                <a:lnTo>
                  <a:pt x="5644" y="12931"/>
                </a:lnTo>
                <a:lnTo>
                  <a:pt x="5563" y="12797"/>
                </a:lnTo>
                <a:lnTo>
                  <a:pt x="4578" y="11844"/>
                </a:lnTo>
                <a:lnTo>
                  <a:pt x="3924" y="7785"/>
                </a:lnTo>
                <a:lnTo>
                  <a:pt x="4305" y="5784"/>
                </a:lnTo>
                <a:lnTo>
                  <a:pt x="4405" y="5264"/>
                </a:lnTo>
                <a:lnTo>
                  <a:pt x="8416" y="5264"/>
                </a:lnTo>
                <a:lnTo>
                  <a:pt x="8416" y="275"/>
                </a:lnTo>
                <a:lnTo>
                  <a:pt x="4060" y="275"/>
                </a:lnTo>
                <a:lnTo>
                  <a:pt x="630" y="0"/>
                </a:lnTo>
                <a:close/>
              </a:path>
              <a:path w="14605" h="32385">
                <a:moveTo>
                  <a:pt x="13120" y="4972"/>
                </a:moveTo>
                <a:lnTo>
                  <a:pt x="8416" y="5784"/>
                </a:lnTo>
                <a:lnTo>
                  <a:pt x="8443" y="7785"/>
                </a:lnTo>
                <a:lnTo>
                  <a:pt x="8660" y="9424"/>
                </a:lnTo>
                <a:lnTo>
                  <a:pt x="8162" y="11844"/>
                </a:lnTo>
                <a:lnTo>
                  <a:pt x="8100" y="12143"/>
                </a:lnTo>
                <a:lnTo>
                  <a:pt x="6918" y="12931"/>
                </a:lnTo>
                <a:lnTo>
                  <a:pt x="6178" y="13814"/>
                </a:lnTo>
                <a:lnTo>
                  <a:pt x="13541" y="13814"/>
                </a:lnTo>
                <a:lnTo>
                  <a:pt x="14503" y="7785"/>
                </a:lnTo>
                <a:lnTo>
                  <a:pt x="14578" y="7312"/>
                </a:lnTo>
                <a:lnTo>
                  <a:pt x="13120" y="4972"/>
                </a:lnTo>
                <a:close/>
              </a:path>
              <a:path w="14605" h="32385">
                <a:moveTo>
                  <a:pt x="8416" y="5264"/>
                </a:moveTo>
                <a:lnTo>
                  <a:pt x="4405" y="5264"/>
                </a:lnTo>
                <a:lnTo>
                  <a:pt x="8416" y="5784"/>
                </a:lnTo>
                <a:lnTo>
                  <a:pt x="8416" y="5264"/>
                </a:lnTo>
                <a:close/>
              </a:path>
            </a:pathLst>
          </a:custGeom>
          <a:solidFill>
            <a:srgbClr val="A99F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55" name="bg object 1655"/>
          <p:cNvSpPr/>
          <p:nvPr/>
        </p:nvSpPr>
        <p:spPr>
          <a:xfrm>
            <a:off x="2181949" y="3935457"/>
            <a:ext cx="6350" cy="27940"/>
          </a:xfrm>
          <a:custGeom>
            <a:avLst/>
            <a:gdLst/>
            <a:ahLst/>
            <a:cxnLst/>
            <a:rect l="l" t="t" r="r" b="b"/>
            <a:pathLst>
              <a:path w="6350" h="27939">
                <a:moveTo>
                  <a:pt x="6052" y="0"/>
                </a:moveTo>
                <a:lnTo>
                  <a:pt x="1938" y="0"/>
                </a:lnTo>
                <a:lnTo>
                  <a:pt x="1930" y="5508"/>
                </a:lnTo>
                <a:lnTo>
                  <a:pt x="551" y="17896"/>
                </a:lnTo>
                <a:lnTo>
                  <a:pt x="559" y="23380"/>
                </a:lnTo>
                <a:lnTo>
                  <a:pt x="38" y="27628"/>
                </a:lnTo>
                <a:lnTo>
                  <a:pt x="0" y="27943"/>
                </a:lnTo>
                <a:lnTo>
                  <a:pt x="3112" y="27628"/>
                </a:lnTo>
                <a:lnTo>
                  <a:pt x="6052" y="27628"/>
                </a:lnTo>
                <a:lnTo>
                  <a:pt x="6052" y="0"/>
                </a:lnTo>
                <a:close/>
              </a:path>
            </a:pathLst>
          </a:custGeom>
          <a:solidFill>
            <a:srgbClr val="A29E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56" name="bg object 1656"/>
          <p:cNvSpPr/>
          <p:nvPr/>
        </p:nvSpPr>
        <p:spPr>
          <a:xfrm>
            <a:off x="2178404" y="3935455"/>
            <a:ext cx="5715" cy="5715"/>
          </a:xfrm>
          <a:custGeom>
            <a:avLst/>
            <a:gdLst/>
            <a:ahLst/>
            <a:cxnLst/>
            <a:rect l="l" t="t" r="r" b="b"/>
            <a:pathLst>
              <a:path w="5714" h="5714">
                <a:moveTo>
                  <a:pt x="5484" y="0"/>
                </a:moveTo>
                <a:lnTo>
                  <a:pt x="0" y="7"/>
                </a:lnTo>
                <a:lnTo>
                  <a:pt x="0" y="5500"/>
                </a:lnTo>
                <a:lnTo>
                  <a:pt x="5468" y="5508"/>
                </a:lnTo>
                <a:lnTo>
                  <a:pt x="5484" y="0"/>
                </a:lnTo>
                <a:close/>
              </a:path>
            </a:pathLst>
          </a:custGeom>
          <a:solidFill>
            <a:srgbClr val="A99F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57" name="bg object 1657"/>
          <p:cNvSpPr/>
          <p:nvPr/>
        </p:nvSpPr>
        <p:spPr>
          <a:xfrm>
            <a:off x="2163290" y="3851512"/>
            <a:ext cx="22860" cy="22225"/>
          </a:xfrm>
          <a:custGeom>
            <a:avLst/>
            <a:gdLst/>
            <a:ahLst/>
            <a:cxnLst/>
            <a:rect l="l" t="t" r="r" b="b"/>
            <a:pathLst>
              <a:path w="22860" h="22225">
                <a:moveTo>
                  <a:pt x="21976" y="12206"/>
                </a:moveTo>
                <a:lnTo>
                  <a:pt x="2584" y="12206"/>
                </a:lnTo>
                <a:lnTo>
                  <a:pt x="4373" y="12837"/>
                </a:lnTo>
                <a:lnTo>
                  <a:pt x="3995" y="17998"/>
                </a:lnTo>
                <a:lnTo>
                  <a:pt x="4011" y="18250"/>
                </a:lnTo>
                <a:lnTo>
                  <a:pt x="4137" y="22017"/>
                </a:lnTo>
                <a:lnTo>
                  <a:pt x="16469" y="22017"/>
                </a:lnTo>
                <a:lnTo>
                  <a:pt x="17045" y="20693"/>
                </a:lnTo>
                <a:lnTo>
                  <a:pt x="17557" y="18250"/>
                </a:lnTo>
                <a:lnTo>
                  <a:pt x="22458" y="17998"/>
                </a:lnTo>
                <a:lnTo>
                  <a:pt x="21986" y="15122"/>
                </a:lnTo>
                <a:lnTo>
                  <a:pt x="21976" y="12206"/>
                </a:lnTo>
                <a:close/>
              </a:path>
              <a:path w="22860" h="22225">
                <a:moveTo>
                  <a:pt x="8242" y="0"/>
                </a:moveTo>
                <a:lnTo>
                  <a:pt x="4129" y="0"/>
                </a:lnTo>
                <a:lnTo>
                  <a:pt x="3869" y="3443"/>
                </a:lnTo>
                <a:lnTo>
                  <a:pt x="5524" y="7596"/>
                </a:lnTo>
                <a:lnTo>
                  <a:pt x="39" y="9432"/>
                </a:lnTo>
                <a:lnTo>
                  <a:pt x="0" y="12372"/>
                </a:lnTo>
                <a:lnTo>
                  <a:pt x="2584" y="12206"/>
                </a:lnTo>
                <a:lnTo>
                  <a:pt x="21976" y="12206"/>
                </a:lnTo>
                <a:lnTo>
                  <a:pt x="21974" y="11796"/>
                </a:lnTo>
                <a:lnTo>
                  <a:pt x="13372" y="11796"/>
                </a:lnTo>
                <a:lnTo>
                  <a:pt x="9968" y="8045"/>
                </a:lnTo>
                <a:lnTo>
                  <a:pt x="6729" y="4917"/>
                </a:lnTo>
                <a:lnTo>
                  <a:pt x="8242" y="0"/>
                </a:lnTo>
                <a:close/>
              </a:path>
              <a:path w="22860" h="22225">
                <a:moveTo>
                  <a:pt x="21962" y="8250"/>
                </a:moveTo>
                <a:lnTo>
                  <a:pt x="20354" y="9117"/>
                </a:lnTo>
                <a:lnTo>
                  <a:pt x="18818" y="10197"/>
                </a:lnTo>
                <a:lnTo>
                  <a:pt x="15721" y="11237"/>
                </a:lnTo>
                <a:lnTo>
                  <a:pt x="13372" y="11796"/>
                </a:lnTo>
                <a:lnTo>
                  <a:pt x="21974" y="11796"/>
                </a:lnTo>
                <a:lnTo>
                  <a:pt x="21962" y="8250"/>
                </a:lnTo>
                <a:close/>
              </a:path>
            </a:pathLst>
          </a:custGeom>
          <a:solidFill>
            <a:srgbClr val="C4BB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58" name="bg object 1658"/>
          <p:cNvSpPr/>
          <p:nvPr/>
        </p:nvSpPr>
        <p:spPr>
          <a:xfrm>
            <a:off x="2182260" y="3962978"/>
            <a:ext cx="10160" cy="18415"/>
          </a:xfrm>
          <a:custGeom>
            <a:avLst/>
            <a:gdLst/>
            <a:ahLst/>
            <a:cxnLst/>
            <a:rect l="l" t="t" r="r" b="b"/>
            <a:pathLst>
              <a:path w="10160" h="18414">
                <a:moveTo>
                  <a:pt x="9850" y="7"/>
                </a:moveTo>
                <a:lnTo>
                  <a:pt x="5744" y="0"/>
                </a:lnTo>
                <a:lnTo>
                  <a:pt x="3932" y="3215"/>
                </a:lnTo>
                <a:lnTo>
                  <a:pt x="5043" y="7935"/>
                </a:lnTo>
                <a:lnTo>
                  <a:pt x="0" y="10141"/>
                </a:lnTo>
                <a:lnTo>
                  <a:pt x="338" y="12435"/>
                </a:lnTo>
                <a:lnTo>
                  <a:pt x="267" y="13774"/>
                </a:lnTo>
                <a:lnTo>
                  <a:pt x="3427" y="13357"/>
                </a:lnTo>
                <a:lnTo>
                  <a:pt x="4743" y="14783"/>
                </a:lnTo>
                <a:lnTo>
                  <a:pt x="4389" y="17896"/>
                </a:lnTo>
                <a:lnTo>
                  <a:pt x="9866" y="17888"/>
                </a:lnTo>
                <a:lnTo>
                  <a:pt x="9850" y="7"/>
                </a:lnTo>
                <a:close/>
              </a:path>
            </a:pathLst>
          </a:custGeom>
          <a:solidFill>
            <a:srgbClr val="A19A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59" name="bg object 1659"/>
          <p:cNvSpPr/>
          <p:nvPr/>
        </p:nvSpPr>
        <p:spPr>
          <a:xfrm>
            <a:off x="2186600" y="3980875"/>
            <a:ext cx="10160" cy="8255"/>
          </a:xfrm>
          <a:custGeom>
            <a:avLst/>
            <a:gdLst/>
            <a:ahLst/>
            <a:cxnLst/>
            <a:rect l="l" t="t" r="r" b="b"/>
            <a:pathLst>
              <a:path w="10160" h="8254">
                <a:moveTo>
                  <a:pt x="9629" y="0"/>
                </a:moveTo>
                <a:lnTo>
                  <a:pt x="47" y="0"/>
                </a:lnTo>
                <a:lnTo>
                  <a:pt x="0" y="8227"/>
                </a:lnTo>
                <a:lnTo>
                  <a:pt x="4145" y="8250"/>
                </a:lnTo>
                <a:lnTo>
                  <a:pt x="3601" y="3711"/>
                </a:lnTo>
                <a:lnTo>
                  <a:pt x="6658" y="3995"/>
                </a:lnTo>
                <a:lnTo>
                  <a:pt x="9613" y="4145"/>
                </a:lnTo>
                <a:lnTo>
                  <a:pt x="9629" y="0"/>
                </a:lnTo>
                <a:close/>
              </a:path>
            </a:pathLst>
          </a:custGeom>
          <a:solidFill>
            <a:srgbClr val="A89F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60" name="bg object 1660"/>
          <p:cNvSpPr/>
          <p:nvPr/>
        </p:nvSpPr>
        <p:spPr>
          <a:xfrm>
            <a:off x="2190200" y="3984589"/>
            <a:ext cx="6350" cy="18415"/>
          </a:xfrm>
          <a:custGeom>
            <a:avLst/>
            <a:gdLst/>
            <a:ahLst/>
            <a:cxnLst/>
            <a:rect l="l" t="t" r="r" b="b"/>
            <a:pathLst>
              <a:path w="6350" h="18414">
                <a:moveTo>
                  <a:pt x="0" y="0"/>
                </a:moveTo>
                <a:lnTo>
                  <a:pt x="543" y="4539"/>
                </a:lnTo>
                <a:lnTo>
                  <a:pt x="559" y="18282"/>
                </a:lnTo>
                <a:lnTo>
                  <a:pt x="4688" y="18290"/>
                </a:lnTo>
                <a:lnTo>
                  <a:pt x="6012" y="425"/>
                </a:lnTo>
                <a:lnTo>
                  <a:pt x="3057" y="283"/>
                </a:lnTo>
                <a:lnTo>
                  <a:pt x="0" y="0"/>
                </a:lnTo>
                <a:close/>
              </a:path>
            </a:pathLst>
          </a:custGeom>
          <a:solidFill>
            <a:srgbClr val="9D96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61" name="bg object 1661"/>
          <p:cNvSpPr/>
          <p:nvPr/>
        </p:nvSpPr>
        <p:spPr>
          <a:xfrm>
            <a:off x="2190763" y="4002874"/>
            <a:ext cx="10160" cy="4445"/>
          </a:xfrm>
          <a:custGeom>
            <a:avLst/>
            <a:gdLst/>
            <a:ahLst/>
            <a:cxnLst/>
            <a:rect l="l" t="t" r="r" b="b"/>
            <a:pathLst>
              <a:path w="10160" h="4445">
                <a:moveTo>
                  <a:pt x="0" y="0"/>
                </a:moveTo>
                <a:lnTo>
                  <a:pt x="7" y="4121"/>
                </a:lnTo>
                <a:lnTo>
                  <a:pt x="9558" y="4121"/>
                </a:lnTo>
                <a:lnTo>
                  <a:pt x="9566" y="15"/>
                </a:lnTo>
                <a:lnTo>
                  <a:pt x="0" y="0"/>
                </a:lnTo>
                <a:close/>
              </a:path>
            </a:pathLst>
          </a:custGeom>
          <a:solidFill>
            <a:srgbClr val="A79F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62" name="bg object 1662"/>
          <p:cNvSpPr/>
          <p:nvPr/>
        </p:nvSpPr>
        <p:spPr>
          <a:xfrm>
            <a:off x="2105605" y="4256094"/>
            <a:ext cx="10160" cy="12700"/>
          </a:xfrm>
          <a:custGeom>
            <a:avLst/>
            <a:gdLst/>
            <a:ahLst/>
            <a:cxnLst/>
            <a:rect l="l" t="t" r="r" b="b"/>
            <a:pathLst>
              <a:path w="10160" h="12700">
                <a:moveTo>
                  <a:pt x="9645" y="0"/>
                </a:moveTo>
                <a:lnTo>
                  <a:pt x="0" y="0"/>
                </a:lnTo>
                <a:lnTo>
                  <a:pt x="63" y="2939"/>
                </a:lnTo>
                <a:lnTo>
                  <a:pt x="5547" y="4775"/>
                </a:lnTo>
                <a:lnTo>
                  <a:pt x="3900" y="8920"/>
                </a:lnTo>
                <a:lnTo>
                  <a:pt x="4185" y="12372"/>
                </a:lnTo>
                <a:lnTo>
                  <a:pt x="8274" y="12372"/>
                </a:lnTo>
                <a:lnTo>
                  <a:pt x="9526" y="1071"/>
                </a:lnTo>
                <a:lnTo>
                  <a:pt x="9645" y="0"/>
                </a:lnTo>
                <a:close/>
              </a:path>
            </a:pathLst>
          </a:custGeom>
          <a:solidFill>
            <a:srgbClr val="786C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63" name="bg object 1663"/>
          <p:cNvSpPr/>
          <p:nvPr/>
        </p:nvSpPr>
        <p:spPr>
          <a:xfrm>
            <a:off x="2109300" y="4268450"/>
            <a:ext cx="5080" cy="6350"/>
          </a:xfrm>
          <a:custGeom>
            <a:avLst/>
            <a:gdLst/>
            <a:ahLst/>
            <a:cxnLst/>
            <a:rect l="l" t="t" r="r" b="b"/>
            <a:pathLst>
              <a:path w="5080" h="6350">
                <a:moveTo>
                  <a:pt x="488" y="0"/>
                </a:moveTo>
                <a:lnTo>
                  <a:pt x="370" y="2955"/>
                </a:lnTo>
                <a:lnTo>
                  <a:pt x="0" y="6091"/>
                </a:lnTo>
                <a:lnTo>
                  <a:pt x="4594" y="5531"/>
                </a:lnTo>
                <a:lnTo>
                  <a:pt x="4578" y="15"/>
                </a:lnTo>
                <a:lnTo>
                  <a:pt x="488" y="0"/>
                </a:lnTo>
                <a:close/>
              </a:path>
            </a:pathLst>
          </a:custGeom>
          <a:solidFill>
            <a:srgbClr val="8B80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64" name="bg object 1664"/>
          <p:cNvSpPr/>
          <p:nvPr/>
        </p:nvSpPr>
        <p:spPr>
          <a:xfrm>
            <a:off x="2089172" y="4206545"/>
            <a:ext cx="26670" cy="26670"/>
          </a:xfrm>
          <a:custGeom>
            <a:avLst/>
            <a:gdLst/>
            <a:ahLst/>
            <a:cxnLst/>
            <a:rect l="l" t="t" r="r" b="b"/>
            <a:pathLst>
              <a:path w="26669" h="26670">
                <a:moveTo>
                  <a:pt x="17856" y="0"/>
                </a:moveTo>
                <a:lnTo>
                  <a:pt x="17856" y="2923"/>
                </a:lnTo>
                <a:lnTo>
                  <a:pt x="17596" y="5862"/>
                </a:lnTo>
                <a:lnTo>
                  <a:pt x="18400" y="13246"/>
                </a:lnTo>
                <a:lnTo>
                  <a:pt x="16146" y="14247"/>
                </a:lnTo>
                <a:lnTo>
                  <a:pt x="12356" y="13766"/>
                </a:lnTo>
                <a:lnTo>
                  <a:pt x="11260" y="13577"/>
                </a:lnTo>
                <a:lnTo>
                  <a:pt x="9251" y="13506"/>
                </a:lnTo>
                <a:lnTo>
                  <a:pt x="8431" y="7108"/>
                </a:lnTo>
                <a:lnTo>
                  <a:pt x="3932" y="8305"/>
                </a:lnTo>
                <a:lnTo>
                  <a:pt x="47" y="8282"/>
                </a:lnTo>
                <a:lnTo>
                  <a:pt x="0" y="17896"/>
                </a:lnTo>
                <a:lnTo>
                  <a:pt x="1402" y="20638"/>
                </a:lnTo>
                <a:lnTo>
                  <a:pt x="5516" y="24767"/>
                </a:lnTo>
                <a:lnTo>
                  <a:pt x="8227" y="26162"/>
                </a:lnTo>
                <a:lnTo>
                  <a:pt x="17848" y="26146"/>
                </a:lnTo>
                <a:lnTo>
                  <a:pt x="17856" y="24594"/>
                </a:lnTo>
                <a:lnTo>
                  <a:pt x="17959" y="23034"/>
                </a:lnTo>
                <a:lnTo>
                  <a:pt x="17596" y="18353"/>
                </a:lnTo>
                <a:lnTo>
                  <a:pt x="19361" y="17683"/>
                </a:lnTo>
                <a:lnTo>
                  <a:pt x="21962" y="17904"/>
                </a:lnTo>
                <a:lnTo>
                  <a:pt x="21978" y="9645"/>
                </a:lnTo>
                <a:lnTo>
                  <a:pt x="22198" y="7446"/>
                </a:lnTo>
                <a:lnTo>
                  <a:pt x="21103" y="4814"/>
                </a:lnTo>
                <a:lnTo>
                  <a:pt x="25374" y="3569"/>
                </a:lnTo>
                <a:lnTo>
                  <a:pt x="25595" y="1347"/>
                </a:lnTo>
                <a:lnTo>
                  <a:pt x="26083" y="31"/>
                </a:lnTo>
                <a:lnTo>
                  <a:pt x="17856" y="0"/>
                </a:lnTo>
                <a:close/>
              </a:path>
            </a:pathLst>
          </a:custGeom>
          <a:solidFill>
            <a:srgbClr val="7367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65" name="bg object 1665"/>
          <p:cNvSpPr/>
          <p:nvPr/>
        </p:nvSpPr>
        <p:spPr>
          <a:xfrm>
            <a:off x="2093293" y="4236820"/>
            <a:ext cx="5080" cy="10160"/>
          </a:xfrm>
          <a:custGeom>
            <a:avLst/>
            <a:gdLst/>
            <a:ahLst/>
            <a:cxnLst/>
            <a:rect l="l" t="t" r="r" b="b"/>
            <a:pathLst>
              <a:path w="5080" h="10160">
                <a:moveTo>
                  <a:pt x="23" y="0"/>
                </a:moveTo>
                <a:lnTo>
                  <a:pt x="0" y="5500"/>
                </a:lnTo>
                <a:lnTo>
                  <a:pt x="39" y="9669"/>
                </a:lnTo>
                <a:lnTo>
                  <a:pt x="3191" y="10039"/>
                </a:lnTo>
                <a:lnTo>
                  <a:pt x="4491" y="8581"/>
                </a:lnTo>
                <a:lnTo>
                  <a:pt x="4152" y="5492"/>
                </a:lnTo>
                <a:lnTo>
                  <a:pt x="4074" y="1402"/>
                </a:lnTo>
                <a:lnTo>
                  <a:pt x="23" y="0"/>
                </a:lnTo>
                <a:close/>
              </a:path>
            </a:pathLst>
          </a:custGeom>
          <a:solidFill>
            <a:srgbClr val="9A8D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66" name="bg object 1666"/>
          <p:cNvSpPr/>
          <p:nvPr/>
        </p:nvSpPr>
        <p:spPr>
          <a:xfrm>
            <a:off x="2093318" y="4231312"/>
            <a:ext cx="4445" cy="6985"/>
          </a:xfrm>
          <a:custGeom>
            <a:avLst/>
            <a:gdLst/>
            <a:ahLst/>
            <a:cxnLst/>
            <a:rect l="l" t="t" r="r" b="b"/>
            <a:pathLst>
              <a:path w="4444" h="6985">
                <a:moveTo>
                  <a:pt x="1371" y="0"/>
                </a:moveTo>
                <a:lnTo>
                  <a:pt x="0" y="5508"/>
                </a:lnTo>
                <a:lnTo>
                  <a:pt x="4050" y="6911"/>
                </a:lnTo>
                <a:lnTo>
                  <a:pt x="4082" y="1394"/>
                </a:lnTo>
                <a:lnTo>
                  <a:pt x="1371" y="0"/>
                </a:lnTo>
                <a:close/>
              </a:path>
            </a:pathLst>
          </a:custGeom>
          <a:solidFill>
            <a:srgbClr val="8F82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67" name="bg object 1667"/>
          <p:cNvSpPr/>
          <p:nvPr/>
        </p:nvSpPr>
        <p:spPr>
          <a:xfrm>
            <a:off x="2091941" y="4254016"/>
            <a:ext cx="6350" cy="6350"/>
          </a:xfrm>
          <a:custGeom>
            <a:avLst/>
            <a:gdLst/>
            <a:ahLst/>
            <a:cxnLst/>
            <a:rect l="l" t="t" r="r" b="b"/>
            <a:pathLst>
              <a:path w="6350" h="6350">
                <a:moveTo>
                  <a:pt x="4373" y="0"/>
                </a:moveTo>
                <a:lnTo>
                  <a:pt x="7" y="685"/>
                </a:lnTo>
                <a:lnTo>
                  <a:pt x="0" y="6201"/>
                </a:lnTo>
                <a:lnTo>
                  <a:pt x="5468" y="6209"/>
                </a:lnTo>
                <a:lnTo>
                  <a:pt x="6178" y="1851"/>
                </a:lnTo>
                <a:lnTo>
                  <a:pt x="4373" y="0"/>
                </a:lnTo>
                <a:close/>
              </a:path>
            </a:pathLst>
          </a:custGeom>
          <a:solidFill>
            <a:srgbClr val="8E7F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68" name="bg object 1668"/>
          <p:cNvSpPr/>
          <p:nvPr/>
        </p:nvSpPr>
        <p:spPr>
          <a:xfrm>
            <a:off x="2097368" y="4232691"/>
            <a:ext cx="13970" cy="18415"/>
          </a:xfrm>
          <a:custGeom>
            <a:avLst/>
            <a:gdLst/>
            <a:ahLst/>
            <a:cxnLst/>
            <a:rect l="l" t="t" r="r" b="b"/>
            <a:pathLst>
              <a:path w="13969" h="18414">
                <a:moveTo>
                  <a:pt x="9653" y="0"/>
                </a:moveTo>
                <a:lnTo>
                  <a:pt x="31" y="15"/>
                </a:lnTo>
                <a:lnTo>
                  <a:pt x="0" y="5531"/>
                </a:lnTo>
                <a:lnTo>
                  <a:pt x="78" y="9621"/>
                </a:lnTo>
                <a:lnTo>
                  <a:pt x="2813" y="9409"/>
                </a:lnTo>
                <a:lnTo>
                  <a:pt x="4515" y="10315"/>
                </a:lnTo>
                <a:lnTo>
                  <a:pt x="3814" y="16501"/>
                </a:lnTo>
                <a:lnTo>
                  <a:pt x="4838" y="18305"/>
                </a:lnTo>
                <a:lnTo>
                  <a:pt x="8258" y="17919"/>
                </a:lnTo>
                <a:lnTo>
                  <a:pt x="7738" y="13396"/>
                </a:lnTo>
                <a:lnTo>
                  <a:pt x="10780" y="13625"/>
                </a:lnTo>
                <a:lnTo>
                  <a:pt x="13766" y="13782"/>
                </a:lnTo>
                <a:lnTo>
                  <a:pt x="13790" y="9629"/>
                </a:lnTo>
                <a:lnTo>
                  <a:pt x="13759" y="5492"/>
                </a:lnTo>
                <a:lnTo>
                  <a:pt x="7675" y="5295"/>
                </a:lnTo>
                <a:lnTo>
                  <a:pt x="9653" y="0"/>
                </a:lnTo>
                <a:close/>
              </a:path>
            </a:pathLst>
          </a:custGeom>
          <a:solidFill>
            <a:srgbClr val="7A69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69" name="bg object 1669"/>
          <p:cNvSpPr/>
          <p:nvPr/>
        </p:nvSpPr>
        <p:spPr>
          <a:xfrm>
            <a:off x="2105105" y="4246088"/>
            <a:ext cx="6350" cy="10160"/>
          </a:xfrm>
          <a:custGeom>
            <a:avLst/>
            <a:gdLst/>
            <a:ahLst/>
            <a:cxnLst/>
            <a:rect l="l" t="t" r="r" b="b"/>
            <a:pathLst>
              <a:path w="6350" h="10160">
                <a:moveTo>
                  <a:pt x="0" y="0"/>
                </a:moveTo>
                <a:lnTo>
                  <a:pt x="520" y="4523"/>
                </a:lnTo>
                <a:lnTo>
                  <a:pt x="598" y="10000"/>
                </a:lnTo>
                <a:lnTo>
                  <a:pt x="4665" y="10000"/>
                </a:lnTo>
                <a:lnTo>
                  <a:pt x="6028" y="378"/>
                </a:lnTo>
                <a:lnTo>
                  <a:pt x="3041" y="228"/>
                </a:lnTo>
                <a:lnTo>
                  <a:pt x="0" y="0"/>
                </a:lnTo>
                <a:close/>
              </a:path>
            </a:pathLst>
          </a:custGeom>
          <a:solidFill>
            <a:srgbClr val="725D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70" name="bg object 1670"/>
          <p:cNvSpPr/>
          <p:nvPr/>
        </p:nvSpPr>
        <p:spPr>
          <a:xfrm>
            <a:off x="2153689" y="4313887"/>
            <a:ext cx="13970" cy="9525"/>
          </a:xfrm>
          <a:custGeom>
            <a:avLst/>
            <a:gdLst/>
            <a:ahLst/>
            <a:cxnLst/>
            <a:rect l="l" t="t" r="r" b="b"/>
            <a:pathLst>
              <a:path w="13969" h="9525">
                <a:moveTo>
                  <a:pt x="0" y="0"/>
                </a:moveTo>
                <a:lnTo>
                  <a:pt x="7" y="5508"/>
                </a:lnTo>
                <a:lnTo>
                  <a:pt x="3680" y="4231"/>
                </a:lnTo>
                <a:lnTo>
                  <a:pt x="3751" y="9401"/>
                </a:lnTo>
                <a:lnTo>
                  <a:pt x="8116" y="8944"/>
                </a:lnTo>
                <a:lnTo>
                  <a:pt x="10197" y="6792"/>
                </a:lnTo>
                <a:lnTo>
                  <a:pt x="12734" y="5350"/>
                </a:lnTo>
                <a:lnTo>
                  <a:pt x="13270" y="5516"/>
                </a:lnTo>
                <a:lnTo>
                  <a:pt x="13711" y="5516"/>
                </a:lnTo>
                <a:lnTo>
                  <a:pt x="13727" y="1379"/>
                </a:lnTo>
                <a:lnTo>
                  <a:pt x="8227" y="1363"/>
                </a:lnTo>
                <a:lnTo>
                  <a:pt x="0" y="0"/>
                </a:lnTo>
                <a:close/>
              </a:path>
            </a:pathLst>
          </a:custGeom>
          <a:solidFill>
            <a:srgbClr val="695A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71" name="bg object 1671"/>
          <p:cNvSpPr/>
          <p:nvPr/>
        </p:nvSpPr>
        <p:spPr>
          <a:xfrm>
            <a:off x="2153688" y="4305620"/>
            <a:ext cx="10160" cy="10160"/>
          </a:xfrm>
          <a:custGeom>
            <a:avLst/>
            <a:gdLst/>
            <a:ahLst/>
            <a:cxnLst/>
            <a:rect l="l" t="t" r="r" b="b"/>
            <a:pathLst>
              <a:path w="10160" h="10160">
                <a:moveTo>
                  <a:pt x="15" y="0"/>
                </a:moveTo>
                <a:lnTo>
                  <a:pt x="0" y="8266"/>
                </a:lnTo>
                <a:lnTo>
                  <a:pt x="8227" y="9629"/>
                </a:lnTo>
                <a:lnTo>
                  <a:pt x="9598" y="4129"/>
                </a:lnTo>
                <a:lnTo>
                  <a:pt x="7407" y="3916"/>
                </a:lnTo>
                <a:lnTo>
                  <a:pt x="4783" y="4996"/>
                </a:lnTo>
                <a:lnTo>
                  <a:pt x="3561" y="717"/>
                </a:lnTo>
                <a:lnTo>
                  <a:pt x="1323" y="488"/>
                </a:lnTo>
                <a:lnTo>
                  <a:pt x="15" y="0"/>
                </a:lnTo>
                <a:close/>
              </a:path>
            </a:pathLst>
          </a:custGeom>
          <a:solidFill>
            <a:srgbClr val="7A70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72" name="bg object 1672"/>
          <p:cNvSpPr/>
          <p:nvPr/>
        </p:nvSpPr>
        <p:spPr>
          <a:xfrm>
            <a:off x="2134793" y="4237049"/>
            <a:ext cx="24765" cy="24765"/>
          </a:xfrm>
          <a:custGeom>
            <a:avLst/>
            <a:gdLst/>
            <a:ahLst/>
            <a:cxnLst/>
            <a:rect l="l" t="t" r="r" b="b"/>
            <a:pathLst>
              <a:path w="24764" h="24764">
                <a:moveTo>
                  <a:pt x="11008" y="0"/>
                </a:moveTo>
                <a:lnTo>
                  <a:pt x="9062" y="890"/>
                </a:lnTo>
                <a:lnTo>
                  <a:pt x="0" y="8077"/>
                </a:lnTo>
                <a:lnTo>
                  <a:pt x="2962" y="15090"/>
                </a:lnTo>
                <a:lnTo>
                  <a:pt x="2734" y="21986"/>
                </a:lnTo>
                <a:lnTo>
                  <a:pt x="5240" y="22608"/>
                </a:lnTo>
                <a:lnTo>
                  <a:pt x="6580" y="23191"/>
                </a:lnTo>
                <a:lnTo>
                  <a:pt x="7919" y="21812"/>
                </a:lnTo>
                <a:lnTo>
                  <a:pt x="10535" y="20142"/>
                </a:lnTo>
                <a:lnTo>
                  <a:pt x="10622" y="17573"/>
                </a:lnTo>
                <a:lnTo>
                  <a:pt x="10882" y="13443"/>
                </a:lnTo>
                <a:lnTo>
                  <a:pt x="12175" y="11292"/>
                </a:lnTo>
                <a:lnTo>
                  <a:pt x="16241" y="10457"/>
                </a:lnTo>
                <a:lnTo>
                  <a:pt x="16138" y="13002"/>
                </a:lnTo>
                <a:lnTo>
                  <a:pt x="16170" y="24547"/>
                </a:lnTo>
                <a:lnTo>
                  <a:pt x="20260" y="24539"/>
                </a:lnTo>
                <a:lnTo>
                  <a:pt x="20197" y="21623"/>
                </a:lnTo>
                <a:lnTo>
                  <a:pt x="19811" y="18463"/>
                </a:lnTo>
                <a:lnTo>
                  <a:pt x="24381" y="19038"/>
                </a:lnTo>
                <a:lnTo>
                  <a:pt x="24239" y="17959"/>
                </a:lnTo>
                <a:lnTo>
                  <a:pt x="24358" y="16083"/>
                </a:lnTo>
                <a:lnTo>
                  <a:pt x="18833" y="14255"/>
                </a:lnTo>
                <a:lnTo>
                  <a:pt x="20567" y="10055"/>
                </a:lnTo>
                <a:lnTo>
                  <a:pt x="20244" y="6635"/>
                </a:lnTo>
                <a:lnTo>
                  <a:pt x="16154" y="6650"/>
                </a:lnTo>
                <a:lnTo>
                  <a:pt x="13924" y="6753"/>
                </a:lnTo>
                <a:lnTo>
                  <a:pt x="12498" y="6398"/>
                </a:lnTo>
                <a:lnTo>
                  <a:pt x="11008" y="0"/>
                </a:lnTo>
                <a:close/>
              </a:path>
            </a:pathLst>
          </a:custGeom>
          <a:solidFill>
            <a:srgbClr val="A29E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73" name="bg object 1673"/>
          <p:cNvSpPr/>
          <p:nvPr/>
        </p:nvSpPr>
        <p:spPr>
          <a:xfrm>
            <a:off x="2149183" y="4291477"/>
            <a:ext cx="18415" cy="19685"/>
          </a:xfrm>
          <a:custGeom>
            <a:avLst/>
            <a:gdLst/>
            <a:ahLst/>
            <a:cxnLst/>
            <a:rect l="l" t="t" r="r" b="b"/>
            <a:pathLst>
              <a:path w="18414" h="19685">
                <a:moveTo>
                  <a:pt x="1355" y="0"/>
                </a:moveTo>
                <a:lnTo>
                  <a:pt x="0" y="1379"/>
                </a:lnTo>
                <a:lnTo>
                  <a:pt x="394" y="4507"/>
                </a:lnTo>
                <a:lnTo>
                  <a:pt x="2978" y="4326"/>
                </a:lnTo>
                <a:lnTo>
                  <a:pt x="4759" y="4964"/>
                </a:lnTo>
                <a:lnTo>
                  <a:pt x="4389" y="10126"/>
                </a:lnTo>
                <a:lnTo>
                  <a:pt x="4515" y="12135"/>
                </a:lnTo>
                <a:lnTo>
                  <a:pt x="4523" y="14145"/>
                </a:lnTo>
                <a:lnTo>
                  <a:pt x="5831" y="14633"/>
                </a:lnTo>
                <a:lnTo>
                  <a:pt x="8061" y="14862"/>
                </a:lnTo>
                <a:lnTo>
                  <a:pt x="9290" y="19141"/>
                </a:lnTo>
                <a:lnTo>
                  <a:pt x="11907" y="18061"/>
                </a:lnTo>
                <a:lnTo>
                  <a:pt x="14105" y="18274"/>
                </a:lnTo>
                <a:lnTo>
                  <a:pt x="13727" y="15153"/>
                </a:lnTo>
                <a:lnTo>
                  <a:pt x="15090" y="13759"/>
                </a:lnTo>
                <a:lnTo>
                  <a:pt x="18242" y="14160"/>
                </a:lnTo>
                <a:lnTo>
                  <a:pt x="18203" y="401"/>
                </a:lnTo>
                <a:lnTo>
                  <a:pt x="4483" y="394"/>
                </a:lnTo>
                <a:lnTo>
                  <a:pt x="1355" y="0"/>
                </a:lnTo>
                <a:close/>
              </a:path>
            </a:pathLst>
          </a:custGeom>
          <a:solidFill>
            <a:srgbClr val="857A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74" name="bg object 1674"/>
          <p:cNvSpPr/>
          <p:nvPr/>
        </p:nvSpPr>
        <p:spPr>
          <a:xfrm>
            <a:off x="2153643" y="4255513"/>
            <a:ext cx="10160" cy="33655"/>
          </a:xfrm>
          <a:custGeom>
            <a:avLst/>
            <a:gdLst/>
            <a:ahLst/>
            <a:cxnLst/>
            <a:rect l="l" t="t" r="r" b="b"/>
            <a:pathLst>
              <a:path w="10160" h="33654">
                <a:moveTo>
                  <a:pt x="961" y="0"/>
                </a:moveTo>
                <a:lnTo>
                  <a:pt x="1347" y="3160"/>
                </a:lnTo>
                <a:lnTo>
                  <a:pt x="1410" y="6075"/>
                </a:lnTo>
                <a:lnTo>
                  <a:pt x="1371" y="18447"/>
                </a:lnTo>
                <a:lnTo>
                  <a:pt x="0" y="32222"/>
                </a:lnTo>
                <a:lnTo>
                  <a:pt x="2269" y="32001"/>
                </a:lnTo>
                <a:lnTo>
                  <a:pt x="4893" y="33081"/>
                </a:lnTo>
                <a:lnTo>
                  <a:pt x="6099" y="28810"/>
                </a:lnTo>
                <a:lnTo>
                  <a:pt x="8329" y="28574"/>
                </a:lnTo>
                <a:lnTo>
                  <a:pt x="9637" y="28085"/>
                </a:lnTo>
                <a:lnTo>
                  <a:pt x="9653" y="14334"/>
                </a:lnTo>
                <a:lnTo>
                  <a:pt x="7076" y="14531"/>
                </a:lnTo>
                <a:lnTo>
                  <a:pt x="5279" y="13892"/>
                </a:lnTo>
                <a:lnTo>
                  <a:pt x="5642" y="9196"/>
                </a:lnTo>
                <a:lnTo>
                  <a:pt x="5547" y="7636"/>
                </a:lnTo>
                <a:lnTo>
                  <a:pt x="5531" y="583"/>
                </a:lnTo>
                <a:lnTo>
                  <a:pt x="961" y="0"/>
                </a:lnTo>
                <a:close/>
              </a:path>
            </a:pathLst>
          </a:custGeom>
          <a:solidFill>
            <a:srgbClr val="897E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75" name="bg object 1675"/>
          <p:cNvSpPr/>
          <p:nvPr/>
        </p:nvSpPr>
        <p:spPr>
          <a:xfrm>
            <a:off x="2142714" y="4247502"/>
            <a:ext cx="8890" cy="19050"/>
          </a:xfrm>
          <a:custGeom>
            <a:avLst/>
            <a:gdLst/>
            <a:ahLst/>
            <a:cxnLst/>
            <a:rect l="l" t="t" r="r" b="b"/>
            <a:pathLst>
              <a:path w="8889" h="19050">
                <a:moveTo>
                  <a:pt x="8321" y="0"/>
                </a:moveTo>
                <a:lnTo>
                  <a:pt x="4255" y="835"/>
                </a:lnTo>
                <a:lnTo>
                  <a:pt x="2962" y="2994"/>
                </a:lnTo>
                <a:lnTo>
                  <a:pt x="2702" y="7115"/>
                </a:lnTo>
                <a:lnTo>
                  <a:pt x="2616" y="9692"/>
                </a:lnTo>
                <a:lnTo>
                  <a:pt x="0" y="11363"/>
                </a:lnTo>
                <a:lnTo>
                  <a:pt x="3412" y="12655"/>
                </a:lnTo>
                <a:lnTo>
                  <a:pt x="2702" y="15587"/>
                </a:lnTo>
                <a:lnTo>
                  <a:pt x="2718" y="18235"/>
                </a:lnTo>
                <a:lnTo>
                  <a:pt x="6162" y="18889"/>
                </a:lnTo>
                <a:lnTo>
                  <a:pt x="7186" y="16461"/>
                </a:lnTo>
                <a:lnTo>
                  <a:pt x="8250" y="14097"/>
                </a:lnTo>
                <a:lnTo>
                  <a:pt x="8250" y="7769"/>
                </a:lnTo>
                <a:lnTo>
                  <a:pt x="8211" y="2545"/>
                </a:lnTo>
                <a:lnTo>
                  <a:pt x="8321" y="0"/>
                </a:lnTo>
                <a:close/>
              </a:path>
            </a:pathLst>
          </a:custGeom>
          <a:solidFill>
            <a:srgbClr val="ACAA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76" name="bg object 1676"/>
          <p:cNvSpPr/>
          <p:nvPr/>
        </p:nvSpPr>
        <p:spPr>
          <a:xfrm>
            <a:off x="2149385" y="4273958"/>
            <a:ext cx="5715" cy="14604"/>
          </a:xfrm>
          <a:custGeom>
            <a:avLst/>
            <a:gdLst/>
            <a:ahLst/>
            <a:cxnLst/>
            <a:rect l="l" t="t" r="r" b="b"/>
            <a:pathLst>
              <a:path w="5714" h="14604">
                <a:moveTo>
                  <a:pt x="5626" y="0"/>
                </a:moveTo>
                <a:lnTo>
                  <a:pt x="197" y="7"/>
                </a:lnTo>
                <a:lnTo>
                  <a:pt x="197" y="3364"/>
                </a:lnTo>
                <a:lnTo>
                  <a:pt x="330" y="6729"/>
                </a:lnTo>
                <a:lnTo>
                  <a:pt x="0" y="13191"/>
                </a:lnTo>
                <a:lnTo>
                  <a:pt x="1591" y="13995"/>
                </a:lnTo>
                <a:lnTo>
                  <a:pt x="4255" y="13782"/>
                </a:lnTo>
                <a:lnTo>
                  <a:pt x="5626" y="0"/>
                </a:lnTo>
                <a:close/>
              </a:path>
            </a:pathLst>
          </a:custGeom>
          <a:solidFill>
            <a:srgbClr val="A198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77" name="bg object 1677"/>
          <p:cNvSpPr/>
          <p:nvPr/>
        </p:nvSpPr>
        <p:spPr>
          <a:xfrm>
            <a:off x="2153665" y="4283602"/>
            <a:ext cx="10160" cy="8890"/>
          </a:xfrm>
          <a:custGeom>
            <a:avLst/>
            <a:gdLst/>
            <a:ahLst/>
            <a:cxnLst/>
            <a:rect l="l" t="t" r="r" b="b"/>
            <a:pathLst>
              <a:path w="10160" h="8889">
                <a:moveTo>
                  <a:pt x="9613" y="0"/>
                </a:moveTo>
                <a:lnTo>
                  <a:pt x="8305" y="488"/>
                </a:lnTo>
                <a:lnTo>
                  <a:pt x="6075" y="717"/>
                </a:lnTo>
                <a:lnTo>
                  <a:pt x="4870" y="4996"/>
                </a:lnTo>
                <a:lnTo>
                  <a:pt x="2245" y="3916"/>
                </a:lnTo>
                <a:lnTo>
                  <a:pt x="55" y="4137"/>
                </a:lnTo>
                <a:lnTo>
                  <a:pt x="0" y="8266"/>
                </a:lnTo>
                <a:lnTo>
                  <a:pt x="9645" y="8250"/>
                </a:lnTo>
                <a:lnTo>
                  <a:pt x="9613" y="0"/>
                </a:lnTo>
                <a:close/>
              </a:path>
            </a:pathLst>
          </a:custGeom>
          <a:solidFill>
            <a:srgbClr val="7D71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78" name="bg object 1678"/>
          <p:cNvSpPr/>
          <p:nvPr/>
        </p:nvSpPr>
        <p:spPr>
          <a:xfrm>
            <a:off x="2145258" y="4295993"/>
            <a:ext cx="5080" cy="5715"/>
          </a:xfrm>
          <a:custGeom>
            <a:avLst/>
            <a:gdLst/>
            <a:ahLst/>
            <a:cxnLst/>
            <a:rect l="l" t="t" r="r" b="b"/>
            <a:pathLst>
              <a:path w="5080" h="5714">
                <a:moveTo>
                  <a:pt x="4310" y="0"/>
                </a:moveTo>
                <a:lnTo>
                  <a:pt x="189" y="15"/>
                </a:lnTo>
                <a:lnTo>
                  <a:pt x="204" y="921"/>
                </a:lnTo>
                <a:lnTo>
                  <a:pt x="0" y="1907"/>
                </a:lnTo>
                <a:lnTo>
                  <a:pt x="606" y="3664"/>
                </a:lnTo>
                <a:lnTo>
                  <a:pt x="1363" y="4444"/>
                </a:lnTo>
                <a:lnTo>
                  <a:pt x="1930" y="5287"/>
                </a:lnTo>
                <a:lnTo>
                  <a:pt x="2710" y="4436"/>
                </a:lnTo>
                <a:lnTo>
                  <a:pt x="3711" y="3695"/>
                </a:lnTo>
                <a:lnTo>
                  <a:pt x="4578" y="1970"/>
                </a:lnTo>
                <a:lnTo>
                  <a:pt x="4302" y="914"/>
                </a:lnTo>
                <a:lnTo>
                  <a:pt x="4310" y="0"/>
                </a:lnTo>
                <a:close/>
              </a:path>
            </a:pathLst>
          </a:custGeom>
          <a:solidFill>
            <a:srgbClr val="8480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79" name="bg object 1679"/>
          <p:cNvSpPr/>
          <p:nvPr/>
        </p:nvSpPr>
        <p:spPr>
          <a:xfrm>
            <a:off x="2149007" y="4269404"/>
            <a:ext cx="6350" cy="5080"/>
          </a:xfrm>
          <a:custGeom>
            <a:avLst/>
            <a:gdLst/>
            <a:ahLst/>
            <a:cxnLst/>
            <a:rect l="l" t="t" r="r" b="b"/>
            <a:pathLst>
              <a:path w="6350" h="5079">
                <a:moveTo>
                  <a:pt x="0" y="0"/>
                </a:moveTo>
                <a:lnTo>
                  <a:pt x="575" y="4562"/>
                </a:lnTo>
                <a:lnTo>
                  <a:pt x="6004" y="4554"/>
                </a:lnTo>
                <a:lnTo>
                  <a:pt x="6020" y="480"/>
                </a:lnTo>
                <a:lnTo>
                  <a:pt x="3081" y="323"/>
                </a:lnTo>
                <a:lnTo>
                  <a:pt x="0" y="0"/>
                </a:lnTo>
                <a:close/>
              </a:path>
            </a:pathLst>
          </a:custGeom>
          <a:solidFill>
            <a:srgbClr val="AAA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80" name="bg object 1680"/>
          <p:cNvSpPr/>
          <p:nvPr/>
        </p:nvSpPr>
        <p:spPr>
          <a:xfrm>
            <a:off x="2127619" y="4224442"/>
            <a:ext cx="23495" cy="41275"/>
          </a:xfrm>
          <a:custGeom>
            <a:avLst/>
            <a:gdLst/>
            <a:ahLst/>
            <a:cxnLst/>
            <a:rect l="l" t="t" r="r" b="b"/>
            <a:pathLst>
              <a:path w="23494" h="41275">
                <a:moveTo>
                  <a:pt x="1371" y="0"/>
                </a:moveTo>
                <a:lnTo>
                  <a:pt x="1323" y="8156"/>
                </a:lnTo>
                <a:lnTo>
                  <a:pt x="1418" y="14610"/>
                </a:lnTo>
                <a:lnTo>
                  <a:pt x="2151" y="16296"/>
                </a:lnTo>
                <a:lnTo>
                  <a:pt x="5807" y="21158"/>
                </a:lnTo>
                <a:lnTo>
                  <a:pt x="5177" y="26020"/>
                </a:lnTo>
                <a:lnTo>
                  <a:pt x="5051" y="30536"/>
                </a:lnTo>
                <a:lnTo>
                  <a:pt x="1773" y="31064"/>
                </a:lnTo>
                <a:lnTo>
                  <a:pt x="0" y="31639"/>
                </a:lnTo>
                <a:lnTo>
                  <a:pt x="7" y="39898"/>
                </a:lnTo>
                <a:lnTo>
                  <a:pt x="4105" y="39905"/>
                </a:lnTo>
                <a:lnTo>
                  <a:pt x="13711" y="41277"/>
                </a:lnTo>
                <a:lnTo>
                  <a:pt x="13751" y="35800"/>
                </a:lnTo>
                <a:lnTo>
                  <a:pt x="12419" y="35217"/>
                </a:lnTo>
                <a:lnTo>
                  <a:pt x="9905" y="34594"/>
                </a:lnTo>
                <a:lnTo>
                  <a:pt x="10141" y="27691"/>
                </a:lnTo>
                <a:lnTo>
                  <a:pt x="7178" y="20685"/>
                </a:lnTo>
                <a:lnTo>
                  <a:pt x="16241" y="13498"/>
                </a:lnTo>
                <a:lnTo>
                  <a:pt x="18179" y="12608"/>
                </a:lnTo>
                <a:lnTo>
                  <a:pt x="19669" y="19007"/>
                </a:lnTo>
                <a:lnTo>
                  <a:pt x="21103" y="19361"/>
                </a:lnTo>
                <a:lnTo>
                  <a:pt x="23325" y="19259"/>
                </a:lnTo>
                <a:lnTo>
                  <a:pt x="23325" y="9637"/>
                </a:lnTo>
                <a:lnTo>
                  <a:pt x="12356" y="8250"/>
                </a:lnTo>
                <a:lnTo>
                  <a:pt x="9598" y="5492"/>
                </a:lnTo>
                <a:lnTo>
                  <a:pt x="7383" y="5587"/>
                </a:lnTo>
                <a:lnTo>
                  <a:pt x="5705" y="5366"/>
                </a:lnTo>
                <a:lnTo>
                  <a:pt x="5114" y="1449"/>
                </a:lnTo>
                <a:lnTo>
                  <a:pt x="2734" y="803"/>
                </a:lnTo>
                <a:lnTo>
                  <a:pt x="1371" y="0"/>
                </a:lnTo>
                <a:close/>
              </a:path>
            </a:pathLst>
          </a:custGeom>
          <a:solidFill>
            <a:srgbClr val="9893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81" name="bg object 1681"/>
          <p:cNvSpPr/>
          <p:nvPr/>
        </p:nvSpPr>
        <p:spPr>
          <a:xfrm>
            <a:off x="2131558" y="4264348"/>
            <a:ext cx="10160" cy="9525"/>
          </a:xfrm>
          <a:custGeom>
            <a:avLst/>
            <a:gdLst/>
            <a:ahLst/>
            <a:cxnLst/>
            <a:rect l="l" t="t" r="r" b="b"/>
            <a:pathLst>
              <a:path w="10160" h="9525">
                <a:moveTo>
                  <a:pt x="165" y="0"/>
                </a:moveTo>
                <a:lnTo>
                  <a:pt x="165" y="2017"/>
                </a:lnTo>
                <a:lnTo>
                  <a:pt x="0" y="4066"/>
                </a:lnTo>
                <a:lnTo>
                  <a:pt x="401" y="7210"/>
                </a:lnTo>
                <a:lnTo>
                  <a:pt x="1174" y="9149"/>
                </a:lnTo>
                <a:lnTo>
                  <a:pt x="3002" y="9290"/>
                </a:lnTo>
                <a:lnTo>
                  <a:pt x="4334" y="8384"/>
                </a:lnTo>
                <a:lnTo>
                  <a:pt x="6989" y="7092"/>
                </a:lnTo>
                <a:lnTo>
                  <a:pt x="8345" y="6288"/>
                </a:lnTo>
                <a:lnTo>
                  <a:pt x="9732" y="5531"/>
                </a:lnTo>
                <a:lnTo>
                  <a:pt x="9771" y="1371"/>
                </a:lnTo>
                <a:lnTo>
                  <a:pt x="165" y="0"/>
                </a:lnTo>
                <a:close/>
              </a:path>
            </a:pathLst>
          </a:custGeom>
          <a:solidFill>
            <a:srgbClr val="958B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82" name="bg object 1682"/>
          <p:cNvSpPr/>
          <p:nvPr/>
        </p:nvSpPr>
        <p:spPr>
          <a:xfrm>
            <a:off x="2141363" y="4258868"/>
            <a:ext cx="5080" cy="6985"/>
          </a:xfrm>
          <a:custGeom>
            <a:avLst/>
            <a:gdLst/>
            <a:ahLst/>
            <a:cxnLst/>
            <a:rect l="l" t="t" r="r" b="b"/>
            <a:pathLst>
              <a:path w="5080" h="6985">
                <a:moveTo>
                  <a:pt x="1347" y="0"/>
                </a:moveTo>
                <a:lnTo>
                  <a:pt x="7" y="1371"/>
                </a:lnTo>
                <a:lnTo>
                  <a:pt x="0" y="6871"/>
                </a:lnTo>
                <a:lnTo>
                  <a:pt x="4074" y="6871"/>
                </a:lnTo>
                <a:lnTo>
                  <a:pt x="4050" y="4223"/>
                </a:lnTo>
                <a:lnTo>
                  <a:pt x="4759" y="1292"/>
                </a:lnTo>
                <a:lnTo>
                  <a:pt x="1347" y="0"/>
                </a:lnTo>
                <a:close/>
              </a:path>
            </a:pathLst>
          </a:custGeom>
          <a:solidFill>
            <a:srgbClr val="827D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83" name="bg object 1683"/>
          <p:cNvSpPr/>
          <p:nvPr/>
        </p:nvSpPr>
        <p:spPr>
          <a:xfrm>
            <a:off x="2113881" y="4264367"/>
            <a:ext cx="10160" cy="10160"/>
          </a:xfrm>
          <a:custGeom>
            <a:avLst/>
            <a:gdLst/>
            <a:ahLst/>
            <a:cxnLst/>
            <a:rect l="l" t="t" r="r" b="b"/>
            <a:pathLst>
              <a:path w="10160" h="10160">
                <a:moveTo>
                  <a:pt x="0" y="4097"/>
                </a:moveTo>
                <a:lnTo>
                  <a:pt x="7" y="9621"/>
                </a:lnTo>
                <a:lnTo>
                  <a:pt x="9598" y="9621"/>
                </a:lnTo>
                <a:lnTo>
                  <a:pt x="9594" y="5342"/>
                </a:lnTo>
                <a:lnTo>
                  <a:pt x="5303" y="5342"/>
                </a:lnTo>
                <a:lnTo>
                  <a:pt x="0" y="4097"/>
                </a:lnTo>
                <a:close/>
              </a:path>
              <a:path w="10160" h="10160">
                <a:moveTo>
                  <a:pt x="9590" y="0"/>
                </a:moveTo>
                <a:lnTo>
                  <a:pt x="5514" y="0"/>
                </a:lnTo>
                <a:lnTo>
                  <a:pt x="5352" y="4097"/>
                </a:lnTo>
                <a:lnTo>
                  <a:pt x="5303" y="5342"/>
                </a:lnTo>
                <a:lnTo>
                  <a:pt x="9594" y="5342"/>
                </a:lnTo>
                <a:lnTo>
                  <a:pt x="9590" y="0"/>
                </a:lnTo>
                <a:close/>
              </a:path>
            </a:pathLst>
          </a:custGeom>
          <a:solidFill>
            <a:srgbClr val="958B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84" name="bg object 1684"/>
          <p:cNvSpPr/>
          <p:nvPr/>
        </p:nvSpPr>
        <p:spPr>
          <a:xfrm>
            <a:off x="2119383" y="4251972"/>
            <a:ext cx="8255" cy="12700"/>
          </a:xfrm>
          <a:custGeom>
            <a:avLst/>
            <a:gdLst/>
            <a:ahLst/>
            <a:cxnLst/>
            <a:rect l="l" t="t" r="r" b="b"/>
            <a:pathLst>
              <a:path w="8255" h="12700">
                <a:moveTo>
                  <a:pt x="8211" y="0"/>
                </a:moveTo>
                <a:lnTo>
                  <a:pt x="0" y="0"/>
                </a:lnTo>
                <a:lnTo>
                  <a:pt x="15" y="12356"/>
                </a:lnTo>
                <a:lnTo>
                  <a:pt x="4089" y="12395"/>
                </a:lnTo>
                <a:lnTo>
                  <a:pt x="3758" y="9306"/>
                </a:lnTo>
                <a:lnTo>
                  <a:pt x="5019" y="7817"/>
                </a:lnTo>
                <a:lnTo>
                  <a:pt x="8203" y="8266"/>
                </a:lnTo>
                <a:lnTo>
                  <a:pt x="8219" y="6879"/>
                </a:lnTo>
                <a:lnTo>
                  <a:pt x="8211" y="0"/>
                </a:lnTo>
                <a:close/>
              </a:path>
            </a:pathLst>
          </a:custGeom>
          <a:solidFill>
            <a:srgbClr val="A29A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85" name="bg object 1685"/>
          <p:cNvSpPr/>
          <p:nvPr/>
        </p:nvSpPr>
        <p:spPr>
          <a:xfrm>
            <a:off x="2114904" y="3947835"/>
            <a:ext cx="19685" cy="58419"/>
          </a:xfrm>
          <a:custGeom>
            <a:avLst/>
            <a:gdLst/>
            <a:ahLst/>
            <a:cxnLst/>
            <a:rect l="l" t="t" r="r" b="b"/>
            <a:pathLst>
              <a:path w="19685" h="58420">
                <a:moveTo>
                  <a:pt x="19566" y="0"/>
                </a:moveTo>
                <a:lnTo>
                  <a:pt x="15453" y="7"/>
                </a:lnTo>
                <a:lnTo>
                  <a:pt x="15082" y="4105"/>
                </a:lnTo>
                <a:lnTo>
                  <a:pt x="10835" y="8361"/>
                </a:lnTo>
                <a:lnTo>
                  <a:pt x="5839" y="9629"/>
                </a:lnTo>
                <a:lnTo>
                  <a:pt x="0" y="12269"/>
                </a:lnTo>
                <a:lnTo>
                  <a:pt x="2159" y="17604"/>
                </a:lnTo>
                <a:lnTo>
                  <a:pt x="1694" y="22041"/>
                </a:lnTo>
                <a:lnTo>
                  <a:pt x="346" y="31647"/>
                </a:lnTo>
                <a:lnTo>
                  <a:pt x="346" y="34626"/>
                </a:lnTo>
                <a:lnTo>
                  <a:pt x="78" y="37644"/>
                </a:lnTo>
                <a:lnTo>
                  <a:pt x="685" y="42293"/>
                </a:lnTo>
                <a:lnTo>
                  <a:pt x="2174" y="43814"/>
                </a:lnTo>
                <a:lnTo>
                  <a:pt x="3459" y="48203"/>
                </a:lnTo>
                <a:lnTo>
                  <a:pt x="3892" y="50969"/>
                </a:lnTo>
                <a:lnTo>
                  <a:pt x="4460" y="53680"/>
                </a:lnTo>
                <a:lnTo>
                  <a:pt x="3900" y="58274"/>
                </a:lnTo>
                <a:lnTo>
                  <a:pt x="7084" y="57865"/>
                </a:lnTo>
                <a:lnTo>
                  <a:pt x="14082" y="57802"/>
                </a:lnTo>
                <a:lnTo>
                  <a:pt x="14042" y="45445"/>
                </a:lnTo>
                <a:lnTo>
                  <a:pt x="11450" y="45611"/>
                </a:lnTo>
                <a:lnTo>
                  <a:pt x="9708" y="44917"/>
                </a:lnTo>
                <a:lnTo>
                  <a:pt x="10086" y="39803"/>
                </a:lnTo>
                <a:lnTo>
                  <a:pt x="9968" y="37793"/>
                </a:lnTo>
                <a:lnTo>
                  <a:pt x="9960" y="31647"/>
                </a:lnTo>
                <a:lnTo>
                  <a:pt x="8636" y="31072"/>
                </a:lnTo>
                <a:lnTo>
                  <a:pt x="6256" y="30615"/>
                </a:lnTo>
                <a:lnTo>
                  <a:pt x="5760" y="26509"/>
                </a:lnTo>
                <a:lnTo>
                  <a:pt x="5760" y="23034"/>
                </a:lnTo>
                <a:lnTo>
                  <a:pt x="6256" y="18936"/>
                </a:lnTo>
                <a:lnTo>
                  <a:pt x="8636" y="18479"/>
                </a:lnTo>
                <a:lnTo>
                  <a:pt x="9960" y="17904"/>
                </a:lnTo>
                <a:lnTo>
                  <a:pt x="11071" y="13585"/>
                </a:lnTo>
                <a:lnTo>
                  <a:pt x="15209" y="10023"/>
                </a:lnTo>
                <a:lnTo>
                  <a:pt x="19551" y="9629"/>
                </a:lnTo>
                <a:lnTo>
                  <a:pt x="19566" y="0"/>
                </a:lnTo>
                <a:close/>
              </a:path>
            </a:pathLst>
          </a:custGeom>
          <a:solidFill>
            <a:srgbClr val="C8BF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86" name="bg object 1686"/>
          <p:cNvSpPr/>
          <p:nvPr/>
        </p:nvSpPr>
        <p:spPr>
          <a:xfrm>
            <a:off x="2102902" y="3947882"/>
            <a:ext cx="18415" cy="22225"/>
          </a:xfrm>
          <a:custGeom>
            <a:avLst/>
            <a:gdLst/>
            <a:ahLst/>
            <a:cxnLst/>
            <a:rect l="l" t="t" r="r" b="b"/>
            <a:pathLst>
              <a:path w="18414" h="22225">
                <a:moveTo>
                  <a:pt x="6958" y="0"/>
                </a:moveTo>
                <a:lnTo>
                  <a:pt x="5193" y="583"/>
                </a:lnTo>
                <a:lnTo>
                  <a:pt x="4302" y="2190"/>
                </a:lnTo>
                <a:lnTo>
                  <a:pt x="3995" y="6879"/>
                </a:lnTo>
                <a:lnTo>
                  <a:pt x="3987" y="10520"/>
                </a:lnTo>
                <a:lnTo>
                  <a:pt x="4302" y="17289"/>
                </a:lnTo>
                <a:lnTo>
                  <a:pt x="2663" y="18053"/>
                </a:lnTo>
                <a:lnTo>
                  <a:pt x="0" y="17848"/>
                </a:lnTo>
                <a:lnTo>
                  <a:pt x="39" y="21993"/>
                </a:lnTo>
                <a:lnTo>
                  <a:pt x="13695" y="21993"/>
                </a:lnTo>
                <a:lnTo>
                  <a:pt x="14160" y="17557"/>
                </a:lnTo>
                <a:lnTo>
                  <a:pt x="12001" y="12222"/>
                </a:lnTo>
                <a:lnTo>
                  <a:pt x="17841" y="9582"/>
                </a:lnTo>
                <a:lnTo>
                  <a:pt x="18053" y="6398"/>
                </a:lnTo>
                <a:lnTo>
                  <a:pt x="17951" y="3703"/>
                </a:lnTo>
                <a:lnTo>
                  <a:pt x="12143" y="4011"/>
                </a:lnTo>
                <a:lnTo>
                  <a:pt x="10803" y="2277"/>
                </a:lnTo>
                <a:lnTo>
                  <a:pt x="8345" y="937"/>
                </a:lnTo>
                <a:lnTo>
                  <a:pt x="6958" y="0"/>
                </a:lnTo>
                <a:close/>
              </a:path>
            </a:pathLst>
          </a:custGeom>
          <a:solidFill>
            <a:srgbClr val="B6B1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87" name="bg object 1687"/>
          <p:cNvSpPr/>
          <p:nvPr/>
        </p:nvSpPr>
        <p:spPr>
          <a:xfrm>
            <a:off x="2120750" y="3925820"/>
            <a:ext cx="13970" cy="22225"/>
          </a:xfrm>
          <a:custGeom>
            <a:avLst/>
            <a:gdLst/>
            <a:ahLst/>
            <a:cxnLst/>
            <a:rect l="l" t="t" r="r" b="b"/>
            <a:pathLst>
              <a:path w="13969" h="22225">
                <a:moveTo>
                  <a:pt x="13727" y="15"/>
                </a:moveTo>
                <a:lnTo>
                  <a:pt x="9613" y="0"/>
                </a:lnTo>
                <a:lnTo>
                  <a:pt x="9606" y="4137"/>
                </a:lnTo>
                <a:lnTo>
                  <a:pt x="9125" y="9732"/>
                </a:lnTo>
                <a:lnTo>
                  <a:pt x="5595" y="13278"/>
                </a:lnTo>
                <a:lnTo>
                  <a:pt x="15" y="13759"/>
                </a:lnTo>
                <a:lnTo>
                  <a:pt x="0" y="22017"/>
                </a:lnTo>
                <a:lnTo>
                  <a:pt x="13719" y="22017"/>
                </a:lnTo>
                <a:lnTo>
                  <a:pt x="13727" y="15"/>
                </a:lnTo>
                <a:close/>
              </a:path>
            </a:pathLst>
          </a:custGeom>
          <a:solidFill>
            <a:srgbClr val="C6C2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88" name="bg object 1688"/>
          <p:cNvSpPr/>
          <p:nvPr/>
        </p:nvSpPr>
        <p:spPr>
          <a:xfrm>
            <a:off x="2102889" y="3916191"/>
            <a:ext cx="8890" cy="29209"/>
          </a:xfrm>
          <a:custGeom>
            <a:avLst/>
            <a:gdLst/>
            <a:ahLst/>
            <a:cxnLst/>
            <a:rect l="l" t="t" r="r" b="b"/>
            <a:pathLst>
              <a:path w="8889" h="29210">
                <a:moveTo>
                  <a:pt x="5508" y="0"/>
                </a:moveTo>
                <a:lnTo>
                  <a:pt x="1394" y="0"/>
                </a:lnTo>
                <a:lnTo>
                  <a:pt x="0" y="13774"/>
                </a:lnTo>
                <a:lnTo>
                  <a:pt x="0" y="21993"/>
                </a:lnTo>
                <a:lnTo>
                  <a:pt x="520" y="27005"/>
                </a:lnTo>
                <a:lnTo>
                  <a:pt x="3514" y="29117"/>
                </a:lnTo>
                <a:lnTo>
                  <a:pt x="8447" y="26958"/>
                </a:lnTo>
                <a:lnTo>
                  <a:pt x="8282" y="24925"/>
                </a:lnTo>
                <a:lnTo>
                  <a:pt x="8479" y="23711"/>
                </a:lnTo>
                <a:lnTo>
                  <a:pt x="4799" y="23128"/>
                </a:lnTo>
                <a:lnTo>
                  <a:pt x="5595" y="20276"/>
                </a:lnTo>
                <a:lnTo>
                  <a:pt x="5539" y="17864"/>
                </a:lnTo>
                <a:lnTo>
                  <a:pt x="5508" y="0"/>
                </a:lnTo>
                <a:close/>
              </a:path>
            </a:pathLst>
          </a:custGeom>
          <a:solidFill>
            <a:srgbClr val="CBC3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89" name="bg object 1689"/>
          <p:cNvSpPr/>
          <p:nvPr/>
        </p:nvSpPr>
        <p:spPr>
          <a:xfrm>
            <a:off x="2092079" y="3964179"/>
            <a:ext cx="11430" cy="15875"/>
          </a:xfrm>
          <a:custGeom>
            <a:avLst/>
            <a:gdLst/>
            <a:ahLst/>
            <a:cxnLst/>
            <a:rect l="l" t="t" r="r" b="b"/>
            <a:pathLst>
              <a:path w="11430" h="15875">
                <a:moveTo>
                  <a:pt x="1331" y="0"/>
                </a:moveTo>
                <a:lnTo>
                  <a:pt x="1213" y="12143"/>
                </a:lnTo>
                <a:lnTo>
                  <a:pt x="1237" y="13940"/>
                </a:lnTo>
                <a:lnTo>
                  <a:pt x="5334" y="15319"/>
                </a:lnTo>
                <a:lnTo>
                  <a:pt x="5839" y="12182"/>
                </a:lnTo>
                <a:lnTo>
                  <a:pt x="6650" y="9361"/>
                </a:lnTo>
                <a:lnTo>
                  <a:pt x="10756" y="9779"/>
                </a:lnTo>
                <a:lnTo>
                  <a:pt x="10866" y="5697"/>
                </a:lnTo>
                <a:lnTo>
                  <a:pt x="10819" y="1552"/>
                </a:lnTo>
                <a:lnTo>
                  <a:pt x="0" y="1717"/>
                </a:lnTo>
                <a:lnTo>
                  <a:pt x="1331" y="0"/>
                </a:lnTo>
                <a:close/>
              </a:path>
            </a:pathLst>
          </a:custGeom>
          <a:solidFill>
            <a:srgbClr val="D4C9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90" name="bg object 1690"/>
          <p:cNvSpPr/>
          <p:nvPr/>
        </p:nvSpPr>
        <p:spPr>
          <a:xfrm>
            <a:off x="2116492" y="3929956"/>
            <a:ext cx="4445" cy="18415"/>
          </a:xfrm>
          <a:custGeom>
            <a:avLst/>
            <a:gdLst/>
            <a:ahLst/>
            <a:cxnLst/>
            <a:rect l="l" t="t" r="r" b="b"/>
            <a:pathLst>
              <a:path w="4444" h="18414">
                <a:moveTo>
                  <a:pt x="4255" y="0"/>
                </a:moveTo>
                <a:lnTo>
                  <a:pt x="149" y="0"/>
                </a:lnTo>
                <a:lnTo>
                  <a:pt x="149" y="4728"/>
                </a:lnTo>
                <a:lnTo>
                  <a:pt x="275" y="9464"/>
                </a:lnTo>
                <a:lnTo>
                  <a:pt x="0" y="17328"/>
                </a:lnTo>
                <a:lnTo>
                  <a:pt x="1599" y="18085"/>
                </a:lnTo>
                <a:lnTo>
                  <a:pt x="4255" y="17880"/>
                </a:lnTo>
                <a:lnTo>
                  <a:pt x="4271" y="9621"/>
                </a:lnTo>
                <a:lnTo>
                  <a:pt x="4255" y="0"/>
                </a:lnTo>
                <a:close/>
              </a:path>
            </a:pathLst>
          </a:custGeom>
          <a:solidFill>
            <a:srgbClr val="BCB5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91" name="bg object 1691"/>
          <p:cNvSpPr/>
          <p:nvPr/>
        </p:nvSpPr>
        <p:spPr>
          <a:xfrm>
            <a:off x="2108408" y="3921491"/>
            <a:ext cx="8890" cy="12700"/>
          </a:xfrm>
          <a:custGeom>
            <a:avLst/>
            <a:gdLst/>
            <a:ahLst/>
            <a:cxnLst/>
            <a:rect l="l" t="t" r="r" b="b"/>
            <a:pathLst>
              <a:path w="8889" h="12700">
                <a:moveTo>
                  <a:pt x="6690" y="0"/>
                </a:moveTo>
                <a:lnTo>
                  <a:pt x="4113" y="204"/>
                </a:lnTo>
                <a:lnTo>
                  <a:pt x="4491" y="3333"/>
                </a:lnTo>
                <a:lnTo>
                  <a:pt x="3136" y="4728"/>
                </a:lnTo>
                <a:lnTo>
                  <a:pt x="0" y="4334"/>
                </a:lnTo>
                <a:lnTo>
                  <a:pt x="23" y="12561"/>
                </a:lnTo>
                <a:lnTo>
                  <a:pt x="8227" y="8471"/>
                </a:lnTo>
                <a:lnTo>
                  <a:pt x="8227" y="6903"/>
                </a:lnTo>
                <a:lnTo>
                  <a:pt x="8124" y="5342"/>
                </a:lnTo>
                <a:lnTo>
                  <a:pt x="8494" y="638"/>
                </a:lnTo>
                <a:lnTo>
                  <a:pt x="6690" y="0"/>
                </a:lnTo>
                <a:close/>
              </a:path>
            </a:pathLst>
          </a:custGeom>
          <a:solidFill>
            <a:srgbClr val="B6A9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92" name="bg object 1692"/>
          <p:cNvSpPr/>
          <p:nvPr/>
        </p:nvSpPr>
        <p:spPr>
          <a:xfrm>
            <a:off x="2098590" y="3951969"/>
            <a:ext cx="5080" cy="8890"/>
          </a:xfrm>
          <a:custGeom>
            <a:avLst/>
            <a:gdLst/>
            <a:ahLst/>
            <a:cxnLst/>
            <a:rect l="l" t="t" r="r" b="b"/>
            <a:pathLst>
              <a:path w="5080" h="8889">
                <a:moveTo>
                  <a:pt x="212" y="0"/>
                </a:moveTo>
                <a:lnTo>
                  <a:pt x="189" y="4121"/>
                </a:lnTo>
                <a:lnTo>
                  <a:pt x="267" y="5461"/>
                </a:lnTo>
                <a:lnTo>
                  <a:pt x="0" y="6981"/>
                </a:lnTo>
                <a:lnTo>
                  <a:pt x="906" y="8691"/>
                </a:lnTo>
                <a:lnTo>
                  <a:pt x="2568" y="8613"/>
                </a:lnTo>
                <a:lnTo>
                  <a:pt x="3640" y="8865"/>
                </a:lnTo>
                <a:lnTo>
                  <a:pt x="3845" y="6674"/>
                </a:lnTo>
                <a:lnTo>
                  <a:pt x="4515" y="4397"/>
                </a:lnTo>
                <a:lnTo>
                  <a:pt x="3829" y="1339"/>
                </a:lnTo>
                <a:lnTo>
                  <a:pt x="1560" y="772"/>
                </a:lnTo>
                <a:lnTo>
                  <a:pt x="212" y="0"/>
                </a:lnTo>
                <a:close/>
              </a:path>
            </a:pathLst>
          </a:custGeom>
          <a:solidFill>
            <a:srgbClr val="B6AD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93" name="bg object 1693"/>
          <p:cNvSpPr/>
          <p:nvPr/>
        </p:nvSpPr>
        <p:spPr>
          <a:xfrm>
            <a:off x="2098808" y="3916169"/>
            <a:ext cx="5715" cy="13970"/>
          </a:xfrm>
          <a:custGeom>
            <a:avLst/>
            <a:gdLst/>
            <a:ahLst/>
            <a:cxnLst/>
            <a:rect l="l" t="t" r="r" b="b"/>
            <a:pathLst>
              <a:path w="5714" h="13970">
                <a:moveTo>
                  <a:pt x="15" y="0"/>
                </a:moveTo>
                <a:lnTo>
                  <a:pt x="0" y="13766"/>
                </a:lnTo>
                <a:lnTo>
                  <a:pt x="4082" y="13798"/>
                </a:lnTo>
                <a:lnTo>
                  <a:pt x="5476" y="15"/>
                </a:lnTo>
                <a:lnTo>
                  <a:pt x="15" y="0"/>
                </a:lnTo>
                <a:close/>
              </a:path>
            </a:pathLst>
          </a:custGeom>
          <a:solidFill>
            <a:srgbClr val="BFB8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94" name="bg object 1694"/>
          <p:cNvSpPr/>
          <p:nvPr/>
        </p:nvSpPr>
        <p:spPr>
          <a:xfrm>
            <a:off x="2087812" y="3973546"/>
            <a:ext cx="27940" cy="46355"/>
          </a:xfrm>
          <a:custGeom>
            <a:avLst/>
            <a:gdLst/>
            <a:ahLst/>
            <a:cxnLst/>
            <a:rect l="l" t="t" r="r" b="b"/>
            <a:pathLst>
              <a:path w="27939" h="46354">
                <a:moveTo>
                  <a:pt x="10914" y="0"/>
                </a:moveTo>
                <a:lnTo>
                  <a:pt x="10102" y="2821"/>
                </a:lnTo>
                <a:lnTo>
                  <a:pt x="9598" y="5949"/>
                </a:lnTo>
                <a:lnTo>
                  <a:pt x="9598" y="8660"/>
                </a:lnTo>
                <a:lnTo>
                  <a:pt x="9700" y="11379"/>
                </a:lnTo>
                <a:lnTo>
                  <a:pt x="9495" y="15358"/>
                </a:lnTo>
                <a:lnTo>
                  <a:pt x="9227" y="17565"/>
                </a:lnTo>
                <a:lnTo>
                  <a:pt x="4830" y="18755"/>
                </a:lnTo>
                <a:lnTo>
                  <a:pt x="5374" y="21639"/>
                </a:lnTo>
                <a:lnTo>
                  <a:pt x="5689" y="27407"/>
                </a:lnTo>
                <a:lnTo>
                  <a:pt x="4042" y="28180"/>
                </a:lnTo>
                <a:lnTo>
                  <a:pt x="1363" y="27967"/>
                </a:lnTo>
                <a:lnTo>
                  <a:pt x="1363" y="36202"/>
                </a:lnTo>
                <a:lnTo>
                  <a:pt x="0" y="40339"/>
                </a:lnTo>
                <a:lnTo>
                  <a:pt x="2348" y="40229"/>
                </a:lnTo>
                <a:lnTo>
                  <a:pt x="4688" y="40930"/>
                </a:lnTo>
                <a:lnTo>
                  <a:pt x="6714" y="35477"/>
                </a:lnTo>
                <a:lnTo>
                  <a:pt x="9070" y="35831"/>
                </a:lnTo>
                <a:lnTo>
                  <a:pt x="9803" y="40859"/>
                </a:lnTo>
                <a:lnTo>
                  <a:pt x="9598" y="43365"/>
                </a:lnTo>
                <a:lnTo>
                  <a:pt x="9637" y="45839"/>
                </a:lnTo>
                <a:lnTo>
                  <a:pt x="13727" y="45855"/>
                </a:lnTo>
                <a:lnTo>
                  <a:pt x="13759" y="32671"/>
                </a:lnTo>
                <a:lnTo>
                  <a:pt x="15209" y="31647"/>
                </a:lnTo>
                <a:lnTo>
                  <a:pt x="18006" y="32695"/>
                </a:lnTo>
                <a:lnTo>
                  <a:pt x="18621" y="34673"/>
                </a:lnTo>
                <a:lnTo>
                  <a:pt x="18558" y="39204"/>
                </a:lnTo>
                <a:lnTo>
                  <a:pt x="18124" y="42522"/>
                </a:lnTo>
                <a:lnTo>
                  <a:pt x="17848" y="45847"/>
                </a:lnTo>
                <a:lnTo>
                  <a:pt x="19850" y="45847"/>
                </a:lnTo>
                <a:lnTo>
                  <a:pt x="21867" y="45729"/>
                </a:lnTo>
                <a:lnTo>
                  <a:pt x="27037" y="46107"/>
                </a:lnTo>
                <a:lnTo>
                  <a:pt x="27628" y="44263"/>
                </a:lnTo>
                <a:lnTo>
                  <a:pt x="27470" y="41694"/>
                </a:lnTo>
                <a:lnTo>
                  <a:pt x="27439" y="32096"/>
                </a:lnTo>
                <a:lnTo>
                  <a:pt x="24720" y="31048"/>
                </a:lnTo>
                <a:lnTo>
                  <a:pt x="22001" y="29661"/>
                </a:lnTo>
                <a:lnTo>
                  <a:pt x="20733" y="28266"/>
                </a:lnTo>
                <a:lnTo>
                  <a:pt x="13467" y="27234"/>
                </a:lnTo>
                <a:lnTo>
                  <a:pt x="12884" y="26627"/>
                </a:lnTo>
                <a:lnTo>
                  <a:pt x="14176" y="19929"/>
                </a:lnTo>
                <a:lnTo>
                  <a:pt x="14736" y="19141"/>
                </a:lnTo>
                <a:lnTo>
                  <a:pt x="15122" y="18313"/>
                </a:lnTo>
                <a:lnTo>
                  <a:pt x="15019" y="409"/>
                </a:lnTo>
                <a:lnTo>
                  <a:pt x="10914" y="0"/>
                </a:lnTo>
                <a:close/>
              </a:path>
            </a:pathLst>
          </a:custGeom>
          <a:solidFill>
            <a:srgbClr val="C9C1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95" name="bg object 1695"/>
          <p:cNvSpPr/>
          <p:nvPr/>
        </p:nvSpPr>
        <p:spPr>
          <a:xfrm>
            <a:off x="2074079" y="4031796"/>
            <a:ext cx="18415" cy="36195"/>
          </a:xfrm>
          <a:custGeom>
            <a:avLst/>
            <a:gdLst/>
            <a:ahLst/>
            <a:cxnLst/>
            <a:rect l="l" t="t" r="r" b="b"/>
            <a:pathLst>
              <a:path w="18414" h="36195">
                <a:moveTo>
                  <a:pt x="2230" y="3900"/>
                </a:moveTo>
                <a:lnTo>
                  <a:pt x="31" y="4121"/>
                </a:lnTo>
                <a:lnTo>
                  <a:pt x="0" y="17864"/>
                </a:lnTo>
                <a:lnTo>
                  <a:pt x="496" y="19188"/>
                </a:lnTo>
                <a:lnTo>
                  <a:pt x="717" y="21426"/>
                </a:lnTo>
                <a:lnTo>
                  <a:pt x="5011" y="22679"/>
                </a:lnTo>
                <a:lnTo>
                  <a:pt x="3900" y="25311"/>
                </a:lnTo>
                <a:lnTo>
                  <a:pt x="4097" y="27525"/>
                </a:lnTo>
                <a:lnTo>
                  <a:pt x="4129" y="35768"/>
                </a:lnTo>
                <a:lnTo>
                  <a:pt x="8233" y="35768"/>
                </a:lnTo>
                <a:lnTo>
                  <a:pt x="8691" y="29905"/>
                </a:lnTo>
                <a:lnTo>
                  <a:pt x="9393" y="24066"/>
                </a:lnTo>
                <a:lnTo>
                  <a:pt x="9802" y="9669"/>
                </a:lnTo>
                <a:lnTo>
                  <a:pt x="8652" y="9669"/>
                </a:lnTo>
                <a:lnTo>
                  <a:pt x="9826" y="8802"/>
                </a:lnTo>
                <a:lnTo>
                  <a:pt x="17844" y="8802"/>
                </a:lnTo>
                <a:lnTo>
                  <a:pt x="17825" y="5508"/>
                </a:lnTo>
                <a:lnTo>
                  <a:pt x="10686" y="5508"/>
                </a:lnTo>
                <a:lnTo>
                  <a:pt x="10583" y="4980"/>
                </a:lnTo>
                <a:lnTo>
                  <a:pt x="4854" y="4980"/>
                </a:lnTo>
                <a:lnTo>
                  <a:pt x="2230" y="3900"/>
                </a:lnTo>
                <a:close/>
              </a:path>
              <a:path w="18414" h="36195">
                <a:moveTo>
                  <a:pt x="9826" y="8802"/>
                </a:moveTo>
                <a:lnTo>
                  <a:pt x="8652" y="9669"/>
                </a:lnTo>
                <a:lnTo>
                  <a:pt x="9802" y="9669"/>
                </a:lnTo>
                <a:lnTo>
                  <a:pt x="9826" y="8802"/>
                </a:lnTo>
                <a:close/>
              </a:path>
              <a:path w="18414" h="36195">
                <a:moveTo>
                  <a:pt x="17844" y="8802"/>
                </a:moveTo>
                <a:lnTo>
                  <a:pt x="9826" y="8802"/>
                </a:lnTo>
                <a:lnTo>
                  <a:pt x="9802" y="9669"/>
                </a:lnTo>
                <a:lnTo>
                  <a:pt x="17849" y="9669"/>
                </a:lnTo>
                <a:lnTo>
                  <a:pt x="17844" y="8802"/>
                </a:lnTo>
                <a:close/>
              </a:path>
              <a:path w="18414" h="36195">
                <a:moveTo>
                  <a:pt x="9606" y="0"/>
                </a:moveTo>
                <a:lnTo>
                  <a:pt x="8290" y="480"/>
                </a:lnTo>
                <a:lnTo>
                  <a:pt x="6059" y="701"/>
                </a:lnTo>
                <a:lnTo>
                  <a:pt x="4854" y="4980"/>
                </a:lnTo>
                <a:lnTo>
                  <a:pt x="10583" y="4980"/>
                </a:lnTo>
                <a:lnTo>
                  <a:pt x="9743" y="701"/>
                </a:lnTo>
                <a:lnTo>
                  <a:pt x="9700" y="480"/>
                </a:lnTo>
                <a:lnTo>
                  <a:pt x="9606" y="0"/>
                </a:lnTo>
                <a:close/>
              </a:path>
            </a:pathLst>
          </a:custGeom>
          <a:solidFill>
            <a:srgbClr val="CCC8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96" name="bg object 1696"/>
          <p:cNvSpPr/>
          <p:nvPr/>
        </p:nvSpPr>
        <p:spPr>
          <a:xfrm>
            <a:off x="2087812" y="4009022"/>
            <a:ext cx="10160" cy="19050"/>
          </a:xfrm>
          <a:custGeom>
            <a:avLst/>
            <a:gdLst/>
            <a:ahLst/>
            <a:cxnLst/>
            <a:rect l="l" t="t" r="r" b="b"/>
            <a:pathLst>
              <a:path w="10160" h="19050">
                <a:moveTo>
                  <a:pt x="6714" y="0"/>
                </a:moveTo>
                <a:lnTo>
                  <a:pt x="4688" y="5453"/>
                </a:lnTo>
                <a:lnTo>
                  <a:pt x="2340" y="4751"/>
                </a:lnTo>
                <a:lnTo>
                  <a:pt x="0" y="4862"/>
                </a:lnTo>
                <a:lnTo>
                  <a:pt x="0" y="18636"/>
                </a:lnTo>
                <a:lnTo>
                  <a:pt x="9590" y="18629"/>
                </a:lnTo>
                <a:lnTo>
                  <a:pt x="9637" y="10362"/>
                </a:lnTo>
                <a:lnTo>
                  <a:pt x="9598" y="7888"/>
                </a:lnTo>
                <a:lnTo>
                  <a:pt x="9803" y="5382"/>
                </a:lnTo>
                <a:lnTo>
                  <a:pt x="9070" y="354"/>
                </a:lnTo>
                <a:lnTo>
                  <a:pt x="6714" y="0"/>
                </a:lnTo>
                <a:close/>
              </a:path>
            </a:pathLst>
          </a:custGeom>
          <a:solidFill>
            <a:srgbClr val="B4A8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97" name="bg object 1697"/>
          <p:cNvSpPr/>
          <p:nvPr/>
        </p:nvSpPr>
        <p:spPr>
          <a:xfrm>
            <a:off x="2087812" y="4027647"/>
            <a:ext cx="10160" cy="14604"/>
          </a:xfrm>
          <a:custGeom>
            <a:avLst/>
            <a:gdLst/>
            <a:ahLst/>
            <a:cxnLst/>
            <a:rect l="l" t="t" r="r" b="b"/>
            <a:pathLst>
              <a:path w="10160" h="14604">
                <a:moveTo>
                  <a:pt x="9590" y="0"/>
                </a:moveTo>
                <a:lnTo>
                  <a:pt x="0" y="7"/>
                </a:lnTo>
                <a:lnTo>
                  <a:pt x="0" y="4129"/>
                </a:lnTo>
                <a:lnTo>
                  <a:pt x="4586" y="3577"/>
                </a:lnTo>
                <a:lnTo>
                  <a:pt x="4215" y="6706"/>
                </a:lnTo>
                <a:lnTo>
                  <a:pt x="4089" y="9653"/>
                </a:lnTo>
                <a:lnTo>
                  <a:pt x="4121" y="13766"/>
                </a:lnTo>
                <a:lnTo>
                  <a:pt x="7052" y="13877"/>
                </a:lnTo>
                <a:lnTo>
                  <a:pt x="10157" y="14200"/>
                </a:lnTo>
                <a:lnTo>
                  <a:pt x="9613" y="9645"/>
                </a:lnTo>
                <a:lnTo>
                  <a:pt x="9590" y="0"/>
                </a:lnTo>
                <a:close/>
              </a:path>
            </a:pathLst>
          </a:custGeom>
          <a:solidFill>
            <a:srgbClr val="BAB2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98" name="bg object 1698"/>
          <p:cNvSpPr/>
          <p:nvPr/>
        </p:nvSpPr>
        <p:spPr>
          <a:xfrm>
            <a:off x="2083686" y="4031217"/>
            <a:ext cx="8890" cy="6350"/>
          </a:xfrm>
          <a:custGeom>
            <a:avLst/>
            <a:gdLst/>
            <a:ahLst/>
            <a:cxnLst/>
            <a:rect l="l" t="t" r="r" b="b"/>
            <a:pathLst>
              <a:path w="8889" h="6350">
                <a:moveTo>
                  <a:pt x="8715" y="0"/>
                </a:moveTo>
                <a:lnTo>
                  <a:pt x="4000" y="575"/>
                </a:lnTo>
                <a:lnTo>
                  <a:pt x="0" y="575"/>
                </a:lnTo>
                <a:lnTo>
                  <a:pt x="1080" y="6083"/>
                </a:lnTo>
                <a:lnTo>
                  <a:pt x="8219" y="6083"/>
                </a:lnTo>
                <a:lnTo>
                  <a:pt x="8345" y="3136"/>
                </a:lnTo>
                <a:lnTo>
                  <a:pt x="8647" y="575"/>
                </a:lnTo>
                <a:lnTo>
                  <a:pt x="8715" y="0"/>
                </a:lnTo>
                <a:close/>
              </a:path>
            </a:pathLst>
          </a:custGeom>
          <a:solidFill>
            <a:srgbClr val="C7BE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99" name="bg object 1699"/>
          <p:cNvSpPr/>
          <p:nvPr/>
        </p:nvSpPr>
        <p:spPr>
          <a:xfrm>
            <a:off x="2083625" y="4018981"/>
            <a:ext cx="4445" cy="9525"/>
          </a:xfrm>
          <a:custGeom>
            <a:avLst/>
            <a:gdLst/>
            <a:ahLst/>
            <a:cxnLst/>
            <a:rect l="l" t="t" r="r" b="b"/>
            <a:pathLst>
              <a:path w="4444" h="9525">
                <a:moveTo>
                  <a:pt x="748" y="0"/>
                </a:moveTo>
                <a:lnTo>
                  <a:pt x="0" y="1796"/>
                </a:lnTo>
                <a:lnTo>
                  <a:pt x="0" y="8037"/>
                </a:lnTo>
                <a:lnTo>
                  <a:pt x="1442" y="8912"/>
                </a:lnTo>
                <a:lnTo>
                  <a:pt x="4184" y="8676"/>
                </a:lnTo>
                <a:lnTo>
                  <a:pt x="4184" y="417"/>
                </a:lnTo>
                <a:lnTo>
                  <a:pt x="748" y="0"/>
                </a:lnTo>
                <a:close/>
              </a:path>
            </a:pathLst>
          </a:custGeom>
          <a:solidFill>
            <a:srgbClr val="BAB2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00" name="bg object 1700"/>
          <p:cNvSpPr/>
          <p:nvPr/>
        </p:nvSpPr>
        <p:spPr>
          <a:xfrm>
            <a:off x="2158459" y="3787805"/>
            <a:ext cx="24765" cy="33020"/>
          </a:xfrm>
          <a:custGeom>
            <a:avLst/>
            <a:gdLst/>
            <a:ahLst/>
            <a:cxnLst/>
            <a:rect l="l" t="t" r="r" b="b"/>
            <a:pathLst>
              <a:path w="24764" h="33020">
                <a:moveTo>
                  <a:pt x="11032" y="0"/>
                </a:moveTo>
                <a:lnTo>
                  <a:pt x="9897" y="1773"/>
                </a:lnTo>
                <a:lnTo>
                  <a:pt x="10985" y="9298"/>
                </a:lnTo>
                <a:lnTo>
                  <a:pt x="8802" y="10599"/>
                </a:lnTo>
                <a:lnTo>
                  <a:pt x="4838" y="10023"/>
                </a:lnTo>
                <a:lnTo>
                  <a:pt x="717" y="10047"/>
                </a:lnTo>
                <a:lnTo>
                  <a:pt x="0" y="13491"/>
                </a:lnTo>
                <a:lnTo>
                  <a:pt x="2387" y="14428"/>
                </a:lnTo>
                <a:lnTo>
                  <a:pt x="9409" y="15539"/>
                </a:lnTo>
                <a:lnTo>
                  <a:pt x="10914" y="18164"/>
                </a:lnTo>
                <a:lnTo>
                  <a:pt x="10338" y="22419"/>
                </a:lnTo>
                <a:lnTo>
                  <a:pt x="13766" y="22001"/>
                </a:lnTo>
                <a:lnTo>
                  <a:pt x="14744" y="23798"/>
                </a:lnTo>
                <a:lnTo>
                  <a:pt x="14184" y="29850"/>
                </a:lnTo>
                <a:lnTo>
                  <a:pt x="14373" y="32561"/>
                </a:lnTo>
                <a:lnTo>
                  <a:pt x="18542" y="32072"/>
                </a:lnTo>
                <a:lnTo>
                  <a:pt x="18755" y="29598"/>
                </a:lnTo>
                <a:lnTo>
                  <a:pt x="18156" y="25516"/>
                </a:lnTo>
                <a:lnTo>
                  <a:pt x="24555" y="22277"/>
                </a:lnTo>
                <a:lnTo>
                  <a:pt x="22041" y="17848"/>
                </a:lnTo>
                <a:lnTo>
                  <a:pt x="22663" y="14176"/>
                </a:lnTo>
                <a:lnTo>
                  <a:pt x="19511" y="14562"/>
                </a:lnTo>
                <a:lnTo>
                  <a:pt x="18179" y="13144"/>
                </a:lnTo>
                <a:lnTo>
                  <a:pt x="18550" y="10015"/>
                </a:lnTo>
                <a:lnTo>
                  <a:pt x="15949" y="10236"/>
                </a:lnTo>
                <a:lnTo>
                  <a:pt x="14200" y="9574"/>
                </a:lnTo>
                <a:lnTo>
                  <a:pt x="14570" y="4444"/>
                </a:lnTo>
                <a:lnTo>
                  <a:pt x="14460" y="2435"/>
                </a:lnTo>
                <a:lnTo>
                  <a:pt x="14460" y="433"/>
                </a:lnTo>
                <a:lnTo>
                  <a:pt x="11032" y="0"/>
                </a:lnTo>
                <a:close/>
              </a:path>
            </a:pathLst>
          </a:custGeom>
          <a:solidFill>
            <a:srgbClr val="C3BC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01" name="bg object 1701"/>
          <p:cNvSpPr/>
          <p:nvPr/>
        </p:nvSpPr>
        <p:spPr>
          <a:xfrm>
            <a:off x="2159186" y="3784083"/>
            <a:ext cx="13970" cy="14604"/>
          </a:xfrm>
          <a:custGeom>
            <a:avLst/>
            <a:gdLst/>
            <a:ahLst/>
            <a:cxnLst/>
            <a:rect l="l" t="t" r="r" b="b"/>
            <a:pathLst>
              <a:path w="13969" h="14604">
                <a:moveTo>
                  <a:pt x="13735" y="7"/>
                </a:moveTo>
                <a:lnTo>
                  <a:pt x="0" y="0"/>
                </a:lnTo>
                <a:lnTo>
                  <a:pt x="7" y="4129"/>
                </a:lnTo>
                <a:lnTo>
                  <a:pt x="6390" y="4736"/>
                </a:lnTo>
                <a:lnTo>
                  <a:pt x="6871" y="5862"/>
                </a:lnTo>
                <a:lnTo>
                  <a:pt x="4105" y="13751"/>
                </a:lnTo>
                <a:lnTo>
                  <a:pt x="8077" y="14318"/>
                </a:lnTo>
                <a:lnTo>
                  <a:pt x="10260" y="13018"/>
                </a:lnTo>
                <a:lnTo>
                  <a:pt x="9172" y="5500"/>
                </a:lnTo>
                <a:lnTo>
                  <a:pt x="10299" y="3719"/>
                </a:lnTo>
                <a:lnTo>
                  <a:pt x="13719" y="4121"/>
                </a:lnTo>
                <a:lnTo>
                  <a:pt x="13735" y="7"/>
                </a:lnTo>
                <a:close/>
              </a:path>
            </a:pathLst>
          </a:custGeom>
          <a:solidFill>
            <a:srgbClr val="BAAE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02" name="bg object 1702"/>
          <p:cNvSpPr/>
          <p:nvPr/>
        </p:nvSpPr>
        <p:spPr>
          <a:xfrm>
            <a:off x="2180923" y="3793874"/>
            <a:ext cx="6350" cy="8255"/>
          </a:xfrm>
          <a:custGeom>
            <a:avLst/>
            <a:gdLst/>
            <a:ahLst/>
            <a:cxnLst/>
            <a:rect l="l" t="t" r="r" b="b"/>
            <a:pathLst>
              <a:path w="6350" h="8254">
                <a:moveTo>
                  <a:pt x="3979" y="0"/>
                </a:moveTo>
                <a:lnTo>
                  <a:pt x="2253" y="236"/>
                </a:lnTo>
                <a:lnTo>
                  <a:pt x="661" y="1134"/>
                </a:lnTo>
                <a:lnTo>
                  <a:pt x="0" y="3940"/>
                </a:lnTo>
                <a:lnTo>
                  <a:pt x="252" y="6052"/>
                </a:lnTo>
                <a:lnTo>
                  <a:pt x="220" y="8093"/>
                </a:lnTo>
                <a:lnTo>
                  <a:pt x="5705" y="8085"/>
                </a:lnTo>
                <a:lnTo>
                  <a:pt x="5665" y="6044"/>
                </a:lnTo>
                <a:lnTo>
                  <a:pt x="5831" y="3971"/>
                </a:lnTo>
                <a:lnTo>
                  <a:pt x="5350" y="1197"/>
                </a:lnTo>
                <a:lnTo>
                  <a:pt x="3979" y="0"/>
                </a:lnTo>
                <a:close/>
              </a:path>
            </a:pathLst>
          </a:custGeom>
          <a:solidFill>
            <a:srgbClr val="ADA2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03" name="bg object 1703"/>
          <p:cNvSpPr/>
          <p:nvPr/>
        </p:nvSpPr>
        <p:spPr>
          <a:xfrm>
            <a:off x="2172666" y="3787997"/>
            <a:ext cx="5080" cy="10160"/>
          </a:xfrm>
          <a:custGeom>
            <a:avLst/>
            <a:gdLst/>
            <a:ahLst/>
            <a:cxnLst/>
            <a:rect l="l" t="t" r="r" b="b"/>
            <a:pathLst>
              <a:path w="5080" h="10160">
                <a:moveTo>
                  <a:pt x="2860" y="0"/>
                </a:moveTo>
                <a:lnTo>
                  <a:pt x="252" y="244"/>
                </a:lnTo>
                <a:lnTo>
                  <a:pt x="252" y="2238"/>
                </a:lnTo>
                <a:lnTo>
                  <a:pt x="362" y="4247"/>
                </a:lnTo>
                <a:lnTo>
                  <a:pt x="0" y="9377"/>
                </a:lnTo>
                <a:lnTo>
                  <a:pt x="1741" y="10047"/>
                </a:lnTo>
                <a:lnTo>
                  <a:pt x="4342" y="9826"/>
                </a:lnTo>
                <a:lnTo>
                  <a:pt x="4342" y="7825"/>
                </a:lnTo>
                <a:lnTo>
                  <a:pt x="4231" y="5815"/>
                </a:lnTo>
                <a:lnTo>
                  <a:pt x="4602" y="685"/>
                </a:lnTo>
                <a:lnTo>
                  <a:pt x="2860" y="0"/>
                </a:lnTo>
                <a:close/>
              </a:path>
            </a:pathLst>
          </a:custGeom>
          <a:solidFill>
            <a:srgbClr val="D1C4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04" name="bg object 1704"/>
          <p:cNvSpPr/>
          <p:nvPr/>
        </p:nvSpPr>
        <p:spPr>
          <a:xfrm>
            <a:off x="2182552" y="3779956"/>
            <a:ext cx="6350" cy="8255"/>
          </a:xfrm>
          <a:custGeom>
            <a:avLst/>
            <a:gdLst/>
            <a:ahLst/>
            <a:cxnLst/>
            <a:rect l="l" t="t" r="r" b="b"/>
            <a:pathLst>
              <a:path w="6350" h="8254">
                <a:moveTo>
                  <a:pt x="4082" y="0"/>
                </a:moveTo>
                <a:lnTo>
                  <a:pt x="0" y="15"/>
                </a:lnTo>
                <a:lnTo>
                  <a:pt x="1702" y="7998"/>
                </a:lnTo>
                <a:lnTo>
                  <a:pt x="6107" y="6414"/>
                </a:lnTo>
                <a:lnTo>
                  <a:pt x="3246" y="2647"/>
                </a:lnTo>
                <a:lnTo>
                  <a:pt x="4082" y="0"/>
                </a:lnTo>
                <a:close/>
              </a:path>
            </a:pathLst>
          </a:custGeom>
          <a:solidFill>
            <a:srgbClr val="C9C0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05" name="bg object 1705"/>
          <p:cNvSpPr/>
          <p:nvPr/>
        </p:nvSpPr>
        <p:spPr>
          <a:xfrm>
            <a:off x="2155062" y="3766192"/>
            <a:ext cx="13970" cy="18415"/>
          </a:xfrm>
          <a:custGeom>
            <a:avLst/>
            <a:gdLst/>
            <a:ahLst/>
            <a:cxnLst/>
            <a:rect l="l" t="t" r="r" b="b"/>
            <a:pathLst>
              <a:path w="13969" h="18414">
                <a:moveTo>
                  <a:pt x="13743" y="7"/>
                </a:moveTo>
                <a:lnTo>
                  <a:pt x="7" y="0"/>
                </a:lnTo>
                <a:lnTo>
                  <a:pt x="0" y="4121"/>
                </a:lnTo>
                <a:lnTo>
                  <a:pt x="4767" y="3309"/>
                </a:lnTo>
                <a:lnTo>
                  <a:pt x="6115" y="5728"/>
                </a:lnTo>
                <a:lnTo>
                  <a:pt x="5082" y="12608"/>
                </a:lnTo>
                <a:lnTo>
                  <a:pt x="4578" y="15248"/>
                </a:lnTo>
                <a:lnTo>
                  <a:pt x="4129" y="17896"/>
                </a:lnTo>
                <a:lnTo>
                  <a:pt x="13727" y="17888"/>
                </a:lnTo>
                <a:lnTo>
                  <a:pt x="13743" y="7"/>
                </a:lnTo>
                <a:close/>
              </a:path>
            </a:pathLst>
          </a:custGeom>
          <a:solidFill>
            <a:srgbClr val="C0B7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06" name="bg object 1706"/>
          <p:cNvSpPr/>
          <p:nvPr/>
        </p:nvSpPr>
        <p:spPr>
          <a:xfrm>
            <a:off x="2168803" y="3769795"/>
            <a:ext cx="4445" cy="10795"/>
          </a:xfrm>
          <a:custGeom>
            <a:avLst/>
            <a:gdLst/>
            <a:ahLst/>
            <a:cxnLst/>
            <a:rect l="l" t="t" r="r" b="b"/>
            <a:pathLst>
              <a:path w="4444" h="10795">
                <a:moveTo>
                  <a:pt x="4160" y="0"/>
                </a:moveTo>
                <a:lnTo>
                  <a:pt x="0" y="535"/>
                </a:lnTo>
                <a:lnTo>
                  <a:pt x="15" y="10141"/>
                </a:lnTo>
                <a:lnTo>
                  <a:pt x="3483" y="10591"/>
                </a:lnTo>
                <a:lnTo>
                  <a:pt x="4231" y="8731"/>
                </a:lnTo>
                <a:lnTo>
                  <a:pt x="4097" y="2695"/>
                </a:lnTo>
                <a:lnTo>
                  <a:pt x="4160" y="0"/>
                </a:lnTo>
                <a:close/>
              </a:path>
            </a:pathLst>
          </a:custGeom>
          <a:solidFill>
            <a:srgbClr val="AA9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07" name="bg object 1707"/>
          <p:cNvSpPr/>
          <p:nvPr/>
        </p:nvSpPr>
        <p:spPr>
          <a:xfrm>
            <a:off x="2168770" y="3757908"/>
            <a:ext cx="5715" cy="8890"/>
          </a:xfrm>
          <a:custGeom>
            <a:avLst/>
            <a:gdLst/>
            <a:ahLst/>
            <a:cxnLst/>
            <a:rect l="l" t="t" r="r" b="b"/>
            <a:pathLst>
              <a:path w="5714" h="8889">
                <a:moveTo>
                  <a:pt x="39" y="0"/>
                </a:moveTo>
                <a:lnTo>
                  <a:pt x="0" y="8274"/>
                </a:lnTo>
                <a:lnTo>
                  <a:pt x="3152" y="8668"/>
                </a:lnTo>
                <a:lnTo>
                  <a:pt x="4546" y="7312"/>
                </a:lnTo>
                <a:lnTo>
                  <a:pt x="4145" y="4160"/>
                </a:lnTo>
                <a:lnTo>
                  <a:pt x="5508" y="47"/>
                </a:lnTo>
                <a:close/>
              </a:path>
            </a:pathLst>
          </a:custGeom>
          <a:solidFill>
            <a:srgbClr val="BCB5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08" name="bg object 1708"/>
          <p:cNvSpPr/>
          <p:nvPr/>
        </p:nvSpPr>
        <p:spPr>
          <a:xfrm>
            <a:off x="2146826" y="3766188"/>
            <a:ext cx="8255" cy="13970"/>
          </a:xfrm>
          <a:custGeom>
            <a:avLst/>
            <a:gdLst/>
            <a:ahLst/>
            <a:cxnLst/>
            <a:rect l="l" t="t" r="r" b="b"/>
            <a:pathLst>
              <a:path w="8255" h="13970">
                <a:moveTo>
                  <a:pt x="0" y="0"/>
                </a:moveTo>
                <a:lnTo>
                  <a:pt x="31" y="8290"/>
                </a:lnTo>
                <a:lnTo>
                  <a:pt x="1394" y="8991"/>
                </a:lnTo>
                <a:lnTo>
                  <a:pt x="2829" y="9574"/>
                </a:lnTo>
                <a:lnTo>
                  <a:pt x="5555" y="11410"/>
                </a:lnTo>
                <a:lnTo>
                  <a:pt x="6863" y="12632"/>
                </a:lnTo>
                <a:lnTo>
                  <a:pt x="8242" y="13759"/>
                </a:lnTo>
                <a:lnTo>
                  <a:pt x="8258" y="4152"/>
                </a:lnTo>
                <a:lnTo>
                  <a:pt x="0" y="0"/>
                </a:lnTo>
                <a:close/>
              </a:path>
            </a:pathLst>
          </a:custGeom>
          <a:solidFill>
            <a:srgbClr val="BEB5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09" name="bg object 1709"/>
          <p:cNvSpPr/>
          <p:nvPr/>
        </p:nvSpPr>
        <p:spPr>
          <a:xfrm>
            <a:off x="2174269" y="3752418"/>
            <a:ext cx="5080" cy="6350"/>
          </a:xfrm>
          <a:custGeom>
            <a:avLst/>
            <a:gdLst/>
            <a:ahLst/>
            <a:cxnLst/>
            <a:rect l="l" t="t" r="r" b="b"/>
            <a:pathLst>
              <a:path w="5080" h="6350">
                <a:moveTo>
                  <a:pt x="4113" y="0"/>
                </a:moveTo>
                <a:lnTo>
                  <a:pt x="15" y="15"/>
                </a:lnTo>
                <a:lnTo>
                  <a:pt x="0" y="5508"/>
                </a:lnTo>
                <a:lnTo>
                  <a:pt x="4562" y="6067"/>
                </a:lnTo>
                <a:lnTo>
                  <a:pt x="4247" y="2962"/>
                </a:lnTo>
                <a:lnTo>
                  <a:pt x="4113" y="0"/>
                </a:lnTo>
                <a:close/>
              </a:path>
            </a:pathLst>
          </a:custGeom>
          <a:solidFill>
            <a:srgbClr val="A5A1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10" name="bg object 1710"/>
          <p:cNvSpPr/>
          <p:nvPr/>
        </p:nvSpPr>
        <p:spPr>
          <a:xfrm>
            <a:off x="2164483" y="3752203"/>
            <a:ext cx="4445" cy="14604"/>
          </a:xfrm>
          <a:custGeom>
            <a:avLst/>
            <a:gdLst/>
            <a:ahLst/>
            <a:cxnLst/>
            <a:rect l="l" t="t" r="r" b="b"/>
            <a:pathLst>
              <a:path w="4444" h="14604">
                <a:moveTo>
                  <a:pt x="1560" y="0"/>
                </a:moveTo>
                <a:lnTo>
                  <a:pt x="0" y="835"/>
                </a:lnTo>
                <a:lnTo>
                  <a:pt x="323" y="7273"/>
                </a:lnTo>
                <a:lnTo>
                  <a:pt x="197" y="10630"/>
                </a:lnTo>
                <a:lnTo>
                  <a:pt x="204" y="13987"/>
                </a:lnTo>
                <a:lnTo>
                  <a:pt x="4286" y="13979"/>
                </a:lnTo>
                <a:lnTo>
                  <a:pt x="4326" y="5705"/>
                </a:lnTo>
                <a:lnTo>
                  <a:pt x="4310" y="228"/>
                </a:lnTo>
                <a:lnTo>
                  <a:pt x="1560" y="0"/>
                </a:lnTo>
                <a:close/>
              </a:path>
            </a:pathLst>
          </a:custGeom>
          <a:solidFill>
            <a:srgbClr val="C9C2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11" name="bg object 1711"/>
          <p:cNvSpPr/>
          <p:nvPr/>
        </p:nvSpPr>
        <p:spPr>
          <a:xfrm>
            <a:off x="2168794" y="3752432"/>
            <a:ext cx="5715" cy="5715"/>
          </a:xfrm>
          <a:custGeom>
            <a:avLst/>
            <a:gdLst/>
            <a:ahLst/>
            <a:cxnLst/>
            <a:rect l="l" t="t" r="r" b="b"/>
            <a:pathLst>
              <a:path w="5714" h="5714">
                <a:moveTo>
                  <a:pt x="5492" y="0"/>
                </a:moveTo>
                <a:lnTo>
                  <a:pt x="0" y="0"/>
                </a:lnTo>
                <a:lnTo>
                  <a:pt x="15" y="5476"/>
                </a:lnTo>
                <a:lnTo>
                  <a:pt x="5476" y="5492"/>
                </a:lnTo>
                <a:lnTo>
                  <a:pt x="5492" y="0"/>
                </a:lnTo>
                <a:close/>
              </a:path>
            </a:pathLst>
          </a:custGeom>
          <a:solidFill>
            <a:srgbClr val="A6A0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12" name="bg object 1712"/>
          <p:cNvSpPr/>
          <p:nvPr/>
        </p:nvSpPr>
        <p:spPr>
          <a:xfrm>
            <a:off x="2167407" y="4305640"/>
            <a:ext cx="13970" cy="13970"/>
          </a:xfrm>
          <a:custGeom>
            <a:avLst/>
            <a:gdLst/>
            <a:ahLst/>
            <a:cxnLst/>
            <a:rect l="l" t="t" r="r" b="b"/>
            <a:pathLst>
              <a:path w="13969" h="13970">
                <a:moveTo>
                  <a:pt x="12370" y="9227"/>
                </a:moveTo>
                <a:lnTo>
                  <a:pt x="3159" y="9227"/>
                </a:lnTo>
                <a:lnTo>
                  <a:pt x="4507" y="10630"/>
                </a:lnTo>
                <a:lnTo>
                  <a:pt x="4129" y="13766"/>
                </a:lnTo>
                <a:lnTo>
                  <a:pt x="12340" y="13766"/>
                </a:lnTo>
                <a:lnTo>
                  <a:pt x="12370" y="9227"/>
                </a:lnTo>
                <a:close/>
              </a:path>
              <a:path w="13969" h="13970">
                <a:moveTo>
                  <a:pt x="13703" y="0"/>
                </a:moveTo>
                <a:lnTo>
                  <a:pt x="0" y="0"/>
                </a:lnTo>
                <a:lnTo>
                  <a:pt x="7" y="9629"/>
                </a:lnTo>
                <a:lnTo>
                  <a:pt x="3159" y="9227"/>
                </a:lnTo>
                <a:lnTo>
                  <a:pt x="12370" y="9227"/>
                </a:lnTo>
                <a:lnTo>
                  <a:pt x="12395" y="5484"/>
                </a:lnTo>
                <a:lnTo>
                  <a:pt x="13703" y="0"/>
                </a:lnTo>
                <a:close/>
              </a:path>
            </a:pathLst>
          </a:custGeom>
          <a:solidFill>
            <a:srgbClr val="6659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13" name="bg object 1713"/>
          <p:cNvSpPr/>
          <p:nvPr/>
        </p:nvSpPr>
        <p:spPr>
          <a:xfrm>
            <a:off x="2111467" y="3832237"/>
            <a:ext cx="24765" cy="85725"/>
          </a:xfrm>
          <a:custGeom>
            <a:avLst/>
            <a:gdLst/>
            <a:ahLst/>
            <a:cxnLst/>
            <a:rect l="l" t="t" r="r" b="b"/>
            <a:pathLst>
              <a:path w="24764" h="85725">
                <a:moveTo>
                  <a:pt x="11054" y="83578"/>
                </a:moveTo>
                <a:lnTo>
                  <a:pt x="4665" y="83578"/>
                </a:lnTo>
                <a:lnTo>
                  <a:pt x="10409" y="85186"/>
                </a:lnTo>
                <a:lnTo>
                  <a:pt x="11054" y="83578"/>
                </a:lnTo>
                <a:close/>
              </a:path>
              <a:path w="24764" h="85725">
                <a:moveTo>
                  <a:pt x="9193" y="57392"/>
                </a:moveTo>
                <a:lnTo>
                  <a:pt x="7123" y="57392"/>
                </a:lnTo>
                <a:lnTo>
                  <a:pt x="6524" y="61955"/>
                </a:lnTo>
                <a:lnTo>
                  <a:pt x="6524" y="64673"/>
                </a:lnTo>
                <a:lnTo>
                  <a:pt x="6698" y="67408"/>
                </a:lnTo>
                <a:lnTo>
                  <a:pt x="6340" y="71379"/>
                </a:lnTo>
                <a:lnTo>
                  <a:pt x="6238" y="72018"/>
                </a:lnTo>
                <a:lnTo>
                  <a:pt x="5847" y="73996"/>
                </a:lnTo>
                <a:lnTo>
                  <a:pt x="0" y="76297"/>
                </a:lnTo>
                <a:lnTo>
                  <a:pt x="1024" y="79827"/>
                </a:lnTo>
                <a:lnTo>
                  <a:pt x="1048" y="83948"/>
                </a:lnTo>
                <a:lnTo>
                  <a:pt x="2805" y="83948"/>
                </a:lnTo>
                <a:lnTo>
                  <a:pt x="4665" y="83578"/>
                </a:lnTo>
                <a:lnTo>
                  <a:pt x="11054" y="83578"/>
                </a:lnTo>
                <a:lnTo>
                  <a:pt x="11174" y="83279"/>
                </a:lnTo>
                <a:lnTo>
                  <a:pt x="10734" y="80316"/>
                </a:lnTo>
                <a:lnTo>
                  <a:pt x="10646" y="75162"/>
                </a:lnTo>
                <a:lnTo>
                  <a:pt x="10394" y="72018"/>
                </a:lnTo>
                <a:lnTo>
                  <a:pt x="12190" y="71379"/>
                </a:lnTo>
                <a:lnTo>
                  <a:pt x="14782" y="71379"/>
                </a:lnTo>
                <a:lnTo>
                  <a:pt x="14752" y="61955"/>
                </a:lnTo>
                <a:lnTo>
                  <a:pt x="11174" y="60962"/>
                </a:lnTo>
                <a:lnTo>
                  <a:pt x="9193" y="57392"/>
                </a:lnTo>
                <a:close/>
              </a:path>
              <a:path w="24764" h="85725">
                <a:moveTo>
                  <a:pt x="14782" y="71379"/>
                </a:moveTo>
                <a:lnTo>
                  <a:pt x="12190" y="71379"/>
                </a:lnTo>
                <a:lnTo>
                  <a:pt x="15459" y="71608"/>
                </a:lnTo>
                <a:lnTo>
                  <a:pt x="14783" y="71608"/>
                </a:lnTo>
                <a:lnTo>
                  <a:pt x="14782" y="71379"/>
                </a:lnTo>
                <a:close/>
              </a:path>
              <a:path w="24764" h="85725">
                <a:moveTo>
                  <a:pt x="2466" y="53688"/>
                </a:moveTo>
                <a:lnTo>
                  <a:pt x="1087" y="57794"/>
                </a:lnTo>
                <a:lnTo>
                  <a:pt x="3165" y="57794"/>
                </a:lnTo>
                <a:lnTo>
                  <a:pt x="7123" y="57392"/>
                </a:lnTo>
                <a:lnTo>
                  <a:pt x="9193" y="57392"/>
                </a:lnTo>
                <a:lnTo>
                  <a:pt x="8739" y="56572"/>
                </a:lnTo>
                <a:lnTo>
                  <a:pt x="12854" y="54066"/>
                </a:lnTo>
                <a:lnTo>
                  <a:pt x="5626" y="54066"/>
                </a:lnTo>
                <a:lnTo>
                  <a:pt x="2466" y="53688"/>
                </a:lnTo>
                <a:close/>
              </a:path>
              <a:path w="24764" h="85725">
                <a:moveTo>
                  <a:pt x="6572" y="35800"/>
                </a:moveTo>
                <a:lnTo>
                  <a:pt x="6532" y="49527"/>
                </a:lnTo>
                <a:lnTo>
                  <a:pt x="6877" y="52144"/>
                </a:lnTo>
                <a:lnTo>
                  <a:pt x="6942" y="52640"/>
                </a:lnTo>
                <a:lnTo>
                  <a:pt x="5626" y="54066"/>
                </a:lnTo>
                <a:lnTo>
                  <a:pt x="12854" y="54066"/>
                </a:lnTo>
                <a:lnTo>
                  <a:pt x="16012" y="52144"/>
                </a:lnTo>
                <a:lnTo>
                  <a:pt x="14444" y="47967"/>
                </a:lnTo>
                <a:lnTo>
                  <a:pt x="14791" y="44027"/>
                </a:lnTo>
                <a:lnTo>
                  <a:pt x="14862" y="36832"/>
                </a:lnTo>
                <a:lnTo>
                  <a:pt x="17596" y="36288"/>
                </a:lnTo>
                <a:lnTo>
                  <a:pt x="10740" y="36288"/>
                </a:lnTo>
                <a:lnTo>
                  <a:pt x="6572" y="35800"/>
                </a:lnTo>
                <a:close/>
              </a:path>
              <a:path w="24764" h="85725">
                <a:moveTo>
                  <a:pt x="16192" y="25737"/>
                </a:moveTo>
                <a:lnTo>
                  <a:pt x="9968" y="25737"/>
                </a:lnTo>
                <a:lnTo>
                  <a:pt x="10819" y="27525"/>
                </a:lnTo>
                <a:lnTo>
                  <a:pt x="10740" y="36288"/>
                </a:lnTo>
                <a:lnTo>
                  <a:pt x="17596" y="36288"/>
                </a:lnTo>
                <a:lnTo>
                  <a:pt x="20054" y="35800"/>
                </a:lnTo>
                <a:lnTo>
                  <a:pt x="20232" y="35800"/>
                </a:lnTo>
                <a:lnTo>
                  <a:pt x="24381" y="27525"/>
                </a:lnTo>
                <a:lnTo>
                  <a:pt x="17647" y="27525"/>
                </a:lnTo>
                <a:lnTo>
                  <a:pt x="16194" y="25997"/>
                </a:lnTo>
                <a:lnTo>
                  <a:pt x="16192" y="25737"/>
                </a:lnTo>
                <a:close/>
              </a:path>
              <a:path w="24764" h="85725">
                <a:moveTo>
                  <a:pt x="2435" y="13774"/>
                </a:moveTo>
                <a:lnTo>
                  <a:pt x="2411" y="17888"/>
                </a:lnTo>
                <a:lnTo>
                  <a:pt x="6461" y="25997"/>
                </a:lnTo>
                <a:lnTo>
                  <a:pt x="6540" y="26154"/>
                </a:lnTo>
                <a:lnTo>
                  <a:pt x="9968" y="25737"/>
                </a:lnTo>
                <a:lnTo>
                  <a:pt x="16192" y="25737"/>
                </a:lnTo>
                <a:lnTo>
                  <a:pt x="16136" y="13956"/>
                </a:lnTo>
                <a:lnTo>
                  <a:pt x="5027" y="13956"/>
                </a:lnTo>
                <a:lnTo>
                  <a:pt x="2435" y="13774"/>
                </a:lnTo>
                <a:close/>
              </a:path>
              <a:path w="24764" h="85725">
                <a:moveTo>
                  <a:pt x="9487" y="4231"/>
                </a:moveTo>
                <a:lnTo>
                  <a:pt x="6548" y="4231"/>
                </a:lnTo>
                <a:lnTo>
                  <a:pt x="6516" y="9645"/>
                </a:lnTo>
                <a:lnTo>
                  <a:pt x="6784" y="13294"/>
                </a:lnTo>
                <a:lnTo>
                  <a:pt x="5027" y="13956"/>
                </a:lnTo>
                <a:lnTo>
                  <a:pt x="16136" y="13956"/>
                </a:lnTo>
                <a:lnTo>
                  <a:pt x="16115" y="9645"/>
                </a:lnTo>
                <a:lnTo>
                  <a:pt x="20260" y="9645"/>
                </a:lnTo>
                <a:lnTo>
                  <a:pt x="20260" y="4570"/>
                </a:lnTo>
                <a:lnTo>
                  <a:pt x="12600" y="4570"/>
                </a:lnTo>
                <a:lnTo>
                  <a:pt x="9487" y="4231"/>
                </a:lnTo>
                <a:close/>
              </a:path>
              <a:path w="24764" h="85725">
                <a:moveTo>
                  <a:pt x="12017" y="0"/>
                </a:moveTo>
                <a:lnTo>
                  <a:pt x="12557" y="4231"/>
                </a:lnTo>
                <a:lnTo>
                  <a:pt x="12600" y="4570"/>
                </a:lnTo>
                <a:lnTo>
                  <a:pt x="20260" y="4570"/>
                </a:lnTo>
                <a:lnTo>
                  <a:pt x="20260" y="4231"/>
                </a:lnTo>
                <a:lnTo>
                  <a:pt x="20448" y="4231"/>
                </a:lnTo>
                <a:lnTo>
                  <a:pt x="12017" y="0"/>
                </a:lnTo>
                <a:close/>
              </a:path>
            </a:pathLst>
          </a:custGeom>
          <a:solidFill>
            <a:srgbClr val="CCC4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14" name="bg object 1714"/>
          <p:cNvSpPr/>
          <p:nvPr/>
        </p:nvSpPr>
        <p:spPr>
          <a:xfrm>
            <a:off x="2109574" y="3832235"/>
            <a:ext cx="14604" cy="5080"/>
          </a:xfrm>
          <a:custGeom>
            <a:avLst/>
            <a:gdLst/>
            <a:ahLst/>
            <a:cxnLst/>
            <a:rect l="l" t="t" r="r" b="b"/>
            <a:pathLst>
              <a:path w="14605" h="5079">
                <a:moveTo>
                  <a:pt x="13908" y="0"/>
                </a:moveTo>
                <a:lnTo>
                  <a:pt x="197" y="7"/>
                </a:lnTo>
                <a:lnTo>
                  <a:pt x="0" y="2600"/>
                </a:lnTo>
                <a:lnTo>
                  <a:pt x="646" y="4405"/>
                </a:lnTo>
                <a:lnTo>
                  <a:pt x="5327" y="4026"/>
                </a:lnTo>
                <a:lnTo>
                  <a:pt x="6895" y="4137"/>
                </a:lnTo>
                <a:lnTo>
                  <a:pt x="8439" y="4137"/>
                </a:lnTo>
                <a:lnTo>
                  <a:pt x="11379" y="4231"/>
                </a:lnTo>
                <a:lnTo>
                  <a:pt x="14491" y="4570"/>
                </a:lnTo>
                <a:lnTo>
                  <a:pt x="13908" y="0"/>
                </a:lnTo>
                <a:close/>
              </a:path>
            </a:pathLst>
          </a:custGeom>
          <a:solidFill>
            <a:srgbClr val="BEB3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15" name="bg object 1715"/>
          <p:cNvSpPr/>
          <p:nvPr/>
        </p:nvSpPr>
        <p:spPr>
          <a:xfrm>
            <a:off x="2122606" y="3792333"/>
            <a:ext cx="24765" cy="10160"/>
          </a:xfrm>
          <a:custGeom>
            <a:avLst/>
            <a:gdLst/>
            <a:ahLst/>
            <a:cxnLst/>
            <a:rect l="l" t="t" r="r" b="b"/>
            <a:pathLst>
              <a:path w="24764" h="10160">
                <a:moveTo>
                  <a:pt x="24192" y="23"/>
                </a:moveTo>
                <a:lnTo>
                  <a:pt x="890" y="0"/>
                </a:lnTo>
                <a:lnTo>
                  <a:pt x="953" y="9141"/>
                </a:lnTo>
                <a:lnTo>
                  <a:pt x="0" y="8195"/>
                </a:lnTo>
                <a:lnTo>
                  <a:pt x="10496" y="8266"/>
                </a:lnTo>
                <a:lnTo>
                  <a:pt x="10504" y="6186"/>
                </a:lnTo>
                <a:lnTo>
                  <a:pt x="10433" y="3971"/>
                </a:lnTo>
                <a:lnTo>
                  <a:pt x="15484" y="4310"/>
                </a:lnTo>
                <a:lnTo>
                  <a:pt x="18361" y="3160"/>
                </a:lnTo>
                <a:lnTo>
                  <a:pt x="18873" y="9582"/>
                </a:lnTo>
                <a:lnTo>
                  <a:pt x="20701" y="9692"/>
                </a:lnTo>
                <a:lnTo>
                  <a:pt x="22837" y="9629"/>
                </a:lnTo>
                <a:lnTo>
                  <a:pt x="24192" y="23"/>
                </a:lnTo>
                <a:close/>
              </a:path>
            </a:pathLst>
          </a:custGeom>
          <a:solidFill>
            <a:srgbClr val="C0B7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16" name="bg object 1716"/>
          <p:cNvSpPr/>
          <p:nvPr/>
        </p:nvSpPr>
        <p:spPr>
          <a:xfrm>
            <a:off x="2133037" y="3795494"/>
            <a:ext cx="12700" cy="11430"/>
          </a:xfrm>
          <a:custGeom>
            <a:avLst/>
            <a:gdLst/>
            <a:ahLst/>
            <a:cxnLst/>
            <a:rect l="l" t="t" r="r" b="b"/>
            <a:pathLst>
              <a:path w="12700" h="11429">
                <a:moveTo>
                  <a:pt x="7935" y="0"/>
                </a:moveTo>
                <a:lnTo>
                  <a:pt x="5051" y="1150"/>
                </a:lnTo>
                <a:lnTo>
                  <a:pt x="0" y="811"/>
                </a:lnTo>
                <a:lnTo>
                  <a:pt x="70" y="3026"/>
                </a:lnTo>
                <a:lnTo>
                  <a:pt x="63" y="5106"/>
                </a:lnTo>
                <a:lnTo>
                  <a:pt x="78" y="10591"/>
                </a:lnTo>
                <a:lnTo>
                  <a:pt x="5728" y="10606"/>
                </a:lnTo>
                <a:lnTo>
                  <a:pt x="7289" y="10496"/>
                </a:lnTo>
                <a:lnTo>
                  <a:pt x="11970" y="10874"/>
                </a:lnTo>
                <a:lnTo>
                  <a:pt x="12608" y="9062"/>
                </a:lnTo>
                <a:lnTo>
                  <a:pt x="12435" y="6485"/>
                </a:lnTo>
                <a:lnTo>
                  <a:pt x="10268" y="6532"/>
                </a:lnTo>
                <a:lnTo>
                  <a:pt x="8439" y="6422"/>
                </a:lnTo>
                <a:lnTo>
                  <a:pt x="7935" y="0"/>
                </a:lnTo>
                <a:close/>
              </a:path>
            </a:pathLst>
          </a:custGeom>
          <a:solidFill>
            <a:srgbClr val="CBC6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17" name="bg object 1717"/>
          <p:cNvSpPr/>
          <p:nvPr/>
        </p:nvSpPr>
        <p:spPr>
          <a:xfrm>
            <a:off x="2127610" y="3806097"/>
            <a:ext cx="14604" cy="26670"/>
          </a:xfrm>
          <a:custGeom>
            <a:avLst/>
            <a:gdLst/>
            <a:ahLst/>
            <a:cxnLst/>
            <a:rect l="l" t="t" r="r" b="b"/>
            <a:pathLst>
              <a:path w="14605" h="26670">
                <a:moveTo>
                  <a:pt x="13739" y="21773"/>
                </a:moveTo>
                <a:lnTo>
                  <a:pt x="9149" y="21773"/>
                </a:lnTo>
                <a:lnTo>
                  <a:pt x="9818" y="23538"/>
                </a:lnTo>
                <a:lnTo>
                  <a:pt x="9642" y="25705"/>
                </a:lnTo>
                <a:lnTo>
                  <a:pt x="9606" y="26154"/>
                </a:lnTo>
                <a:lnTo>
                  <a:pt x="12183" y="26336"/>
                </a:lnTo>
                <a:lnTo>
                  <a:pt x="13987" y="25705"/>
                </a:lnTo>
                <a:lnTo>
                  <a:pt x="13819" y="23538"/>
                </a:lnTo>
                <a:lnTo>
                  <a:pt x="13739" y="21773"/>
                </a:lnTo>
                <a:close/>
              </a:path>
              <a:path w="14605" h="26670">
                <a:moveTo>
                  <a:pt x="9598" y="0"/>
                </a:moveTo>
                <a:lnTo>
                  <a:pt x="5492" y="0"/>
                </a:lnTo>
                <a:lnTo>
                  <a:pt x="5413" y="11339"/>
                </a:lnTo>
                <a:lnTo>
                  <a:pt x="7" y="12403"/>
                </a:lnTo>
                <a:lnTo>
                  <a:pt x="0" y="22135"/>
                </a:lnTo>
                <a:lnTo>
                  <a:pt x="4011" y="22135"/>
                </a:lnTo>
                <a:lnTo>
                  <a:pt x="9149" y="21773"/>
                </a:lnTo>
                <a:lnTo>
                  <a:pt x="13739" y="21773"/>
                </a:lnTo>
                <a:lnTo>
                  <a:pt x="13722" y="18439"/>
                </a:lnTo>
                <a:lnTo>
                  <a:pt x="9125" y="18439"/>
                </a:lnTo>
                <a:lnTo>
                  <a:pt x="9511" y="15303"/>
                </a:lnTo>
                <a:lnTo>
                  <a:pt x="9598" y="0"/>
                </a:lnTo>
                <a:close/>
              </a:path>
              <a:path w="14605" h="26670">
                <a:moveTo>
                  <a:pt x="13719" y="17904"/>
                </a:moveTo>
                <a:lnTo>
                  <a:pt x="9125" y="18439"/>
                </a:lnTo>
                <a:lnTo>
                  <a:pt x="13722" y="18439"/>
                </a:lnTo>
                <a:lnTo>
                  <a:pt x="13719" y="17904"/>
                </a:lnTo>
                <a:close/>
              </a:path>
            </a:pathLst>
          </a:custGeom>
          <a:solidFill>
            <a:srgbClr val="B2A4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18" name="bg object 1718"/>
          <p:cNvSpPr/>
          <p:nvPr/>
        </p:nvSpPr>
        <p:spPr>
          <a:xfrm>
            <a:off x="2126956" y="3809754"/>
            <a:ext cx="6350" cy="8890"/>
          </a:xfrm>
          <a:custGeom>
            <a:avLst/>
            <a:gdLst/>
            <a:ahLst/>
            <a:cxnLst/>
            <a:rect l="l" t="t" r="r" b="b"/>
            <a:pathLst>
              <a:path w="6350" h="8889">
                <a:moveTo>
                  <a:pt x="2395" y="0"/>
                </a:moveTo>
                <a:lnTo>
                  <a:pt x="0" y="961"/>
                </a:lnTo>
                <a:lnTo>
                  <a:pt x="788" y="6501"/>
                </a:lnTo>
                <a:lnTo>
                  <a:pt x="661" y="8747"/>
                </a:lnTo>
                <a:lnTo>
                  <a:pt x="6067" y="7683"/>
                </a:lnTo>
                <a:lnTo>
                  <a:pt x="6130" y="488"/>
                </a:lnTo>
                <a:lnTo>
                  <a:pt x="2395" y="0"/>
                </a:lnTo>
                <a:close/>
              </a:path>
            </a:pathLst>
          </a:custGeom>
          <a:solidFill>
            <a:srgbClr val="9E92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19" name="bg object 1719"/>
          <p:cNvSpPr/>
          <p:nvPr/>
        </p:nvSpPr>
        <p:spPr>
          <a:xfrm>
            <a:off x="2123096" y="3827728"/>
            <a:ext cx="14604" cy="8890"/>
          </a:xfrm>
          <a:custGeom>
            <a:avLst/>
            <a:gdLst/>
            <a:ahLst/>
            <a:cxnLst/>
            <a:rect l="l" t="t" r="r" b="b"/>
            <a:pathLst>
              <a:path w="14605" h="8889">
                <a:moveTo>
                  <a:pt x="1386" y="0"/>
                </a:moveTo>
                <a:lnTo>
                  <a:pt x="0" y="1363"/>
                </a:lnTo>
                <a:lnTo>
                  <a:pt x="401" y="4515"/>
                </a:lnTo>
                <a:lnTo>
                  <a:pt x="8636" y="8644"/>
                </a:lnTo>
                <a:lnTo>
                  <a:pt x="8077" y="4074"/>
                </a:lnTo>
                <a:lnTo>
                  <a:pt x="11197" y="4428"/>
                </a:lnTo>
                <a:lnTo>
                  <a:pt x="14129" y="4515"/>
                </a:lnTo>
                <a:lnTo>
                  <a:pt x="14326" y="1907"/>
                </a:lnTo>
                <a:lnTo>
                  <a:pt x="13664" y="141"/>
                </a:lnTo>
                <a:lnTo>
                  <a:pt x="8526" y="504"/>
                </a:lnTo>
                <a:lnTo>
                  <a:pt x="6517" y="386"/>
                </a:lnTo>
                <a:lnTo>
                  <a:pt x="4515" y="378"/>
                </a:lnTo>
                <a:lnTo>
                  <a:pt x="1386" y="0"/>
                </a:lnTo>
                <a:close/>
              </a:path>
            </a:pathLst>
          </a:custGeom>
          <a:solidFill>
            <a:srgbClr val="C3B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20" name="bg object 1720"/>
          <p:cNvSpPr/>
          <p:nvPr/>
        </p:nvSpPr>
        <p:spPr>
          <a:xfrm>
            <a:off x="2176464" y="4006570"/>
            <a:ext cx="22860" cy="36830"/>
          </a:xfrm>
          <a:custGeom>
            <a:avLst/>
            <a:gdLst/>
            <a:ahLst/>
            <a:cxnLst/>
            <a:rect l="l" t="t" r="r" b="b"/>
            <a:pathLst>
              <a:path w="22860" h="36829">
                <a:moveTo>
                  <a:pt x="0" y="0"/>
                </a:moveTo>
                <a:lnTo>
                  <a:pt x="559" y="4578"/>
                </a:lnTo>
                <a:lnTo>
                  <a:pt x="614" y="5468"/>
                </a:lnTo>
                <a:lnTo>
                  <a:pt x="307" y="6792"/>
                </a:lnTo>
                <a:lnTo>
                  <a:pt x="5839" y="11363"/>
                </a:lnTo>
                <a:lnTo>
                  <a:pt x="4594" y="17068"/>
                </a:lnTo>
                <a:lnTo>
                  <a:pt x="4704" y="23830"/>
                </a:lnTo>
                <a:lnTo>
                  <a:pt x="4641" y="26619"/>
                </a:lnTo>
                <a:lnTo>
                  <a:pt x="5358" y="28400"/>
                </a:lnTo>
                <a:lnTo>
                  <a:pt x="8755" y="27415"/>
                </a:lnTo>
                <a:lnTo>
                  <a:pt x="9566" y="25697"/>
                </a:lnTo>
                <a:lnTo>
                  <a:pt x="10953" y="22521"/>
                </a:lnTo>
                <a:lnTo>
                  <a:pt x="8494" y="18960"/>
                </a:lnTo>
                <a:lnTo>
                  <a:pt x="13160" y="18896"/>
                </a:lnTo>
                <a:lnTo>
                  <a:pt x="14074" y="22608"/>
                </a:lnTo>
                <a:lnTo>
                  <a:pt x="14468" y="28479"/>
                </a:lnTo>
                <a:lnTo>
                  <a:pt x="14294" y="32356"/>
                </a:lnTo>
                <a:lnTo>
                  <a:pt x="14302" y="36217"/>
                </a:lnTo>
                <a:lnTo>
                  <a:pt x="18392" y="36210"/>
                </a:lnTo>
                <a:lnTo>
                  <a:pt x="18030" y="33097"/>
                </a:lnTo>
                <a:lnTo>
                  <a:pt x="19354" y="31678"/>
                </a:lnTo>
                <a:lnTo>
                  <a:pt x="22506" y="32120"/>
                </a:lnTo>
                <a:lnTo>
                  <a:pt x="22514" y="10063"/>
                </a:lnTo>
                <a:lnTo>
                  <a:pt x="14294" y="5933"/>
                </a:lnTo>
                <a:lnTo>
                  <a:pt x="14287" y="7533"/>
                </a:lnTo>
                <a:lnTo>
                  <a:pt x="14586" y="9219"/>
                </a:lnTo>
                <a:lnTo>
                  <a:pt x="13853" y="11915"/>
                </a:lnTo>
                <a:lnTo>
                  <a:pt x="12687" y="12900"/>
                </a:lnTo>
                <a:lnTo>
                  <a:pt x="11883" y="13979"/>
                </a:lnTo>
                <a:lnTo>
                  <a:pt x="10157" y="10071"/>
                </a:lnTo>
                <a:lnTo>
                  <a:pt x="7557" y="10275"/>
                </a:lnTo>
                <a:lnTo>
                  <a:pt x="5799" y="9606"/>
                </a:lnTo>
                <a:lnTo>
                  <a:pt x="6170" y="4468"/>
                </a:lnTo>
                <a:lnTo>
                  <a:pt x="6052" y="2450"/>
                </a:lnTo>
                <a:lnTo>
                  <a:pt x="6052" y="449"/>
                </a:lnTo>
                <a:lnTo>
                  <a:pt x="3120" y="346"/>
                </a:lnTo>
                <a:lnTo>
                  <a:pt x="0" y="0"/>
                </a:lnTo>
                <a:close/>
              </a:path>
            </a:pathLst>
          </a:custGeom>
          <a:solidFill>
            <a:srgbClr val="BFB9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21" name="bg object 1721"/>
          <p:cNvSpPr/>
          <p:nvPr/>
        </p:nvSpPr>
        <p:spPr>
          <a:xfrm>
            <a:off x="2167417" y="4025465"/>
            <a:ext cx="24130" cy="27940"/>
          </a:xfrm>
          <a:custGeom>
            <a:avLst/>
            <a:gdLst/>
            <a:ahLst/>
            <a:cxnLst/>
            <a:rect l="l" t="t" r="r" b="b"/>
            <a:pathLst>
              <a:path w="24130" h="27939">
                <a:moveTo>
                  <a:pt x="22206" y="0"/>
                </a:moveTo>
                <a:lnTo>
                  <a:pt x="17541" y="63"/>
                </a:lnTo>
                <a:lnTo>
                  <a:pt x="20000" y="3624"/>
                </a:lnTo>
                <a:lnTo>
                  <a:pt x="17809" y="8518"/>
                </a:lnTo>
                <a:lnTo>
                  <a:pt x="14405" y="9503"/>
                </a:lnTo>
                <a:lnTo>
                  <a:pt x="13688" y="7730"/>
                </a:lnTo>
                <a:lnTo>
                  <a:pt x="13735" y="5610"/>
                </a:lnTo>
                <a:lnTo>
                  <a:pt x="13719" y="3569"/>
                </a:lnTo>
                <a:lnTo>
                  <a:pt x="10906" y="3223"/>
                </a:lnTo>
                <a:lnTo>
                  <a:pt x="9905" y="4499"/>
                </a:lnTo>
                <a:lnTo>
                  <a:pt x="8770" y="9661"/>
                </a:lnTo>
                <a:lnTo>
                  <a:pt x="6327" y="9661"/>
                </a:lnTo>
                <a:lnTo>
                  <a:pt x="5185" y="4491"/>
                </a:lnTo>
                <a:lnTo>
                  <a:pt x="4184" y="3223"/>
                </a:lnTo>
                <a:lnTo>
                  <a:pt x="1379" y="3569"/>
                </a:lnTo>
                <a:lnTo>
                  <a:pt x="0" y="13199"/>
                </a:lnTo>
                <a:lnTo>
                  <a:pt x="1536" y="13380"/>
                </a:lnTo>
                <a:lnTo>
                  <a:pt x="3932" y="13018"/>
                </a:lnTo>
                <a:lnTo>
                  <a:pt x="6587" y="17186"/>
                </a:lnTo>
                <a:lnTo>
                  <a:pt x="7754" y="19220"/>
                </a:lnTo>
                <a:lnTo>
                  <a:pt x="11560" y="12049"/>
                </a:lnTo>
                <a:lnTo>
                  <a:pt x="13609" y="13877"/>
                </a:lnTo>
                <a:lnTo>
                  <a:pt x="13774" y="19708"/>
                </a:lnTo>
                <a:lnTo>
                  <a:pt x="13719" y="23333"/>
                </a:lnTo>
                <a:lnTo>
                  <a:pt x="13727" y="26958"/>
                </a:lnTo>
                <a:lnTo>
                  <a:pt x="18298" y="27525"/>
                </a:lnTo>
                <a:lnTo>
                  <a:pt x="17927" y="24389"/>
                </a:lnTo>
                <a:lnTo>
                  <a:pt x="17848" y="21458"/>
                </a:lnTo>
                <a:lnTo>
                  <a:pt x="17273" y="16863"/>
                </a:lnTo>
                <a:lnTo>
                  <a:pt x="20417" y="17242"/>
                </a:lnTo>
                <a:lnTo>
                  <a:pt x="23349" y="17328"/>
                </a:lnTo>
                <a:lnTo>
                  <a:pt x="23341" y="13459"/>
                </a:lnTo>
                <a:lnTo>
                  <a:pt x="23514" y="9590"/>
                </a:lnTo>
                <a:lnTo>
                  <a:pt x="23120" y="3711"/>
                </a:lnTo>
                <a:lnTo>
                  <a:pt x="22206" y="0"/>
                </a:lnTo>
                <a:close/>
              </a:path>
            </a:pathLst>
          </a:custGeom>
          <a:solidFill>
            <a:srgbClr val="B4AC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22" name="bg object 1722"/>
          <p:cNvSpPr/>
          <p:nvPr/>
        </p:nvSpPr>
        <p:spPr>
          <a:xfrm>
            <a:off x="2195138" y="4042786"/>
            <a:ext cx="13970" cy="13970"/>
          </a:xfrm>
          <a:custGeom>
            <a:avLst/>
            <a:gdLst/>
            <a:ahLst/>
            <a:cxnLst/>
            <a:rect l="l" t="t" r="r" b="b"/>
            <a:pathLst>
              <a:path w="13969" h="13970">
                <a:moveTo>
                  <a:pt x="3869" y="0"/>
                </a:moveTo>
                <a:lnTo>
                  <a:pt x="3845" y="5508"/>
                </a:lnTo>
                <a:lnTo>
                  <a:pt x="3309" y="6840"/>
                </a:lnTo>
                <a:lnTo>
                  <a:pt x="2892" y="8242"/>
                </a:lnTo>
                <a:lnTo>
                  <a:pt x="1646" y="10488"/>
                </a:lnTo>
                <a:lnTo>
                  <a:pt x="748" y="11292"/>
                </a:lnTo>
                <a:lnTo>
                  <a:pt x="0" y="12182"/>
                </a:lnTo>
                <a:lnTo>
                  <a:pt x="1103" y="12710"/>
                </a:lnTo>
                <a:lnTo>
                  <a:pt x="2174" y="13601"/>
                </a:lnTo>
                <a:lnTo>
                  <a:pt x="6217" y="13908"/>
                </a:lnTo>
                <a:lnTo>
                  <a:pt x="9149" y="13774"/>
                </a:lnTo>
                <a:lnTo>
                  <a:pt x="12064" y="13774"/>
                </a:lnTo>
                <a:lnTo>
                  <a:pt x="13443" y="1386"/>
                </a:lnTo>
                <a:lnTo>
                  <a:pt x="3869" y="0"/>
                </a:lnTo>
                <a:close/>
              </a:path>
            </a:pathLst>
          </a:custGeom>
          <a:solidFill>
            <a:srgbClr val="C0B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23" name="bg object 1723"/>
          <p:cNvSpPr/>
          <p:nvPr/>
        </p:nvSpPr>
        <p:spPr>
          <a:xfrm>
            <a:off x="2201718" y="4090933"/>
            <a:ext cx="10160" cy="19685"/>
          </a:xfrm>
          <a:custGeom>
            <a:avLst/>
            <a:gdLst/>
            <a:ahLst/>
            <a:cxnLst/>
            <a:rect l="l" t="t" r="r" b="b"/>
            <a:pathLst>
              <a:path w="10160" h="19685">
                <a:moveTo>
                  <a:pt x="2773" y="0"/>
                </a:moveTo>
                <a:lnTo>
                  <a:pt x="0" y="15153"/>
                </a:lnTo>
                <a:lnTo>
                  <a:pt x="0" y="19298"/>
                </a:lnTo>
                <a:lnTo>
                  <a:pt x="5492" y="19283"/>
                </a:lnTo>
                <a:lnTo>
                  <a:pt x="9629" y="11016"/>
                </a:lnTo>
                <a:lnTo>
                  <a:pt x="9606" y="5539"/>
                </a:lnTo>
                <a:lnTo>
                  <a:pt x="6485" y="5918"/>
                </a:lnTo>
                <a:lnTo>
                  <a:pt x="5106" y="4546"/>
                </a:lnTo>
                <a:lnTo>
                  <a:pt x="5468" y="1418"/>
                </a:lnTo>
                <a:lnTo>
                  <a:pt x="2773" y="0"/>
                </a:lnTo>
                <a:close/>
              </a:path>
            </a:pathLst>
          </a:custGeom>
          <a:solidFill>
            <a:srgbClr val="9E99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24" name="bg object 1724"/>
          <p:cNvSpPr/>
          <p:nvPr/>
        </p:nvSpPr>
        <p:spPr>
          <a:xfrm>
            <a:off x="2189372" y="4064804"/>
            <a:ext cx="10160" cy="23495"/>
          </a:xfrm>
          <a:custGeom>
            <a:avLst/>
            <a:gdLst/>
            <a:ahLst/>
            <a:cxnLst/>
            <a:rect l="l" t="t" r="r" b="b"/>
            <a:pathLst>
              <a:path w="10160" h="23495">
                <a:moveTo>
                  <a:pt x="7" y="0"/>
                </a:moveTo>
                <a:lnTo>
                  <a:pt x="0" y="23396"/>
                </a:lnTo>
                <a:lnTo>
                  <a:pt x="4097" y="23412"/>
                </a:lnTo>
                <a:lnTo>
                  <a:pt x="3751" y="20291"/>
                </a:lnTo>
                <a:lnTo>
                  <a:pt x="5067" y="18865"/>
                </a:lnTo>
                <a:lnTo>
                  <a:pt x="8227" y="19275"/>
                </a:lnTo>
                <a:lnTo>
                  <a:pt x="9606" y="19267"/>
                </a:lnTo>
                <a:lnTo>
                  <a:pt x="9259" y="17588"/>
                </a:lnTo>
                <a:lnTo>
                  <a:pt x="9480" y="15295"/>
                </a:lnTo>
                <a:lnTo>
                  <a:pt x="3357" y="9566"/>
                </a:lnTo>
                <a:lnTo>
                  <a:pt x="2962" y="8534"/>
                </a:lnTo>
                <a:lnTo>
                  <a:pt x="5492" y="1379"/>
                </a:lnTo>
                <a:lnTo>
                  <a:pt x="7" y="0"/>
                </a:lnTo>
                <a:close/>
              </a:path>
            </a:pathLst>
          </a:custGeom>
          <a:solidFill>
            <a:srgbClr val="B9B6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25" name="bg object 1725"/>
          <p:cNvSpPr/>
          <p:nvPr/>
        </p:nvSpPr>
        <p:spPr>
          <a:xfrm>
            <a:off x="2181146" y="4046846"/>
            <a:ext cx="10160" cy="23495"/>
          </a:xfrm>
          <a:custGeom>
            <a:avLst/>
            <a:gdLst/>
            <a:ahLst/>
            <a:cxnLst/>
            <a:rect l="l" t="t" r="r" b="b"/>
            <a:pathLst>
              <a:path w="10160" h="23495">
                <a:moveTo>
                  <a:pt x="8085" y="0"/>
                </a:moveTo>
                <a:lnTo>
                  <a:pt x="4121" y="78"/>
                </a:lnTo>
                <a:lnTo>
                  <a:pt x="4200" y="3002"/>
                </a:lnTo>
                <a:lnTo>
                  <a:pt x="4562" y="6146"/>
                </a:lnTo>
                <a:lnTo>
                  <a:pt x="0" y="5571"/>
                </a:lnTo>
                <a:lnTo>
                  <a:pt x="23" y="9724"/>
                </a:lnTo>
                <a:lnTo>
                  <a:pt x="2206" y="9661"/>
                </a:lnTo>
                <a:lnTo>
                  <a:pt x="4200" y="9787"/>
                </a:lnTo>
                <a:lnTo>
                  <a:pt x="4034" y="15335"/>
                </a:lnTo>
                <a:lnTo>
                  <a:pt x="4192" y="17848"/>
                </a:lnTo>
                <a:lnTo>
                  <a:pt x="4018" y="23412"/>
                </a:lnTo>
                <a:lnTo>
                  <a:pt x="6052" y="23499"/>
                </a:lnTo>
                <a:lnTo>
                  <a:pt x="8211" y="23483"/>
                </a:lnTo>
                <a:lnTo>
                  <a:pt x="8234" y="17959"/>
                </a:lnTo>
                <a:lnTo>
                  <a:pt x="8274" y="13861"/>
                </a:lnTo>
                <a:lnTo>
                  <a:pt x="7494" y="9535"/>
                </a:lnTo>
                <a:lnTo>
                  <a:pt x="9921" y="866"/>
                </a:lnTo>
                <a:lnTo>
                  <a:pt x="8085" y="0"/>
                </a:lnTo>
                <a:close/>
              </a:path>
            </a:pathLst>
          </a:custGeom>
          <a:solidFill>
            <a:srgbClr val="BEB7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26" name="bg object 1726"/>
          <p:cNvSpPr/>
          <p:nvPr/>
        </p:nvSpPr>
        <p:spPr>
          <a:xfrm>
            <a:off x="2192335" y="4066183"/>
            <a:ext cx="11430" cy="18415"/>
          </a:xfrm>
          <a:custGeom>
            <a:avLst/>
            <a:gdLst/>
            <a:ahLst/>
            <a:cxnLst/>
            <a:rect l="l" t="t" r="r" b="b"/>
            <a:pathLst>
              <a:path w="11430" h="18414">
                <a:moveTo>
                  <a:pt x="2529" y="0"/>
                </a:moveTo>
                <a:lnTo>
                  <a:pt x="0" y="7155"/>
                </a:lnTo>
                <a:lnTo>
                  <a:pt x="394" y="8187"/>
                </a:lnTo>
                <a:lnTo>
                  <a:pt x="6517" y="13916"/>
                </a:lnTo>
                <a:lnTo>
                  <a:pt x="6296" y="16209"/>
                </a:lnTo>
                <a:lnTo>
                  <a:pt x="6643" y="17888"/>
                </a:lnTo>
                <a:lnTo>
                  <a:pt x="8818" y="17927"/>
                </a:lnTo>
                <a:lnTo>
                  <a:pt x="10551" y="17833"/>
                </a:lnTo>
                <a:lnTo>
                  <a:pt x="11371" y="8936"/>
                </a:lnTo>
                <a:lnTo>
                  <a:pt x="5705" y="5658"/>
                </a:lnTo>
                <a:lnTo>
                  <a:pt x="5106" y="110"/>
                </a:lnTo>
                <a:lnTo>
                  <a:pt x="3435" y="102"/>
                </a:lnTo>
                <a:lnTo>
                  <a:pt x="2529" y="0"/>
                </a:lnTo>
                <a:close/>
              </a:path>
            </a:pathLst>
          </a:custGeom>
          <a:solidFill>
            <a:srgbClr val="BEBF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27" name="bg object 1727"/>
          <p:cNvSpPr/>
          <p:nvPr/>
        </p:nvSpPr>
        <p:spPr>
          <a:xfrm>
            <a:off x="2197389" y="4088207"/>
            <a:ext cx="7620" cy="18415"/>
          </a:xfrm>
          <a:custGeom>
            <a:avLst/>
            <a:gdLst/>
            <a:ahLst/>
            <a:cxnLst/>
            <a:rect l="l" t="t" r="r" b="b"/>
            <a:pathLst>
              <a:path w="7619" h="18414">
                <a:moveTo>
                  <a:pt x="228" y="0"/>
                </a:moveTo>
                <a:lnTo>
                  <a:pt x="220" y="9338"/>
                </a:lnTo>
                <a:lnTo>
                  <a:pt x="354" y="11796"/>
                </a:lnTo>
                <a:lnTo>
                  <a:pt x="0" y="17383"/>
                </a:lnTo>
                <a:lnTo>
                  <a:pt x="1710" y="18093"/>
                </a:lnTo>
                <a:lnTo>
                  <a:pt x="4326" y="17880"/>
                </a:lnTo>
                <a:lnTo>
                  <a:pt x="7100" y="2726"/>
                </a:lnTo>
                <a:lnTo>
                  <a:pt x="7092" y="1379"/>
                </a:lnTo>
                <a:lnTo>
                  <a:pt x="228" y="0"/>
                </a:lnTo>
                <a:close/>
              </a:path>
            </a:pathLst>
          </a:custGeom>
          <a:solidFill>
            <a:srgbClr val="B3A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28" name="bg object 1728"/>
          <p:cNvSpPr/>
          <p:nvPr/>
        </p:nvSpPr>
        <p:spPr>
          <a:xfrm>
            <a:off x="2204481" y="4084259"/>
            <a:ext cx="7620" cy="8890"/>
          </a:xfrm>
          <a:custGeom>
            <a:avLst/>
            <a:gdLst/>
            <a:ahLst/>
            <a:cxnLst/>
            <a:rect l="l" t="t" r="r" b="b"/>
            <a:pathLst>
              <a:path w="7619" h="8889">
                <a:moveTo>
                  <a:pt x="4799" y="0"/>
                </a:moveTo>
                <a:lnTo>
                  <a:pt x="0" y="5327"/>
                </a:lnTo>
                <a:lnTo>
                  <a:pt x="7" y="6674"/>
                </a:lnTo>
                <a:lnTo>
                  <a:pt x="2710" y="8093"/>
                </a:lnTo>
                <a:lnTo>
                  <a:pt x="6816" y="8581"/>
                </a:lnTo>
                <a:lnTo>
                  <a:pt x="7249" y="5957"/>
                </a:lnTo>
                <a:lnTo>
                  <a:pt x="6572" y="1899"/>
                </a:lnTo>
                <a:lnTo>
                  <a:pt x="5476" y="985"/>
                </a:lnTo>
                <a:lnTo>
                  <a:pt x="4799" y="0"/>
                </a:lnTo>
                <a:close/>
              </a:path>
            </a:pathLst>
          </a:custGeom>
          <a:solidFill>
            <a:srgbClr val="BCBD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29" name="bg object 1729"/>
          <p:cNvSpPr/>
          <p:nvPr/>
        </p:nvSpPr>
        <p:spPr>
          <a:xfrm>
            <a:off x="2194398" y="4038247"/>
            <a:ext cx="5080" cy="10795"/>
          </a:xfrm>
          <a:custGeom>
            <a:avLst/>
            <a:gdLst/>
            <a:ahLst/>
            <a:cxnLst/>
            <a:rect l="l" t="t" r="r" b="b"/>
            <a:pathLst>
              <a:path w="5080" h="10795">
                <a:moveTo>
                  <a:pt x="1418" y="0"/>
                </a:moveTo>
                <a:lnTo>
                  <a:pt x="94" y="1418"/>
                </a:lnTo>
                <a:lnTo>
                  <a:pt x="457" y="4539"/>
                </a:lnTo>
                <a:lnTo>
                  <a:pt x="386" y="7462"/>
                </a:lnTo>
                <a:lnTo>
                  <a:pt x="0" y="10622"/>
                </a:lnTo>
                <a:lnTo>
                  <a:pt x="4586" y="10047"/>
                </a:lnTo>
                <a:lnTo>
                  <a:pt x="4609" y="4539"/>
                </a:lnTo>
                <a:lnTo>
                  <a:pt x="4570" y="441"/>
                </a:lnTo>
                <a:lnTo>
                  <a:pt x="1418" y="0"/>
                </a:lnTo>
                <a:close/>
              </a:path>
            </a:pathLst>
          </a:custGeom>
          <a:solidFill>
            <a:srgbClr val="AEA9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30" name="bg object 1730"/>
          <p:cNvSpPr/>
          <p:nvPr/>
        </p:nvSpPr>
        <p:spPr>
          <a:xfrm>
            <a:off x="2193123" y="4083666"/>
            <a:ext cx="5080" cy="8890"/>
          </a:xfrm>
          <a:custGeom>
            <a:avLst/>
            <a:gdLst/>
            <a:ahLst/>
            <a:cxnLst/>
            <a:rect l="l" t="t" r="r" b="b"/>
            <a:pathLst>
              <a:path w="5080" h="8889">
                <a:moveTo>
                  <a:pt x="1316" y="0"/>
                </a:moveTo>
                <a:lnTo>
                  <a:pt x="0" y="1434"/>
                </a:lnTo>
                <a:lnTo>
                  <a:pt x="346" y="4546"/>
                </a:lnTo>
                <a:lnTo>
                  <a:pt x="346" y="8660"/>
                </a:lnTo>
                <a:lnTo>
                  <a:pt x="4491" y="8668"/>
                </a:lnTo>
                <a:lnTo>
                  <a:pt x="4491" y="4539"/>
                </a:lnTo>
                <a:lnTo>
                  <a:pt x="4476" y="417"/>
                </a:lnTo>
                <a:lnTo>
                  <a:pt x="1316" y="0"/>
                </a:lnTo>
                <a:close/>
              </a:path>
            </a:pathLst>
          </a:custGeom>
          <a:solidFill>
            <a:srgbClr val="AAA3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31" name="bg object 1731"/>
          <p:cNvSpPr/>
          <p:nvPr/>
        </p:nvSpPr>
        <p:spPr>
          <a:xfrm>
            <a:off x="2201944" y="4020817"/>
            <a:ext cx="11430" cy="14604"/>
          </a:xfrm>
          <a:custGeom>
            <a:avLst/>
            <a:gdLst/>
            <a:ahLst/>
            <a:cxnLst/>
            <a:rect l="l" t="t" r="r" b="b"/>
            <a:pathLst>
              <a:path w="11430" h="14604">
                <a:moveTo>
                  <a:pt x="10759" y="0"/>
                </a:moveTo>
                <a:lnTo>
                  <a:pt x="3160" y="0"/>
                </a:lnTo>
                <a:lnTo>
                  <a:pt x="2513" y="7911"/>
                </a:lnTo>
                <a:lnTo>
                  <a:pt x="2592" y="8881"/>
                </a:lnTo>
                <a:lnTo>
                  <a:pt x="0" y="14420"/>
                </a:lnTo>
                <a:lnTo>
                  <a:pt x="3570" y="13703"/>
                </a:lnTo>
                <a:lnTo>
                  <a:pt x="6635" y="13703"/>
                </a:lnTo>
                <a:lnTo>
                  <a:pt x="11032" y="10031"/>
                </a:lnTo>
                <a:lnTo>
                  <a:pt x="11071" y="5051"/>
                </a:lnTo>
                <a:lnTo>
                  <a:pt x="10759" y="0"/>
                </a:lnTo>
                <a:close/>
              </a:path>
            </a:pathLst>
          </a:custGeom>
          <a:solidFill>
            <a:srgbClr val="B7B4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32" name="bg object 1732"/>
          <p:cNvSpPr/>
          <p:nvPr/>
        </p:nvSpPr>
        <p:spPr>
          <a:xfrm>
            <a:off x="2188015" y="4131842"/>
            <a:ext cx="22225" cy="50800"/>
          </a:xfrm>
          <a:custGeom>
            <a:avLst/>
            <a:gdLst/>
            <a:ahLst/>
            <a:cxnLst/>
            <a:rect l="l" t="t" r="r" b="b"/>
            <a:pathLst>
              <a:path w="22225" h="50800">
                <a:moveTo>
                  <a:pt x="10551" y="0"/>
                </a:moveTo>
                <a:lnTo>
                  <a:pt x="9204" y="1394"/>
                </a:lnTo>
                <a:lnTo>
                  <a:pt x="9598" y="4523"/>
                </a:lnTo>
                <a:lnTo>
                  <a:pt x="9590" y="10039"/>
                </a:lnTo>
                <a:lnTo>
                  <a:pt x="8195" y="22419"/>
                </a:lnTo>
                <a:lnTo>
                  <a:pt x="8140" y="24224"/>
                </a:lnTo>
                <a:lnTo>
                  <a:pt x="8857" y="31741"/>
                </a:lnTo>
                <a:lnTo>
                  <a:pt x="8124" y="37652"/>
                </a:lnTo>
                <a:lnTo>
                  <a:pt x="299" y="41158"/>
                </a:lnTo>
                <a:lnTo>
                  <a:pt x="330" y="43192"/>
                </a:lnTo>
                <a:lnTo>
                  <a:pt x="0" y="44437"/>
                </a:lnTo>
                <a:lnTo>
                  <a:pt x="3215" y="46281"/>
                </a:lnTo>
                <a:lnTo>
                  <a:pt x="7565" y="45414"/>
                </a:lnTo>
                <a:lnTo>
                  <a:pt x="10827" y="50796"/>
                </a:lnTo>
                <a:lnTo>
                  <a:pt x="15145" y="49874"/>
                </a:lnTo>
                <a:lnTo>
                  <a:pt x="17833" y="49937"/>
                </a:lnTo>
                <a:lnTo>
                  <a:pt x="17833" y="48377"/>
                </a:lnTo>
                <a:lnTo>
                  <a:pt x="17935" y="46816"/>
                </a:lnTo>
                <a:lnTo>
                  <a:pt x="17565" y="42128"/>
                </a:lnTo>
                <a:lnTo>
                  <a:pt x="19361" y="41489"/>
                </a:lnTo>
                <a:lnTo>
                  <a:pt x="21946" y="41678"/>
                </a:lnTo>
                <a:lnTo>
                  <a:pt x="21962" y="36170"/>
                </a:lnTo>
                <a:lnTo>
                  <a:pt x="21946" y="14160"/>
                </a:lnTo>
                <a:lnTo>
                  <a:pt x="13774" y="14019"/>
                </a:lnTo>
                <a:lnTo>
                  <a:pt x="13688" y="370"/>
                </a:lnTo>
                <a:lnTo>
                  <a:pt x="10551" y="0"/>
                </a:lnTo>
                <a:close/>
              </a:path>
            </a:pathLst>
          </a:custGeom>
          <a:solidFill>
            <a:srgbClr val="9E96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33" name="bg object 1733"/>
          <p:cNvSpPr/>
          <p:nvPr/>
        </p:nvSpPr>
        <p:spPr>
          <a:xfrm>
            <a:off x="2201700" y="4123980"/>
            <a:ext cx="13970" cy="22225"/>
          </a:xfrm>
          <a:custGeom>
            <a:avLst/>
            <a:gdLst/>
            <a:ahLst/>
            <a:cxnLst/>
            <a:rect l="l" t="t" r="r" b="b"/>
            <a:pathLst>
              <a:path w="13969" h="22225">
                <a:moveTo>
                  <a:pt x="9645" y="0"/>
                </a:moveTo>
                <a:lnTo>
                  <a:pt x="4152" y="7"/>
                </a:lnTo>
                <a:lnTo>
                  <a:pt x="0" y="8227"/>
                </a:lnTo>
                <a:lnTo>
                  <a:pt x="86" y="21875"/>
                </a:lnTo>
                <a:lnTo>
                  <a:pt x="6241" y="22017"/>
                </a:lnTo>
                <a:lnTo>
                  <a:pt x="8274" y="22009"/>
                </a:lnTo>
                <a:lnTo>
                  <a:pt x="7706" y="17439"/>
                </a:lnTo>
                <a:lnTo>
                  <a:pt x="10811" y="17785"/>
                </a:lnTo>
                <a:lnTo>
                  <a:pt x="13743" y="17904"/>
                </a:lnTo>
                <a:lnTo>
                  <a:pt x="13751" y="4129"/>
                </a:lnTo>
                <a:lnTo>
                  <a:pt x="10599" y="4531"/>
                </a:lnTo>
                <a:lnTo>
                  <a:pt x="9243" y="3144"/>
                </a:lnTo>
                <a:lnTo>
                  <a:pt x="9645" y="0"/>
                </a:lnTo>
                <a:close/>
              </a:path>
            </a:pathLst>
          </a:custGeom>
          <a:solidFill>
            <a:srgbClr val="938C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34" name="bg object 1734"/>
          <p:cNvSpPr/>
          <p:nvPr/>
        </p:nvSpPr>
        <p:spPr>
          <a:xfrm>
            <a:off x="2183892" y="4128113"/>
            <a:ext cx="13970" cy="13970"/>
          </a:xfrm>
          <a:custGeom>
            <a:avLst/>
            <a:gdLst/>
            <a:ahLst/>
            <a:cxnLst/>
            <a:rect l="l" t="t" r="r" b="b"/>
            <a:pathLst>
              <a:path w="13969" h="13970">
                <a:moveTo>
                  <a:pt x="9598" y="7"/>
                </a:moveTo>
                <a:lnTo>
                  <a:pt x="0" y="0"/>
                </a:lnTo>
                <a:lnTo>
                  <a:pt x="0" y="12379"/>
                </a:lnTo>
                <a:lnTo>
                  <a:pt x="13711" y="13766"/>
                </a:lnTo>
                <a:lnTo>
                  <a:pt x="13719" y="8250"/>
                </a:lnTo>
                <a:lnTo>
                  <a:pt x="11134" y="8455"/>
                </a:lnTo>
                <a:lnTo>
                  <a:pt x="9346" y="7809"/>
                </a:lnTo>
                <a:lnTo>
                  <a:pt x="9700" y="3120"/>
                </a:lnTo>
                <a:lnTo>
                  <a:pt x="9598" y="1560"/>
                </a:lnTo>
                <a:lnTo>
                  <a:pt x="9598" y="7"/>
                </a:lnTo>
                <a:close/>
              </a:path>
            </a:pathLst>
          </a:custGeom>
          <a:solidFill>
            <a:srgbClr val="A49B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35" name="bg object 1735"/>
          <p:cNvSpPr/>
          <p:nvPr/>
        </p:nvSpPr>
        <p:spPr>
          <a:xfrm>
            <a:off x="2183892" y="4110223"/>
            <a:ext cx="10160" cy="18415"/>
          </a:xfrm>
          <a:custGeom>
            <a:avLst/>
            <a:gdLst/>
            <a:ahLst/>
            <a:cxnLst/>
            <a:rect l="l" t="t" r="r" b="b"/>
            <a:pathLst>
              <a:path w="10160" h="18414">
                <a:moveTo>
                  <a:pt x="7" y="8250"/>
                </a:moveTo>
                <a:lnTo>
                  <a:pt x="0" y="17896"/>
                </a:lnTo>
                <a:lnTo>
                  <a:pt x="9598" y="17896"/>
                </a:lnTo>
                <a:lnTo>
                  <a:pt x="9598" y="8731"/>
                </a:lnTo>
                <a:lnTo>
                  <a:pt x="3727" y="8731"/>
                </a:lnTo>
                <a:lnTo>
                  <a:pt x="7" y="8250"/>
                </a:lnTo>
                <a:close/>
              </a:path>
              <a:path w="10160" h="18414">
                <a:moveTo>
                  <a:pt x="9598" y="0"/>
                </a:moveTo>
                <a:lnTo>
                  <a:pt x="5492" y="0"/>
                </a:lnTo>
                <a:lnTo>
                  <a:pt x="5484" y="1111"/>
                </a:lnTo>
                <a:lnTo>
                  <a:pt x="5350" y="2238"/>
                </a:lnTo>
                <a:lnTo>
                  <a:pt x="6146" y="7801"/>
                </a:lnTo>
                <a:lnTo>
                  <a:pt x="3727" y="8731"/>
                </a:lnTo>
                <a:lnTo>
                  <a:pt x="9598" y="8731"/>
                </a:lnTo>
                <a:lnTo>
                  <a:pt x="9598" y="0"/>
                </a:lnTo>
                <a:close/>
              </a:path>
            </a:pathLst>
          </a:custGeom>
          <a:solidFill>
            <a:srgbClr val="B1A1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36" name="bg object 1736"/>
          <p:cNvSpPr/>
          <p:nvPr/>
        </p:nvSpPr>
        <p:spPr>
          <a:xfrm>
            <a:off x="2193499" y="4110222"/>
            <a:ext cx="9525" cy="15240"/>
          </a:xfrm>
          <a:custGeom>
            <a:avLst/>
            <a:gdLst/>
            <a:ahLst/>
            <a:cxnLst/>
            <a:rect l="l" t="t" r="r" b="b"/>
            <a:pathLst>
              <a:path w="9525" h="15239">
                <a:moveTo>
                  <a:pt x="8234" y="0"/>
                </a:moveTo>
                <a:lnTo>
                  <a:pt x="0" y="4129"/>
                </a:lnTo>
                <a:lnTo>
                  <a:pt x="0" y="13759"/>
                </a:lnTo>
                <a:lnTo>
                  <a:pt x="9101" y="13703"/>
                </a:lnTo>
                <a:lnTo>
                  <a:pt x="8171" y="14649"/>
                </a:lnTo>
                <a:lnTo>
                  <a:pt x="8227" y="5468"/>
                </a:lnTo>
                <a:lnTo>
                  <a:pt x="8234" y="0"/>
                </a:lnTo>
                <a:close/>
              </a:path>
            </a:pathLst>
          </a:custGeom>
          <a:solidFill>
            <a:srgbClr val="B7AD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37" name="bg object 1737"/>
          <p:cNvSpPr/>
          <p:nvPr/>
        </p:nvSpPr>
        <p:spPr>
          <a:xfrm>
            <a:off x="2205822" y="4119348"/>
            <a:ext cx="5715" cy="5080"/>
          </a:xfrm>
          <a:custGeom>
            <a:avLst/>
            <a:gdLst/>
            <a:ahLst/>
            <a:cxnLst/>
            <a:rect l="l" t="t" r="r" b="b"/>
            <a:pathLst>
              <a:path w="5714" h="5079">
                <a:moveTo>
                  <a:pt x="47" y="0"/>
                </a:moveTo>
                <a:lnTo>
                  <a:pt x="0" y="2482"/>
                </a:lnTo>
                <a:lnTo>
                  <a:pt x="31" y="4641"/>
                </a:lnTo>
                <a:lnTo>
                  <a:pt x="5516" y="4633"/>
                </a:lnTo>
                <a:lnTo>
                  <a:pt x="4712" y="3278"/>
                </a:lnTo>
                <a:lnTo>
                  <a:pt x="4137" y="1016"/>
                </a:lnTo>
                <a:lnTo>
                  <a:pt x="47" y="0"/>
                </a:lnTo>
                <a:close/>
              </a:path>
            </a:pathLst>
          </a:custGeom>
          <a:solidFill>
            <a:srgbClr val="9A9B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38" name="bg object 1738"/>
          <p:cNvSpPr/>
          <p:nvPr/>
        </p:nvSpPr>
        <p:spPr>
          <a:xfrm>
            <a:off x="2201730" y="4110219"/>
            <a:ext cx="6350" cy="5080"/>
          </a:xfrm>
          <a:custGeom>
            <a:avLst/>
            <a:gdLst/>
            <a:ahLst/>
            <a:cxnLst/>
            <a:rect l="l" t="t" r="r" b="b"/>
            <a:pathLst>
              <a:path w="6350" h="5079">
                <a:moveTo>
                  <a:pt x="5484" y="0"/>
                </a:moveTo>
                <a:lnTo>
                  <a:pt x="0" y="0"/>
                </a:lnTo>
                <a:lnTo>
                  <a:pt x="0" y="4129"/>
                </a:lnTo>
                <a:lnTo>
                  <a:pt x="2939" y="4239"/>
                </a:lnTo>
                <a:lnTo>
                  <a:pt x="6052" y="4578"/>
                </a:lnTo>
                <a:lnTo>
                  <a:pt x="5484" y="0"/>
                </a:lnTo>
                <a:close/>
              </a:path>
            </a:pathLst>
          </a:custGeom>
          <a:solidFill>
            <a:srgbClr val="A29D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39" name="bg object 1739"/>
          <p:cNvSpPr/>
          <p:nvPr/>
        </p:nvSpPr>
        <p:spPr>
          <a:xfrm>
            <a:off x="2214073" y="4150138"/>
            <a:ext cx="10160" cy="6350"/>
          </a:xfrm>
          <a:custGeom>
            <a:avLst/>
            <a:gdLst/>
            <a:ahLst/>
            <a:cxnLst/>
            <a:rect l="l" t="t" r="r" b="b"/>
            <a:pathLst>
              <a:path w="10160" h="6350">
                <a:moveTo>
                  <a:pt x="5524" y="0"/>
                </a:moveTo>
                <a:lnTo>
                  <a:pt x="0" y="0"/>
                </a:lnTo>
                <a:lnTo>
                  <a:pt x="7" y="5500"/>
                </a:lnTo>
                <a:lnTo>
                  <a:pt x="5476" y="5500"/>
                </a:lnTo>
                <a:lnTo>
                  <a:pt x="8613" y="5878"/>
                </a:lnTo>
                <a:lnTo>
                  <a:pt x="10031" y="4531"/>
                </a:lnTo>
                <a:lnTo>
                  <a:pt x="9598" y="1347"/>
                </a:lnTo>
                <a:lnTo>
                  <a:pt x="5524" y="0"/>
                </a:lnTo>
                <a:close/>
              </a:path>
            </a:pathLst>
          </a:custGeom>
          <a:solidFill>
            <a:srgbClr val="A096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40" name="bg object 1740"/>
          <p:cNvSpPr/>
          <p:nvPr/>
        </p:nvSpPr>
        <p:spPr>
          <a:xfrm>
            <a:off x="2209958" y="4145992"/>
            <a:ext cx="10160" cy="4445"/>
          </a:xfrm>
          <a:custGeom>
            <a:avLst/>
            <a:gdLst/>
            <a:ahLst/>
            <a:cxnLst/>
            <a:rect l="l" t="t" r="r" b="b"/>
            <a:pathLst>
              <a:path w="10160" h="4445">
                <a:moveTo>
                  <a:pt x="15" y="0"/>
                </a:moveTo>
                <a:lnTo>
                  <a:pt x="7" y="4137"/>
                </a:lnTo>
                <a:lnTo>
                  <a:pt x="9613" y="4137"/>
                </a:lnTo>
                <a:lnTo>
                  <a:pt x="9606" y="15"/>
                </a:lnTo>
                <a:lnTo>
                  <a:pt x="15" y="0"/>
                </a:lnTo>
                <a:close/>
              </a:path>
            </a:pathLst>
          </a:custGeom>
          <a:solidFill>
            <a:srgbClr val="998C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41" name="bg object 1741"/>
          <p:cNvSpPr/>
          <p:nvPr/>
        </p:nvSpPr>
        <p:spPr>
          <a:xfrm>
            <a:off x="2215444" y="4137558"/>
            <a:ext cx="4445" cy="8890"/>
          </a:xfrm>
          <a:custGeom>
            <a:avLst/>
            <a:gdLst/>
            <a:ahLst/>
            <a:cxnLst/>
            <a:rect l="l" t="t" r="r" b="b"/>
            <a:pathLst>
              <a:path w="4444" h="8889">
                <a:moveTo>
                  <a:pt x="2592" y="0"/>
                </a:moveTo>
                <a:lnTo>
                  <a:pt x="15" y="181"/>
                </a:lnTo>
                <a:lnTo>
                  <a:pt x="0" y="2947"/>
                </a:lnTo>
                <a:lnTo>
                  <a:pt x="15" y="8447"/>
                </a:lnTo>
                <a:lnTo>
                  <a:pt x="4121" y="8447"/>
                </a:lnTo>
                <a:lnTo>
                  <a:pt x="4121" y="6895"/>
                </a:lnTo>
                <a:lnTo>
                  <a:pt x="4018" y="5334"/>
                </a:lnTo>
                <a:lnTo>
                  <a:pt x="4397" y="638"/>
                </a:lnTo>
                <a:lnTo>
                  <a:pt x="2592" y="0"/>
                </a:lnTo>
                <a:close/>
              </a:path>
            </a:pathLst>
          </a:custGeom>
          <a:solidFill>
            <a:srgbClr val="9D95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42" name="bg object 1742"/>
          <p:cNvSpPr/>
          <p:nvPr/>
        </p:nvSpPr>
        <p:spPr>
          <a:xfrm>
            <a:off x="2141300" y="3784057"/>
            <a:ext cx="5715" cy="8890"/>
          </a:xfrm>
          <a:custGeom>
            <a:avLst/>
            <a:gdLst/>
            <a:ahLst/>
            <a:cxnLst/>
            <a:rect l="l" t="t" r="r" b="b"/>
            <a:pathLst>
              <a:path w="5714" h="8889">
                <a:moveTo>
                  <a:pt x="5516" y="0"/>
                </a:moveTo>
                <a:lnTo>
                  <a:pt x="70" y="55"/>
                </a:lnTo>
                <a:lnTo>
                  <a:pt x="0" y="8274"/>
                </a:lnTo>
                <a:lnTo>
                  <a:pt x="5500" y="8297"/>
                </a:lnTo>
                <a:lnTo>
                  <a:pt x="5516" y="0"/>
                </a:lnTo>
                <a:close/>
              </a:path>
            </a:pathLst>
          </a:custGeom>
          <a:solidFill>
            <a:srgbClr val="C8BC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43" name="bg object 1743"/>
          <p:cNvSpPr/>
          <p:nvPr/>
        </p:nvSpPr>
        <p:spPr>
          <a:xfrm>
            <a:off x="2141368" y="3778558"/>
            <a:ext cx="5715" cy="5715"/>
          </a:xfrm>
          <a:custGeom>
            <a:avLst/>
            <a:gdLst/>
            <a:ahLst/>
            <a:cxnLst/>
            <a:rect l="l" t="t" r="r" b="b"/>
            <a:pathLst>
              <a:path w="5714" h="5714">
                <a:moveTo>
                  <a:pt x="5421" y="0"/>
                </a:moveTo>
                <a:lnTo>
                  <a:pt x="1355" y="31"/>
                </a:lnTo>
                <a:lnTo>
                  <a:pt x="0" y="5547"/>
                </a:lnTo>
                <a:lnTo>
                  <a:pt x="5445" y="5500"/>
                </a:lnTo>
                <a:lnTo>
                  <a:pt x="5421" y="0"/>
                </a:lnTo>
                <a:close/>
              </a:path>
            </a:pathLst>
          </a:custGeom>
          <a:solidFill>
            <a:srgbClr val="BBAC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44" name="bg object 1744"/>
          <p:cNvSpPr/>
          <p:nvPr/>
        </p:nvSpPr>
        <p:spPr>
          <a:xfrm>
            <a:off x="2136658" y="3773982"/>
            <a:ext cx="6985" cy="5080"/>
          </a:xfrm>
          <a:custGeom>
            <a:avLst/>
            <a:gdLst/>
            <a:ahLst/>
            <a:cxnLst/>
            <a:rect l="l" t="t" r="r" b="b"/>
            <a:pathLst>
              <a:path w="6985" h="5079">
                <a:moveTo>
                  <a:pt x="6619" y="0"/>
                </a:moveTo>
                <a:lnTo>
                  <a:pt x="3490" y="370"/>
                </a:lnTo>
                <a:lnTo>
                  <a:pt x="567" y="472"/>
                </a:lnTo>
                <a:lnTo>
                  <a:pt x="0" y="5043"/>
                </a:lnTo>
                <a:lnTo>
                  <a:pt x="3112" y="4688"/>
                </a:lnTo>
                <a:lnTo>
                  <a:pt x="6044" y="4586"/>
                </a:lnTo>
                <a:lnTo>
                  <a:pt x="6619" y="0"/>
                </a:lnTo>
                <a:close/>
              </a:path>
            </a:pathLst>
          </a:custGeom>
          <a:solidFill>
            <a:srgbClr val="A395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45" name="bg object 1745"/>
          <p:cNvSpPr/>
          <p:nvPr/>
        </p:nvSpPr>
        <p:spPr>
          <a:xfrm>
            <a:off x="2145442" y="3774476"/>
            <a:ext cx="24130" cy="36195"/>
          </a:xfrm>
          <a:custGeom>
            <a:avLst/>
            <a:gdLst/>
            <a:ahLst/>
            <a:cxnLst/>
            <a:rect l="l" t="t" r="r" b="b"/>
            <a:pathLst>
              <a:path w="24130" h="36195">
                <a:moveTo>
                  <a:pt x="1418" y="0"/>
                </a:moveTo>
                <a:lnTo>
                  <a:pt x="1371" y="9582"/>
                </a:lnTo>
                <a:lnTo>
                  <a:pt x="1355" y="17880"/>
                </a:lnTo>
                <a:lnTo>
                  <a:pt x="0" y="27486"/>
                </a:lnTo>
                <a:lnTo>
                  <a:pt x="2970" y="27384"/>
                </a:lnTo>
                <a:lnTo>
                  <a:pt x="6059" y="27068"/>
                </a:lnTo>
                <a:lnTo>
                  <a:pt x="5508" y="31623"/>
                </a:lnTo>
                <a:lnTo>
                  <a:pt x="9629" y="31623"/>
                </a:lnTo>
                <a:lnTo>
                  <a:pt x="12781" y="31213"/>
                </a:lnTo>
                <a:lnTo>
                  <a:pt x="14129" y="32632"/>
                </a:lnTo>
                <a:lnTo>
                  <a:pt x="13751" y="35760"/>
                </a:lnTo>
                <a:lnTo>
                  <a:pt x="23357" y="35752"/>
                </a:lnTo>
                <a:lnTo>
                  <a:pt x="23932" y="31497"/>
                </a:lnTo>
                <a:lnTo>
                  <a:pt x="22427" y="28865"/>
                </a:lnTo>
                <a:lnTo>
                  <a:pt x="15406" y="27754"/>
                </a:lnTo>
                <a:lnTo>
                  <a:pt x="13018" y="26816"/>
                </a:lnTo>
                <a:lnTo>
                  <a:pt x="13735" y="23373"/>
                </a:lnTo>
                <a:lnTo>
                  <a:pt x="11056" y="23570"/>
                </a:lnTo>
                <a:lnTo>
                  <a:pt x="9472" y="22781"/>
                </a:lnTo>
                <a:lnTo>
                  <a:pt x="9755" y="14925"/>
                </a:lnTo>
                <a:lnTo>
                  <a:pt x="9621" y="10197"/>
                </a:lnTo>
                <a:lnTo>
                  <a:pt x="9621" y="5468"/>
                </a:lnTo>
                <a:lnTo>
                  <a:pt x="8242" y="4342"/>
                </a:lnTo>
                <a:lnTo>
                  <a:pt x="6934" y="3120"/>
                </a:lnTo>
                <a:lnTo>
                  <a:pt x="4215" y="1284"/>
                </a:lnTo>
                <a:lnTo>
                  <a:pt x="2773" y="701"/>
                </a:lnTo>
                <a:lnTo>
                  <a:pt x="1418" y="0"/>
                </a:lnTo>
                <a:close/>
              </a:path>
            </a:pathLst>
          </a:custGeom>
          <a:solidFill>
            <a:srgbClr val="D3CB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46" name="bg object 1746"/>
          <p:cNvSpPr/>
          <p:nvPr/>
        </p:nvSpPr>
        <p:spPr>
          <a:xfrm>
            <a:off x="2085041" y="4182752"/>
            <a:ext cx="6350" cy="14604"/>
          </a:xfrm>
          <a:custGeom>
            <a:avLst/>
            <a:gdLst/>
            <a:ahLst/>
            <a:cxnLst/>
            <a:rect l="l" t="t" r="r" b="b"/>
            <a:pathLst>
              <a:path w="6350" h="14604">
                <a:moveTo>
                  <a:pt x="0" y="0"/>
                </a:moveTo>
                <a:lnTo>
                  <a:pt x="0" y="10047"/>
                </a:lnTo>
                <a:lnTo>
                  <a:pt x="39" y="14145"/>
                </a:lnTo>
                <a:lnTo>
                  <a:pt x="2151" y="14184"/>
                </a:lnTo>
                <a:lnTo>
                  <a:pt x="4491" y="14153"/>
                </a:lnTo>
                <a:lnTo>
                  <a:pt x="3569" y="7651"/>
                </a:lnTo>
                <a:lnTo>
                  <a:pt x="6162" y="3112"/>
                </a:lnTo>
                <a:lnTo>
                  <a:pt x="0" y="0"/>
                </a:lnTo>
                <a:close/>
              </a:path>
            </a:pathLst>
          </a:custGeom>
          <a:solidFill>
            <a:srgbClr val="8981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47" name="bg object 1747"/>
          <p:cNvSpPr/>
          <p:nvPr/>
        </p:nvSpPr>
        <p:spPr>
          <a:xfrm>
            <a:off x="2085051" y="4200851"/>
            <a:ext cx="4445" cy="11430"/>
          </a:xfrm>
          <a:custGeom>
            <a:avLst/>
            <a:gdLst/>
            <a:ahLst/>
            <a:cxnLst/>
            <a:rect l="l" t="t" r="r" b="b"/>
            <a:pathLst>
              <a:path w="4444" h="11429">
                <a:moveTo>
                  <a:pt x="2592" y="0"/>
                </a:moveTo>
                <a:lnTo>
                  <a:pt x="15" y="189"/>
                </a:lnTo>
                <a:lnTo>
                  <a:pt x="0" y="9818"/>
                </a:lnTo>
                <a:lnTo>
                  <a:pt x="1394" y="11213"/>
                </a:lnTo>
                <a:lnTo>
                  <a:pt x="2734" y="11182"/>
                </a:lnTo>
                <a:lnTo>
                  <a:pt x="4105" y="9795"/>
                </a:lnTo>
                <a:lnTo>
                  <a:pt x="4121" y="7785"/>
                </a:lnTo>
                <a:lnTo>
                  <a:pt x="4018" y="5776"/>
                </a:lnTo>
                <a:lnTo>
                  <a:pt x="4397" y="614"/>
                </a:lnTo>
                <a:lnTo>
                  <a:pt x="2592" y="0"/>
                </a:lnTo>
                <a:close/>
              </a:path>
            </a:pathLst>
          </a:custGeom>
          <a:solidFill>
            <a:srgbClr val="AFA8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48" name="bg object 1748"/>
          <p:cNvSpPr/>
          <p:nvPr/>
        </p:nvSpPr>
        <p:spPr>
          <a:xfrm>
            <a:off x="2083691" y="4212027"/>
            <a:ext cx="5715" cy="12700"/>
          </a:xfrm>
          <a:custGeom>
            <a:avLst/>
            <a:gdLst/>
            <a:ahLst/>
            <a:cxnLst/>
            <a:rect l="l" t="t" r="r" b="b"/>
            <a:pathLst>
              <a:path w="5714" h="12700">
                <a:moveTo>
                  <a:pt x="4089" y="0"/>
                </a:moveTo>
                <a:lnTo>
                  <a:pt x="2758" y="39"/>
                </a:lnTo>
                <a:lnTo>
                  <a:pt x="0" y="12411"/>
                </a:lnTo>
                <a:lnTo>
                  <a:pt x="5476" y="12419"/>
                </a:lnTo>
                <a:lnTo>
                  <a:pt x="5531" y="2797"/>
                </a:lnTo>
                <a:lnTo>
                  <a:pt x="4089" y="0"/>
                </a:lnTo>
                <a:close/>
              </a:path>
            </a:pathLst>
          </a:custGeom>
          <a:solidFill>
            <a:srgbClr val="8A7E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49" name="bg object 1749"/>
          <p:cNvSpPr/>
          <p:nvPr/>
        </p:nvSpPr>
        <p:spPr>
          <a:xfrm>
            <a:off x="2159192" y="3809810"/>
            <a:ext cx="18415" cy="28575"/>
          </a:xfrm>
          <a:custGeom>
            <a:avLst/>
            <a:gdLst/>
            <a:ahLst/>
            <a:cxnLst/>
            <a:rect l="l" t="t" r="r" b="b"/>
            <a:pathLst>
              <a:path w="18414" h="28575">
                <a:moveTo>
                  <a:pt x="13034" y="0"/>
                </a:moveTo>
                <a:lnTo>
                  <a:pt x="9606" y="417"/>
                </a:lnTo>
                <a:lnTo>
                  <a:pt x="0" y="425"/>
                </a:lnTo>
                <a:lnTo>
                  <a:pt x="0" y="10055"/>
                </a:lnTo>
                <a:lnTo>
                  <a:pt x="2230" y="10244"/>
                </a:lnTo>
                <a:lnTo>
                  <a:pt x="3467" y="9503"/>
                </a:lnTo>
                <a:lnTo>
                  <a:pt x="5587" y="5145"/>
                </a:lnTo>
                <a:lnTo>
                  <a:pt x="7809" y="5642"/>
                </a:lnTo>
                <a:lnTo>
                  <a:pt x="8408" y="11528"/>
                </a:lnTo>
                <a:lnTo>
                  <a:pt x="8195" y="14933"/>
                </a:lnTo>
                <a:lnTo>
                  <a:pt x="8219" y="20315"/>
                </a:lnTo>
                <a:lnTo>
                  <a:pt x="8353" y="22332"/>
                </a:lnTo>
                <a:lnTo>
                  <a:pt x="7982" y="27455"/>
                </a:lnTo>
                <a:lnTo>
                  <a:pt x="9732" y="28140"/>
                </a:lnTo>
                <a:lnTo>
                  <a:pt x="12324" y="27959"/>
                </a:lnTo>
                <a:lnTo>
                  <a:pt x="12813" y="24145"/>
                </a:lnTo>
                <a:lnTo>
                  <a:pt x="13010" y="20283"/>
                </a:lnTo>
                <a:lnTo>
                  <a:pt x="14176" y="15547"/>
                </a:lnTo>
                <a:lnTo>
                  <a:pt x="16454" y="14980"/>
                </a:lnTo>
                <a:lnTo>
                  <a:pt x="17841" y="14168"/>
                </a:lnTo>
                <a:lnTo>
                  <a:pt x="17809" y="10063"/>
                </a:lnTo>
                <a:lnTo>
                  <a:pt x="13648" y="10559"/>
                </a:lnTo>
                <a:lnTo>
                  <a:pt x="13451" y="7848"/>
                </a:lnTo>
                <a:lnTo>
                  <a:pt x="14011" y="1796"/>
                </a:lnTo>
                <a:lnTo>
                  <a:pt x="13034" y="0"/>
                </a:lnTo>
                <a:close/>
              </a:path>
            </a:pathLst>
          </a:custGeom>
          <a:solidFill>
            <a:srgbClr val="CAC3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50" name="bg object 1750"/>
          <p:cNvSpPr/>
          <p:nvPr/>
        </p:nvSpPr>
        <p:spPr>
          <a:xfrm>
            <a:off x="2177033" y="3829493"/>
            <a:ext cx="9525" cy="13970"/>
          </a:xfrm>
          <a:custGeom>
            <a:avLst/>
            <a:gdLst/>
            <a:ahLst/>
            <a:cxnLst/>
            <a:rect l="l" t="t" r="r" b="b"/>
            <a:pathLst>
              <a:path w="9525" h="13970">
                <a:moveTo>
                  <a:pt x="8948" y="12395"/>
                </a:moveTo>
                <a:lnTo>
                  <a:pt x="8157" y="12395"/>
                </a:lnTo>
                <a:lnTo>
                  <a:pt x="8148" y="13365"/>
                </a:lnTo>
                <a:lnTo>
                  <a:pt x="8948" y="12395"/>
                </a:lnTo>
                <a:close/>
              </a:path>
              <a:path w="9525" h="13970">
                <a:moveTo>
                  <a:pt x="8219" y="0"/>
                </a:moveTo>
                <a:lnTo>
                  <a:pt x="7" y="4137"/>
                </a:lnTo>
                <a:lnTo>
                  <a:pt x="0" y="12395"/>
                </a:lnTo>
                <a:lnTo>
                  <a:pt x="8157" y="12395"/>
                </a:lnTo>
                <a:lnTo>
                  <a:pt x="8219" y="0"/>
                </a:lnTo>
                <a:close/>
              </a:path>
            </a:pathLst>
          </a:custGeom>
          <a:solidFill>
            <a:srgbClr val="C1B7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51" name="bg object 1751"/>
          <p:cNvSpPr/>
          <p:nvPr/>
        </p:nvSpPr>
        <p:spPr>
          <a:xfrm>
            <a:off x="2177005" y="3819108"/>
            <a:ext cx="8890" cy="14604"/>
          </a:xfrm>
          <a:custGeom>
            <a:avLst/>
            <a:gdLst/>
            <a:ahLst/>
            <a:cxnLst/>
            <a:rect l="l" t="t" r="r" b="b"/>
            <a:pathLst>
              <a:path w="8889" h="14604">
                <a:moveTo>
                  <a:pt x="5579" y="0"/>
                </a:moveTo>
                <a:lnTo>
                  <a:pt x="3506" y="4381"/>
                </a:lnTo>
                <a:lnTo>
                  <a:pt x="2238" y="5067"/>
                </a:lnTo>
                <a:lnTo>
                  <a:pt x="0" y="4885"/>
                </a:lnTo>
                <a:lnTo>
                  <a:pt x="39" y="14523"/>
                </a:lnTo>
                <a:lnTo>
                  <a:pt x="8250" y="10386"/>
                </a:lnTo>
                <a:lnTo>
                  <a:pt x="8227" y="7911"/>
                </a:lnTo>
                <a:lnTo>
                  <a:pt x="8447" y="5405"/>
                </a:lnTo>
                <a:lnTo>
                  <a:pt x="7730" y="425"/>
                </a:lnTo>
                <a:lnTo>
                  <a:pt x="5579" y="0"/>
                </a:lnTo>
                <a:close/>
              </a:path>
            </a:pathLst>
          </a:custGeom>
          <a:solidFill>
            <a:srgbClr val="CBC1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52" name="bg object 1752"/>
          <p:cNvSpPr/>
          <p:nvPr/>
        </p:nvSpPr>
        <p:spPr>
          <a:xfrm>
            <a:off x="2153689" y="3823599"/>
            <a:ext cx="23495" cy="44450"/>
          </a:xfrm>
          <a:custGeom>
            <a:avLst/>
            <a:gdLst/>
            <a:ahLst/>
            <a:cxnLst/>
            <a:rect l="l" t="t" r="r" b="b"/>
            <a:pathLst>
              <a:path w="23494" h="44450">
                <a:moveTo>
                  <a:pt x="2348" y="0"/>
                </a:moveTo>
                <a:lnTo>
                  <a:pt x="977" y="1379"/>
                </a:lnTo>
                <a:lnTo>
                  <a:pt x="1379" y="4523"/>
                </a:lnTo>
                <a:lnTo>
                  <a:pt x="7" y="18266"/>
                </a:lnTo>
                <a:lnTo>
                  <a:pt x="5468" y="18802"/>
                </a:lnTo>
                <a:lnTo>
                  <a:pt x="6059" y="19472"/>
                </a:lnTo>
                <a:lnTo>
                  <a:pt x="4814" y="26785"/>
                </a:lnTo>
                <a:lnTo>
                  <a:pt x="4200" y="29645"/>
                </a:lnTo>
                <a:lnTo>
                  <a:pt x="4176" y="35642"/>
                </a:lnTo>
                <a:lnTo>
                  <a:pt x="2632" y="36367"/>
                </a:lnTo>
                <a:lnTo>
                  <a:pt x="0" y="36170"/>
                </a:lnTo>
                <a:lnTo>
                  <a:pt x="31" y="44413"/>
                </a:lnTo>
                <a:lnTo>
                  <a:pt x="4097" y="44413"/>
                </a:lnTo>
                <a:lnTo>
                  <a:pt x="3561" y="39850"/>
                </a:lnTo>
                <a:lnTo>
                  <a:pt x="6682" y="40197"/>
                </a:lnTo>
                <a:lnTo>
                  <a:pt x="9606" y="40292"/>
                </a:lnTo>
                <a:lnTo>
                  <a:pt x="9755" y="39220"/>
                </a:lnTo>
                <a:lnTo>
                  <a:pt x="9637" y="37344"/>
                </a:lnTo>
                <a:lnTo>
                  <a:pt x="15130" y="35508"/>
                </a:lnTo>
                <a:lnTo>
                  <a:pt x="13467" y="31355"/>
                </a:lnTo>
                <a:lnTo>
                  <a:pt x="13727" y="27919"/>
                </a:lnTo>
                <a:lnTo>
                  <a:pt x="12506" y="27581"/>
                </a:lnTo>
                <a:lnTo>
                  <a:pt x="11000" y="27549"/>
                </a:lnTo>
                <a:lnTo>
                  <a:pt x="9590" y="26288"/>
                </a:lnTo>
                <a:lnTo>
                  <a:pt x="9692" y="24649"/>
                </a:lnTo>
                <a:lnTo>
                  <a:pt x="10165" y="23168"/>
                </a:lnTo>
                <a:lnTo>
                  <a:pt x="11733" y="22514"/>
                </a:lnTo>
                <a:lnTo>
                  <a:pt x="12805" y="23317"/>
                </a:lnTo>
                <a:lnTo>
                  <a:pt x="13349" y="24318"/>
                </a:lnTo>
                <a:lnTo>
                  <a:pt x="13900" y="26060"/>
                </a:lnTo>
                <a:lnTo>
                  <a:pt x="13719" y="27021"/>
                </a:lnTo>
                <a:lnTo>
                  <a:pt x="13735" y="27919"/>
                </a:lnTo>
                <a:lnTo>
                  <a:pt x="17848" y="27912"/>
                </a:lnTo>
                <a:lnTo>
                  <a:pt x="17746" y="24980"/>
                </a:lnTo>
                <a:lnTo>
                  <a:pt x="17383" y="21836"/>
                </a:lnTo>
                <a:lnTo>
                  <a:pt x="21970" y="22419"/>
                </a:lnTo>
                <a:lnTo>
                  <a:pt x="23341" y="18290"/>
                </a:lnTo>
                <a:lnTo>
                  <a:pt x="23325" y="14145"/>
                </a:lnTo>
                <a:lnTo>
                  <a:pt x="17856" y="14145"/>
                </a:lnTo>
                <a:lnTo>
                  <a:pt x="18337" y="18305"/>
                </a:lnTo>
                <a:lnTo>
                  <a:pt x="15721" y="18361"/>
                </a:lnTo>
                <a:lnTo>
                  <a:pt x="9732" y="18203"/>
                </a:lnTo>
                <a:lnTo>
                  <a:pt x="9574" y="16320"/>
                </a:lnTo>
                <a:lnTo>
                  <a:pt x="9598" y="10031"/>
                </a:lnTo>
                <a:lnTo>
                  <a:pt x="3136" y="8999"/>
                </a:lnTo>
                <a:lnTo>
                  <a:pt x="6280" y="3853"/>
                </a:lnTo>
                <a:lnTo>
                  <a:pt x="5484" y="386"/>
                </a:lnTo>
                <a:lnTo>
                  <a:pt x="2348" y="0"/>
                </a:lnTo>
                <a:close/>
              </a:path>
            </a:pathLst>
          </a:custGeom>
          <a:solidFill>
            <a:srgbClr val="CAC3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53" name="bg object 1753"/>
          <p:cNvSpPr/>
          <p:nvPr/>
        </p:nvSpPr>
        <p:spPr>
          <a:xfrm>
            <a:off x="2171069" y="3845435"/>
            <a:ext cx="5080" cy="6985"/>
          </a:xfrm>
          <a:custGeom>
            <a:avLst/>
            <a:gdLst/>
            <a:ahLst/>
            <a:cxnLst/>
            <a:rect l="l" t="t" r="r" b="b"/>
            <a:pathLst>
              <a:path w="5080" h="6985">
                <a:moveTo>
                  <a:pt x="0" y="0"/>
                </a:moveTo>
                <a:lnTo>
                  <a:pt x="370" y="3136"/>
                </a:lnTo>
                <a:lnTo>
                  <a:pt x="472" y="6083"/>
                </a:lnTo>
                <a:lnTo>
                  <a:pt x="5027" y="6635"/>
                </a:lnTo>
                <a:lnTo>
                  <a:pt x="4673" y="3498"/>
                </a:lnTo>
                <a:lnTo>
                  <a:pt x="4586" y="583"/>
                </a:lnTo>
                <a:lnTo>
                  <a:pt x="0" y="0"/>
                </a:lnTo>
                <a:close/>
              </a:path>
            </a:pathLst>
          </a:custGeom>
          <a:solidFill>
            <a:srgbClr val="BDB5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54" name="bg object 1754"/>
          <p:cNvSpPr/>
          <p:nvPr/>
        </p:nvSpPr>
        <p:spPr>
          <a:xfrm>
            <a:off x="2073693" y="4059306"/>
            <a:ext cx="32384" cy="44450"/>
          </a:xfrm>
          <a:custGeom>
            <a:avLst/>
            <a:gdLst/>
            <a:ahLst/>
            <a:cxnLst/>
            <a:rect l="l" t="t" r="r" b="b"/>
            <a:pathLst>
              <a:path w="32385" h="44450">
                <a:moveTo>
                  <a:pt x="22577" y="10417"/>
                </a:moveTo>
                <a:lnTo>
                  <a:pt x="4964" y="10417"/>
                </a:lnTo>
                <a:lnTo>
                  <a:pt x="9475" y="12695"/>
                </a:lnTo>
                <a:lnTo>
                  <a:pt x="15169" y="12695"/>
                </a:lnTo>
                <a:lnTo>
                  <a:pt x="13853" y="15870"/>
                </a:lnTo>
                <a:lnTo>
                  <a:pt x="13870" y="16012"/>
                </a:lnTo>
                <a:lnTo>
                  <a:pt x="13989" y="17037"/>
                </a:lnTo>
                <a:lnTo>
                  <a:pt x="14088" y="17888"/>
                </a:lnTo>
                <a:lnTo>
                  <a:pt x="14188" y="22017"/>
                </a:lnTo>
                <a:lnTo>
                  <a:pt x="18566" y="23191"/>
                </a:lnTo>
                <a:lnTo>
                  <a:pt x="22254" y="27218"/>
                </a:lnTo>
                <a:lnTo>
                  <a:pt x="22372" y="44050"/>
                </a:lnTo>
                <a:lnTo>
                  <a:pt x="29228" y="44050"/>
                </a:lnTo>
                <a:lnTo>
                  <a:pt x="29212" y="39913"/>
                </a:lnTo>
                <a:lnTo>
                  <a:pt x="28306" y="38676"/>
                </a:lnTo>
                <a:lnTo>
                  <a:pt x="26690" y="37494"/>
                </a:lnTo>
                <a:lnTo>
                  <a:pt x="26288" y="31489"/>
                </a:lnTo>
                <a:lnTo>
                  <a:pt x="26466" y="27218"/>
                </a:lnTo>
                <a:lnTo>
                  <a:pt x="26493" y="22017"/>
                </a:lnTo>
                <a:lnTo>
                  <a:pt x="25161" y="21450"/>
                </a:lnTo>
                <a:lnTo>
                  <a:pt x="22766" y="21008"/>
                </a:lnTo>
                <a:lnTo>
                  <a:pt x="22679" y="20283"/>
                </a:lnTo>
                <a:lnTo>
                  <a:pt x="22577" y="10417"/>
                </a:lnTo>
                <a:close/>
              </a:path>
              <a:path w="32385" h="44450">
                <a:moveTo>
                  <a:pt x="22405" y="4129"/>
                </a:moveTo>
                <a:lnTo>
                  <a:pt x="18235" y="4129"/>
                </a:lnTo>
                <a:lnTo>
                  <a:pt x="18311" y="5137"/>
                </a:lnTo>
                <a:lnTo>
                  <a:pt x="18432" y="6729"/>
                </a:lnTo>
                <a:lnTo>
                  <a:pt x="17861" y="8258"/>
                </a:lnTo>
                <a:lnTo>
                  <a:pt x="17740" y="8581"/>
                </a:lnTo>
                <a:lnTo>
                  <a:pt x="25038" y="8581"/>
                </a:lnTo>
                <a:lnTo>
                  <a:pt x="25745" y="9227"/>
                </a:lnTo>
                <a:lnTo>
                  <a:pt x="25976" y="9511"/>
                </a:lnTo>
                <a:lnTo>
                  <a:pt x="26580" y="10827"/>
                </a:lnTo>
                <a:lnTo>
                  <a:pt x="26572" y="11859"/>
                </a:lnTo>
                <a:lnTo>
                  <a:pt x="25985" y="15870"/>
                </a:lnTo>
                <a:lnTo>
                  <a:pt x="25893" y="16493"/>
                </a:lnTo>
                <a:lnTo>
                  <a:pt x="25792" y="17186"/>
                </a:lnTo>
                <a:lnTo>
                  <a:pt x="28022" y="18439"/>
                </a:lnTo>
                <a:lnTo>
                  <a:pt x="31954" y="17888"/>
                </a:lnTo>
                <a:lnTo>
                  <a:pt x="31960" y="5137"/>
                </a:lnTo>
                <a:lnTo>
                  <a:pt x="26351" y="5137"/>
                </a:lnTo>
                <a:lnTo>
                  <a:pt x="22405" y="4129"/>
                </a:lnTo>
                <a:close/>
              </a:path>
              <a:path w="32385" h="44450">
                <a:moveTo>
                  <a:pt x="1379" y="7856"/>
                </a:moveTo>
                <a:lnTo>
                  <a:pt x="0" y="9227"/>
                </a:lnTo>
                <a:lnTo>
                  <a:pt x="34" y="9511"/>
                </a:lnTo>
                <a:lnTo>
                  <a:pt x="143" y="10417"/>
                </a:lnTo>
                <a:lnTo>
                  <a:pt x="192" y="10827"/>
                </a:lnTo>
                <a:lnTo>
                  <a:pt x="316" y="11859"/>
                </a:lnTo>
                <a:lnTo>
                  <a:pt x="354" y="13491"/>
                </a:lnTo>
                <a:lnTo>
                  <a:pt x="204" y="14271"/>
                </a:lnTo>
                <a:lnTo>
                  <a:pt x="755" y="15870"/>
                </a:lnTo>
                <a:lnTo>
                  <a:pt x="803" y="16012"/>
                </a:lnTo>
                <a:lnTo>
                  <a:pt x="1255" y="16493"/>
                </a:lnTo>
                <a:lnTo>
                  <a:pt x="1701" y="17037"/>
                </a:lnTo>
                <a:lnTo>
                  <a:pt x="2104" y="17644"/>
                </a:lnTo>
                <a:lnTo>
                  <a:pt x="2876" y="17037"/>
                </a:lnTo>
                <a:lnTo>
                  <a:pt x="4239" y="16493"/>
                </a:lnTo>
                <a:lnTo>
                  <a:pt x="4506" y="14271"/>
                </a:lnTo>
                <a:lnTo>
                  <a:pt x="4623" y="13286"/>
                </a:lnTo>
                <a:lnTo>
                  <a:pt x="4694" y="12695"/>
                </a:lnTo>
                <a:lnTo>
                  <a:pt x="4793" y="11859"/>
                </a:lnTo>
                <a:lnTo>
                  <a:pt x="4915" y="10827"/>
                </a:lnTo>
                <a:lnTo>
                  <a:pt x="4964" y="10417"/>
                </a:lnTo>
                <a:lnTo>
                  <a:pt x="22577" y="10417"/>
                </a:lnTo>
                <a:lnTo>
                  <a:pt x="22624" y="9511"/>
                </a:lnTo>
                <a:lnTo>
                  <a:pt x="23751" y="8581"/>
                </a:lnTo>
                <a:lnTo>
                  <a:pt x="18863" y="8581"/>
                </a:lnTo>
                <a:lnTo>
                  <a:pt x="14381" y="8258"/>
                </a:lnTo>
                <a:lnTo>
                  <a:pt x="4515" y="8258"/>
                </a:lnTo>
                <a:lnTo>
                  <a:pt x="1379" y="7856"/>
                </a:lnTo>
                <a:close/>
              </a:path>
              <a:path w="32385" h="44450">
                <a:moveTo>
                  <a:pt x="29531" y="0"/>
                </a:moveTo>
                <a:lnTo>
                  <a:pt x="29100" y="0"/>
                </a:lnTo>
                <a:lnTo>
                  <a:pt x="26351" y="5137"/>
                </a:lnTo>
                <a:lnTo>
                  <a:pt x="31960" y="5137"/>
                </a:lnTo>
                <a:lnTo>
                  <a:pt x="31962" y="157"/>
                </a:lnTo>
                <a:lnTo>
                  <a:pt x="30882" y="157"/>
                </a:lnTo>
                <a:lnTo>
                  <a:pt x="29531" y="0"/>
                </a:lnTo>
                <a:close/>
              </a:path>
              <a:path w="32385" h="44450">
                <a:moveTo>
                  <a:pt x="31962" y="0"/>
                </a:moveTo>
                <a:lnTo>
                  <a:pt x="30882" y="157"/>
                </a:lnTo>
                <a:lnTo>
                  <a:pt x="31962" y="157"/>
                </a:lnTo>
                <a:lnTo>
                  <a:pt x="31962" y="0"/>
                </a:lnTo>
                <a:close/>
              </a:path>
            </a:pathLst>
          </a:custGeom>
          <a:solidFill>
            <a:srgbClr val="C2BD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55" name="bg object 1755"/>
          <p:cNvSpPr/>
          <p:nvPr/>
        </p:nvSpPr>
        <p:spPr>
          <a:xfrm>
            <a:off x="2086423" y="4081310"/>
            <a:ext cx="10160" cy="18415"/>
          </a:xfrm>
          <a:custGeom>
            <a:avLst/>
            <a:gdLst/>
            <a:ahLst/>
            <a:cxnLst/>
            <a:rect l="l" t="t" r="r" b="b"/>
            <a:pathLst>
              <a:path w="10160" h="18414">
                <a:moveTo>
                  <a:pt x="1402" y="0"/>
                </a:moveTo>
                <a:lnTo>
                  <a:pt x="0" y="23"/>
                </a:lnTo>
                <a:lnTo>
                  <a:pt x="39" y="17896"/>
                </a:lnTo>
                <a:lnTo>
                  <a:pt x="9598" y="17904"/>
                </a:lnTo>
                <a:lnTo>
                  <a:pt x="9606" y="14956"/>
                </a:lnTo>
                <a:lnTo>
                  <a:pt x="9669" y="12009"/>
                </a:lnTo>
                <a:lnTo>
                  <a:pt x="9527" y="5216"/>
                </a:lnTo>
                <a:lnTo>
                  <a:pt x="5839" y="1182"/>
                </a:lnTo>
                <a:lnTo>
                  <a:pt x="1402" y="0"/>
                </a:lnTo>
                <a:close/>
              </a:path>
            </a:pathLst>
          </a:custGeom>
          <a:solidFill>
            <a:srgbClr val="B9B0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56" name="bg object 1756"/>
          <p:cNvSpPr/>
          <p:nvPr/>
        </p:nvSpPr>
        <p:spPr>
          <a:xfrm>
            <a:off x="2069709" y="4041214"/>
            <a:ext cx="4445" cy="8890"/>
          </a:xfrm>
          <a:custGeom>
            <a:avLst/>
            <a:gdLst/>
            <a:ahLst/>
            <a:cxnLst/>
            <a:rect l="l" t="t" r="r" b="b"/>
            <a:pathLst>
              <a:path w="4444" h="8889">
                <a:moveTo>
                  <a:pt x="1773" y="0"/>
                </a:moveTo>
                <a:lnTo>
                  <a:pt x="0" y="654"/>
                </a:lnTo>
                <a:lnTo>
                  <a:pt x="362" y="5327"/>
                </a:lnTo>
                <a:lnTo>
                  <a:pt x="267" y="6887"/>
                </a:lnTo>
                <a:lnTo>
                  <a:pt x="267" y="8439"/>
                </a:lnTo>
                <a:lnTo>
                  <a:pt x="4373" y="8447"/>
                </a:lnTo>
                <a:lnTo>
                  <a:pt x="4357" y="212"/>
                </a:lnTo>
                <a:lnTo>
                  <a:pt x="1773" y="0"/>
                </a:lnTo>
                <a:close/>
              </a:path>
            </a:pathLst>
          </a:custGeom>
          <a:solidFill>
            <a:srgbClr val="AFA7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57" name="bg object 1757"/>
          <p:cNvSpPr/>
          <p:nvPr/>
        </p:nvSpPr>
        <p:spPr>
          <a:xfrm>
            <a:off x="2104288" y="3880408"/>
            <a:ext cx="4445" cy="13970"/>
          </a:xfrm>
          <a:custGeom>
            <a:avLst/>
            <a:gdLst/>
            <a:ahLst/>
            <a:cxnLst/>
            <a:rect l="l" t="t" r="r" b="b"/>
            <a:pathLst>
              <a:path w="4444" h="13970">
                <a:moveTo>
                  <a:pt x="0" y="0"/>
                </a:moveTo>
                <a:lnTo>
                  <a:pt x="0" y="13759"/>
                </a:lnTo>
                <a:lnTo>
                  <a:pt x="1323" y="13175"/>
                </a:lnTo>
                <a:lnTo>
                  <a:pt x="3703" y="12726"/>
                </a:lnTo>
                <a:lnTo>
                  <a:pt x="4200" y="8621"/>
                </a:lnTo>
                <a:lnTo>
                  <a:pt x="4200" y="5145"/>
                </a:lnTo>
                <a:lnTo>
                  <a:pt x="3703" y="1040"/>
                </a:lnTo>
                <a:lnTo>
                  <a:pt x="1323" y="583"/>
                </a:lnTo>
                <a:lnTo>
                  <a:pt x="0" y="0"/>
                </a:lnTo>
                <a:close/>
              </a:path>
            </a:pathLst>
          </a:custGeom>
          <a:solidFill>
            <a:srgbClr val="A8A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58" name="bg object 1758"/>
          <p:cNvSpPr/>
          <p:nvPr/>
        </p:nvSpPr>
        <p:spPr>
          <a:xfrm>
            <a:off x="2104279" y="3894161"/>
            <a:ext cx="13970" cy="22225"/>
          </a:xfrm>
          <a:custGeom>
            <a:avLst/>
            <a:gdLst/>
            <a:ahLst/>
            <a:cxnLst/>
            <a:rect l="l" t="t" r="r" b="b"/>
            <a:pathLst>
              <a:path w="13969" h="22225">
                <a:moveTo>
                  <a:pt x="8242" y="0"/>
                </a:moveTo>
                <a:lnTo>
                  <a:pt x="7754" y="1323"/>
                </a:lnTo>
                <a:lnTo>
                  <a:pt x="7533" y="3569"/>
                </a:lnTo>
                <a:lnTo>
                  <a:pt x="3262" y="4791"/>
                </a:lnTo>
                <a:lnTo>
                  <a:pt x="4357" y="7439"/>
                </a:lnTo>
                <a:lnTo>
                  <a:pt x="4121" y="9637"/>
                </a:lnTo>
                <a:lnTo>
                  <a:pt x="4113" y="11197"/>
                </a:lnTo>
                <a:lnTo>
                  <a:pt x="4011" y="12750"/>
                </a:lnTo>
                <a:lnTo>
                  <a:pt x="4373" y="17399"/>
                </a:lnTo>
                <a:lnTo>
                  <a:pt x="2655" y="18124"/>
                </a:lnTo>
                <a:lnTo>
                  <a:pt x="39" y="17856"/>
                </a:lnTo>
                <a:lnTo>
                  <a:pt x="0" y="22025"/>
                </a:lnTo>
                <a:lnTo>
                  <a:pt x="8242" y="22025"/>
                </a:lnTo>
                <a:lnTo>
                  <a:pt x="8353" y="18392"/>
                </a:lnTo>
                <a:lnTo>
                  <a:pt x="7186" y="14373"/>
                </a:lnTo>
                <a:lnTo>
                  <a:pt x="13034" y="12072"/>
                </a:lnTo>
                <a:lnTo>
                  <a:pt x="13506" y="9684"/>
                </a:lnTo>
                <a:lnTo>
                  <a:pt x="13885" y="5484"/>
                </a:lnTo>
                <a:lnTo>
                  <a:pt x="13711" y="2750"/>
                </a:lnTo>
                <a:lnTo>
                  <a:pt x="13711" y="31"/>
                </a:lnTo>
                <a:lnTo>
                  <a:pt x="8242" y="0"/>
                </a:lnTo>
                <a:close/>
              </a:path>
            </a:pathLst>
          </a:custGeom>
          <a:solidFill>
            <a:srgbClr val="BBB5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59" name="bg object 1759"/>
          <p:cNvSpPr/>
          <p:nvPr/>
        </p:nvSpPr>
        <p:spPr>
          <a:xfrm>
            <a:off x="2104244" y="3903803"/>
            <a:ext cx="4445" cy="8890"/>
          </a:xfrm>
          <a:custGeom>
            <a:avLst/>
            <a:gdLst/>
            <a:ahLst/>
            <a:cxnLst/>
            <a:rect l="l" t="t" r="r" b="b"/>
            <a:pathLst>
              <a:path w="4444" h="8889">
                <a:moveTo>
                  <a:pt x="4152" y="0"/>
                </a:moveTo>
                <a:lnTo>
                  <a:pt x="31" y="0"/>
                </a:lnTo>
                <a:lnTo>
                  <a:pt x="0" y="4152"/>
                </a:lnTo>
                <a:lnTo>
                  <a:pt x="70" y="8219"/>
                </a:lnTo>
                <a:lnTo>
                  <a:pt x="2695" y="8479"/>
                </a:lnTo>
                <a:lnTo>
                  <a:pt x="4405" y="7762"/>
                </a:lnTo>
                <a:lnTo>
                  <a:pt x="4050" y="3112"/>
                </a:lnTo>
                <a:lnTo>
                  <a:pt x="4152" y="1552"/>
                </a:lnTo>
                <a:lnTo>
                  <a:pt x="4152" y="0"/>
                </a:lnTo>
                <a:close/>
              </a:path>
            </a:pathLst>
          </a:custGeom>
          <a:solidFill>
            <a:srgbClr val="A79B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60" name="bg object 1760"/>
          <p:cNvSpPr/>
          <p:nvPr/>
        </p:nvSpPr>
        <p:spPr>
          <a:xfrm>
            <a:off x="2112518" y="3880446"/>
            <a:ext cx="6350" cy="13970"/>
          </a:xfrm>
          <a:custGeom>
            <a:avLst/>
            <a:gdLst/>
            <a:ahLst/>
            <a:cxnLst/>
            <a:rect l="l" t="t" r="r" b="b"/>
            <a:pathLst>
              <a:path w="6350" h="13970">
                <a:moveTo>
                  <a:pt x="5880" y="4445"/>
                </a:moveTo>
                <a:lnTo>
                  <a:pt x="5473" y="1333"/>
                </a:lnTo>
                <a:lnTo>
                  <a:pt x="1384" y="0"/>
                </a:lnTo>
                <a:lnTo>
                  <a:pt x="1397" y="1828"/>
                </a:lnTo>
                <a:lnTo>
                  <a:pt x="1397" y="3657"/>
                </a:lnTo>
                <a:lnTo>
                  <a:pt x="1409" y="5486"/>
                </a:lnTo>
                <a:lnTo>
                  <a:pt x="4572" y="5867"/>
                </a:lnTo>
                <a:lnTo>
                  <a:pt x="5880" y="4445"/>
                </a:lnTo>
                <a:close/>
              </a:path>
              <a:path w="6350" h="13970">
                <a:moveTo>
                  <a:pt x="6070" y="9194"/>
                </a:moveTo>
                <a:lnTo>
                  <a:pt x="2959" y="9499"/>
                </a:lnTo>
                <a:lnTo>
                  <a:pt x="25" y="9588"/>
                </a:lnTo>
                <a:lnTo>
                  <a:pt x="0" y="13716"/>
                </a:lnTo>
                <a:lnTo>
                  <a:pt x="5461" y="13754"/>
                </a:lnTo>
                <a:lnTo>
                  <a:pt x="6070" y="9194"/>
                </a:lnTo>
                <a:close/>
              </a:path>
            </a:pathLst>
          </a:custGeom>
          <a:solidFill>
            <a:srgbClr val="C5B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61" name="bg object 1761"/>
          <p:cNvSpPr/>
          <p:nvPr/>
        </p:nvSpPr>
        <p:spPr>
          <a:xfrm>
            <a:off x="2118010" y="3857975"/>
            <a:ext cx="4445" cy="10795"/>
          </a:xfrm>
          <a:custGeom>
            <a:avLst/>
            <a:gdLst/>
            <a:ahLst/>
            <a:cxnLst/>
            <a:rect l="l" t="t" r="r" b="b"/>
            <a:pathLst>
              <a:path w="4444" h="10795">
                <a:moveTo>
                  <a:pt x="3420" y="0"/>
                </a:moveTo>
                <a:lnTo>
                  <a:pt x="0" y="417"/>
                </a:lnTo>
                <a:lnTo>
                  <a:pt x="31" y="10063"/>
                </a:lnTo>
                <a:lnTo>
                  <a:pt x="4200" y="10551"/>
                </a:lnTo>
                <a:lnTo>
                  <a:pt x="4082" y="7825"/>
                </a:lnTo>
                <a:lnTo>
                  <a:pt x="4271" y="1757"/>
                </a:lnTo>
                <a:lnTo>
                  <a:pt x="3420" y="0"/>
                </a:lnTo>
                <a:close/>
              </a:path>
            </a:pathLst>
          </a:custGeom>
          <a:solidFill>
            <a:srgbClr val="C3B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62" name="bg object 1762"/>
          <p:cNvSpPr/>
          <p:nvPr/>
        </p:nvSpPr>
        <p:spPr>
          <a:xfrm>
            <a:off x="2086044" y="4117107"/>
            <a:ext cx="18415" cy="26670"/>
          </a:xfrm>
          <a:custGeom>
            <a:avLst/>
            <a:gdLst/>
            <a:ahLst/>
            <a:cxnLst/>
            <a:rect l="l" t="t" r="r" b="b"/>
            <a:pathLst>
              <a:path w="18414" h="26670">
                <a:moveTo>
                  <a:pt x="18235" y="20599"/>
                </a:moveTo>
                <a:lnTo>
                  <a:pt x="7966" y="20599"/>
                </a:lnTo>
                <a:lnTo>
                  <a:pt x="9810" y="26154"/>
                </a:lnTo>
                <a:lnTo>
                  <a:pt x="12726" y="26154"/>
                </a:lnTo>
                <a:lnTo>
                  <a:pt x="12274" y="22261"/>
                </a:lnTo>
                <a:lnTo>
                  <a:pt x="12198" y="21607"/>
                </a:lnTo>
                <a:lnTo>
                  <a:pt x="18235" y="21607"/>
                </a:lnTo>
                <a:lnTo>
                  <a:pt x="18235" y="20599"/>
                </a:lnTo>
                <a:close/>
              </a:path>
              <a:path w="18414" h="26670">
                <a:moveTo>
                  <a:pt x="1371" y="17486"/>
                </a:moveTo>
                <a:lnTo>
                  <a:pt x="0" y="18865"/>
                </a:lnTo>
                <a:lnTo>
                  <a:pt x="349" y="21607"/>
                </a:lnTo>
                <a:lnTo>
                  <a:pt x="401" y="22017"/>
                </a:lnTo>
                <a:lnTo>
                  <a:pt x="3829" y="22261"/>
                </a:lnTo>
                <a:lnTo>
                  <a:pt x="7966" y="20599"/>
                </a:lnTo>
                <a:lnTo>
                  <a:pt x="18235" y="20599"/>
                </a:lnTo>
                <a:lnTo>
                  <a:pt x="18235" y="18077"/>
                </a:lnTo>
                <a:lnTo>
                  <a:pt x="7108" y="18077"/>
                </a:lnTo>
                <a:lnTo>
                  <a:pt x="4507" y="17880"/>
                </a:lnTo>
                <a:lnTo>
                  <a:pt x="1371" y="17486"/>
                </a:lnTo>
                <a:close/>
              </a:path>
              <a:path w="18414" h="26670">
                <a:moveTo>
                  <a:pt x="18235" y="21607"/>
                </a:moveTo>
                <a:lnTo>
                  <a:pt x="12198" y="21607"/>
                </a:lnTo>
                <a:lnTo>
                  <a:pt x="16649" y="22017"/>
                </a:lnTo>
                <a:lnTo>
                  <a:pt x="18235" y="22017"/>
                </a:lnTo>
                <a:lnTo>
                  <a:pt x="18235" y="21607"/>
                </a:lnTo>
                <a:close/>
              </a:path>
              <a:path w="18414" h="26670">
                <a:moveTo>
                  <a:pt x="8628" y="8258"/>
                </a:moveTo>
                <a:lnTo>
                  <a:pt x="8510" y="12277"/>
                </a:lnTo>
                <a:lnTo>
                  <a:pt x="8877" y="17486"/>
                </a:lnTo>
                <a:lnTo>
                  <a:pt x="8703" y="17486"/>
                </a:lnTo>
                <a:lnTo>
                  <a:pt x="7108" y="18077"/>
                </a:lnTo>
                <a:lnTo>
                  <a:pt x="18235" y="18077"/>
                </a:lnTo>
                <a:lnTo>
                  <a:pt x="18235" y="9330"/>
                </a:lnTo>
                <a:lnTo>
                  <a:pt x="14011" y="9330"/>
                </a:lnTo>
                <a:lnTo>
                  <a:pt x="8628" y="8258"/>
                </a:lnTo>
                <a:close/>
              </a:path>
              <a:path w="18414" h="26670">
                <a:moveTo>
                  <a:pt x="18235" y="0"/>
                </a:moveTo>
                <a:lnTo>
                  <a:pt x="14121" y="0"/>
                </a:lnTo>
                <a:lnTo>
                  <a:pt x="14011" y="9330"/>
                </a:lnTo>
                <a:lnTo>
                  <a:pt x="18235" y="9330"/>
                </a:lnTo>
                <a:lnTo>
                  <a:pt x="18235" y="0"/>
                </a:lnTo>
                <a:close/>
              </a:path>
            </a:pathLst>
          </a:custGeom>
          <a:solidFill>
            <a:srgbClr val="B9AF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63" name="bg object 1763"/>
          <p:cNvSpPr/>
          <p:nvPr/>
        </p:nvSpPr>
        <p:spPr>
          <a:xfrm>
            <a:off x="2086440" y="4108651"/>
            <a:ext cx="22225" cy="14604"/>
          </a:xfrm>
          <a:custGeom>
            <a:avLst/>
            <a:gdLst/>
            <a:ahLst/>
            <a:cxnLst/>
            <a:rect l="l" t="t" r="r" b="b"/>
            <a:pathLst>
              <a:path w="22225" h="14604">
                <a:moveTo>
                  <a:pt x="20433" y="0"/>
                </a:moveTo>
                <a:lnTo>
                  <a:pt x="17856" y="189"/>
                </a:lnTo>
                <a:lnTo>
                  <a:pt x="18030" y="2765"/>
                </a:lnTo>
                <a:lnTo>
                  <a:pt x="17407" y="4594"/>
                </a:lnTo>
                <a:lnTo>
                  <a:pt x="12718" y="4215"/>
                </a:lnTo>
                <a:lnTo>
                  <a:pt x="11150" y="4318"/>
                </a:lnTo>
                <a:lnTo>
                  <a:pt x="9598" y="4326"/>
                </a:lnTo>
                <a:lnTo>
                  <a:pt x="5705" y="4082"/>
                </a:lnTo>
                <a:lnTo>
                  <a:pt x="1899" y="4034"/>
                </a:lnTo>
                <a:lnTo>
                  <a:pt x="0" y="8447"/>
                </a:lnTo>
                <a:lnTo>
                  <a:pt x="1119" y="12726"/>
                </a:lnTo>
                <a:lnTo>
                  <a:pt x="5721" y="14578"/>
                </a:lnTo>
                <a:lnTo>
                  <a:pt x="9416" y="8227"/>
                </a:lnTo>
                <a:lnTo>
                  <a:pt x="11363" y="8550"/>
                </a:lnTo>
                <a:lnTo>
                  <a:pt x="13727" y="8455"/>
                </a:lnTo>
                <a:lnTo>
                  <a:pt x="17841" y="8455"/>
                </a:lnTo>
                <a:lnTo>
                  <a:pt x="21954" y="8455"/>
                </a:lnTo>
                <a:lnTo>
                  <a:pt x="21954" y="6895"/>
                </a:lnTo>
                <a:lnTo>
                  <a:pt x="21852" y="5334"/>
                </a:lnTo>
                <a:lnTo>
                  <a:pt x="22222" y="654"/>
                </a:lnTo>
                <a:lnTo>
                  <a:pt x="20433" y="0"/>
                </a:lnTo>
                <a:close/>
              </a:path>
            </a:pathLst>
          </a:custGeom>
          <a:solidFill>
            <a:srgbClr val="C2BC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64" name="bg object 1764"/>
          <p:cNvSpPr/>
          <p:nvPr/>
        </p:nvSpPr>
        <p:spPr>
          <a:xfrm>
            <a:off x="2082220" y="4116609"/>
            <a:ext cx="18415" cy="10160"/>
          </a:xfrm>
          <a:custGeom>
            <a:avLst/>
            <a:gdLst/>
            <a:ahLst/>
            <a:cxnLst/>
            <a:rect l="l" t="t" r="r" b="b"/>
            <a:pathLst>
              <a:path w="18414" h="10160">
                <a:moveTo>
                  <a:pt x="86" y="0"/>
                </a:moveTo>
                <a:lnTo>
                  <a:pt x="0" y="2608"/>
                </a:lnTo>
                <a:lnTo>
                  <a:pt x="181" y="8644"/>
                </a:lnTo>
                <a:lnTo>
                  <a:pt x="2072" y="8770"/>
                </a:lnTo>
                <a:lnTo>
                  <a:pt x="6989" y="8731"/>
                </a:lnTo>
                <a:lnTo>
                  <a:pt x="12450" y="8755"/>
                </a:lnTo>
                <a:lnTo>
                  <a:pt x="17833" y="9826"/>
                </a:lnTo>
                <a:lnTo>
                  <a:pt x="17967" y="3199"/>
                </a:lnTo>
                <a:lnTo>
                  <a:pt x="17951" y="496"/>
                </a:lnTo>
                <a:lnTo>
                  <a:pt x="15587" y="598"/>
                </a:lnTo>
                <a:lnTo>
                  <a:pt x="13640" y="267"/>
                </a:lnTo>
                <a:lnTo>
                  <a:pt x="9937" y="6619"/>
                </a:lnTo>
                <a:lnTo>
                  <a:pt x="5342" y="4775"/>
                </a:lnTo>
                <a:lnTo>
                  <a:pt x="4215" y="488"/>
                </a:lnTo>
                <a:lnTo>
                  <a:pt x="86" y="0"/>
                </a:lnTo>
                <a:close/>
              </a:path>
            </a:pathLst>
          </a:custGeom>
          <a:solidFill>
            <a:srgbClr val="BEB5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65" name="bg object 1765"/>
          <p:cNvSpPr/>
          <p:nvPr/>
        </p:nvSpPr>
        <p:spPr>
          <a:xfrm>
            <a:off x="2096039" y="4103323"/>
            <a:ext cx="8890" cy="10160"/>
          </a:xfrm>
          <a:custGeom>
            <a:avLst/>
            <a:gdLst/>
            <a:ahLst/>
            <a:cxnLst/>
            <a:rect l="l" t="t" r="r" b="b"/>
            <a:pathLst>
              <a:path w="8889" h="10160">
                <a:moveTo>
                  <a:pt x="6879" y="0"/>
                </a:moveTo>
                <a:lnTo>
                  <a:pt x="23" y="31"/>
                </a:lnTo>
                <a:lnTo>
                  <a:pt x="0" y="9653"/>
                </a:lnTo>
                <a:lnTo>
                  <a:pt x="1552" y="9645"/>
                </a:lnTo>
                <a:lnTo>
                  <a:pt x="3112" y="9543"/>
                </a:lnTo>
                <a:lnTo>
                  <a:pt x="7801" y="9921"/>
                </a:lnTo>
                <a:lnTo>
                  <a:pt x="8431" y="8093"/>
                </a:lnTo>
                <a:lnTo>
                  <a:pt x="8258" y="5516"/>
                </a:lnTo>
                <a:lnTo>
                  <a:pt x="6879" y="0"/>
                </a:lnTo>
                <a:close/>
              </a:path>
            </a:pathLst>
          </a:custGeom>
          <a:solidFill>
            <a:srgbClr val="CCC8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66" name="bg object 1766"/>
          <p:cNvSpPr/>
          <p:nvPr/>
        </p:nvSpPr>
        <p:spPr>
          <a:xfrm>
            <a:off x="2086446" y="4137706"/>
            <a:ext cx="18415" cy="25400"/>
          </a:xfrm>
          <a:custGeom>
            <a:avLst/>
            <a:gdLst/>
            <a:ahLst/>
            <a:cxnLst/>
            <a:rect l="l" t="t" r="r" b="b"/>
            <a:pathLst>
              <a:path w="18414" h="25400">
                <a:moveTo>
                  <a:pt x="7565" y="0"/>
                </a:moveTo>
                <a:lnTo>
                  <a:pt x="3427" y="1662"/>
                </a:lnTo>
                <a:lnTo>
                  <a:pt x="0" y="1418"/>
                </a:lnTo>
                <a:lnTo>
                  <a:pt x="0" y="11040"/>
                </a:lnTo>
                <a:lnTo>
                  <a:pt x="1552" y="11048"/>
                </a:lnTo>
                <a:lnTo>
                  <a:pt x="3112" y="11150"/>
                </a:lnTo>
                <a:lnTo>
                  <a:pt x="7801" y="10788"/>
                </a:lnTo>
                <a:lnTo>
                  <a:pt x="8424" y="12600"/>
                </a:lnTo>
                <a:lnTo>
                  <a:pt x="8211" y="15193"/>
                </a:lnTo>
                <a:lnTo>
                  <a:pt x="8203" y="23451"/>
                </a:lnTo>
                <a:lnTo>
                  <a:pt x="16446" y="24791"/>
                </a:lnTo>
                <a:lnTo>
                  <a:pt x="16477" y="19306"/>
                </a:lnTo>
                <a:lnTo>
                  <a:pt x="16186" y="15870"/>
                </a:lnTo>
                <a:lnTo>
                  <a:pt x="17880" y="11702"/>
                </a:lnTo>
                <a:lnTo>
                  <a:pt x="12379" y="9866"/>
                </a:lnTo>
                <a:lnTo>
                  <a:pt x="12498" y="7998"/>
                </a:lnTo>
                <a:lnTo>
                  <a:pt x="12356" y="6918"/>
                </a:lnTo>
                <a:lnTo>
                  <a:pt x="12324" y="5555"/>
                </a:lnTo>
                <a:lnTo>
                  <a:pt x="11253" y="5398"/>
                </a:lnTo>
                <a:lnTo>
                  <a:pt x="9393" y="5508"/>
                </a:lnTo>
                <a:lnTo>
                  <a:pt x="7565" y="0"/>
                </a:lnTo>
                <a:close/>
              </a:path>
            </a:pathLst>
          </a:custGeom>
          <a:solidFill>
            <a:srgbClr val="C1B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67" name="bg object 1767"/>
          <p:cNvSpPr/>
          <p:nvPr/>
        </p:nvSpPr>
        <p:spPr>
          <a:xfrm>
            <a:off x="2089176" y="4161155"/>
            <a:ext cx="13970" cy="18415"/>
          </a:xfrm>
          <a:custGeom>
            <a:avLst/>
            <a:gdLst/>
            <a:ahLst/>
            <a:cxnLst/>
            <a:rect l="l" t="t" r="r" b="b"/>
            <a:pathLst>
              <a:path w="13969" h="18414">
                <a:moveTo>
                  <a:pt x="5468" y="0"/>
                </a:moveTo>
                <a:lnTo>
                  <a:pt x="1394" y="0"/>
                </a:lnTo>
                <a:lnTo>
                  <a:pt x="1371" y="5476"/>
                </a:lnTo>
                <a:lnTo>
                  <a:pt x="0" y="9613"/>
                </a:lnTo>
                <a:lnTo>
                  <a:pt x="31" y="17368"/>
                </a:lnTo>
                <a:lnTo>
                  <a:pt x="5500" y="17872"/>
                </a:lnTo>
                <a:lnTo>
                  <a:pt x="13735" y="17872"/>
                </a:lnTo>
                <a:lnTo>
                  <a:pt x="13713" y="14003"/>
                </a:lnTo>
                <a:lnTo>
                  <a:pt x="5902" y="14003"/>
                </a:lnTo>
                <a:lnTo>
                  <a:pt x="5279" y="12190"/>
                </a:lnTo>
                <a:lnTo>
                  <a:pt x="5530" y="9613"/>
                </a:lnTo>
                <a:lnTo>
                  <a:pt x="5468" y="0"/>
                </a:lnTo>
                <a:close/>
              </a:path>
              <a:path w="13969" h="18414">
                <a:moveTo>
                  <a:pt x="13711" y="13759"/>
                </a:moveTo>
                <a:lnTo>
                  <a:pt x="9062" y="13759"/>
                </a:lnTo>
                <a:lnTo>
                  <a:pt x="5902" y="14003"/>
                </a:lnTo>
                <a:lnTo>
                  <a:pt x="13713" y="14003"/>
                </a:lnTo>
                <a:lnTo>
                  <a:pt x="13711" y="13759"/>
                </a:lnTo>
                <a:close/>
              </a:path>
            </a:pathLst>
          </a:custGeom>
          <a:solidFill>
            <a:srgbClr val="9793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68" name="bg object 1768"/>
          <p:cNvSpPr/>
          <p:nvPr/>
        </p:nvSpPr>
        <p:spPr>
          <a:xfrm>
            <a:off x="2085055" y="4156594"/>
            <a:ext cx="6350" cy="10160"/>
          </a:xfrm>
          <a:custGeom>
            <a:avLst/>
            <a:gdLst/>
            <a:ahLst/>
            <a:cxnLst/>
            <a:rect l="l" t="t" r="r" b="b"/>
            <a:pathLst>
              <a:path w="6350" h="10160">
                <a:moveTo>
                  <a:pt x="6052" y="0"/>
                </a:moveTo>
                <a:lnTo>
                  <a:pt x="2962" y="291"/>
                </a:lnTo>
                <a:lnTo>
                  <a:pt x="0" y="425"/>
                </a:lnTo>
                <a:lnTo>
                  <a:pt x="23" y="10063"/>
                </a:lnTo>
                <a:lnTo>
                  <a:pt x="5492" y="10031"/>
                </a:lnTo>
                <a:lnTo>
                  <a:pt x="5516" y="4562"/>
                </a:lnTo>
                <a:lnTo>
                  <a:pt x="6052" y="0"/>
                </a:lnTo>
                <a:close/>
              </a:path>
            </a:pathLst>
          </a:custGeom>
          <a:solidFill>
            <a:srgbClr val="B1AD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69" name="bg object 1769"/>
          <p:cNvSpPr/>
          <p:nvPr/>
        </p:nvSpPr>
        <p:spPr>
          <a:xfrm>
            <a:off x="2084058" y="4148493"/>
            <a:ext cx="11430" cy="4445"/>
          </a:xfrm>
          <a:custGeom>
            <a:avLst/>
            <a:gdLst/>
            <a:ahLst/>
            <a:cxnLst/>
            <a:rect l="l" t="t" r="r" b="b"/>
            <a:pathLst>
              <a:path w="11430" h="4445">
                <a:moveTo>
                  <a:pt x="10189" y="0"/>
                </a:moveTo>
                <a:lnTo>
                  <a:pt x="5500" y="362"/>
                </a:lnTo>
                <a:lnTo>
                  <a:pt x="3940" y="260"/>
                </a:lnTo>
                <a:lnTo>
                  <a:pt x="2387" y="252"/>
                </a:lnTo>
                <a:lnTo>
                  <a:pt x="1686" y="2056"/>
                </a:lnTo>
                <a:lnTo>
                  <a:pt x="0" y="4231"/>
                </a:lnTo>
                <a:lnTo>
                  <a:pt x="6099" y="4436"/>
                </a:lnTo>
                <a:lnTo>
                  <a:pt x="8345" y="4397"/>
                </a:lnTo>
                <a:lnTo>
                  <a:pt x="10599" y="4405"/>
                </a:lnTo>
                <a:lnTo>
                  <a:pt x="10811" y="1812"/>
                </a:lnTo>
                <a:lnTo>
                  <a:pt x="10189" y="0"/>
                </a:lnTo>
                <a:close/>
              </a:path>
            </a:pathLst>
          </a:custGeom>
          <a:solidFill>
            <a:srgbClr val="B5B1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70" name="bg object 1770"/>
          <p:cNvSpPr/>
          <p:nvPr/>
        </p:nvSpPr>
        <p:spPr>
          <a:xfrm>
            <a:off x="2218176" y="4167743"/>
            <a:ext cx="6350" cy="27940"/>
          </a:xfrm>
          <a:custGeom>
            <a:avLst/>
            <a:gdLst/>
            <a:ahLst/>
            <a:cxnLst/>
            <a:rect l="l" t="t" r="r" b="b"/>
            <a:pathLst>
              <a:path w="6350" h="27939">
                <a:moveTo>
                  <a:pt x="3664" y="0"/>
                </a:moveTo>
                <a:lnTo>
                  <a:pt x="63" y="299"/>
                </a:lnTo>
                <a:lnTo>
                  <a:pt x="0" y="3924"/>
                </a:lnTo>
                <a:lnTo>
                  <a:pt x="39" y="27785"/>
                </a:lnTo>
                <a:lnTo>
                  <a:pt x="1386" y="26997"/>
                </a:lnTo>
                <a:lnTo>
                  <a:pt x="3798" y="26336"/>
                </a:lnTo>
                <a:lnTo>
                  <a:pt x="4704" y="18723"/>
                </a:lnTo>
                <a:lnTo>
                  <a:pt x="5059" y="11993"/>
                </a:lnTo>
                <a:lnTo>
                  <a:pt x="5760" y="1394"/>
                </a:lnTo>
                <a:lnTo>
                  <a:pt x="3664" y="0"/>
                </a:lnTo>
                <a:close/>
              </a:path>
            </a:pathLst>
          </a:custGeom>
          <a:solidFill>
            <a:srgbClr val="8F85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71" name="bg object 1771"/>
          <p:cNvSpPr/>
          <p:nvPr/>
        </p:nvSpPr>
        <p:spPr>
          <a:xfrm>
            <a:off x="2209715" y="4155638"/>
            <a:ext cx="10160" cy="18415"/>
          </a:xfrm>
          <a:custGeom>
            <a:avLst/>
            <a:gdLst/>
            <a:ahLst/>
            <a:cxnLst/>
            <a:rect l="l" t="t" r="r" b="b"/>
            <a:pathLst>
              <a:path w="10160" h="18414">
                <a:moveTo>
                  <a:pt x="8616" y="11820"/>
                </a:moveTo>
                <a:lnTo>
                  <a:pt x="4806" y="11820"/>
                </a:lnTo>
                <a:lnTo>
                  <a:pt x="4467" y="14941"/>
                </a:lnTo>
                <a:lnTo>
                  <a:pt x="4365" y="17872"/>
                </a:lnTo>
                <a:lnTo>
                  <a:pt x="8431" y="17872"/>
                </a:lnTo>
                <a:lnTo>
                  <a:pt x="8526" y="12403"/>
                </a:lnTo>
                <a:lnTo>
                  <a:pt x="8616" y="11820"/>
                </a:lnTo>
                <a:close/>
              </a:path>
              <a:path w="10160" h="18414">
                <a:moveTo>
                  <a:pt x="4364" y="0"/>
                </a:moveTo>
                <a:lnTo>
                  <a:pt x="259" y="0"/>
                </a:lnTo>
                <a:lnTo>
                  <a:pt x="259" y="12403"/>
                </a:lnTo>
                <a:lnTo>
                  <a:pt x="0" y="12403"/>
                </a:lnTo>
                <a:lnTo>
                  <a:pt x="4806" y="11820"/>
                </a:lnTo>
                <a:lnTo>
                  <a:pt x="8616" y="11820"/>
                </a:lnTo>
                <a:lnTo>
                  <a:pt x="9745" y="4523"/>
                </a:lnTo>
                <a:lnTo>
                  <a:pt x="3790" y="4523"/>
                </a:lnTo>
                <a:lnTo>
                  <a:pt x="4364" y="0"/>
                </a:lnTo>
                <a:close/>
              </a:path>
              <a:path w="10160" h="18414">
                <a:moveTo>
                  <a:pt x="9793" y="4215"/>
                </a:moveTo>
                <a:lnTo>
                  <a:pt x="6887" y="4215"/>
                </a:lnTo>
                <a:lnTo>
                  <a:pt x="3790" y="4523"/>
                </a:lnTo>
                <a:lnTo>
                  <a:pt x="9745" y="4523"/>
                </a:lnTo>
                <a:lnTo>
                  <a:pt x="9793" y="4215"/>
                </a:lnTo>
                <a:close/>
              </a:path>
            </a:pathLst>
          </a:custGeom>
          <a:solidFill>
            <a:srgbClr val="B4AE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72" name="bg object 1772"/>
          <p:cNvSpPr/>
          <p:nvPr/>
        </p:nvSpPr>
        <p:spPr>
          <a:xfrm>
            <a:off x="2213504" y="4155630"/>
            <a:ext cx="6350" cy="5080"/>
          </a:xfrm>
          <a:custGeom>
            <a:avLst/>
            <a:gdLst/>
            <a:ahLst/>
            <a:cxnLst/>
            <a:rect l="l" t="t" r="r" b="b"/>
            <a:pathLst>
              <a:path w="6350" h="5079">
                <a:moveTo>
                  <a:pt x="575" y="0"/>
                </a:moveTo>
                <a:lnTo>
                  <a:pt x="0" y="4531"/>
                </a:lnTo>
                <a:lnTo>
                  <a:pt x="3096" y="4223"/>
                </a:lnTo>
                <a:lnTo>
                  <a:pt x="6012" y="4160"/>
                </a:lnTo>
                <a:lnTo>
                  <a:pt x="6044" y="7"/>
                </a:lnTo>
                <a:lnTo>
                  <a:pt x="575" y="0"/>
                </a:lnTo>
                <a:close/>
              </a:path>
            </a:pathLst>
          </a:custGeom>
          <a:solidFill>
            <a:srgbClr val="AEA6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73" name="bg object 1773"/>
          <p:cNvSpPr/>
          <p:nvPr/>
        </p:nvSpPr>
        <p:spPr>
          <a:xfrm>
            <a:off x="2190728" y="4006995"/>
            <a:ext cx="10160" cy="10160"/>
          </a:xfrm>
          <a:custGeom>
            <a:avLst/>
            <a:gdLst/>
            <a:ahLst/>
            <a:cxnLst/>
            <a:rect l="l" t="t" r="r" b="b"/>
            <a:pathLst>
              <a:path w="10160" h="10160">
                <a:moveTo>
                  <a:pt x="9590" y="0"/>
                </a:moveTo>
                <a:lnTo>
                  <a:pt x="47" y="0"/>
                </a:lnTo>
                <a:lnTo>
                  <a:pt x="31" y="5508"/>
                </a:lnTo>
                <a:lnTo>
                  <a:pt x="8250" y="9637"/>
                </a:lnTo>
                <a:lnTo>
                  <a:pt x="9590" y="0"/>
                </a:lnTo>
                <a:close/>
              </a:path>
            </a:pathLst>
          </a:custGeom>
          <a:solidFill>
            <a:srgbClr val="AFA8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74" name="bg object 1774"/>
          <p:cNvSpPr/>
          <p:nvPr/>
        </p:nvSpPr>
        <p:spPr>
          <a:xfrm>
            <a:off x="2085083" y="4166632"/>
            <a:ext cx="5715" cy="4445"/>
          </a:xfrm>
          <a:custGeom>
            <a:avLst/>
            <a:gdLst/>
            <a:ahLst/>
            <a:cxnLst/>
            <a:rect l="l" t="t" r="r" b="b"/>
            <a:pathLst>
              <a:path w="5714" h="4445">
                <a:moveTo>
                  <a:pt x="5461" y="0"/>
                </a:moveTo>
                <a:lnTo>
                  <a:pt x="0" y="23"/>
                </a:lnTo>
                <a:lnTo>
                  <a:pt x="23" y="4152"/>
                </a:lnTo>
                <a:lnTo>
                  <a:pt x="4097" y="4137"/>
                </a:lnTo>
                <a:lnTo>
                  <a:pt x="5461" y="0"/>
                </a:lnTo>
                <a:close/>
              </a:path>
            </a:pathLst>
          </a:custGeom>
          <a:solidFill>
            <a:srgbClr val="A4A0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75" name="bg object 1775"/>
          <p:cNvSpPr/>
          <p:nvPr/>
        </p:nvSpPr>
        <p:spPr>
          <a:xfrm>
            <a:off x="2087786" y="4206550"/>
            <a:ext cx="15240" cy="13970"/>
          </a:xfrm>
          <a:custGeom>
            <a:avLst/>
            <a:gdLst/>
            <a:ahLst/>
            <a:cxnLst/>
            <a:rect l="l" t="t" r="r" b="b"/>
            <a:pathLst>
              <a:path w="15239" h="13970">
                <a:moveTo>
                  <a:pt x="15138" y="0"/>
                </a:moveTo>
                <a:lnTo>
                  <a:pt x="5531" y="15"/>
                </a:lnTo>
                <a:lnTo>
                  <a:pt x="5886" y="3160"/>
                </a:lnTo>
                <a:lnTo>
                  <a:pt x="4562" y="4578"/>
                </a:lnTo>
                <a:lnTo>
                  <a:pt x="1371" y="4089"/>
                </a:lnTo>
                <a:lnTo>
                  <a:pt x="0" y="5476"/>
                </a:lnTo>
                <a:lnTo>
                  <a:pt x="1434" y="8274"/>
                </a:lnTo>
                <a:lnTo>
                  <a:pt x="5311" y="8297"/>
                </a:lnTo>
                <a:lnTo>
                  <a:pt x="9818" y="7100"/>
                </a:lnTo>
                <a:lnTo>
                  <a:pt x="10630" y="13498"/>
                </a:lnTo>
                <a:lnTo>
                  <a:pt x="12647" y="13569"/>
                </a:lnTo>
                <a:lnTo>
                  <a:pt x="13743" y="13759"/>
                </a:lnTo>
                <a:lnTo>
                  <a:pt x="15138" y="0"/>
                </a:lnTo>
                <a:close/>
              </a:path>
            </a:pathLst>
          </a:custGeom>
          <a:solidFill>
            <a:srgbClr val="7E72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76" name="bg object 1776"/>
          <p:cNvSpPr/>
          <p:nvPr/>
        </p:nvSpPr>
        <p:spPr>
          <a:xfrm>
            <a:off x="2093314" y="4179019"/>
            <a:ext cx="10160" cy="18415"/>
          </a:xfrm>
          <a:custGeom>
            <a:avLst/>
            <a:gdLst/>
            <a:ahLst/>
            <a:cxnLst/>
            <a:rect l="l" t="t" r="r" b="b"/>
            <a:pathLst>
              <a:path w="10160" h="18414">
                <a:moveTo>
                  <a:pt x="9598" y="0"/>
                </a:moveTo>
                <a:lnTo>
                  <a:pt x="1363" y="7"/>
                </a:lnTo>
                <a:lnTo>
                  <a:pt x="0" y="17888"/>
                </a:lnTo>
                <a:lnTo>
                  <a:pt x="5453" y="17911"/>
                </a:lnTo>
                <a:lnTo>
                  <a:pt x="5468" y="15004"/>
                </a:lnTo>
                <a:lnTo>
                  <a:pt x="5610" y="12096"/>
                </a:lnTo>
                <a:lnTo>
                  <a:pt x="5287" y="6083"/>
                </a:lnTo>
                <a:lnTo>
                  <a:pt x="6903" y="5295"/>
                </a:lnTo>
                <a:lnTo>
                  <a:pt x="9558" y="5539"/>
                </a:lnTo>
                <a:lnTo>
                  <a:pt x="9598" y="0"/>
                </a:lnTo>
                <a:close/>
              </a:path>
            </a:pathLst>
          </a:custGeom>
          <a:solidFill>
            <a:srgbClr val="877B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77" name="bg object 1777"/>
          <p:cNvSpPr/>
          <p:nvPr/>
        </p:nvSpPr>
        <p:spPr>
          <a:xfrm>
            <a:off x="2093318" y="4196909"/>
            <a:ext cx="5715" cy="10160"/>
          </a:xfrm>
          <a:custGeom>
            <a:avLst/>
            <a:gdLst/>
            <a:ahLst/>
            <a:cxnLst/>
            <a:rect l="l" t="t" r="r" b="b"/>
            <a:pathLst>
              <a:path w="5714" h="10160">
                <a:moveTo>
                  <a:pt x="0" y="0"/>
                </a:moveTo>
                <a:lnTo>
                  <a:pt x="0" y="9653"/>
                </a:lnTo>
                <a:lnTo>
                  <a:pt x="4097" y="9645"/>
                </a:lnTo>
                <a:lnTo>
                  <a:pt x="5453" y="23"/>
                </a:lnTo>
                <a:lnTo>
                  <a:pt x="0" y="0"/>
                </a:lnTo>
                <a:close/>
              </a:path>
            </a:pathLst>
          </a:custGeom>
          <a:solidFill>
            <a:srgbClr val="8D7E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78" name="bg object 1778"/>
          <p:cNvSpPr/>
          <p:nvPr/>
        </p:nvSpPr>
        <p:spPr>
          <a:xfrm>
            <a:off x="2179802" y="4297373"/>
            <a:ext cx="10795" cy="13970"/>
          </a:xfrm>
          <a:custGeom>
            <a:avLst/>
            <a:gdLst/>
            <a:ahLst/>
            <a:cxnLst/>
            <a:rect l="l" t="t" r="r" b="b"/>
            <a:pathLst>
              <a:path w="10794" h="13970">
                <a:moveTo>
                  <a:pt x="5453" y="0"/>
                </a:moveTo>
                <a:lnTo>
                  <a:pt x="1339" y="0"/>
                </a:lnTo>
                <a:lnTo>
                  <a:pt x="1308" y="8266"/>
                </a:lnTo>
                <a:lnTo>
                  <a:pt x="0" y="13751"/>
                </a:lnTo>
                <a:lnTo>
                  <a:pt x="9558" y="13751"/>
                </a:lnTo>
                <a:lnTo>
                  <a:pt x="9598" y="9661"/>
                </a:lnTo>
                <a:lnTo>
                  <a:pt x="9314" y="7470"/>
                </a:lnTo>
                <a:lnTo>
                  <a:pt x="10465" y="4799"/>
                </a:lnTo>
                <a:lnTo>
                  <a:pt x="6178" y="3561"/>
                </a:lnTo>
                <a:lnTo>
                  <a:pt x="5941" y="1316"/>
                </a:lnTo>
                <a:lnTo>
                  <a:pt x="5453" y="0"/>
                </a:lnTo>
                <a:close/>
              </a:path>
            </a:pathLst>
          </a:custGeom>
          <a:solidFill>
            <a:srgbClr val="837C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79" name="bg object 1779"/>
          <p:cNvSpPr/>
          <p:nvPr/>
        </p:nvSpPr>
        <p:spPr>
          <a:xfrm>
            <a:off x="2189361" y="4307003"/>
            <a:ext cx="4445" cy="8890"/>
          </a:xfrm>
          <a:custGeom>
            <a:avLst/>
            <a:gdLst/>
            <a:ahLst/>
            <a:cxnLst/>
            <a:rect l="l" t="t" r="r" b="b"/>
            <a:pathLst>
              <a:path w="4444" h="8889">
                <a:moveTo>
                  <a:pt x="4097" y="0"/>
                </a:moveTo>
                <a:lnTo>
                  <a:pt x="39" y="31"/>
                </a:lnTo>
                <a:lnTo>
                  <a:pt x="0" y="4121"/>
                </a:lnTo>
                <a:lnTo>
                  <a:pt x="31" y="8266"/>
                </a:lnTo>
                <a:lnTo>
                  <a:pt x="4129" y="8266"/>
                </a:lnTo>
                <a:lnTo>
                  <a:pt x="4184" y="15"/>
                </a:lnTo>
                <a:close/>
              </a:path>
            </a:pathLst>
          </a:custGeom>
          <a:solidFill>
            <a:srgbClr val="A59F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80" name="bg object 1780"/>
          <p:cNvSpPr/>
          <p:nvPr/>
        </p:nvSpPr>
        <p:spPr>
          <a:xfrm>
            <a:off x="2193499" y="4261583"/>
            <a:ext cx="23495" cy="41910"/>
          </a:xfrm>
          <a:custGeom>
            <a:avLst/>
            <a:gdLst/>
            <a:ahLst/>
            <a:cxnLst/>
            <a:rect l="l" t="t" r="r" b="b"/>
            <a:pathLst>
              <a:path w="23494" h="41910">
                <a:moveTo>
                  <a:pt x="9613" y="15"/>
                </a:moveTo>
                <a:lnTo>
                  <a:pt x="5508" y="0"/>
                </a:lnTo>
                <a:lnTo>
                  <a:pt x="5011" y="1323"/>
                </a:lnTo>
                <a:lnTo>
                  <a:pt x="4783" y="3569"/>
                </a:lnTo>
                <a:lnTo>
                  <a:pt x="504" y="4791"/>
                </a:lnTo>
                <a:lnTo>
                  <a:pt x="1591" y="7431"/>
                </a:lnTo>
                <a:lnTo>
                  <a:pt x="1363" y="9637"/>
                </a:lnTo>
                <a:lnTo>
                  <a:pt x="4089" y="9424"/>
                </a:lnTo>
                <a:lnTo>
                  <a:pt x="5650" y="10268"/>
                </a:lnTo>
                <a:lnTo>
                  <a:pt x="5216" y="22143"/>
                </a:lnTo>
                <a:lnTo>
                  <a:pt x="5918" y="30890"/>
                </a:lnTo>
                <a:lnTo>
                  <a:pt x="4011" y="32238"/>
                </a:lnTo>
                <a:lnTo>
                  <a:pt x="0" y="31655"/>
                </a:lnTo>
                <a:lnTo>
                  <a:pt x="23" y="39937"/>
                </a:lnTo>
                <a:lnTo>
                  <a:pt x="5484" y="39921"/>
                </a:lnTo>
                <a:lnTo>
                  <a:pt x="7210" y="35989"/>
                </a:lnTo>
                <a:lnTo>
                  <a:pt x="9606" y="39921"/>
                </a:lnTo>
                <a:lnTo>
                  <a:pt x="13711" y="39921"/>
                </a:lnTo>
                <a:lnTo>
                  <a:pt x="16099" y="35997"/>
                </a:lnTo>
                <a:lnTo>
                  <a:pt x="17833" y="41292"/>
                </a:lnTo>
                <a:lnTo>
                  <a:pt x="23270" y="41316"/>
                </a:lnTo>
                <a:lnTo>
                  <a:pt x="23333" y="31670"/>
                </a:lnTo>
                <a:lnTo>
                  <a:pt x="17817" y="31647"/>
                </a:lnTo>
                <a:lnTo>
                  <a:pt x="15201" y="31875"/>
                </a:lnTo>
                <a:lnTo>
                  <a:pt x="13475" y="31158"/>
                </a:lnTo>
                <a:lnTo>
                  <a:pt x="13829" y="26493"/>
                </a:lnTo>
                <a:lnTo>
                  <a:pt x="13680" y="24933"/>
                </a:lnTo>
                <a:lnTo>
                  <a:pt x="13656" y="23373"/>
                </a:lnTo>
                <a:lnTo>
                  <a:pt x="9212" y="23144"/>
                </a:lnTo>
                <a:lnTo>
                  <a:pt x="9677" y="19897"/>
                </a:lnTo>
                <a:lnTo>
                  <a:pt x="9519" y="13814"/>
                </a:lnTo>
                <a:lnTo>
                  <a:pt x="11513" y="13719"/>
                </a:lnTo>
                <a:lnTo>
                  <a:pt x="13711" y="13790"/>
                </a:lnTo>
                <a:lnTo>
                  <a:pt x="13719" y="9653"/>
                </a:lnTo>
                <a:lnTo>
                  <a:pt x="11134" y="9834"/>
                </a:lnTo>
                <a:lnTo>
                  <a:pt x="9353" y="9188"/>
                </a:lnTo>
                <a:lnTo>
                  <a:pt x="9732" y="4034"/>
                </a:lnTo>
                <a:lnTo>
                  <a:pt x="9613" y="2025"/>
                </a:lnTo>
                <a:lnTo>
                  <a:pt x="9613" y="15"/>
                </a:lnTo>
                <a:close/>
              </a:path>
            </a:pathLst>
          </a:custGeom>
          <a:solidFill>
            <a:srgbClr val="A39D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81" name="bg object 1781"/>
          <p:cNvSpPr/>
          <p:nvPr/>
        </p:nvSpPr>
        <p:spPr>
          <a:xfrm>
            <a:off x="2193462" y="4301497"/>
            <a:ext cx="6350" cy="6350"/>
          </a:xfrm>
          <a:custGeom>
            <a:avLst/>
            <a:gdLst/>
            <a:ahLst/>
            <a:cxnLst/>
            <a:rect l="l" t="t" r="r" b="b"/>
            <a:pathLst>
              <a:path w="6350" h="6350">
                <a:moveTo>
                  <a:pt x="5516" y="0"/>
                </a:moveTo>
                <a:lnTo>
                  <a:pt x="63" y="23"/>
                </a:lnTo>
                <a:lnTo>
                  <a:pt x="0" y="5500"/>
                </a:lnTo>
                <a:lnTo>
                  <a:pt x="4468" y="6225"/>
                </a:lnTo>
                <a:lnTo>
                  <a:pt x="6193" y="4302"/>
                </a:lnTo>
                <a:lnTo>
                  <a:pt x="5516" y="0"/>
                </a:lnTo>
                <a:close/>
              </a:path>
            </a:pathLst>
          </a:custGeom>
          <a:solidFill>
            <a:srgbClr val="B0A8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82" name="bg object 1782"/>
          <p:cNvSpPr/>
          <p:nvPr/>
        </p:nvSpPr>
        <p:spPr>
          <a:xfrm>
            <a:off x="2207213" y="4297575"/>
            <a:ext cx="4445" cy="5715"/>
          </a:xfrm>
          <a:custGeom>
            <a:avLst/>
            <a:gdLst/>
            <a:ahLst/>
            <a:cxnLst/>
            <a:rect l="l" t="t" r="r" b="b"/>
            <a:pathLst>
              <a:path w="4444" h="5714">
                <a:moveTo>
                  <a:pt x="2387" y="0"/>
                </a:moveTo>
                <a:lnTo>
                  <a:pt x="0" y="3932"/>
                </a:lnTo>
                <a:lnTo>
                  <a:pt x="1371" y="4381"/>
                </a:lnTo>
                <a:lnTo>
                  <a:pt x="2742" y="4846"/>
                </a:lnTo>
                <a:lnTo>
                  <a:pt x="4121" y="5295"/>
                </a:lnTo>
                <a:lnTo>
                  <a:pt x="2387" y="0"/>
                </a:lnTo>
                <a:close/>
              </a:path>
            </a:pathLst>
          </a:custGeom>
          <a:solidFill>
            <a:srgbClr val="9C97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83" name="bg object 1783"/>
          <p:cNvSpPr/>
          <p:nvPr/>
        </p:nvSpPr>
        <p:spPr>
          <a:xfrm>
            <a:off x="2199008" y="4253348"/>
            <a:ext cx="10160" cy="8255"/>
          </a:xfrm>
          <a:custGeom>
            <a:avLst/>
            <a:gdLst/>
            <a:ahLst/>
            <a:cxnLst/>
            <a:rect l="l" t="t" r="r" b="b"/>
            <a:pathLst>
              <a:path w="10160" h="8254">
                <a:moveTo>
                  <a:pt x="5461" y="0"/>
                </a:moveTo>
                <a:lnTo>
                  <a:pt x="7" y="0"/>
                </a:lnTo>
                <a:lnTo>
                  <a:pt x="0" y="8234"/>
                </a:lnTo>
                <a:lnTo>
                  <a:pt x="4105" y="8250"/>
                </a:lnTo>
                <a:lnTo>
                  <a:pt x="9574" y="8258"/>
                </a:lnTo>
                <a:lnTo>
                  <a:pt x="9582" y="6233"/>
                </a:lnTo>
                <a:lnTo>
                  <a:pt x="9724" y="4247"/>
                </a:lnTo>
                <a:lnTo>
                  <a:pt x="3049" y="3900"/>
                </a:lnTo>
                <a:lnTo>
                  <a:pt x="4822" y="1717"/>
                </a:lnTo>
                <a:lnTo>
                  <a:pt x="5461" y="0"/>
                </a:lnTo>
                <a:close/>
              </a:path>
            </a:pathLst>
          </a:custGeom>
          <a:solidFill>
            <a:srgbClr val="A59E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84" name="bg object 1784"/>
          <p:cNvSpPr/>
          <p:nvPr/>
        </p:nvSpPr>
        <p:spPr>
          <a:xfrm>
            <a:off x="2202853" y="4261599"/>
            <a:ext cx="6350" cy="10160"/>
          </a:xfrm>
          <a:custGeom>
            <a:avLst/>
            <a:gdLst/>
            <a:ahLst/>
            <a:cxnLst/>
            <a:rect l="l" t="t" r="r" b="b"/>
            <a:pathLst>
              <a:path w="6350" h="10160">
                <a:moveTo>
                  <a:pt x="5728" y="7"/>
                </a:moveTo>
                <a:lnTo>
                  <a:pt x="260" y="0"/>
                </a:lnTo>
                <a:lnTo>
                  <a:pt x="260" y="2009"/>
                </a:lnTo>
                <a:lnTo>
                  <a:pt x="378" y="4018"/>
                </a:lnTo>
                <a:lnTo>
                  <a:pt x="0" y="9172"/>
                </a:lnTo>
                <a:lnTo>
                  <a:pt x="1780" y="9818"/>
                </a:lnTo>
                <a:lnTo>
                  <a:pt x="4365" y="9637"/>
                </a:lnTo>
                <a:lnTo>
                  <a:pt x="5760" y="5484"/>
                </a:lnTo>
                <a:lnTo>
                  <a:pt x="5728" y="7"/>
                </a:lnTo>
                <a:close/>
              </a:path>
            </a:pathLst>
          </a:custGeom>
          <a:solidFill>
            <a:srgbClr val="B9B4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85" name="bg object 1785"/>
          <p:cNvSpPr/>
          <p:nvPr/>
        </p:nvSpPr>
        <p:spPr>
          <a:xfrm>
            <a:off x="2202713" y="4275304"/>
            <a:ext cx="5080" cy="10160"/>
          </a:xfrm>
          <a:custGeom>
            <a:avLst/>
            <a:gdLst/>
            <a:ahLst/>
            <a:cxnLst/>
            <a:rect l="l" t="t" r="r" b="b"/>
            <a:pathLst>
              <a:path w="5080" h="10160">
                <a:moveTo>
                  <a:pt x="2301" y="0"/>
                </a:moveTo>
                <a:lnTo>
                  <a:pt x="299" y="94"/>
                </a:lnTo>
                <a:lnTo>
                  <a:pt x="464" y="6178"/>
                </a:lnTo>
                <a:lnTo>
                  <a:pt x="0" y="9424"/>
                </a:lnTo>
                <a:lnTo>
                  <a:pt x="4444" y="9653"/>
                </a:lnTo>
                <a:lnTo>
                  <a:pt x="4546" y="4208"/>
                </a:lnTo>
                <a:lnTo>
                  <a:pt x="4499" y="63"/>
                </a:lnTo>
                <a:lnTo>
                  <a:pt x="2301" y="0"/>
                </a:lnTo>
                <a:close/>
              </a:path>
            </a:pathLst>
          </a:custGeom>
          <a:solidFill>
            <a:srgbClr val="9693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86" name="bg object 1786"/>
          <p:cNvSpPr/>
          <p:nvPr/>
        </p:nvSpPr>
        <p:spPr>
          <a:xfrm>
            <a:off x="2182393" y="4176280"/>
            <a:ext cx="27940" cy="63500"/>
          </a:xfrm>
          <a:custGeom>
            <a:avLst/>
            <a:gdLst/>
            <a:ahLst/>
            <a:cxnLst/>
            <a:rect l="l" t="t" r="r" b="b"/>
            <a:pathLst>
              <a:path w="27939" h="63500">
                <a:moveTo>
                  <a:pt x="27559" y="23393"/>
                </a:moveTo>
                <a:lnTo>
                  <a:pt x="25971" y="23393"/>
                </a:lnTo>
                <a:lnTo>
                  <a:pt x="24371" y="23520"/>
                </a:lnTo>
                <a:lnTo>
                  <a:pt x="19431" y="23063"/>
                </a:lnTo>
                <a:lnTo>
                  <a:pt x="17500" y="24117"/>
                </a:lnTo>
                <a:lnTo>
                  <a:pt x="18326" y="31013"/>
                </a:lnTo>
                <a:lnTo>
                  <a:pt x="16586" y="31889"/>
                </a:lnTo>
                <a:lnTo>
                  <a:pt x="13843" y="31661"/>
                </a:lnTo>
                <a:lnTo>
                  <a:pt x="15049" y="37096"/>
                </a:lnTo>
                <a:lnTo>
                  <a:pt x="11366" y="36004"/>
                </a:lnTo>
                <a:lnTo>
                  <a:pt x="8331" y="35801"/>
                </a:lnTo>
                <a:lnTo>
                  <a:pt x="8343" y="39154"/>
                </a:lnTo>
                <a:lnTo>
                  <a:pt x="8216" y="42532"/>
                </a:lnTo>
                <a:lnTo>
                  <a:pt x="8547" y="49034"/>
                </a:lnTo>
                <a:lnTo>
                  <a:pt x="6858" y="49745"/>
                </a:lnTo>
                <a:lnTo>
                  <a:pt x="4229" y="49542"/>
                </a:lnTo>
                <a:lnTo>
                  <a:pt x="4229" y="63309"/>
                </a:lnTo>
                <a:lnTo>
                  <a:pt x="8343" y="63309"/>
                </a:lnTo>
                <a:lnTo>
                  <a:pt x="8369" y="59156"/>
                </a:lnTo>
                <a:lnTo>
                  <a:pt x="8636" y="57073"/>
                </a:lnTo>
                <a:lnTo>
                  <a:pt x="7493" y="54610"/>
                </a:lnTo>
                <a:lnTo>
                  <a:pt x="11607" y="53047"/>
                </a:lnTo>
                <a:lnTo>
                  <a:pt x="12204" y="50952"/>
                </a:lnTo>
                <a:lnTo>
                  <a:pt x="13576" y="41313"/>
                </a:lnTo>
                <a:lnTo>
                  <a:pt x="26200" y="41287"/>
                </a:lnTo>
                <a:lnTo>
                  <a:pt x="27559" y="23393"/>
                </a:lnTo>
                <a:close/>
              </a:path>
              <a:path w="27939" h="63500">
                <a:moveTo>
                  <a:pt x="27825" y="15252"/>
                </a:moveTo>
                <a:lnTo>
                  <a:pt x="25209" y="14109"/>
                </a:lnTo>
                <a:lnTo>
                  <a:pt x="23355" y="13309"/>
                </a:lnTo>
                <a:lnTo>
                  <a:pt x="22364" y="12865"/>
                </a:lnTo>
                <a:lnTo>
                  <a:pt x="23317" y="6375"/>
                </a:lnTo>
                <a:lnTo>
                  <a:pt x="23444" y="5524"/>
                </a:lnTo>
                <a:lnTo>
                  <a:pt x="20358" y="5524"/>
                </a:lnTo>
                <a:lnTo>
                  <a:pt x="16446" y="6375"/>
                </a:lnTo>
                <a:lnTo>
                  <a:pt x="16344" y="6210"/>
                </a:lnTo>
                <a:lnTo>
                  <a:pt x="13703" y="1854"/>
                </a:lnTo>
                <a:lnTo>
                  <a:pt x="13182" y="990"/>
                </a:lnTo>
                <a:lnTo>
                  <a:pt x="8826" y="1854"/>
                </a:lnTo>
                <a:lnTo>
                  <a:pt x="5613" y="0"/>
                </a:lnTo>
                <a:lnTo>
                  <a:pt x="5753" y="990"/>
                </a:lnTo>
                <a:lnTo>
                  <a:pt x="6299" y="4356"/>
                </a:lnTo>
                <a:lnTo>
                  <a:pt x="4495" y="6210"/>
                </a:lnTo>
                <a:lnTo>
                  <a:pt x="127" y="5524"/>
                </a:lnTo>
                <a:lnTo>
                  <a:pt x="0" y="9499"/>
                </a:lnTo>
                <a:lnTo>
                  <a:pt x="6680" y="9867"/>
                </a:lnTo>
                <a:lnTo>
                  <a:pt x="4838" y="12052"/>
                </a:lnTo>
                <a:lnTo>
                  <a:pt x="4229" y="13766"/>
                </a:lnTo>
                <a:lnTo>
                  <a:pt x="6426" y="13766"/>
                </a:lnTo>
                <a:lnTo>
                  <a:pt x="10299" y="13309"/>
                </a:lnTo>
                <a:lnTo>
                  <a:pt x="10045" y="15252"/>
                </a:lnTo>
                <a:lnTo>
                  <a:pt x="9994" y="15735"/>
                </a:lnTo>
                <a:lnTo>
                  <a:pt x="9893" y="16535"/>
                </a:lnTo>
                <a:lnTo>
                  <a:pt x="9779" y="17348"/>
                </a:lnTo>
                <a:lnTo>
                  <a:pt x="9728" y="23393"/>
                </a:lnTo>
                <a:lnTo>
                  <a:pt x="13144" y="23812"/>
                </a:lnTo>
                <a:lnTo>
                  <a:pt x="13995" y="22072"/>
                </a:lnTo>
                <a:lnTo>
                  <a:pt x="13893" y="17348"/>
                </a:lnTo>
                <a:lnTo>
                  <a:pt x="14770" y="15735"/>
                </a:lnTo>
                <a:lnTo>
                  <a:pt x="15227" y="14109"/>
                </a:lnTo>
                <a:lnTo>
                  <a:pt x="16205" y="15252"/>
                </a:lnTo>
                <a:lnTo>
                  <a:pt x="17068" y="16535"/>
                </a:lnTo>
                <a:lnTo>
                  <a:pt x="19100" y="18288"/>
                </a:lnTo>
                <a:lnTo>
                  <a:pt x="20294" y="19024"/>
                </a:lnTo>
                <a:lnTo>
                  <a:pt x="23444" y="19456"/>
                </a:lnTo>
                <a:lnTo>
                  <a:pt x="25514" y="19265"/>
                </a:lnTo>
                <a:lnTo>
                  <a:pt x="27559" y="19265"/>
                </a:lnTo>
                <a:lnTo>
                  <a:pt x="27559" y="15252"/>
                </a:lnTo>
                <a:lnTo>
                  <a:pt x="27825" y="15252"/>
                </a:lnTo>
                <a:close/>
              </a:path>
            </a:pathLst>
          </a:custGeom>
          <a:solidFill>
            <a:srgbClr val="9B94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87" name="bg object 1787"/>
          <p:cNvSpPr/>
          <p:nvPr/>
        </p:nvSpPr>
        <p:spPr>
          <a:xfrm>
            <a:off x="2192130" y="4190385"/>
            <a:ext cx="18415" cy="17780"/>
          </a:xfrm>
          <a:custGeom>
            <a:avLst/>
            <a:gdLst/>
            <a:ahLst/>
            <a:cxnLst/>
            <a:rect l="l" t="t" r="r" b="b"/>
            <a:pathLst>
              <a:path w="18414" h="17779">
                <a:moveTo>
                  <a:pt x="5500" y="0"/>
                </a:moveTo>
                <a:lnTo>
                  <a:pt x="5035" y="1615"/>
                </a:lnTo>
                <a:lnTo>
                  <a:pt x="4160" y="3246"/>
                </a:lnTo>
                <a:lnTo>
                  <a:pt x="4271" y="7959"/>
                </a:lnTo>
                <a:lnTo>
                  <a:pt x="3404" y="9700"/>
                </a:lnTo>
                <a:lnTo>
                  <a:pt x="0" y="9283"/>
                </a:lnTo>
                <a:lnTo>
                  <a:pt x="4113" y="17541"/>
                </a:lnTo>
                <a:lnTo>
                  <a:pt x="6847" y="17777"/>
                </a:lnTo>
                <a:lnTo>
                  <a:pt x="8597" y="16903"/>
                </a:lnTo>
                <a:lnTo>
                  <a:pt x="7762" y="10007"/>
                </a:lnTo>
                <a:lnTo>
                  <a:pt x="9708" y="8959"/>
                </a:lnTo>
                <a:lnTo>
                  <a:pt x="14633" y="9401"/>
                </a:lnTo>
                <a:lnTo>
                  <a:pt x="16241" y="9283"/>
                </a:lnTo>
                <a:lnTo>
                  <a:pt x="17833" y="9283"/>
                </a:lnTo>
                <a:lnTo>
                  <a:pt x="17825" y="5153"/>
                </a:lnTo>
                <a:lnTo>
                  <a:pt x="15792" y="5153"/>
                </a:lnTo>
                <a:lnTo>
                  <a:pt x="13719" y="5342"/>
                </a:lnTo>
                <a:lnTo>
                  <a:pt x="10567" y="4909"/>
                </a:lnTo>
                <a:lnTo>
                  <a:pt x="9377" y="4168"/>
                </a:lnTo>
                <a:lnTo>
                  <a:pt x="7344" y="2427"/>
                </a:lnTo>
                <a:lnTo>
                  <a:pt x="6477" y="1142"/>
                </a:lnTo>
                <a:lnTo>
                  <a:pt x="5500" y="0"/>
                </a:lnTo>
                <a:close/>
              </a:path>
            </a:pathLst>
          </a:custGeom>
          <a:solidFill>
            <a:srgbClr val="A29A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88" name="bg object 1788"/>
          <p:cNvSpPr/>
          <p:nvPr/>
        </p:nvSpPr>
        <p:spPr>
          <a:xfrm>
            <a:off x="2204759" y="4173521"/>
            <a:ext cx="5715" cy="18415"/>
          </a:xfrm>
          <a:custGeom>
            <a:avLst/>
            <a:gdLst/>
            <a:ahLst/>
            <a:cxnLst/>
            <a:rect l="l" t="t" r="r" b="b"/>
            <a:pathLst>
              <a:path w="5714" h="18414">
                <a:moveTo>
                  <a:pt x="5201" y="0"/>
                </a:moveTo>
                <a:lnTo>
                  <a:pt x="2091" y="0"/>
                </a:lnTo>
                <a:lnTo>
                  <a:pt x="827" y="449"/>
                </a:lnTo>
                <a:lnTo>
                  <a:pt x="1071" y="3593"/>
                </a:lnTo>
                <a:lnTo>
                  <a:pt x="1087" y="8258"/>
                </a:lnTo>
                <a:lnTo>
                  <a:pt x="0" y="15626"/>
                </a:lnTo>
                <a:lnTo>
                  <a:pt x="5193" y="17896"/>
                </a:lnTo>
                <a:lnTo>
                  <a:pt x="5201" y="0"/>
                </a:lnTo>
                <a:close/>
              </a:path>
            </a:pathLst>
          </a:custGeom>
          <a:solidFill>
            <a:srgbClr val="A298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89" name="bg object 1789"/>
          <p:cNvSpPr/>
          <p:nvPr/>
        </p:nvSpPr>
        <p:spPr>
          <a:xfrm>
            <a:off x="2190743" y="4239340"/>
            <a:ext cx="8890" cy="32384"/>
          </a:xfrm>
          <a:custGeom>
            <a:avLst/>
            <a:gdLst/>
            <a:ahLst/>
            <a:cxnLst/>
            <a:rect l="l" t="t" r="r" b="b"/>
            <a:pathLst>
              <a:path w="8889" h="32385">
                <a:moveTo>
                  <a:pt x="5437" y="0"/>
                </a:moveTo>
                <a:lnTo>
                  <a:pt x="3971" y="945"/>
                </a:lnTo>
                <a:lnTo>
                  <a:pt x="4255" y="8857"/>
                </a:lnTo>
                <a:lnTo>
                  <a:pt x="3995" y="13664"/>
                </a:lnTo>
                <a:lnTo>
                  <a:pt x="4271" y="21615"/>
                </a:lnTo>
                <a:lnTo>
                  <a:pt x="2750" y="22482"/>
                </a:lnTo>
                <a:lnTo>
                  <a:pt x="0" y="22230"/>
                </a:lnTo>
                <a:lnTo>
                  <a:pt x="7" y="31891"/>
                </a:lnTo>
                <a:lnTo>
                  <a:pt x="4121" y="31891"/>
                </a:lnTo>
                <a:lnTo>
                  <a:pt x="4349" y="29677"/>
                </a:lnTo>
                <a:lnTo>
                  <a:pt x="3254" y="27029"/>
                </a:lnTo>
                <a:lnTo>
                  <a:pt x="7541" y="25808"/>
                </a:lnTo>
                <a:lnTo>
                  <a:pt x="7769" y="23562"/>
                </a:lnTo>
                <a:lnTo>
                  <a:pt x="8258" y="22246"/>
                </a:lnTo>
                <a:lnTo>
                  <a:pt x="8274" y="14011"/>
                </a:lnTo>
                <a:lnTo>
                  <a:pt x="8211" y="252"/>
                </a:lnTo>
                <a:lnTo>
                  <a:pt x="5437" y="0"/>
                </a:lnTo>
                <a:close/>
              </a:path>
            </a:pathLst>
          </a:custGeom>
          <a:solidFill>
            <a:srgbClr val="9387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90" name="bg object 1790"/>
          <p:cNvSpPr/>
          <p:nvPr/>
        </p:nvSpPr>
        <p:spPr>
          <a:xfrm>
            <a:off x="2181139" y="4239580"/>
            <a:ext cx="10160" cy="22225"/>
          </a:xfrm>
          <a:custGeom>
            <a:avLst/>
            <a:gdLst/>
            <a:ahLst/>
            <a:cxnLst/>
            <a:rect l="l" t="t" r="r" b="b"/>
            <a:pathLst>
              <a:path w="10160" h="22225">
                <a:moveTo>
                  <a:pt x="9606" y="0"/>
                </a:moveTo>
                <a:lnTo>
                  <a:pt x="5492" y="0"/>
                </a:lnTo>
                <a:lnTo>
                  <a:pt x="5484" y="8242"/>
                </a:lnTo>
                <a:lnTo>
                  <a:pt x="5327" y="11000"/>
                </a:lnTo>
                <a:lnTo>
                  <a:pt x="6438" y="14846"/>
                </a:lnTo>
                <a:lnTo>
                  <a:pt x="1205" y="13223"/>
                </a:lnTo>
                <a:lnTo>
                  <a:pt x="0" y="17904"/>
                </a:lnTo>
                <a:lnTo>
                  <a:pt x="23" y="21993"/>
                </a:lnTo>
                <a:lnTo>
                  <a:pt x="9606" y="22009"/>
                </a:lnTo>
                <a:lnTo>
                  <a:pt x="9606" y="0"/>
                </a:lnTo>
                <a:close/>
              </a:path>
            </a:pathLst>
          </a:custGeom>
          <a:solidFill>
            <a:srgbClr val="A29A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91" name="bg object 1791"/>
          <p:cNvSpPr/>
          <p:nvPr/>
        </p:nvSpPr>
        <p:spPr>
          <a:xfrm>
            <a:off x="2198954" y="4239585"/>
            <a:ext cx="5715" cy="13970"/>
          </a:xfrm>
          <a:custGeom>
            <a:avLst/>
            <a:gdLst/>
            <a:ahLst/>
            <a:cxnLst/>
            <a:rect l="l" t="t" r="r" b="b"/>
            <a:pathLst>
              <a:path w="5714" h="13970">
                <a:moveTo>
                  <a:pt x="5531" y="0"/>
                </a:moveTo>
                <a:lnTo>
                  <a:pt x="0" y="7"/>
                </a:lnTo>
                <a:lnTo>
                  <a:pt x="63" y="13766"/>
                </a:lnTo>
                <a:lnTo>
                  <a:pt x="5508" y="13759"/>
                </a:lnTo>
                <a:lnTo>
                  <a:pt x="5531" y="0"/>
                </a:lnTo>
                <a:close/>
              </a:path>
            </a:pathLst>
          </a:custGeom>
          <a:solidFill>
            <a:srgbClr val="9E90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92" name="bg object 1792"/>
          <p:cNvSpPr/>
          <p:nvPr/>
        </p:nvSpPr>
        <p:spPr>
          <a:xfrm>
            <a:off x="2110354" y="3903395"/>
            <a:ext cx="39370" cy="36830"/>
          </a:xfrm>
          <a:custGeom>
            <a:avLst/>
            <a:gdLst/>
            <a:ahLst/>
            <a:cxnLst/>
            <a:rect l="l" t="t" r="r" b="b"/>
            <a:pathLst>
              <a:path w="39369" h="36829">
                <a:moveTo>
                  <a:pt x="33598" y="22230"/>
                </a:moveTo>
                <a:lnTo>
                  <a:pt x="26759" y="22230"/>
                </a:lnTo>
                <a:lnTo>
                  <a:pt x="28429" y="22947"/>
                </a:lnTo>
                <a:lnTo>
                  <a:pt x="28302" y="25516"/>
                </a:lnTo>
                <a:lnTo>
                  <a:pt x="28248" y="36194"/>
                </a:lnTo>
                <a:lnTo>
                  <a:pt x="30129" y="36194"/>
                </a:lnTo>
                <a:lnTo>
                  <a:pt x="31904" y="36399"/>
                </a:lnTo>
                <a:lnTo>
                  <a:pt x="35041" y="35886"/>
                </a:lnTo>
                <a:lnTo>
                  <a:pt x="37373" y="35130"/>
                </a:lnTo>
                <a:lnTo>
                  <a:pt x="37573" y="32829"/>
                </a:lnTo>
                <a:lnTo>
                  <a:pt x="37610" y="32411"/>
                </a:lnTo>
                <a:lnTo>
                  <a:pt x="37452" y="29905"/>
                </a:lnTo>
                <a:lnTo>
                  <a:pt x="34544" y="25516"/>
                </a:lnTo>
                <a:lnTo>
                  <a:pt x="33804" y="22947"/>
                </a:lnTo>
                <a:lnTo>
                  <a:pt x="33704" y="22600"/>
                </a:lnTo>
                <a:lnTo>
                  <a:pt x="33598" y="22230"/>
                </a:lnTo>
                <a:close/>
              </a:path>
              <a:path w="39369" h="36829">
                <a:moveTo>
                  <a:pt x="13340" y="18116"/>
                </a:moveTo>
                <a:lnTo>
                  <a:pt x="4786" y="18116"/>
                </a:lnTo>
                <a:lnTo>
                  <a:pt x="6546" y="18731"/>
                </a:lnTo>
                <a:lnTo>
                  <a:pt x="6450" y="19968"/>
                </a:lnTo>
                <a:lnTo>
                  <a:pt x="6386" y="20796"/>
                </a:lnTo>
                <a:lnTo>
                  <a:pt x="6285" y="26556"/>
                </a:lnTo>
                <a:lnTo>
                  <a:pt x="20005" y="26556"/>
                </a:lnTo>
                <a:lnTo>
                  <a:pt x="20005" y="22600"/>
                </a:lnTo>
                <a:lnTo>
                  <a:pt x="15939" y="22600"/>
                </a:lnTo>
                <a:lnTo>
                  <a:pt x="13056" y="22230"/>
                </a:lnTo>
                <a:lnTo>
                  <a:pt x="12848" y="22230"/>
                </a:lnTo>
                <a:lnTo>
                  <a:pt x="11762" y="21332"/>
                </a:lnTo>
                <a:lnTo>
                  <a:pt x="10683" y="20796"/>
                </a:lnTo>
                <a:lnTo>
                  <a:pt x="11463" y="19968"/>
                </a:lnTo>
                <a:lnTo>
                  <a:pt x="12172" y="19046"/>
                </a:lnTo>
                <a:lnTo>
                  <a:pt x="13340" y="18116"/>
                </a:lnTo>
                <a:close/>
              </a:path>
              <a:path w="39369" h="36829">
                <a:moveTo>
                  <a:pt x="20005" y="22435"/>
                </a:moveTo>
                <a:lnTo>
                  <a:pt x="17802" y="22435"/>
                </a:lnTo>
                <a:lnTo>
                  <a:pt x="15939" y="22600"/>
                </a:lnTo>
                <a:lnTo>
                  <a:pt x="20005" y="22600"/>
                </a:lnTo>
                <a:lnTo>
                  <a:pt x="20005" y="22435"/>
                </a:lnTo>
                <a:close/>
              </a:path>
              <a:path w="39369" h="36829">
                <a:moveTo>
                  <a:pt x="24407" y="14610"/>
                </a:moveTo>
                <a:lnTo>
                  <a:pt x="19028" y="14610"/>
                </a:lnTo>
                <a:lnTo>
                  <a:pt x="19562" y="17683"/>
                </a:lnTo>
                <a:lnTo>
                  <a:pt x="19614" y="17967"/>
                </a:lnTo>
                <a:lnTo>
                  <a:pt x="19706" y="18463"/>
                </a:lnTo>
                <a:lnTo>
                  <a:pt x="19926" y="19968"/>
                </a:lnTo>
                <a:lnTo>
                  <a:pt x="20005" y="22435"/>
                </a:lnTo>
                <a:lnTo>
                  <a:pt x="24127" y="22435"/>
                </a:lnTo>
                <a:lnTo>
                  <a:pt x="26759" y="22230"/>
                </a:lnTo>
                <a:lnTo>
                  <a:pt x="33598" y="22230"/>
                </a:lnTo>
                <a:lnTo>
                  <a:pt x="32681" y="19046"/>
                </a:lnTo>
                <a:lnTo>
                  <a:pt x="32590" y="18731"/>
                </a:lnTo>
                <a:lnTo>
                  <a:pt x="32513" y="18463"/>
                </a:lnTo>
                <a:lnTo>
                  <a:pt x="29947" y="18463"/>
                </a:lnTo>
                <a:lnTo>
                  <a:pt x="25064" y="17683"/>
                </a:lnTo>
                <a:lnTo>
                  <a:pt x="24407" y="14610"/>
                </a:lnTo>
                <a:close/>
              </a:path>
              <a:path w="39369" h="36829">
                <a:moveTo>
                  <a:pt x="5781" y="12419"/>
                </a:moveTo>
                <a:lnTo>
                  <a:pt x="3921" y="12789"/>
                </a:lnTo>
                <a:lnTo>
                  <a:pt x="2164" y="12789"/>
                </a:lnTo>
                <a:lnTo>
                  <a:pt x="2164" y="18463"/>
                </a:lnTo>
                <a:lnTo>
                  <a:pt x="0" y="18463"/>
                </a:lnTo>
                <a:lnTo>
                  <a:pt x="4535" y="18116"/>
                </a:lnTo>
                <a:lnTo>
                  <a:pt x="13340" y="18116"/>
                </a:lnTo>
                <a:lnTo>
                  <a:pt x="13527" y="17967"/>
                </a:lnTo>
                <a:lnTo>
                  <a:pt x="14620" y="17967"/>
                </a:lnTo>
                <a:lnTo>
                  <a:pt x="16341" y="16785"/>
                </a:lnTo>
                <a:lnTo>
                  <a:pt x="17665" y="15673"/>
                </a:lnTo>
                <a:lnTo>
                  <a:pt x="19028" y="14610"/>
                </a:lnTo>
                <a:lnTo>
                  <a:pt x="24407" y="14610"/>
                </a:lnTo>
                <a:lnTo>
                  <a:pt x="24308" y="14145"/>
                </a:lnTo>
                <a:lnTo>
                  <a:pt x="11948" y="14145"/>
                </a:lnTo>
                <a:lnTo>
                  <a:pt x="5781" y="12419"/>
                </a:lnTo>
                <a:close/>
              </a:path>
              <a:path w="39369" h="36829">
                <a:moveTo>
                  <a:pt x="36877" y="0"/>
                </a:moveTo>
                <a:lnTo>
                  <a:pt x="33725" y="417"/>
                </a:lnTo>
                <a:lnTo>
                  <a:pt x="33102" y="3940"/>
                </a:lnTo>
                <a:lnTo>
                  <a:pt x="33079" y="4074"/>
                </a:lnTo>
                <a:lnTo>
                  <a:pt x="35598" y="8534"/>
                </a:lnTo>
                <a:lnTo>
                  <a:pt x="35655" y="8857"/>
                </a:lnTo>
                <a:lnTo>
                  <a:pt x="29879" y="11079"/>
                </a:lnTo>
                <a:lnTo>
                  <a:pt x="29714" y="12135"/>
                </a:lnTo>
                <a:lnTo>
                  <a:pt x="29604" y="14145"/>
                </a:lnTo>
                <a:lnTo>
                  <a:pt x="29540" y="15374"/>
                </a:lnTo>
                <a:lnTo>
                  <a:pt x="29451" y="18463"/>
                </a:lnTo>
                <a:lnTo>
                  <a:pt x="32513" y="18463"/>
                </a:lnTo>
                <a:lnTo>
                  <a:pt x="32070" y="16926"/>
                </a:lnTo>
                <a:lnTo>
                  <a:pt x="39054" y="12789"/>
                </a:lnTo>
                <a:lnTo>
                  <a:pt x="38942" y="12419"/>
                </a:lnTo>
                <a:lnTo>
                  <a:pt x="37713" y="8857"/>
                </a:lnTo>
                <a:lnTo>
                  <a:pt x="37622" y="8211"/>
                </a:lnTo>
                <a:lnTo>
                  <a:pt x="37820" y="5067"/>
                </a:lnTo>
                <a:lnTo>
                  <a:pt x="37925" y="3940"/>
                </a:lnTo>
                <a:lnTo>
                  <a:pt x="38202" y="1646"/>
                </a:lnTo>
                <a:lnTo>
                  <a:pt x="38232" y="1394"/>
                </a:lnTo>
                <a:lnTo>
                  <a:pt x="36877" y="0"/>
                </a:lnTo>
                <a:close/>
              </a:path>
              <a:path w="39369" h="36829">
                <a:moveTo>
                  <a:pt x="14620" y="17967"/>
                </a:moveTo>
                <a:lnTo>
                  <a:pt x="13527" y="17967"/>
                </a:lnTo>
                <a:lnTo>
                  <a:pt x="14402" y="18116"/>
                </a:lnTo>
                <a:lnTo>
                  <a:pt x="14620" y="17967"/>
                </a:lnTo>
                <a:close/>
              </a:path>
              <a:path w="39369" h="36829">
                <a:moveTo>
                  <a:pt x="29596" y="417"/>
                </a:moveTo>
                <a:lnTo>
                  <a:pt x="15876" y="417"/>
                </a:lnTo>
                <a:lnTo>
                  <a:pt x="15899" y="5067"/>
                </a:lnTo>
                <a:lnTo>
                  <a:pt x="16152" y="8211"/>
                </a:lnTo>
                <a:lnTo>
                  <a:pt x="14347" y="8857"/>
                </a:lnTo>
                <a:lnTo>
                  <a:pt x="11799" y="8857"/>
                </a:lnTo>
                <a:lnTo>
                  <a:pt x="12134" y="11079"/>
                </a:lnTo>
                <a:lnTo>
                  <a:pt x="12170" y="12419"/>
                </a:lnTo>
                <a:lnTo>
                  <a:pt x="11478" y="14145"/>
                </a:lnTo>
                <a:lnTo>
                  <a:pt x="24308" y="14145"/>
                </a:lnTo>
                <a:lnTo>
                  <a:pt x="24213" y="12135"/>
                </a:lnTo>
                <a:lnTo>
                  <a:pt x="24161" y="11079"/>
                </a:lnTo>
                <a:lnTo>
                  <a:pt x="24052" y="8857"/>
                </a:lnTo>
                <a:lnTo>
                  <a:pt x="23976" y="8534"/>
                </a:lnTo>
                <a:lnTo>
                  <a:pt x="22757" y="4531"/>
                </a:lnTo>
                <a:lnTo>
                  <a:pt x="22397" y="4531"/>
                </a:lnTo>
                <a:lnTo>
                  <a:pt x="28973" y="3940"/>
                </a:lnTo>
                <a:lnTo>
                  <a:pt x="29241" y="1646"/>
                </a:lnTo>
                <a:lnTo>
                  <a:pt x="29596" y="417"/>
                </a:lnTo>
                <a:close/>
              </a:path>
              <a:path w="39369" h="36829">
                <a:moveTo>
                  <a:pt x="11750" y="8534"/>
                </a:moveTo>
                <a:lnTo>
                  <a:pt x="9945" y="8534"/>
                </a:lnTo>
                <a:lnTo>
                  <a:pt x="14347" y="8857"/>
                </a:lnTo>
                <a:lnTo>
                  <a:pt x="11799" y="8857"/>
                </a:lnTo>
                <a:lnTo>
                  <a:pt x="11750" y="8534"/>
                </a:lnTo>
                <a:close/>
              </a:path>
            </a:pathLst>
          </a:custGeom>
          <a:solidFill>
            <a:srgbClr val="BCB4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93" name="bg object 1793"/>
          <p:cNvSpPr/>
          <p:nvPr/>
        </p:nvSpPr>
        <p:spPr>
          <a:xfrm>
            <a:off x="2144084" y="3880851"/>
            <a:ext cx="13970" cy="27305"/>
          </a:xfrm>
          <a:custGeom>
            <a:avLst/>
            <a:gdLst/>
            <a:ahLst/>
            <a:cxnLst/>
            <a:rect l="l" t="t" r="r" b="b"/>
            <a:pathLst>
              <a:path w="13969" h="27304">
                <a:moveTo>
                  <a:pt x="8296" y="22545"/>
                </a:moveTo>
                <a:lnTo>
                  <a:pt x="3152" y="22545"/>
                </a:lnTo>
                <a:lnTo>
                  <a:pt x="4499" y="23940"/>
                </a:lnTo>
                <a:lnTo>
                  <a:pt x="4118" y="27100"/>
                </a:lnTo>
                <a:lnTo>
                  <a:pt x="8227" y="27100"/>
                </a:lnTo>
                <a:lnTo>
                  <a:pt x="8296" y="22545"/>
                </a:lnTo>
                <a:close/>
              </a:path>
              <a:path w="13969" h="27304">
                <a:moveTo>
                  <a:pt x="5003" y="0"/>
                </a:moveTo>
                <a:lnTo>
                  <a:pt x="4878" y="2955"/>
                </a:lnTo>
                <a:lnTo>
                  <a:pt x="4767" y="5587"/>
                </a:lnTo>
                <a:lnTo>
                  <a:pt x="1371" y="6461"/>
                </a:lnTo>
                <a:lnTo>
                  <a:pt x="34" y="22545"/>
                </a:lnTo>
                <a:lnTo>
                  <a:pt x="0" y="22963"/>
                </a:lnTo>
                <a:lnTo>
                  <a:pt x="3152" y="22545"/>
                </a:lnTo>
                <a:lnTo>
                  <a:pt x="8296" y="22545"/>
                </a:lnTo>
                <a:lnTo>
                  <a:pt x="8337" y="19882"/>
                </a:lnTo>
                <a:lnTo>
                  <a:pt x="13735" y="18826"/>
                </a:lnTo>
                <a:lnTo>
                  <a:pt x="13689" y="10764"/>
                </a:lnTo>
                <a:lnTo>
                  <a:pt x="11079" y="10764"/>
                </a:lnTo>
                <a:lnTo>
                  <a:pt x="9361" y="10063"/>
                </a:lnTo>
                <a:lnTo>
                  <a:pt x="9623" y="6461"/>
                </a:lnTo>
                <a:lnTo>
                  <a:pt x="9598" y="906"/>
                </a:lnTo>
                <a:lnTo>
                  <a:pt x="5003" y="0"/>
                </a:lnTo>
                <a:close/>
              </a:path>
              <a:path w="13969" h="27304">
                <a:moveTo>
                  <a:pt x="13688" y="10551"/>
                </a:moveTo>
                <a:lnTo>
                  <a:pt x="11079" y="10764"/>
                </a:lnTo>
                <a:lnTo>
                  <a:pt x="13689" y="10764"/>
                </a:lnTo>
                <a:lnTo>
                  <a:pt x="13688" y="10551"/>
                </a:lnTo>
                <a:close/>
              </a:path>
            </a:pathLst>
          </a:custGeom>
          <a:solidFill>
            <a:srgbClr val="B4A4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94" name="bg object 1794"/>
          <p:cNvSpPr/>
          <p:nvPr/>
        </p:nvSpPr>
        <p:spPr>
          <a:xfrm>
            <a:off x="2138592" y="3943290"/>
            <a:ext cx="13970" cy="28575"/>
          </a:xfrm>
          <a:custGeom>
            <a:avLst/>
            <a:gdLst/>
            <a:ahLst/>
            <a:cxnLst/>
            <a:rect l="l" t="t" r="r" b="b"/>
            <a:pathLst>
              <a:path w="13969" h="28575">
                <a:moveTo>
                  <a:pt x="10283" y="0"/>
                </a:moveTo>
                <a:lnTo>
                  <a:pt x="9180" y="1804"/>
                </a:lnTo>
                <a:lnTo>
                  <a:pt x="10283" y="9330"/>
                </a:lnTo>
                <a:lnTo>
                  <a:pt x="8077" y="10606"/>
                </a:lnTo>
                <a:lnTo>
                  <a:pt x="4121" y="10055"/>
                </a:lnTo>
                <a:lnTo>
                  <a:pt x="3861" y="13498"/>
                </a:lnTo>
                <a:lnTo>
                  <a:pt x="5508" y="17651"/>
                </a:lnTo>
                <a:lnTo>
                  <a:pt x="23" y="19495"/>
                </a:lnTo>
                <a:lnTo>
                  <a:pt x="141" y="21363"/>
                </a:lnTo>
                <a:lnTo>
                  <a:pt x="0" y="22443"/>
                </a:lnTo>
                <a:lnTo>
                  <a:pt x="0" y="27935"/>
                </a:lnTo>
                <a:lnTo>
                  <a:pt x="4113" y="27951"/>
                </a:lnTo>
                <a:lnTo>
                  <a:pt x="5429" y="27462"/>
                </a:lnTo>
                <a:lnTo>
                  <a:pt x="7667" y="27242"/>
                </a:lnTo>
                <a:lnTo>
                  <a:pt x="8888" y="22955"/>
                </a:lnTo>
                <a:lnTo>
                  <a:pt x="11521" y="24034"/>
                </a:lnTo>
                <a:lnTo>
                  <a:pt x="13719" y="23806"/>
                </a:lnTo>
                <a:lnTo>
                  <a:pt x="13711" y="425"/>
                </a:lnTo>
                <a:lnTo>
                  <a:pt x="10283" y="0"/>
                </a:lnTo>
                <a:close/>
              </a:path>
            </a:pathLst>
          </a:custGeom>
          <a:solidFill>
            <a:srgbClr val="C2BB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95" name="bg object 1795"/>
          <p:cNvSpPr/>
          <p:nvPr/>
        </p:nvSpPr>
        <p:spPr>
          <a:xfrm>
            <a:off x="2152324" y="3899677"/>
            <a:ext cx="10160" cy="28575"/>
          </a:xfrm>
          <a:custGeom>
            <a:avLst/>
            <a:gdLst/>
            <a:ahLst/>
            <a:cxnLst/>
            <a:rect l="l" t="t" r="r" b="b"/>
            <a:pathLst>
              <a:path w="10160" h="28575">
                <a:moveTo>
                  <a:pt x="4029" y="25477"/>
                </a:moveTo>
                <a:lnTo>
                  <a:pt x="1292" y="25477"/>
                </a:lnTo>
                <a:lnTo>
                  <a:pt x="3774" y="28510"/>
                </a:lnTo>
                <a:lnTo>
                  <a:pt x="3974" y="26131"/>
                </a:lnTo>
                <a:lnTo>
                  <a:pt x="4029" y="25477"/>
                </a:lnTo>
                <a:close/>
              </a:path>
              <a:path w="10160" h="28575">
                <a:moveTo>
                  <a:pt x="5468" y="0"/>
                </a:moveTo>
                <a:lnTo>
                  <a:pt x="94" y="1055"/>
                </a:lnTo>
                <a:lnTo>
                  <a:pt x="0" y="26131"/>
                </a:lnTo>
                <a:lnTo>
                  <a:pt x="1292" y="25477"/>
                </a:lnTo>
                <a:lnTo>
                  <a:pt x="4029" y="25477"/>
                </a:lnTo>
                <a:lnTo>
                  <a:pt x="4293" y="22340"/>
                </a:lnTo>
                <a:lnTo>
                  <a:pt x="4412" y="20914"/>
                </a:lnTo>
                <a:lnTo>
                  <a:pt x="9598" y="20914"/>
                </a:lnTo>
                <a:lnTo>
                  <a:pt x="9598" y="13956"/>
                </a:lnTo>
                <a:lnTo>
                  <a:pt x="6997" y="13956"/>
                </a:lnTo>
                <a:lnTo>
                  <a:pt x="5240" y="13286"/>
                </a:lnTo>
                <a:lnTo>
                  <a:pt x="5601" y="8274"/>
                </a:lnTo>
                <a:lnTo>
                  <a:pt x="5492" y="6130"/>
                </a:lnTo>
                <a:lnTo>
                  <a:pt x="5468" y="0"/>
                </a:lnTo>
                <a:close/>
              </a:path>
              <a:path w="10160" h="28575">
                <a:moveTo>
                  <a:pt x="9598" y="20914"/>
                </a:moveTo>
                <a:lnTo>
                  <a:pt x="4412" y="20914"/>
                </a:lnTo>
                <a:lnTo>
                  <a:pt x="7407" y="22340"/>
                </a:lnTo>
                <a:lnTo>
                  <a:pt x="9598" y="22009"/>
                </a:lnTo>
                <a:lnTo>
                  <a:pt x="9598" y="20914"/>
                </a:lnTo>
                <a:close/>
              </a:path>
              <a:path w="10160" h="28575">
                <a:moveTo>
                  <a:pt x="9598" y="13766"/>
                </a:moveTo>
                <a:lnTo>
                  <a:pt x="6997" y="13956"/>
                </a:lnTo>
                <a:lnTo>
                  <a:pt x="9598" y="13956"/>
                </a:lnTo>
                <a:lnTo>
                  <a:pt x="9598" y="13766"/>
                </a:lnTo>
                <a:close/>
              </a:path>
            </a:pathLst>
          </a:custGeom>
          <a:solidFill>
            <a:srgbClr val="AE9E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96" name="bg object 1796"/>
          <p:cNvSpPr/>
          <p:nvPr/>
        </p:nvSpPr>
        <p:spPr>
          <a:xfrm>
            <a:off x="2152309" y="3943713"/>
            <a:ext cx="4445" cy="18415"/>
          </a:xfrm>
          <a:custGeom>
            <a:avLst/>
            <a:gdLst/>
            <a:ahLst/>
            <a:cxnLst/>
            <a:rect l="l" t="t" r="r" b="b"/>
            <a:pathLst>
              <a:path w="4444" h="18414">
                <a:moveTo>
                  <a:pt x="4137" y="0"/>
                </a:moveTo>
                <a:lnTo>
                  <a:pt x="0" y="0"/>
                </a:lnTo>
                <a:lnTo>
                  <a:pt x="31" y="17880"/>
                </a:lnTo>
                <a:lnTo>
                  <a:pt x="4121" y="17896"/>
                </a:lnTo>
                <a:lnTo>
                  <a:pt x="4137" y="0"/>
                </a:lnTo>
                <a:close/>
              </a:path>
            </a:pathLst>
          </a:custGeom>
          <a:solidFill>
            <a:srgbClr val="AFA7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97" name="bg object 1797"/>
          <p:cNvSpPr/>
          <p:nvPr/>
        </p:nvSpPr>
        <p:spPr>
          <a:xfrm>
            <a:off x="2151768" y="3920592"/>
            <a:ext cx="10795" cy="11430"/>
          </a:xfrm>
          <a:custGeom>
            <a:avLst/>
            <a:gdLst/>
            <a:ahLst/>
            <a:cxnLst/>
            <a:rect l="l" t="t" r="r" b="b"/>
            <a:pathLst>
              <a:path w="10794" h="11429">
                <a:moveTo>
                  <a:pt x="4964" y="0"/>
                </a:moveTo>
                <a:lnTo>
                  <a:pt x="4326" y="7596"/>
                </a:lnTo>
                <a:lnTo>
                  <a:pt x="1851" y="4562"/>
                </a:lnTo>
                <a:lnTo>
                  <a:pt x="559" y="5216"/>
                </a:lnTo>
                <a:lnTo>
                  <a:pt x="0" y="9180"/>
                </a:lnTo>
                <a:lnTo>
                  <a:pt x="1245" y="10937"/>
                </a:lnTo>
                <a:lnTo>
                  <a:pt x="10173" y="10811"/>
                </a:lnTo>
                <a:lnTo>
                  <a:pt x="10354" y="8431"/>
                </a:lnTo>
                <a:lnTo>
                  <a:pt x="10094" y="3837"/>
                </a:lnTo>
                <a:lnTo>
                  <a:pt x="10157" y="2458"/>
                </a:lnTo>
                <a:lnTo>
                  <a:pt x="10149" y="1095"/>
                </a:lnTo>
                <a:lnTo>
                  <a:pt x="7959" y="1426"/>
                </a:lnTo>
                <a:lnTo>
                  <a:pt x="4964" y="0"/>
                </a:lnTo>
                <a:close/>
              </a:path>
            </a:pathLst>
          </a:custGeom>
          <a:solidFill>
            <a:srgbClr val="B4A7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98" name="bg object 1798"/>
          <p:cNvSpPr/>
          <p:nvPr/>
        </p:nvSpPr>
        <p:spPr>
          <a:xfrm>
            <a:off x="2134480" y="3925619"/>
            <a:ext cx="4445" cy="18415"/>
          </a:xfrm>
          <a:custGeom>
            <a:avLst/>
            <a:gdLst/>
            <a:ahLst/>
            <a:cxnLst/>
            <a:rect l="l" t="t" r="r" b="b"/>
            <a:pathLst>
              <a:path w="4444" h="18414">
                <a:moveTo>
                  <a:pt x="2632" y="0"/>
                </a:moveTo>
                <a:lnTo>
                  <a:pt x="0" y="212"/>
                </a:lnTo>
                <a:lnTo>
                  <a:pt x="0" y="18116"/>
                </a:lnTo>
                <a:lnTo>
                  <a:pt x="4113" y="18101"/>
                </a:lnTo>
                <a:lnTo>
                  <a:pt x="4121" y="10606"/>
                </a:lnTo>
                <a:lnTo>
                  <a:pt x="3979" y="7226"/>
                </a:lnTo>
                <a:lnTo>
                  <a:pt x="4302" y="717"/>
                </a:lnTo>
                <a:lnTo>
                  <a:pt x="2632" y="0"/>
                </a:lnTo>
                <a:close/>
              </a:path>
            </a:pathLst>
          </a:custGeom>
          <a:solidFill>
            <a:srgbClr val="CAC0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99" name="bg object 1799"/>
          <p:cNvSpPr/>
          <p:nvPr/>
        </p:nvSpPr>
        <p:spPr>
          <a:xfrm>
            <a:off x="2165846" y="3926987"/>
            <a:ext cx="5080" cy="13335"/>
          </a:xfrm>
          <a:custGeom>
            <a:avLst/>
            <a:gdLst/>
            <a:ahLst/>
            <a:cxnLst/>
            <a:rect l="l" t="t" r="r" b="b"/>
            <a:pathLst>
              <a:path w="5080" h="13335">
                <a:moveTo>
                  <a:pt x="1654" y="0"/>
                </a:moveTo>
                <a:lnTo>
                  <a:pt x="0" y="740"/>
                </a:lnTo>
                <a:lnTo>
                  <a:pt x="338" y="6769"/>
                </a:lnTo>
                <a:lnTo>
                  <a:pt x="204" y="9684"/>
                </a:lnTo>
                <a:lnTo>
                  <a:pt x="204" y="12592"/>
                </a:lnTo>
                <a:lnTo>
                  <a:pt x="2797" y="12797"/>
                </a:lnTo>
                <a:lnTo>
                  <a:pt x="4578" y="12135"/>
                </a:lnTo>
                <a:lnTo>
                  <a:pt x="4215" y="7454"/>
                </a:lnTo>
                <a:lnTo>
                  <a:pt x="4326" y="5886"/>
                </a:lnTo>
                <a:lnTo>
                  <a:pt x="4326" y="4326"/>
                </a:lnTo>
                <a:lnTo>
                  <a:pt x="4302" y="228"/>
                </a:lnTo>
                <a:lnTo>
                  <a:pt x="1654" y="0"/>
                </a:lnTo>
                <a:close/>
              </a:path>
            </a:pathLst>
          </a:custGeom>
          <a:solidFill>
            <a:srgbClr val="C9C0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00" name="bg object 1800"/>
          <p:cNvSpPr/>
          <p:nvPr/>
        </p:nvSpPr>
        <p:spPr>
          <a:xfrm>
            <a:off x="2157567" y="3903601"/>
            <a:ext cx="5080" cy="10160"/>
          </a:xfrm>
          <a:custGeom>
            <a:avLst/>
            <a:gdLst/>
            <a:ahLst/>
            <a:cxnLst/>
            <a:rect l="l" t="t" r="r" b="b"/>
            <a:pathLst>
              <a:path w="5080" h="10160">
                <a:moveTo>
                  <a:pt x="2852" y="0"/>
                </a:moveTo>
                <a:lnTo>
                  <a:pt x="252" y="197"/>
                </a:lnTo>
                <a:lnTo>
                  <a:pt x="252" y="2206"/>
                </a:lnTo>
                <a:lnTo>
                  <a:pt x="362" y="4223"/>
                </a:lnTo>
                <a:lnTo>
                  <a:pt x="0" y="9361"/>
                </a:lnTo>
                <a:lnTo>
                  <a:pt x="1757" y="10031"/>
                </a:lnTo>
                <a:lnTo>
                  <a:pt x="4357" y="9842"/>
                </a:lnTo>
                <a:lnTo>
                  <a:pt x="4357" y="7833"/>
                </a:lnTo>
                <a:lnTo>
                  <a:pt x="4231" y="5815"/>
                </a:lnTo>
                <a:lnTo>
                  <a:pt x="4609" y="677"/>
                </a:lnTo>
                <a:lnTo>
                  <a:pt x="2852" y="0"/>
                </a:lnTo>
                <a:close/>
              </a:path>
            </a:pathLst>
          </a:custGeom>
          <a:solidFill>
            <a:srgbClr val="B6A6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01" name="bg object 1801"/>
          <p:cNvSpPr/>
          <p:nvPr/>
        </p:nvSpPr>
        <p:spPr>
          <a:xfrm>
            <a:off x="2138343" y="3943511"/>
            <a:ext cx="5080" cy="10160"/>
          </a:xfrm>
          <a:custGeom>
            <a:avLst/>
            <a:gdLst/>
            <a:ahLst/>
            <a:cxnLst/>
            <a:rect l="l" t="t" r="r" b="b"/>
            <a:pathLst>
              <a:path w="5080" h="10160">
                <a:moveTo>
                  <a:pt x="2852" y="0"/>
                </a:moveTo>
                <a:lnTo>
                  <a:pt x="252" y="204"/>
                </a:lnTo>
                <a:lnTo>
                  <a:pt x="252" y="2206"/>
                </a:lnTo>
                <a:lnTo>
                  <a:pt x="370" y="4223"/>
                </a:lnTo>
                <a:lnTo>
                  <a:pt x="0" y="9377"/>
                </a:lnTo>
                <a:lnTo>
                  <a:pt x="1780" y="10031"/>
                </a:lnTo>
                <a:lnTo>
                  <a:pt x="4365" y="9834"/>
                </a:lnTo>
                <a:lnTo>
                  <a:pt x="4365" y="7825"/>
                </a:lnTo>
                <a:lnTo>
                  <a:pt x="4247" y="5815"/>
                </a:lnTo>
                <a:lnTo>
                  <a:pt x="4617" y="661"/>
                </a:lnTo>
                <a:lnTo>
                  <a:pt x="2852" y="0"/>
                </a:lnTo>
                <a:close/>
              </a:path>
            </a:pathLst>
          </a:custGeom>
          <a:solidFill>
            <a:srgbClr val="ACA4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02" name="bg object 1802"/>
          <p:cNvSpPr/>
          <p:nvPr/>
        </p:nvSpPr>
        <p:spPr>
          <a:xfrm>
            <a:off x="2168660" y="3920202"/>
            <a:ext cx="6350" cy="11430"/>
          </a:xfrm>
          <a:custGeom>
            <a:avLst/>
            <a:gdLst/>
            <a:ahLst/>
            <a:cxnLst/>
            <a:rect l="l" t="t" r="r" b="b"/>
            <a:pathLst>
              <a:path w="6350" h="11429">
                <a:moveTo>
                  <a:pt x="0" y="0"/>
                </a:moveTo>
                <a:lnTo>
                  <a:pt x="1954" y="4720"/>
                </a:lnTo>
                <a:lnTo>
                  <a:pt x="1489" y="7013"/>
                </a:lnTo>
                <a:lnTo>
                  <a:pt x="1513" y="11111"/>
                </a:lnTo>
                <a:lnTo>
                  <a:pt x="4113" y="11339"/>
                </a:lnTo>
                <a:lnTo>
                  <a:pt x="5878" y="10662"/>
                </a:lnTo>
                <a:lnTo>
                  <a:pt x="5516" y="5989"/>
                </a:lnTo>
                <a:lnTo>
                  <a:pt x="5618" y="4420"/>
                </a:lnTo>
                <a:lnTo>
                  <a:pt x="5618" y="2868"/>
                </a:lnTo>
                <a:lnTo>
                  <a:pt x="0" y="0"/>
                </a:lnTo>
                <a:close/>
              </a:path>
            </a:pathLst>
          </a:custGeom>
          <a:solidFill>
            <a:srgbClr val="B3A3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03" name="bg object 1803"/>
          <p:cNvSpPr/>
          <p:nvPr/>
        </p:nvSpPr>
        <p:spPr>
          <a:xfrm>
            <a:off x="2157823" y="3891424"/>
            <a:ext cx="5080" cy="8890"/>
          </a:xfrm>
          <a:custGeom>
            <a:avLst/>
            <a:gdLst/>
            <a:ahLst/>
            <a:cxnLst/>
            <a:rect l="l" t="t" r="r" b="b"/>
            <a:pathLst>
              <a:path w="5080" h="8889">
                <a:moveTo>
                  <a:pt x="4097" y="0"/>
                </a:moveTo>
                <a:lnTo>
                  <a:pt x="0" y="0"/>
                </a:lnTo>
                <a:lnTo>
                  <a:pt x="0" y="8250"/>
                </a:lnTo>
                <a:lnTo>
                  <a:pt x="3160" y="8660"/>
                </a:lnTo>
                <a:lnTo>
                  <a:pt x="4491" y="7234"/>
                </a:lnTo>
                <a:lnTo>
                  <a:pt x="4121" y="4113"/>
                </a:lnTo>
                <a:lnTo>
                  <a:pt x="4097" y="0"/>
                </a:lnTo>
                <a:close/>
              </a:path>
            </a:pathLst>
          </a:custGeom>
          <a:solidFill>
            <a:srgbClr val="C3B7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04" name="bg object 1804"/>
          <p:cNvSpPr/>
          <p:nvPr/>
        </p:nvSpPr>
        <p:spPr>
          <a:xfrm>
            <a:off x="2161942" y="3873524"/>
            <a:ext cx="6350" cy="8890"/>
          </a:xfrm>
          <a:custGeom>
            <a:avLst/>
            <a:gdLst/>
            <a:ahLst/>
            <a:cxnLst/>
            <a:rect l="l" t="t" r="r" b="b"/>
            <a:pathLst>
              <a:path w="6350" h="8889">
                <a:moveTo>
                  <a:pt x="5994" y="8384"/>
                </a:moveTo>
                <a:lnTo>
                  <a:pt x="2962" y="8384"/>
                </a:lnTo>
                <a:lnTo>
                  <a:pt x="6028" y="8668"/>
                </a:lnTo>
                <a:lnTo>
                  <a:pt x="5994" y="8384"/>
                </a:lnTo>
                <a:close/>
              </a:path>
              <a:path w="6350" h="8889">
                <a:moveTo>
                  <a:pt x="5468" y="0"/>
                </a:moveTo>
                <a:lnTo>
                  <a:pt x="0" y="496"/>
                </a:lnTo>
                <a:lnTo>
                  <a:pt x="0" y="8250"/>
                </a:lnTo>
                <a:lnTo>
                  <a:pt x="5978" y="8250"/>
                </a:lnTo>
                <a:lnTo>
                  <a:pt x="5484" y="4121"/>
                </a:lnTo>
                <a:lnTo>
                  <a:pt x="5468" y="0"/>
                </a:lnTo>
                <a:close/>
              </a:path>
            </a:pathLst>
          </a:custGeom>
          <a:solidFill>
            <a:srgbClr val="A99C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05" name="bg object 1805"/>
          <p:cNvSpPr/>
          <p:nvPr/>
        </p:nvSpPr>
        <p:spPr>
          <a:xfrm>
            <a:off x="2153557" y="3863453"/>
            <a:ext cx="14604" cy="28575"/>
          </a:xfrm>
          <a:custGeom>
            <a:avLst/>
            <a:gdLst/>
            <a:ahLst/>
            <a:cxnLst/>
            <a:rect l="l" t="t" r="r" b="b"/>
            <a:pathLst>
              <a:path w="14605" h="28575">
                <a:moveTo>
                  <a:pt x="8374" y="18108"/>
                </a:moveTo>
                <a:lnTo>
                  <a:pt x="2758" y="18108"/>
                </a:lnTo>
                <a:lnTo>
                  <a:pt x="4491" y="18786"/>
                </a:lnTo>
                <a:lnTo>
                  <a:pt x="4129" y="23932"/>
                </a:lnTo>
                <a:lnTo>
                  <a:pt x="4223" y="25949"/>
                </a:lnTo>
                <a:lnTo>
                  <a:pt x="4263" y="27967"/>
                </a:lnTo>
                <a:lnTo>
                  <a:pt x="8361" y="27967"/>
                </a:lnTo>
                <a:lnTo>
                  <a:pt x="8374" y="18108"/>
                </a:lnTo>
                <a:close/>
              </a:path>
              <a:path w="14605" h="28575">
                <a:moveTo>
                  <a:pt x="3695" y="0"/>
                </a:moveTo>
                <a:lnTo>
                  <a:pt x="4231" y="4554"/>
                </a:lnTo>
                <a:lnTo>
                  <a:pt x="4168" y="8691"/>
                </a:lnTo>
                <a:lnTo>
                  <a:pt x="5484" y="13278"/>
                </a:lnTo>
                <a:lnTo>
                  <a:pt x="0" y="15981"/>
                </a:lnTo>
                <a:lnTo>
                  <a:pt x="204" y="17431"/>
                </a:lnTo>
                <a:lnTo>
                  <a:pt x="133" y="18353"/>
                </a:lnTo>
                <a:lnTo>
                  <a:pt x="2758" y="18108"/>
                </a:lnTo>
                <a:lnTo>
                  <a:pt x="8374" y="18108"/>
                </a:lnTo>
                <a:lnTo>
                  <a:pt x="8384" y="10559"/>
                </a:lnTo>
                <a:lnTo>
                  <a:pt x="13853" y="10071"/>
                </a:lnTo>
                <a:lnTo>
                  <a:pt x="13837" y="4554"/>
                </a:lnTo>
                <a:lnTo>
                  <a:pt x="14105" y="898"/>
                </a:lnTo>
                <a:lnTo>
                  <a:pt x="12802" y="433"/>
                </a:lnTo>
                <a:lnTo>
                  <a:pt x="7677" y="433"/>
                </a:lnTo>
                <a:lnTo>
                  <a:pt x="3695" y="0"/>
                </a:lnTo>
                <a:close/>
              </a:path>
            </a:pathLst>
          </a:custGeom>
          <a:solidFill>
            <a:srgbClr val="B9B0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06" name="bg object 1806"/>
          <p:cNvSpPr/>
          <p:nvPr/>
        </p:nvSpPr>
        <p:spPr>
          <a:xfrm>
            <a:off x="2174253" y="3958837"/>
            <a:ext cx="13970" cy="22225"/>
          </a:xfrm>
          <a:custGeom>
            <a:avLst/>
            <a:gdLst/>
            <a:ahLst/>
            <a:cxnLst/>
            <a:rect l="l" t="t" r="r" b="b"/>
            <a:pathLst>
              <a:path w="13969" h="22225">
                <a:moveTo>
                  <a:pt x="8250" y="0"/>
                </a:moveTo>
                <a:lnTo>
                  <a:pt x="4152" y="23"/>
                </a:lnTo>
                <a:lnTo>
                  <a:pt x="4546" y="3191"/>
                </a:lnTo>
                <a:lnTo>
                  <a:pt x="3120" y="4523"/>
                </a:lnTo>
                <a:lnTo>
                  <a:pt x="0" y="4160"/>
                </a:lnTo>
                <a:lnTo>
                  <a:pt x="39" y="12387"/>
                </a:lnTo>
                <a:lnTo>
                  <a:pt x="2632" y="12198"/>
                </a:lnTo>
                <a:lnTo>
                  <a:pt x="4397" y="12868"/>
                </a:lnTo>
                <a:lnTo>
                  <a:pt x="4018" y="18006"/>
                </a:lnTo>
                <a:lnTo>
                  <a:pt x="4145" y="20023"/>
                </a:lnTo>
                <a:lnTo>
                  <a:pt x="4145" y="22025"/>
                </a:lnTo>
                <a:lnTo>
                  <a:pt x="8242" y="22017"/>
                </a:lnTo>
                <a:lnTo>
                  <a:pt x="8274" y="17911"/>
                </a:lnTo>
                <a:lnTo>
                  <a:pt x="8345" y="16572"/>
                </a:lnTo>
                <a:lnTo>
                  <a:pt x="8006" y="14287"/>
                </a:lnTo>
                <a:lnTo>
                  <a:pt x="13049" y="12072"/>
                </a:lnTo>
                <a:lnTo>
                  <a:pt x="11938" y="7360"/>
                </a:lnTo>
                <a:lnTo>
                  <a:pt x="13751" y="4137"/>
                </a:lnTo>
                <a:lnTo>
                  <a:pt x="10803" y="4247"/>
                </a:lnTo>
                <a:lnTo>
                  <a:pt x="7699" y="4562"/>
                </a:lnTo>
                <a:lnTo>
                  <a:pt x="8250" y="0"/>
                </a:lnTo>
                <a:close/>
              </a:path>
            </a:pathLst>
          </a:custGeom>
          <a:solidFill>
            <a:srgbClr val="AAA4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07" name="bg object 1807"/>
          <p:cNvSpPr/>
          <p:nvPr/>
        </p:nvSpPr>
        <p:spPr>
          <a:xfrm>
            <a:off x="2160536" y="3953598"/>
            <a:ext cx="18415" cy="17780"/>
          </a:xfrm>
          <a:custGeom>
            <a:avLst/>
            <a:gdLst/>
            <a:ahLst/>
            <a:cxnLst/>
            <a:rect l="l" t="t" r="r" b="b"/>
            <a:pathLst>
              <a:path w="18414" h="17779">
                <a:moveTo>
                  <a:pt x="18262" y="8445"/>
                </a:moveTo>
                <a:lnTo>
                  <a:pt x="17856" y="5270"/>
                </a:lnTo>
                <a:lnTo>
                  <a:pt x="16446" y="4000"/>
                </a:lnTo>
                <a:lnTo>
                  <a:pt x="15227" y="2298"/>
                </a:lnTo>
                <a:lnTo>
                  <a:pt x="11353" y="596"/>
                </a:lnTo>
                <a:lnTo>
                  <a:pt x="8801" y="0"/>
                </a:lnTo>
                <a:lnTo>
                  <a:pt x="5638" y="38"/>
                </a:lnTo>
                <a:lnTo>
                  <a:pt x="4889" y="2527"/>
                </a:lnTo>
                <a:lnTo>
                  <a:pt x="4127" y="3873"/>
                </a:lnTo>
                <a:lnTo>
                  <a:pt x="8496" y="3175"/>
                </a:lnTo>
                <a:lnTo>
                  <a:pt x="10325" y="5016"/>
                </a:lnTo>
                <a:lnTo>
                  <a:pt x="9613" y="9372"/>
                </a:lnTo>
                <a:lnTo>
                  <a:pt x="5257" y="10083"/>
                </a:lnTo>
                <a:lnTo>
                  <a:pt x="3429" y="8255"/>
                </a:lnTo>
                <a:lnTo>
                  <a:pt x="4127" y="3873"/>
                </a:lnTo>
                <a:lnTo>
                  <a:pt x="12" y="3886"/>
                </a:lnTo>
                <a:lnTo>
                  <a:pt x="0" y="17614"/>
                </a:lnTo>
                <a:lnTo>
                  <a:pt x="4381" y="16256"/>
                </a:lnTo>
                <a:lnTo>
                  <a:pt x="8128" y="14135"/>
                </a:lnTo>
                <a:lnTo>
                  <a:pt x="9639" y="9398"/>
                </a:lnTo>
                <a:lnTo>
                  <a:pt x="13716" y="9398"/>
                </a:lnTo>
                <a:lnTo>
                  <a:pt x="16827" y="9766"/>
                </a:lnTo>
                <a:lnTo>
                  <a:pt x="18262" y="8445"/>
                </a:lnTo>
                <a:close/>
              </a:path>
            </a:pathLst>
          </a:custGeom>
          <a:solidFill>
            <a:srgbClr val="B2A5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08" name="bg object 1808"/>
          <p:cNvSpPr/>
          <p:nvPr/>
        </p:nvSpPr>
        <p:spPr>
          <a:xfrm>
            <a:off x="2178191" y="3940957"/>
            <a:ext cx="5715" cy="12700"/>
          </a:xfrm>
          <a:custGeom>
            <a:avLst/>
            <a:gdLst/>
            <a:ahLst/>
            <a:cxnLst/>
            <a:rect l="l" t="t" r="r" b="b"/>
            <a:pathLst>
              <a:path w="5714" h="12700">
                <a:moveTo>
                  <a:pt x="5681" y="7"/>
                </a:moveTo>
                <a:lnTo>
                  <a:pt x="212" y="0"/>
                </a:lnTo>
                <a:lnTo>
                  <a:pt x="212" y="2899"/>
                </a:lnTo>
                <a:lnTo>
                  <a:pt x="346" y="5823"/>
                </a:lnTo>
                <a:lnTo>
                  <a:pt x="0" y="11859"/>
                </a:lnTo>
                <a:lnTo>
                  <a:pt x="1686" y="12576"/>
                </a:lnTo>
                <a:lnTo>
                  <a:pt x="4310" y="12395"/>
                </a:lnTo>
                <a:lnTo>
                  <a:pt x="5681" y="7"/>
                </a:lnTo>
                <a:close/>
              </a:path>
            </a:pathLst>
          </a:custGeom>
          <a:solidFill>
            <a:srgbClr val="ADA9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09" name="bg object 1809"/>
          <p:cNvSpPr/>
          <p:nvPr/>
        </p:nvSpPr>
        <p:spPr>
          <a:xfrm>
            <a:off x="2156400" y="3957462"/>
            <a:ext cx="4445" cy="13970"/>
          </a:xfrm>
          <a:custGeom>
            <a:avLst/>
            <a:gdLst/>
            <a:ahLst/>
            <a:cxnLst/>
            <a:rect l="l" t="t" r="r" b="b"/>
            <a:pathLst>
              <a:path w="4444" h="13970">
                <a:moveTo>
                  <a:pt x="39" y="0"/>
                </a:moveTo>
                <a:lnTo>
                  <a:pt x="39" y="6367"/>
                </a:lnTo>
                <a:lnTo>
                  <a:pt x="94" y="8597"/>
                </a:lnTo>
                <a:lnTo>
                  <a:pt x="0" y="13837"/>
                </a:lnTo>
                <a:lnTo>
                  <a:pt x="4145" y="13743"/>
                </a:lnTo>
                <a:lnTo>
                  <a:pt x="4152" y="15"/>
                </a:lnTo>
                <a:lnTo>
                  <a:pt x="39" y="0"/>
                </a:lnTo>
                <a:close/>
              </a:path>
            </a:pathLst>
          </a:custGeom>
          <a:solidFill>
            <a:srgbClr val="A69C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10" name="bg object 1810"/>
          <p:cNvSpPr/>
          <p:nvPr/>
        </p:nvSpPr>
        <p:spPr>
          <a:xfrm>
            <a:off x="2191737" y="3936324"/>
            <a:ext cx="5080" cy="8890"/>
          </a:xfrm>
          <a:custGeom>
            <a:avLst/>
            <a:gdLst/>
            <a:ahLst/>
            <a:cxnLst/>
            <a:rect l="l" t="t" r="r" b="b"/>
            <a:pathLst>
              <a:path w="5080" h="8889">
                <a:moveTo>
                  <a:pt x="480" y="0"/>
                </a:moveTo>
                <a:lnTo>
                  <a:pt x="0" y="2513"/>
                </a:lnTo>
                <a:lnTo>
                  <a:pt x="654" y="6580"/>
                </a:lnTo>
                <a:lnTo>
                  <a:pt x="1639" y="7533"/>
                </a:lnTo>
                <a:lnTo>
                  <a:pt x="2253" y="8550"/>
                </a:lnTo>
                <a:lnTo>
                  <a:pt x="2994" y="7659"/>
                </a:lnTo>
                <a:lnTo>
                  <a:pt x="4176" y="6871"/>
                </a:lnTo>
                <a:lnTo>
                  <a:pt x="4736" y="4152"/>
                </a:lnTo>
                <a:lnTo>
                  <a:pt x="4491" y="2308"/>
                </a:lnTo>
                <a:lnTo>
                  <a:pt x="4491" y="520"/>
                </a:lnTo>
                <a:lnTo>
                  <a:pt x="480" y="0"/>
                </a:lnTo>
                <a:close/>
              </a:path>
            </a:pathLst>
          </a:custGeom>
          <a:solidFill>
            <a:srgbClr val="9588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11" name="bg object 1811"/>
          <p:cNvSpPr/>
          <p:nvPr/>
        </p:nvSpPr>
        <p:spPr>
          <a:xfrm>
            <a:off x="2182497" y="3976329"/>
            <a:ext cx="5080" cy="13335"/>
          </a:xfrm>
          <a:custGeom>
            <a:avLst/>
            <a:gdLst/>
            <a:ahLst/>
            <a:cxnLst/>
            <a:rect l="l" t="t" r="r" b="b"/>
            <a:pathLst>
              <a:path w="5080" h="13335">
                <a:moveTo>
                  <a:pt x="3191" y="0"/>
                </a:moveTo>
                <a:lnTo>
                  <a:pt x="31" y="417"/>
                </a:lnTo>
                <a:lnTo>
                  <a:pt x="0" y="4523"/>
                </a:lnTo>
                <a:lnTo>
                  <a:pt x="39" y="12758"/>
                </a:lnTo>
                <a:lnTo>
                  <a:pt x="4105" y="12773"/>
                </a:lnTo>
                <a:lnTo>
                  <a:pt x="4152" y="4546"/>
                </a:lnTo>
                <a:lnTo>
                  <a:pt x="4507" y="1434"/>
                </a:lnTo>
                <a:lnTo>
                  <a:pt x="3191" y="0"/>
                </a:lnTo>
                <a:close/>
              </a:path>
            </a:pathLst>
          </a:custGeom>
          <a:solidFill>
            <a:srgbClr val="9A8D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12" name="bg object 1812"/>
          <p:cNvSpPr/>
          <p:nvPr/>
        </p:nvSpPr>
        <p:spPr>
          <a:xfrm>
            <a:off x="2154486" y="3971037"/>
            <a:ext cx="36830" cy="40640"/>
          </a:xfrm>
          <a:custGeom>
            <a:avLst/>
            <a:gdLst/>
            <a:ahLst/>
            <a:cxnLst/>
            <a:rect l="l" t="t" r="r" b="b"/>
            <a:pathLst>
              <a:path w="36830" h="40639">
                <a:moveTo>
                  <a:pt x="25060" y="22017"/>
                </a:moveTo>
                <a:lnTo>
                  <a:pt x="8676" y="22017"/>
                </a:lnTo>
                <a:lnTo>
                  <a:pt x="10433" y="22679"/>
                </a:lnTo>
                <a:lnTo>
                  <a:pt x="10367" y="23593"/>
                </a:lnTo>
                <a:lnTo>
                  <a:pt x="10249" y="25240"/>
                </a:lnTo>
                <a:lnTo>
                  <a:pt x="10165" y="36509"/>
                </a:lnTo>
                <a:lnTo>
                  <a:pt x="9921" y="39661"/>
                </a:lnTo>
                <a:lnTo>
                  <a:pt x="11725" y="40299"/>
                </a:lnTo>
                <a:lnTo>
                  <a:pt x="14302" y="40102"/>
                </a:lnTo>
                <a:lnTo>
                  <a:pt x="13396" y="33877"/>
                </a:lnTo>
                <a:lnTo>
                  <a:pt x="16282" y="30142"/>
                </a:lnTo>
                <a:lnTo>
                  <a:pt x="22845" y="27029"/>
                </a:lnTo>
                <a:lnTo>
                  <a:pt x="23357" y="25240"/>
                </a:lnTo>
                <a:lnTo>
                  <a:pt x="25060" y="22017"/>
                </a:lnTo>
                <a:close/>
              </a:path>
              <a:path w="36830" h="40639">
                <a:moveTo>
                  <a:pt x="36266" y="23396"/>
                </a:moveTo>
                <a:lnTo>
                  <a:pt x="30638" y="23396"/>
                </a:lnTo>
                <a:lnTo>
                  <a:pt x="32356" y="24082"/>
                </a:lnTo>
                <a:lnTo>
                  <a:pt x="32009" y="30142"/>
                </a:lnTo>
                <a:lnTo>
                  <a:pt x="32151" y="33065"/>
                </a:lnTo>
                <a:lnTo>
                  <a:pt x="32143" y="35965"/>
                </a:lnTo>
                <a:lnTo>
                  <a:pt x="36288" y="35965"/>
                </a:lnTo>
                <a:lnTo>
                  <a:pt x="36266" y="23396"/>
                </a:lnTo>
                <a:close/>
              </a:path>
              <a:path w="36830" h="40639">
                <a:moveTo>
                  <a:pt x="36263" y="21796"/>
                </a:moveTo>
                <a:lnTo>
                  <a:pt x="26575" y="21796"/>
                </a:lnTo>
                <a:lnTo>
                  <a:pt x="28030" y="23593"/>
                </a:lnTo>
                <a:lnTo>
                  <a:pt x="30638" y="23396"/>
                </a:lnTo>
                <a:lnTo>
                  <a:pt x="36266" y="23396"/>
                </a:lnTo>
                <a:lnTo>
                  <a:pt x="36263" y="21796"/>
                </a:lnTo>
                <a:close/>
              </a:path>
              <a:path w="36830" h="40639">
                <a:moveTo>
                  <a:pt x="3735" y="17510"/>
                </a:moveTo>
                <a:lnTo>
                  <a:pt x="582" y="18093"/>
                </a:lnTo>
                <a:lnTo>
                  <a:pt x="112" y="21796"/>
                </a:lnTo>
                <a:lnTo>
                  <a:pt x="0" y="22679"/>
                </a:lnTo>
                <a:lnTo>
                  <a:pt x="3152" y="22301"/>
                </a:lnTo>
                <a:lnTo>
                  <a:pt x="5075" y="22301"/>
                </a:lnTo>
                <a:lnTo>
                  <a:pt x="8676" y="22017"/>
                </a:lnTo>
                <a:lnTo>
                  <a:pt x="25060" y="22017"/>
                </a:lnTo>
                <a:lnTo>
                  <a:pt x="25177" y="21796"/>
                </a:lnTo>
                <a:lnTo>
                  <a:pt x="36263" y="21796"/>
                </a:lnTo>
                <a:lnTo>
                  <a:pt x="36259" y="19251"/>
                </a:lnTo>
                <a:lnTo>
                  <a:pt x="16406" y="19251"/>
                </a:lnTo>
                <a:lnTo>
                  <a:pt x="15797" y="18290"/>
                </a:lnTo>
                <a:lnTo>
                  <a:pt x="15672" y="18093"/>
                </a:lnTo>
                <a:lnTo>
                  <a:pt x="9335" y="18093"/>
                </a:lnTo>
                <a:lnTo>
                  <a:pt x="3735" y="17510"/>
                </a:lnTo>
                <a:close/>
              </a:path>
              <a:path w="36830" h="40639">
                <a:moveTo>
                  <a:pt x="22403" y="0"/>
                </a:moveTo>
                <a:lnTo>
                  <a:pt x="19811" y="189"/>
                </a:lnTo>
                <a:lnTo>
                  <a:pt x="19354" y="5137"/>
                </a:lnTo>
                <a:lnTo>
                  <a:pt x="18960" y="10094"/>
                </a:lnTo>
                <a:lnTo>
                  <a:pt x="18139" y="17510"/>
                </a:lnTo>
                <a:lnTo>
                  <a:pt x="18040" y="18290"/>
                </a:lnTo>
                <a:lnTo>
                  <a:pt x="16406" y="19251"/>
                </a:lnTo>
                <a:lnTo>
                  <a:pt x="36259" y="19251"/>
                </a:lnTo>
                <a:lnTo>
                  <a:pt x="36257" y="18290"/>
                </a:lnTo>
                <a:lnTo>
                  <a:pt x="25453" y="18290"/>
                </a:lnTo>
                <a:lnTo>
                  <a:pt x="23656" y="17651"/>
                </a:lnTo>
                <a:lnTo>
                  <a:pt x="23900" y="14499"/>
                </a:lnTo>
                <a:lnTo>
                  <a:pt x="23838" y="5137"/>
                </a:lnTo>
                <a:lnTo>
                  <a:pt x="24161" y="669"/>
                </a:lnTo>
                <a:lnTo>
                  <a:pt x="22403" y="0"/>
                </a:lnTo>
                <a:close/>
              </a:path>
              <a:path w="36830" h="40639">
                <a:moveTo>
                  <a:pt x="36257" y="18093"/>
                </a:moveTo>
                <a:lnTo>
                  <a:pt x="27613" y="18093"/>
                </a:lnTo>
                <a:lnTo>
                  <a:pt x="25453" y="18290"/>
                </a:lnTo>
                <a:lnTo>
                  <a:pt x="36257" y="18290"/>
                </a:lnTo>
                <a:lnTo>
                  <a:pt x="36257" y="18093"/>
                </a:lnTo>
                <a:close/>
              </a:path>
              <a:path w="36830" h="40639">
                <a:moveTo>
                  <a:pt x="12553" y="13175"/>
                </a:moveTo>
                <a:lnTo>
                  <a:pt x="12167" y="14050"/>
                </a:lnTo>
                <a:lnTo>
                  <a:pt x="7557" y="18093"/>
                </a:lnTo>
                <a:lnTo>
                  <a:pt x="15672" y="18093"/>
                </a:lnTo>
                <a:lnTo>
                  <a:pt x="12553" y="13175"/>
                </a:lnTo>
                <a:close/>
              </a:path>
            </a:pathLst>
          </a:custGeom>
          <a:solidFill>
            <a:srgbClr val="B2A8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13" name="bg object 1813"/>
          <p:cNvSpPr/>
          <p:nvPr/>
        </p:nvSpPr>
        <p:spPr>
          <a:xfrm>
            <a:off x="2111121" y="4220368"/>
            <a:ext cx="22860" cy="49530"/>
          </a:xfrm>
          <a:custGeom>
            <a:avLst/>
            <a:gdLst/>
            <a:ahLst/>
            <a:cxnLst/>
            <a:rect l="l" t="t" r="r" b="b"/>
            <a:pathLst>
              <a:path w="22860" h="49529">
                <a:moveTo>
                  <a:pt x="17844" y="7368"/>
                </a:moveTo>
                <a:lnTo>
                  <a:pt x="14681" y="7368"/>
                </a:lnTo>
                <a:lnTo>
                  <a:pt x="12064" y="14011"/>
                </a:lnTo>
                <a:lnTo>
                  <a:pt x="12080" y="15571"/>
                </a:lnTo>
                <a:lnTo>
                  <a:pt x="12443" y="16816"/>
                </a:lnTo>
                <a:lnTo>
                  <a:pt x="12429" y="18093"/>
                </a:lnTo>
                <a:lnTo>
                  <a:pt x="12310" y="18960"/>
                </a:lnTo>
                <a:lnTo>
                  <a:pt x="12003" y="20370"/>
                </a:lnTo>
                <a:lnTo>
                  <a:pt x="10995" y="21016"/>
                </a:lnTo>
                <a:lnTo>
                  <a:pt x="10346" y="21765"/>
                </a:lnTo>
                <a:lnTo>
                  <a:pt x="2663" y="21765"/>
                </a:lnTo>
                <a:lnTo>
                  <a:pt x="4334" y="22490"/>
                </a:lnTo>
                <a:lnTo>
                  <a:pt x="4191" y="25232"/>
                </a:lnTo>
                <a:lnTo>
                  <a:pt x="4129" y="35729"/>
                </a:lnTo>
                <a:lnTo>
                  <a:pt x="2758" y="48093"/>
                </a:lnTo>
                <a:lnTo>
                  <a:pt x="8061" y="49346"/>
                </a:lnTo>
                <a:lnTo>
                  <a:pt x="8274" y="43964"/>
                </a:lnTo>
                <a:lnTo>
                  <a:pt x="8266" y="31600"/>
                </a:lnTo>
                <a:lnTo>
                  <a:pt x="8743" y="26446"/>
                </a:lnTo>
                <a:lnTo>
                  <a:pt x="8794" y="25894"/>
                </a:lnTo>
                <a:lnTo>
                  <a:pt x="22216" y="25894"/>
                </a:lnTo>
                <a:lnTo>
                  <a:pt x="22301" y="25232"/>
                </a:lnTo>
                <a:lnTo>
                  <a:pt x="18652" y="20370"/>
                </a:lnTo>
                <a:lnTo>
                  <a:pt x="18035" y="18960"/>
                </a:lnTo>
                <a:lnTo>
                  <a:pt x="17911" y="18676"/>
                </a:lnTo>
                <a:lnTo>
                  <a:pt x="17844" y="7368"/>
                </a:lnTo>
                <a:close/>
              </a:path>
              <a:path w="22860" h="49529">
                <a:moveTo>
                  <a:pt x="22216" y="25894"/>
                </a:moveTo>
                <a:lnTo>
                  <a:pt x="8794" y="25894"/>
                </a:lnTo>
                <a:lnTo>
                  <a:pt x="16871" y="26446"/>
                </a:lnTo>
                <a:lnTo>
                  <a:pt x="16673" y="28991"/>
                </a:lnTo>
                <a:lnTo>
                  <a:pt x="16587" y="30087"/>
                </a:lnTo>
                <a:lnTo>
                  <a:pt x="16501" y="35729"/>
                </a:lnTo>
                <a:lnTo>
                  <a:pt x="18274" y="35138"/>
                </a:lnTo>
                <a:lnTo>
                  <a:pt x="21552" y="34610"/>
                </a:lnTo>
                <a:lnTo>
                  <a:pt x="21678" y="30087"/>
                </a:lnTo>
                <a:lnTo>
                  <a:pt x="22145" y="26446"/>
                </a:lnTo>
                <a:lnTo>
                  <a:pt x="22216" y="25894"/>
                </a:lnTo>
                <a:close/>
              </a:path>
              <a:path w="22860" h="49529">
                <a:moveTo>
                  <a:pt x="6792" y="14011"/>
                </a:moveTo>
                <a:lnTo>
                  <a:pt x="5878" y="14728"/>
                </a:lnTo>
                <a:lnTo>
                  <a:pt x="5027" y="15571"/>
                </a:lnTo>
                <a:lnTo>
                  <a:pt x="2750" y="16816"/>
                </a:lnTo>
                <a:lnTo>
                  <a:pt x="1363" y="17273"/>
                </a:lnTo>
                <a:lnTo>
                  <a:pt x="0" y="17817"/>
                </a:lnTo>
                <a:lnTo>
                  <a:pt x="31" y="21954"/>
                </a:lnTo>
                <a:lnTo>
                  <a:pt x="2663" y="21765"/>
                </a:lnTo>
                <a:lnTo>
                  <a:pt x="10346" y="21765"/>
                </a:lnTo>
                <a:lnTo>
                  <a:pt x="9669" y="21016"/>
                </a:lnTo>
                <a:lnTo>
                  <a:pt x="8878" y="20370"/>
                </a:lnTo>
                <a:lnTo>
                  <a:pt x="8061" y="18960"/>
                </a:lnTo>
                <a:lnTo>
                  <a:pt x="8424" y="18093"/>
                </a:lnTo>
                <a:lnTo>
                  <a:pt x="7848" y="16288"/>
                </a:lnTo>
                <a:lnTo>
                  <a:pt x="7281" y="15161"/>
                </a:lnTo>
                <a:lnTo>
                  <a:pt x="6792" y="14011"/>
                </a:lnTo>
                <a:close/>
              </a:path>
              <a:path w="22860" h="49529">
                <a:moveTo>
                  <a:pt x="11197" y="4168"/>
                </a:moveTo>
                <a:lnTo>
                  <a:pt x="8266" y="4168"/>
                </a:lnTo>
                <a:lnTo>
                  <a:pt x="8266" y="8266"/>
                </a:lnTo>
                <a:lnTo>
                  <a:pt x="11134" y="8266"/>
                </a:lnTo>
                <a:lnTo>
                  <a:pt x="14681" y="7368"/>
                </a:lnTo>
                <a:lnTo>
                  <a:pt x="17844" y="7368"/>
                </a:lnTo>
                <a:lnTo>
                  <a:pt x="17827" y="4499"/>
                </a:lnTo>
                <a:lnTo>
                  <a:pt x="14310" y="4499"/>
                </a:lnTo>
                <a:lnTo>
                  <a:pt x="11197" y="4168"/>
                </a:lnTo>
                <a:close/>
              </a:path>
              <a:path w="22860" h="49529">
                <a:moveTo>
                  <a:pt x="16446" y="0"/>
                </a:moveTo>
                <a:lnTo>
                  <a:pt x="13758" y="0"/>
                </a:lnTo>
                <a:lnTo>
                  <a:pt x="14270" y="4168"/>
                </a:lnTo>
                <a:lnTo>
                  <a:pt x="14310" y="4499"/>
                </a:lnTo>
                <a:lnTo>
                  <a:pt x="17827" y="4499"/>
                </a:lnTo>
                <a:lnTo>
                  <a:pt x="17809" y="1386"/>
                </a:lnTo>
                <a:lnTo>
                  <a:pt x="16446" y="0"/>
                </a:lnTo>
                <a:close/>
              </a:path>
            </a:pathLst>
          </a:custGeom>
          <a:solidFill>
            <a:srgbClr val="8B83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14" name="bg object 1814"/>
          <p:cNvSpPr/>
          <p:nvPr/>
        </p:nvSpPr>
        <p:spPr>
          <a:xfrm>
            <a:off x="2109768" y="4242139"/>
            <a:ext cx="5715" cy="13970"/>
          </a:xfrm>
          <a:custGeom>
            <a:avLst/>
            <a:gdLst/>
            <a:ahLst/>
            <a:cxnLst/>
            <a:rect l="l" t="t" r="r" b="b"/>
            <a:pathLst>
              <a:path w="5714" h="13970">
                <a:moveTo>
                  <a:pt x="4018" y="0"/>
                </a:moveTo>
                <a:lnTo>
                  <a:pt x="1386" y="181"/>
                </a:lnTo>
                <a:lnTo>
                  <a:pt x="1363" y="4334"/>
                </a:lnTo>
                <a:lnTo>
                  <a:pt x="0" y="13956"/>
                </a:lnTo>
                <a:lnTo>
                  <a:pt x="5484" y="13956"/>
                </a:lnTo>
                <a:lnTo>
                  <a:pt x="5484" y="10591"/>
                </a:lnTo>
                <a:lnTo>
                  <a:pt x="5350" y="7226"/>
                </a:lnTo>
                <a:lnTo>
                  <a:pt x="5689" y="724"/>
                </a:lnTo>
                <a:lnTo>
                  <a:pt x="4018" y="0"/>
                </a:lnTo>
                <a:close/>
              </a:path>
            </a:pathLst>
          </a:custGeom>
          <a:solidFill>
            <a:srgbClr val="8077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15" name="bg object 1815"/>
          <p:cNvSpPr/>
          <p:nvPr/>
        </p:nvSpPr>
        <p:spPr>
          <a:xfrm>
            <a:off x="2107032" y="4162547"/>
            <a:ext cx="29209" cy="44450"/>
          </a:xfrm>
          <a:custGeom>
            <a:avLst/>
            <a:gdLst/>
            <a:ahLst/>
            <a:cxnLst/>
            <a:rect l="l" t="t" r="r" b="b"/>
            <a:pathLst>
              <a:path w="29210" h="44450">
                <a:moveTo>
                  <a:pt x="7" y="35737"/>
                </a:moveTo>
                <a:lnTo>
                  <a:pt x="0" y="44027"/>
                </a:lnTo>
                <a:lnTo>
                  <a:pt x="13711" y="44027"/>
                </a:lnTo>
                <a:lnTo>
                  <a:pt x="13661" y="35942"/>
                </a:lnTo>
                <a:lnTo>
                  <a:pt x="2608" y="35942"/>
                </a:lnTo>
                <a:lnTo>
                  <a:pt x="7" y="35737"/>
                </a:lnTo>
                <a:close/>
              </a:path>
              <a:path w="29210" h="44450">
                <a:moveTo>
                  <a:pt x="7029" y="26202"/>
                </a:moveTo>
                <a:lnTo>
                  <a:pt x="4103" y="26202"/>
                </a:lnTo>
                <a:lnTo>
                  <a:pt x="4170" y="32671"/>
                </a:lnTo>
                <a:lnTo>
                  <a:pt x="4357" y="35272"/>
                </a:lnTo>
                <a:lnTo>
                  <a:pt x="2608" y="35942"/>
                </a:lnTo>
                <a:lnTo>
                  <a:pt x="13661" y="35942"/>
                </a:lnTo>
                <a:lnTo>
                  <a:pt x="13765" y="30134"/>
                </a:lnTo>
                <a:lnTo>
                  <a:pt x="13861" y="28180"/>
                </a:lnTo>
                <a:lnTo>
                  <a:pt x="14744" y="27313"/>
                </a:lnTo>
                <a:lnTo>
                  <a:pt x="15168" y="26564"/>
                </a:lnTo>
                <a:lnTo>
                  <a:pt x="10165" y="26564"/>
                </a:lnTo>
                <a:lnTo>
                  <a:pt x="7029" y="26202"/>
                </a:lnTo>
                <a:close/>
              </a:path>
              <a:path w="29210" h="44450">
                <a:moveTo>
                  <a:pt x="21954" y="26422"/>
                </a:moveTo>
                <a:lnTo>
                  <a:pt x="15248" y="26422"/>
                </a:lnTo>
                <a:lnTo>
                  <a:pt x="16099" y="27163"/>
                </a:lnTo>
                <a:lnTo>
                  <a:pt x="17612" y="27841"/>
                </a:lnTo>
                <a:lnTo>
                  <a:pt x="17959" y="31600"/>
                </a:lnTo>
                <a:lnTo>
                  <a:pt x="21954" y="31600"/>
                </a:lnTo>
                <a:lnTo>
                  <a:pt x="21954" y="26422"/>
                </a:lnTo>
                <a:close/>
              </a:path>
              <a:path w="29210" h="44450">
                <a:moveTo>
                  <a:pt x="17872" y="0"/>
                </a:moveTo>
                <a:lnTo>
                  <a:pt x="9606" y="0"/>
                </a:lnTo>
                <a:lnTo>
                  <a:pt x="9590" y="4152"/>
                </a:lnTo>
                <a:lnTo>
                  <a:pt x="10520" y="4152"/>
                </a:lnTo>
                <a:lnTo>
                  <a:pt x="17399" y="4736"/>
                </a:lnTo>
                <a:lnTo>
                  <a:pt x="12955" y="10701"/>
                </a:lnTo>
                <a:lnTo>
                  <a:pt x="13853" y="16785"/>
                </a:lnTo>
                <a:lnTo>
                  <a:pt x="16304" y="22120"/>
                </a:lnTo>
                <a:lnTo>
                  <a:pt x="9621" y="22120"/>
                </a:lnTo>
                <a:lnTo>
                  <a:pt x="10121" y="26202"/>
                </a:lnTo>
                <a:lnTo>
                  <a:pt x="10165" y="26564"/>
                </a:lnTo>
                <a:lnTo>
                  <a:pt x="15168" y="26564"/>
                </a:lnTo>
                <a:lnTo>
                  <a:pt x="15248" y="26422"/>
                </a:lnTo>
                <a:lnTo>
                  <a:pt x="21954" y="26422"/>
                </a:lnTo>
                <a:lnTo>
                  <a:pt x="21954" y="23128"/>
                </a:lnTo>
                <a:lnTo>
                  <a:pt x="28841" y="20607"/>
                </a:lnTo>
                <a:lnTo>
                  <a:pt x="28786" y="19267"/>
                </a:lnTo>
                <a:lnTo>
                  <a:pt x="28395" y="17699"/>
                </a:lnTo>
                <a:lnTo>
                  <a:pt x="19740" y="17699"/>
                </a:lnTo>
                <a:lnTo>
                  <a:pt x="19173" y="16785"/>
                </a:lnTo>
                <a:lnTo>
                  <a:pt x="17919" y="15634"/>
                </a:lnTo>
                <a:lnTo>
                  <a:pt x="18009" y="13743"/>
                </a:lnTo>
                <a:lnTo>
                  <a:pt x="18069" y="12450"/>
                </a:lnTo>
                <a:lnTo>
                  <a:pt x="16462" y="9448"/>
                </a:lnTo>
                <a:lnTo>
                  <a:pt x="20985" y="8045"/>
                </a:lnTo>
                <a:lnTo>
                  <a:pt x="23302" y="8045"/>
                </a:lnTo>
                <a:lnTo>
                  <a:pt x="23302" y="4736"/>
                </a:lnTo>
                <a:lnTo>
                  <a:pt x="17222" y="4736"/>
                </a:lnTo>
                <a:lnTo>
                  <a:pt x="17872" y="0"/>
                </a:lnTo>
                <a:close/>
              </a:path>
              <a:path w="29210" h="44450">
                <a:moveTo>
                  <a:pt x="27407" y="13743"/>
                </a:moveTo>
                <a:lnTo>
                  <a:pt x="23312" y="13743"/>
                </a:lnTo>
                <a:lnTo>
                  <a:pt x="19740" y="17699"/>
                </a:lnTo>
                <a:lnTo>
                  <a:pt x="28395" y="17699"/>
                </a:lnTo>
                <a:lnTo>
                  <a:pt x="27407" y="13743"/>
                </a:lnTo>
                <a:close/>
              </a:path>
              <a:path w="29210" h="44450">
                <a:moveTo>
                  <a:pt x="23302" y="8045"/>
                </a:moveTo>
                <a:lnTo>
                  <a:pt x="20985" y="8045"/>
                </a:lnTo>
                <a:lnTo>
                  <a:pt x="22183" y="8266"/>
                </a:lnTo>
                <a:lnTo>
                  <a:pt x="23302" y="8266"/>
                </a:lnTo>
                <a:lnTo>
                  <a:pt x="23302" y="8045"/>
                </a:lnTo>
                <a:close/>
              </a:path>
              <a:path w="29210" h="44450">
                <a:moveTo>
                  <a:pt x="23302" y="4152"/>
                </a:moveTo>
                <a:lnTo>
                  <a:pt x="20425" y="4152"/>
                </a:lnTo>
                <a:lnTo>
                  <a:pt x="16353" y="4736"/>
                </a:lnTo>
                <a:lnTo>
                  <a:pt x="23302" y="4736"/>
                </a:lnTo>
                <a:lnTo>
                  <a:pt x="23302" y="4152"/>
                </a:lnTo>
                <a:close/>
              </a:path>
            </a:pathLst>
          </a:custGeom>
          <a:solidFill>
            <a:srgbClr val="8F87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16" name="bg object 1816"/>
          <p:cNvSpPr/>
          <p:nvPr/>
        </p:nvSpPr>
        <p:spPr>
          <a:xfrm>
            <a:off x="2110271" y="4206567"/>
            <a:ext cx="10795" cy="22225"/>
          </a:xfrm>
          <a:custGeom>
            <a:avLst/>
            <a:gdLst/>
            <a:ahLst/>
            <a:cxnLst/>
            <a:rect l="l" t="t" r="r" b="b"/>
            <a:pathLst>
              <a:path w="10794" h="22225">
                <a:moveTo>
                  <a:pt x="10472" y="0"/>
                </a:moveTo>
                <a:lnTo>
                  <a:pt x="4980" y="7"/>
                </a:lnTo>
                <a:lnTo>
                  <a:pt x="4491" y="1323"/>
                </a:lnTo>
                <a:lnTo>
                  <a:pt x="4271" y="3546"/>
                </a:lnTo>
                <a:lnTo>
                  <a:pt x="0" y="4791"/>
                </a:lnTo>
                <a:lnTo>
                  <a:pt x="1103" y="7423"/>
                </a:lnTo>
                <a:lnTo>
                  <a:pt x="882" y="9621"/>
                </a:lnTo>
                <a:lnTo>
                  <a:pt x="3506" y="9416"/>
                </a:lnTo>
                <a:lnTo>
                  <a:pt x="5201" y="10126"/>
                </a:lnTo>
                <a:lnTo>
                  <a:pt x="4854" y="16178"/>
                </a:lnTo>
                <a:lnTo>
                  <a:pt x="4980" y="19094"/>
                </a:lnTo>
                <a:lnTo>
                  <a:pt x="4988" y="22001"/>
                </a:lnTo>
                <a:lnTo>
                  <a:pt x="9117" y="22001"/>
                </a:lnTo>
                <a:lnTo>
                  <a:pt x="9117" y="9606"/>
                </a:lnTo>
                <a:lnTo>
                  <a:pt x="10472" y="0"/>
                </a:lnTo>
                <a:close/>
              </a:path>
            </a:pathLst>
          </a:custGeom>
          <a:solidFill>
            <a:srgbClr val="7A70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17" name="bg object 1817"/>
          <p:cNvSpPr/>
          <p:nvPr/>
        </p:nvSpPr>
        <p:spPr>
          <a:xfrm>
            <a:off x="2105008" y="4224223"/>
            <a:ext cx="6350" cy="14604"/>
          </a:xfrm>
          <a:custGeom>
            <a:avLst/>
            <a:gdLst/>
            <a:ahLst/>
            <a:cxnLst/>
            <a:rect l="l" t="t" r="r" b="b"/>
            <a:pathLst>
              <a:path w="6350" h="14604">
                <a:moveTo>
                  <a:pt x="3522" y="0"/>
                </a:moveTo>
                <a:lnTo>
                  <a:pt x="1757" y="677"/>
                </a:lnTo>
                <a:lnTo>
                  <a:pt x="2119" y="5350"/>
                </a:lnTo>
                <a:lnTo>
                  <a:pt x="2017" y="6911"/>
                </a:lnTo>
                <a:lnTo>
                  <a:pt x="2017" y="8471"/>
                </a:lnTo>
                <a:lnTo>
                  <a:pt x="0" y="13711"/>
                </a:lnTo>
                <a:lnTo>
                  <a:pt x="6115" y="13963"/>
                </a:lnTo>
                <a:lnTo>
                  <a:pt x="6170" y="4342"/>
                </a:lnTo>
                <a:lnTo>
                  <a:pt x="6123" y="228"/>
                </a:lnTo>
                <a:close/>
              </a:path>
            </a:pathLst>
          </a:custGeom>
          <a:solidFill>
            <a:srgbClr val="6B5D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18" name="bg object 1818"/>
          <p:cNvSpPr/>
          <p:nvPr/>
        </p:nvSpPr>
        <p:spPr>
          <a:xfrm>
            <a:off x="2101529" y="4206551"/>
            <a:ext cx="6350" cy="14604"/>
          </a:xfrm>
          <a:custGeom>
            <a:avLst/>
            <a:gdLst/>
            <a:ahLst/>
            <a:cxnLst/>
            <a:rect l="l" t="t" r="r" b="b"/>
            <a:pathLst>
              <a:path w="6350" h="14604">
                <a:moveTo>
                  <a:pt x="5500" y="0"/>
                </a:moveTo>
                <a:lnTo>
                  <a:pt x="1394" y="0"/>
                </a:lnTo>
                <a:lnTo>
                  <a:pt x="52" y="13238"/>
                </a:lnTo>
                <a:lnTo>
                  <a:pt x="0" y="13759"/>
                </a:lnTo>
                <a:lnTo>
                  <a:pt x="3790" y="14247"/>
                </a:lnTo>
                <a:lnTo>
                  <a:pt x="6044" y="13238"/>
                </a:lnTo>
                <a:lnTo>
                  <a:pt x="5240" y="5855"/>
                </a:lnTo>
                <a:lnTo>
                  <a:pt x="5500" y="2915"/>
                </a:lnTo>
                <a:lnTo>
                  <a:pt x="5500" y="0"/>
                </a:lnTo>
                <a:close/>
              </a:path>
            </a:pathLst>
          </a:custGeom>
          <a:solidFill>
            <a:srgbClr val="665A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19" name="bg object 1819"/>
          <p:cNvSpPr/>
          <p:nvPr/>
        </p:nvSpPr>
        <p:spPr>
          <a:xfrm>
            <a:off x="2111131" y="4215987"/>
            <a:ext cx="4445" cy="12700"/>
          </a:xfrm>
          <a:custGeom>
            <a:avLst/>
            <a:gdLst/>
            <a:ahLst/>
            <a:cxnLst/>
            <a:rect l="l" t="t" r="r" b="b"/>
            <a:pathLst>
              <a:path w="4444" h="12700">
                <a:moveTo>
                  <a:pt x="2647" y="0"/>
                </a:moveTo>
                <a:lnTo>
                  <a:pt x="23" y="204"/>
                </a:lnTo>
                <a:lnTo>
                  <a:pt x="0" y="8463"/>
                </a:lnTo>
                <a:lnTo>
                  <a:pt x="47" y="12576"/>
                </a:lnTo>
                <a:lnTo>
                  <a:pt x="4129" y="12576"/>
                </a:lnTo>
                <a:lnTo>
                  <a:pt x="4121" y="9669"/>
                </a:lnTo>
                <a:lnTo>
                  <a:pt x="3995" y="6753"/>
                </a:lnTo>
                <a:lnTo>
                  <a:pt x="4334" y="709"/>
                </a:lnTo>
                <a:lnTo>
                  <a:pt x="2647" y="0"/>
                </a:lnTo>
                <a:close/>
              </a:path>
            </a:pathLst>
          </a:custGeom>
          <a:solidFill>
            <a:srgbClr val="847A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20" name="bg object 1820"/>
          <p:cNvSpPr/>
          <p:nvPr/>
        </p:nvSpPr>
        <p:spPr>
          <a:xfrm>
            <a:off x="2161911" y="4305234"/>
            <a:ext cx="5715" cy="10160"/>
          </a:xfrm>
          <a:custGeom>
            <a:avLst/>
            <a:gdLst/>
            <a:ahLst/>
            <a:cxnLst/>
            <a:rect l="l" t="t" r="r" b="b"/>
            <a:pathLst>
              <a:path w="5714" h="10160">
                <a:moveTo>
                  <a:pt x="2364" y="0"/>
                </a:moveTo>
                <a:lnTo>
                  <a:pt x="1000" y="1394"/>
                </a:lnTo>
                <a:lnTo>
                  <a:pt x="1379" y="4515"/>
                </a:lnTo>
                <a:lnTo>
                  <a:pt x="0" y="10015"/>
                </a:lnTo>
                <a:lnTo>
                  <a:pt x="5508" y="10031"/>
                </a:lnTo>
                <a:lnTo>
                  <a:pt x="5492" y="386"/>
                </a:lnTo>
                <a:lnTo>
                  <a:pt x="2364" y="0"/>
                </a:lnTo>
                <a:close/>
              </a:path>
            </a:pathLst>
          </a:custGeom>
          <a:solidFill>
            <a:srgbClr val="7263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21" name="bg object 1821"/>
          <p:cNvSpPr/>
          <p:nvPr/>
        </p:nvSpPr>
        <p:spPr>
          <a:xfrm>
            <a:off x="2153631" y="4237692"/>
            <a:ext cx="15240" cy="18415"/>
          </a:xfrm>
          <a:custGeom>
            <a:avLst/>
            <a:gdLst/>
            <a:ahLst/>
            <a:cxnLst/>
            <a:rect l="l" t="t" r="r" b="b"/>
            <a:pathLst>
              <a:path w="15239" h="18414">
                <a:moveTo>
                  <a:pt x="5508" y="0"/>
                </a:moveTo>
                <a:lnTo>
                  <a:pt x="1457" y="520"/>
                </a:lnTo>
                <a:lnTo>
                  <a:pt x="1410" y="5996"/>
                </a:lnTo>
                <a:lnTo>
                  <a:pt x="1733" y="9416"/>
                </a:lnTo>
                <a:lnTo>
                  <a:pt x="0" y="13617"/>
                </a:lnTo>
                <a:lnTo>
                  <a:pt x="5516" y="15437"/>
                </a:lnTo>
                <a:lnTo>
                  <a:pt x="5405" y="17313"/>
                </a:lnTo>
                <a:lnTo>
                  <a:pt x="5547" y="18400"/>
                </a:lnTo>
                <a:lnTo>
                  <a:pt x="9653" y="18392"/>
                </a:lnTo>
                <a:lnTo>
                  <a:pt x="9369" y="15673"/>
                </a:lnTo>
                <a:lnTo>
                  <a:pt x="10370" y="14184"/>
                </a:lnTo>
                <a:lnTo>
                  <a:pt x="13861" y="13979"/>
                </a:lnTo>
                <a:lnTo>
                  <a:pt x="14586" y="12521"/>
                </a:lnTo>
                <a:lnTo>
                  <a:pt x="14783" y="11276"/>
                </a:lnTo>
                <a:lnTo>
                  <a:pt x="13577" y="10496"/>
                </a:lnTo>
                <a:lnTo>
                  <a:pt x="12017" y="10007"/>
                </a:lnTo>
                <a:lnTo>
                  <a:pt x="11056" y="10063"/>
                </a:lnTo>
                <a:lnTo>
                  <a:pt x="6682" y="10551"/>
                </a:lnTo>
                <a:lnTo>
                  <a:pt x="5169" y="9101"/>
                </a:lnTo>
                <a:lnTo>
                  <a:pt x="5839" y="2600"/>
                </a:lnTo>
                <a:lnTo>
                  <a:pt x="5508" y="0"/>
                </a:lnTo>
                <a:close/>
              </a:path>
            </a:pathLst>
          </a:custGeom>
          <a:solidFill>
            <a:srgbClr val="B0A9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22" name="bg object 1822"/>
          <p:cNvSpPr/>
          <p:nvPr/>
        </p:nvSpPr>
        <p:spPr>
          <a:xfrm>
            <a:off x="2150945" y="4231286"/>
            <a:ext cx="4445" cy="12700"/>
          </a:xfrm>
          <a:custGeom>
            <a:avLst/>
            <a:gdLst/>
            <a:ahLst/>
            <a:cxnLst/>
            <a:rect l="l" t="t" r="r" b="b"/>
            <a:pathLst>
              <a:path w="4444" h="12700">
                <a:moveTo>
                  <a:pt x="2710" y="0"/>
                </a:moveTo>
                <a:lnTo>
                  <a:pt x="1386" y="63"/>
                </a:lnTo>
                <a:lnTo>
                  <a:pt x="0" y="2789"/>
                </a:lnTo>
                <a:lnTo>
                  <a:pt x="0" y="12419"/>
                </a:lnTo>
                <a:lnTo>
                  <a:pt x="4097" y="12403"/>
                </a:lnTo>
                <a:lnTo>
                  <a:pt x="4145" y="6926"/>
                </a:lnTo>
                <a:lnTo>
                  <a:pt x="4145" y="2797"/>
                </a:lnTo>
                <a:lnTo>
                  <a:pt x="2710" y="0"/>
                </a:lnTo>
                <a:close/>
              </a:path>
            </a:pathLst>
          </a:custGeom>
          <a:solidFill>
            <a:srgbClr val="948D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23" name="bg object 1823"/>
          <p:cNvSpPr/>
          <p:nvPr/>
        </p:nvSpPr>
        <p:spPr>
          <a:xfrm>
            <a:off x="2167384" y="4279477"/>
            <a:ext cx="13970" cy="26670"/>
          </a:xfrm>
          <a:custGeom>
            <a:avLst/>
            <a:gdLst/>
            <a:ahLst/>
            <a:cxnLst/>
            <a:rect l="l" t="t" r="r" b="b"/>
            <a:pathLst>
              <a:path w="13969" h="26670">
                <a:moveTo>
                  <a:pt x="13743" y="7"/>
                </a:moveTo>
                <a:lnTo>
                  <a:pt x="4137" y="0"/>
                </a:lnTo>
                <a:lnTo>
                  <a:pt x="4129" y="8242"/>
                </a:lnTo>
                <a:lnTo>
                  <a:pt x="4562" y="11434"/>
                </a:lnTo>
                <a:lnTo>
                  <a:pt x="3144" y="12773"/>
                </a:lnTo>
                <a:lnTo>
                  <a:pt x="0" y="12403"/>
                </a:lnTo>
                <a:lnTo>
                  <a:pt x="39" y="26162"/>
                </a:lnTo>
                <a:lnTo>
                  <a:pt x="13727" y="26162"/>
                </a:lnTo>
                <a:lnTo>
                  <a:pt x="13759" y="17896"/>
                </a:lnTo>
                <a:lnTo>
                  <a:pt x="13743" y="7"/>
                </a:lnTo>
                <a:close/>
              </a:path>
            </a:pathLst>
          </a:custGeom>
          <a:solidFill>
            <a:srgbClr val="6D60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24" name="bg object 1824"/>
          <p:cNvSpPr/>
          <p:nvPr/>
        </p:nvSpPr>
        <p:spPr>
          <a:xfrm>
            <a:off x="2163302" y="4279493"/>
            <a:ext cx="8890" cy="13335"/>
          </a:xfrm>
          <a:custGeom>
            <a:avLst/>
            <a:gdLst/>
            <a:ahLst/>
            <a:cxnLst/>
            <a:rect l="l" t="t" r="r" b="b"/>
            <a:pathLst>
              <a:path w="8889" h="13335">
                <a:moveTo>
                  <a:pt x="4089" y="7"/>
                </a:moveTo>
                <a:lnTo>
                  <a:pt x="0" y="0"/>
                </a:lnTo>
                <a:lnTo>
                  <a:pt x="7" y="12364"/>
                </a:lnTo>
                <a:lnTo>
                  <a:pt x="4089" y="12387"/>
                </a:lnTo>
                <a:lnTo>
                  <a:pt x="7226" y="12758"/>
                </a:lnTo>
                <a:lnTo>
                  <a:pt x="8644" y="11418"/>
                </a:lnTo>
                <a:lnTo>
                  <a:pt x="8211" y="8227"/>
                </a:lnTo>
                <a:lnTo>
                  <a:pt x="5610" y="8463"/>
                </a:lnTo>
                <a:lnTo>
                  <a:pt x="3861" y="7785"/>
                </a:lnTo>
                <a:lnTo>
                  <a:pt x="4215" y="3120"/>
                </a:lnTo>
                <a:lnTo>
                  <a:pt x="4097" y="1560"/>
                </a:lnTo>
                <a:lnTo>
                  <a:pt x="4089" y="7"/>
                </a:lnTo>
                <a:close/>
              </a:path>
            </a:pathLst>
          </a:custGeom>
          <a:solidFill>
            <a:srgbClr val="6C62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25" name="bg object 1825"/>
          <p:cNvSpPr/>
          <p:nvPr/>
        </p:nvSpPr>
        <p:spPr>
          <a:xfrm>
            <a:off x="2159176" y="4256094"/>
            <a:ext cx="18415" cy="10160"/>
          </a:xfrm>
          <a:custGeom>
            <a:avLst/>
            <a:gdLst/>
            <a:ahLst/>
            <a:cxnLst/>
            <a:rect l="l" t="t" r="r" b="b"/>
            <a:pathLst>
              <a:path w="18414" h="10160">
                <a:moveTo>
                  <a:pt x="14551" y="5240"/>
                </a:moveTo>
                <a:lnTo>
                  <a:pt x="7809" y="5240"/>
                </a:lnTo>
                <a:lnTo>
                  <a:pt x="8439" y="7052"/>
                </a:lnTo>
                <a:lnTo>
                  <a:pt x="8234" y="9629"/>
                </a:lnTo>
                <a:lnTo>
                  <a:pt x="13728" y="9629"/>
                </a:lnTo>
                <a:lnTo>
                  <a:pt x="13410" y="7052"/>
                </a:lnTo>
                <a:lnTo>
                  <a:pt x="13341" y="6493"/>
                </a:lnTo>
                <a:lnTo>
                  <a:pt x="14551" y="5240"/>
                </a:lnTo>
                <a:close/>
              </a:path>
              <a:path w="18414" h="10160">
                <a:moveTo>
                  <a:pt x="4271" y="0"/>
                </a:moveTo>
                <a:lnTo>
                  <a:pt x="0" y="0"/>
                </a:lnTo>
                <a:lnTo>
                  <a:pt x="15" y="5508"/>
                </a:lnTo>
                <a:lnTo>
                  <a:pt x="4360" y="5508"/>
                </a:lnTo>
                <a:lnTo>
                  <a:pt x="7809" y="5240"/>
                </a:lnTo>
                <a:lnTo>
                  <a:pt x="14551" y="5240"/>
                </a:lnTo>
                <a:lnTo>
                  <a:pt x="14688" y="5098"/>
                </a:lnTo>
                <a:lnTo>
                  <a:pt x="17832" y="5098"/>
                </a:lnTo>
                <a:lnTo>
                  <a:pt x="17825" y="1355"/>
                </a:lnTo>
                <a:lnTo>
                  <a:pt x="4271" y="0"/>
                </a:lnTo>
                <a:close/>
              </a:path>
              <a:path w="18414" h="10160">
                <a:moveTo>
                  <a:pt x="17832" y="5098"/>
                </a:moveTo>
                <a:lnTo>
                  <a:pt x="14688" y="5098"/>
                </a:lnTo>
                <a:lnTo>
                  <a:pt x="17833" y="5508"/>
                </a:lnTo>
                <a:lnTo>
                  <a:pt x="17832" y="5098"/>
                </a:lnTo>
                <a:close/>
              </a:path>
            </a:pathLst>
          </a:custGeom>
          <a:solidFill>
            <a:srgbClr val="9C96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26" name="bg object 1826"/>
          <p:cNvSpPr/>
          <p:nvPr/>
        </p:nvSpPr>
        <p:spPr>
          <a:xfrm>
            <a:off x="2162910" y="4265333"/>
            <a:ext cx="10160" cy="14604"/>
          </a:xfrm>
          <a:custGeom>
            <a:avLst/>
            <a:gdLst/>
            <a:ahLst/>
            <a:cxnLst/>
            <a:rect l="l" t="t" r="r" b="b"/>
            <a:pathLst>
              <a:path w="10160" h="14604">
                <a:moveTo>
                  <a:pt x="1371" y="0"/>
                </a:moveTo>
                <a:lnTo>
                  <a:pt x="0" y="1371"/>
                </a:lnTo>
                <a:lnTo>
                  <a:pt x="386" y="4515"/>
                </a:lnTo>
                <a:lnTo>
                  <a:pt x="394" y="14168"/>
                </a:lnTo>
                <a:lnTo>
                  <a:pt x="8644" y="14168"/>
                </a:lnTo>
                <a:lnTo>
                  <a:pt x="9558" y="11410"/>
                </a:lnTo>
                <a:lnTo>
                  <a:pt x="9886" y="10283"/>
                </a:lnTo>
                <a:lnTo>
                  <a:pt x="6430" y="10283"/>
                </a:lnTo>
                <a:lnTo>
                  <a:pt x="4349" y="8983"/>
                </a:lnTo>
                <a:lnTo>
                  <a:pt x="4499" y="5098"/>
                </a:lnTo>
                <a:lnTo>
                  <a:pt x="4499" y="394"/>
                </a:lnTo>
                <a:lnTo>
                  <a:pt x="1371" y="0"/>
                </a:lnTo>
                <a:close/>
              </a:path>
              <a:path w="10160" h="14604">
                <a:moveTo>
                  <a:pt x="9968" y="10000"/>
                </a:moveTo>
                <a:lnTo>
                  <a:pt x="6430" y="10283"/>
                </a:lnTo>
                <a:lnTo>
                  <a:pt x="9886" y="10283"/>
                </a:lnTo>
                <a:lnTo>
                  <a:pt x="9968" y="10000"/>
                </a:lnTo>
                <a:close/>
              </a:path>
            </a:pathLst>
          </a:custGeom>
          <a:solidFill>
            <a:srgbClr val="857C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27" name="bg object 1827"/>
          <p:cNvSpPr/>
          <p:nvPr/>
        </p:nvSpPr>
        <p:spPr>
          <a:xfrm>
            <a:off x="2158923" y="4261329"/>
            <a:ext cx="8890" cy="8890"/>
          </a:xfrm>
          <a:custGeom>
            <a:avLst/>
            <a:gdLst/>
            <a:ahLst/>
            <a:cxnLst/>
            <a:rect l="l" t="t" r="r" b="b"/>
            <a:pathLst>
              <a:path w="8889" h="8889">
                <a:moveTo>
                  <a:pt x="8061" y="0"/>
                </a:moveTo>
                <a:lnTo>
                  <a:pt x="3380" y="370"/>
                </a:lnTo>
                <a:lnTo>
                  <a:pt x="1820" y="267"/>
                </a:lnTo>
                <a:lnTo>
                  <a:pt x="267" y="260"/>
                </a:lnTo>
                <a:lnTo>
                  <a:pt x="267" y="1820"/>
                </a:lnTo>
                <a:lnTo>
                  <a:pt x="362" y="3380"/>
                </a:lnTo>
                <a:lnTo>
                  <a:pt x="0" y="8069"/>
                </a:lnTo>
                <a:lnTo>
                  <a:pt x="1796" y="8715"/>
                </a:lnTo>
                <a:lnTo>
                  <a:pt x="4373" y="8518"/>
                </a:lnTo>
                <a:lnTo>
                  <a:pt x="3979" y="5374"/>
                </a:lnTo>
                <a:lnTo>
                  <a:pt x="5358" y="4003"/>
                </a:lnTo>
                <a:lnTo>
                  <a:pt x="8487" y="4397"/>
                </a:lnTo>
                <a:lnTo>
                  <a:pt x="8691" y="1812"/>
                </a:lnTo>
                <a:lnTo>
                  <a:pt x="8061" y="0"/>
                </a:lnTo>
                <a:close/>
              </a:path>
            </a:pathLst>
          </a:custGeom>
          <a:solidFill>
            <a:srgbClr val="938E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28" name="bg object 1828"/>
          <p:cNvSpPr/>
          <p:nvPr/>
        </p:nvSpPr>
        <p:spPr>
          <a:xfrm>
            <a:off x="2119390" y="4202418"/>
            <a:ext cx="23495" cy="27940"/>
          </a:xfrm>
          <a:custGeom>
            <a:avLst/>
            <a:gdLst/>
            <a:ahLst/>
            <a:cxnLst/>
            <a:rect l="l" t="t" r="r" b="b"/>
            <a:pathLst>
              <a:path w="23494" h="27939">
                <a:moveTo>
                  <a:pt x="1363" y="0"/>
                </a:moveTo>
                <a:lnTo>
                  <a:pt x="1355" y="4145"/>
                </a:lnTo>
                <a:lnTo>
                  <a:pt x="0" y="13751"/>
                </a:lnTo>
                <a:lnTo>
                  <a:pt x="2931" y="13664"/>
                </a:lnTo>
                <a:lnTo>
                  <a:pt x="6044" y="13333"/>
                </a:lnTo>
                <a:lnTo>
                  <a:pt x="5484" y="17888"/>
                </a:lnTo>
                <a:lnTo>
                  <a:pt x="8171" y="17951"/>
                </a:lnTo>
                <a:lnTo>
                  <a:pt x="9543" y="19338"/>
                </a:lnTo>
                <a:lnTo>
                  <a:pt x="9598" y="22025"/>
                </a:lnTo>
                <a:lnTo>
                  <a:pt x="10961" y="22829"/>
                </a:lnTo>
                <a:lnTo>
                  <a:pt x="13341" y="23475"/>
                </a:lnTo>
                <a:lnTo>
                  <a:pt x="13932" y="27391"/>
                </a:lnTo>
                <a:lnTo>
                  <a:pt x="15610" y="27612"/>
                </a:lnTo>
                <a:lnTo>
                  <a:pt x="17825" y="27518"/>
                </a:lnTo>
                <a:lnTo>
                  <a:pt x="17147" y="23176"/>
                </a:lnTo>
                <a:lnTo>
                  <a:pt x="18944" y="21316"/>
                </a:lnTo>
                <a:lnTo>
                  <a:pt x="23302" y="22033"/>
                </a:lnTo>
                <a:lnTo>
                  <a:pt x="23302" y="20039"/>
                </a:lnTo>
                <a:lnTo>
                  <a:pt x="23475" y="17935"/>
                </a:lnTo>
                <a:lnTo>
                  <a:pt x="17636" y="17841"/>
                </a:lnTo>
                <a:lnTo>
                  <a:pt x="17848" y="15721"/>
                </a:lnTo>
                <a:lnTo>
                  <a:pt x="17872" y="9637"/>
                </a:lnTo>
                <a:lnTo>
                  <a:pt x="13309" y="10205"/>
                </a:lnTo>
                <a:lnTo>
                  <a:pt x="13609" y="7092"/>
                </a:lnTo>
                <a:lnTo>
                  <a:pt x="13711" y="4129"/>
                </a:lnTo>
                <a:lnTo>
                  <a:pt x="10275" y="3877"/>
                </a:lnTo>
                <a:lnTo>
                  <a:pt x="6146" y="5531"/>
                </a:lnTo>
                <a:lnTo>
                  <a:pt x="4302" y="31"/>
                </a:lnTo>
                <a:lnTo>
                  <a:pt x="2435" y="157"/>
                </a:lnTo>
                <a:lnTo>
                  <a:pt x="1363" y="0"/>
                </a:lnTo>
                <a:close/>
              </a:path>
            </a:pathLst>
          </a:custGeom>
          <a:solidFill>
            <a:srgbClr val="9288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29" name="bg object 1829"/>
          <p:cNvSpPr/>
          <p:nvPr/>
        </p:nvSpPr>
        <p:spPr>
          <a:xfrm>
            <a:off x="2139979" y="4224440"/>
            <a:ext cx="12700" cy="10160"/>
          </a:xfrm>
          <a:custGeom>
            <a:avLst/>
            <a:gdLst/>
            <a:ahLst/>
            <a:cxnLst/>
            <a:rect l="l" t="t" r="r" b="b"/>
            <a:pathLst>
              <a:path w="12700" h="10160">
                <a:moveTo>
                  <a:pt x="2734" y="0"/>
                </a:moveTo>
                <a:lnTo>
                  <a:pt x="0" y="8250"/>
                </a:lnTo>
                <a:lnTo>
                  <a:pt x="10969" y="9637"/>
                </a:lnTo>
                <a:lnTo>
                  <a:pt x="12348" y="6911"/>
                </a:lnTo>
                <a:lnTo>
                  <a:pt x="10165" y="5405"/>
                </a:lnTo>
                <a:lnTo>
                  <a:pt x="5973" y="5925"/>
                </a:lnTo>
                <a:lnTo>
                  <a:pt x="6808" y="1386"/>
                </a:lnTo>
                <a:lnTo>
                  <a:pt x="2734" y="0"/>
                </a:lnTo>
                <a:close/>
              </a:path>
            </a:pathLst>
          </a:custGeom>
          <a:solidFill>
            <a:srgbClr val="8D88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30" name="bg object 1830"/>
          <p:cNvSpPr/>
          <p:nvPr/>
        </p:nvSpPr>
        <p:spPr>
          <a:xfrm>
            <a:off x="2136539" y="4223731"/>
            <a:ext cx="6350" cy="9525"/>
          </a:xfrm>
          <a:custGeom>
            <a:avLst/>
            <a:gdLst/>
            <a:ahLst/>
            <a:cxnLst/>
            <a:rect l="l" t="t" r="r" b="b"/>
            <a:pathLst>
              <a:path w="6350" h="9525">
                <a:moveTo>
                  <a:pt x="1796" y="0"/>
                </a:moveTo>
                <a:lnTo>
                  <a:pt x="0" y="1859"/>
                </a:lnTo>
                <a:lnTo>
                  <a:pt x="677" y="6201"/>
                </a:lnTo>
                <a:lnTo>
                  <a:pt x="3435" y="8959"/>
                </a:lnTo>
                <a:lnTo>
                  <a:pt x="6154" y="717"/>
                </a:lnTo>
                <a:lnTo>
                  <a:pt x="1796" y="0"/>
                </a:lnTo>
                <a:close/>
              </a:path>
            </a:pathLst>
          </a:custGeom>
          <a:solidFill>
            <a:srgbClr val="9A94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31" name="bg object 1831"/>
          <p:cNvSpPr/>
          <p:nvPr/>
        </p:nvSpPr>
        <p:spPr>
          <a:xfrm>
            <a:off x="2119387" y="4246263"/>
            <a:ext cx="8890" cy="5715"/>
          </a:xfrm>
          <a:custGeom>
            <a:avLst/>
            <a:gdLst/>
            <a:ahLst/>
            <a:cxnLst/>
            <a:rect l="l" t="t" r="r" b="b"/>
            <a:pathLst>
              <a:path w="8889" h="5714">
                <a:moveTo>
                  <a:pt x="527" y="0"/>
                </a:moveTo>
                <a:lnTo>
                  <a:pt x="0" y="5705"/>
                </a:lnTo>
                <a:lnTo>
                  <a:pt x="8203" y="5705"/>
                </a:lnTo>
                <a:lnTo>
                  <a:pt x="8605" y="551"/>
                </a:lnTo>
                <a:lnTo>
                  <a:pt x="527" y="0"/>
                </a:lnTo>
                <a:close/>
              </a:path>
            </a:pathLst>
          </a:custGeom>
          <a:solidFill>
            <a:srgbClr val="9B90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32" name="bg object 1832"/>
          <p:cNvSpPr/>
          <p:nvPr/>
        </p:nvSpPr>
        <p:spPr>
          <a:xfrm>
            <a:off x="2128998" y="3965731"/>
            <a:ext cx="10160" cy="50165"/>
          </a:xfrm>
          <a:custGeom>
            <a:avLst/>
            <a:gdLst/>
            <a:ahLst/>
            <a:cxnLst/>
            <a:rect l="l" t="t" r="r" b="b"/>
            <a:pathLst>
              <a:path w="10160" h="50164">
                <a:moveTo>
                  <a:pt x="9590" y="0"/>
                </a:moveTo>
                <a:lnTo>
                  <a:pt x="5492" y="0"/>
                </a:lnTo>
                <a:lnTo>
                  <a:pt x="5334" y="3948"/>
                </a:lnTo>
                <a:lnTo>
                  <a:pt x="6351" y="8329"/>
                </a:lnTo>
                <a:lnTo>
                  <a:pt x="354" y="10378"/>
                </a:lnTo>
                <a:lnTo>
                  <a:pt x="330" y="12513"/>
                </a:lnTo>
                <a:lnTo>
                  <a:pt x="7" y="13766"/>
                </a:lnTo>
                <a:lnTo>
                  <a:pt x="1323" y="14350"/>
                </a:lnTo>
                <a:lnTo>
                  <a:pt x="3703" y="14799"/>
                </a:lnTo>
                <a:lnTo>
                  <a:pt x="4192" y="18904"/>
                </a:lnTo>
                <a:lnTo>
                  <a:pt x="4192" y="22380"/>
                </a:lnTo>
                <a:lnTo>
                  <a:pt x="3695" y="26477"/>
                </a:lnTo>
                <a:lnTo>
                  <a:pt x="1323" y="26927"/>
                </a:lnTo>
                <a:lnTo>
                  <a:pt x="0" y="27510"/>
                </a:lnTo>
                <a:lnTo>
                  <a:pt x="7" y="49519"/>
                </a:lnTo>
                <a:lnTo>
                  <a:pt x="4105" y="49543"/>
                </a:lnTo>
                <a:lnTo>
                  <a:pt x="4105" y="47991"/>
                </a:lnTo>
                <a:lnTo>
                  <a:pt x="4215" y="46446"/>
                </a:lnTo>
                <a:lnTo>
                  <a:pt x="3853" y="41812"/>
                </a:lnTo>
                <a:lnTo>
                  <a:pt x="5539" y="41064"/>
                </a:lnTo>
                <a:lnTo>
                  <a:pt x="8164" y="41316"/>
                </a:lnTo>
                <a:lnTo>
                  <a:pt x="8227" y="27525"/>
                </a:lnTo>
                <a:lnTo>
                  <a:pt x="9598" y="5492"/>
                </a:lnTo>
                <a:lnTo>
                  <a:pt x="9590" y="0"/>
                </a:lnTo>
                <a:close/>
              </a:path>
            </a:pathLst>
          </a:custGeom>
          <a:solidFill>
            <a:srgbClr val="B6AF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33" name="bg object 1833"/>
          <p:cNvSpPr/>
          <p:nvPr/>
        </p:nvSpPr>
        <p:spPr>
          <a:xfrm>
            <a:off x="2100697" y="3979310"/>
            <a:ext cx="19050" cy="26670"/>
          </a:xfrm>
          <a:custGeom>
            <a:avLst/>
            <a:gdLst/>
            <a:ahLst/>
            <a:cxnLst/>
            <a:rect l="l" t="t" r="r" b="b"/>
            <a:pathLst>
              <a:path w="19050" h="26670">
                <a:moveTo>
                  <a:pt x="6335" y="12561"/>
                </a:moveTo>
                <a:lnTo>
                  <a:pt x="2230" y="12561"/>
                </a:lnTo>
                <a:lnTo>
                  <a:pt x="1784" y="13475"/>
                </a:lnTo>
                <a:lnTo>
                  <a:pt x="1292" y="14168"/>
                </a:lnTo>
                <a:lnTo>
                  <a:pt x="0" y="20867"/>
                </a:lnTo>
                <a:lnTo>
                  <a:pt x="583" y="21473"/>
                </a:lnTo>
                <a:lnTo>
                  <a:pt x="7848" y="22498"/>
                </a:lnTo>
                <a:lnTo>
                  <a:pt x="9117" y="23900"/>
                </a:lnTo>
                <a:lnTo>
                  <a:pt x="11836" y="25280"/>
                </a:lnTo>
                <a:lnTo>
                  <a:pt x="13215" y="25768"/>
                </a:lnTo>
                <a:lnTo>
                  <a:pt x="14554" y="26336"/>
                </a:lnTo>
                <a:lnTo>
                  <a:pt x="14266" y="23900"/>
                </a:lnTo>
                <a:lnTo>
                  <a:pt x="14184" y="23207"/>
                </a:lnTo>
                <a:lnTo>
                  <a:pt x="15508" y="21789"/>
                </a:lnTo>
                <a:lnTo>
                  <a:pt x="18581" y="21789"/>
                </a:lnTo>
                <a:lnTo>
                  <a:pt x="18101" y="19488"/>
                </a:lnTo>
                <a:lnTo>
                  <a:pt x="17843" y="17848"/>
                </a:lnTo>
                <a:lnTo>
                  <a:pt x="8061" y="17848"/>
                </a:lnTo>
                <a:lnTo>
                  <a:pt x="7494" y="16997"/>
                </a:lnTo>
                <a:lnTo>
                  <a:pt x="6783" y="16257"/>
                </a:lnTo>
                <a:lnTo>
                  <a:pt x="6163" y="14531"/>
                </a:lnTo>
                <a:lnTo>
                  <a:pt x="6199" y="14168"/>
                </a:lnTo>
                <a:lnTo>
                  <a:pt x="6343" y="13475"/>
                </a:lnTo>
                <a:lnTo>
                  <a:pt x="6335" y="12561"/>
                </a:lnTo>
                <a:close/>
              </a:path>
              <a:path w="19050" h="26670">
                <a:moveTo>
                  <a:pt x="18581" y="21789"/>
                </a:moveTo>
                <a:lnTo>
                  <a:pt x="15508" y="21789"/>
                </a:lnTo>
                <a:lnTo>
                  <a:pt x="18668" y="22206"/>
                </a:lnTo>
                <a:lnTo>
                  <a:pt x="18581" y="21789"/>
                </a:lnTo>
                <a:close/>
              </a:path>
              <a:path w="19050" h="26670">
                <a:moveTo>
                  <a:pt x="11938" y="0"/>
                </a:moveTo>
                <a:lnTo>
                  <a:pt x="10244" y="701"/>
                </a:lnTo>
                <a:lnTo>
                  <a:pt x="10558" y="6162"/>
                </a:lnTo>
                <a:lnTo>
                  <a:pt x="10591" y="6737"/>
                </a:lnTo>
                <a:lnTo>
                  <a:pt x="10441" y="9653"/>
                </a:lnTo>
                <a:lnTo>
                  <a:pt x="10427" y="13475"/>
                </a:lnTo>
                <a:lnTo>
                  <a:pt x="10612" y="14168"/>
                </a:lnTo>
                <a:lnTo>
                  <a:pt x="10709" y="14531"/>
                </a:lnTo>
                <a:lnTo>
                  <a:pt x="9842" y="16257"/>
                </a:lnTo>
                <a:lnTo>
                  <a:pt x="8841" y="16997"/>
                </a:lnTo>
                <a:lnTo>
                  <a:pt x="8061" y="17848"/>
                </a:lnTo>
                <a:lnTo>
                  <a:pt x="17843" y="17848"/>
                </a:lnTo>
                <a:lnTo>
                  <a:pt x="17709" y="16997"/>
                </a:lnTo>
                <a:lnTo>
                  <a:pt x="17667" y="16729"/>
                </a:lnTo>
                <a:lnTo>
                  <a:pt x="16447" y="12561"/>
                </a:lnTo>
                <a:lnTo>
                  <a:pt x="16383" y="12340"/>
                </a:lnTo>
                <a:lnTo>
                  <a:pt x="14893" y="10819"/>
                </a:lnTo>
                <a:lnTo>
                  <a:pt x="14361" y="6737"/>
                </a:lnTo>
                <a:lnTo>
                  <a:pt x="14287" y="6162"/>
                </a:lnTo>
                <a:lnTo>
                  <a:pt x="14554" y="3144"/>
                </a:lnTo>
                <a:lnTo>
                  <a:pt x="14554" y="165"/>
                </a:lnTo>
                <a:lnTo>
                  <a:pt x="11938" y="0"/>
                </a:lnTo>
                <a:close/>
              </a:path>
            </a:pathLst>
          </a:custGeom>
          <a:solidFill>
            <a:srgbClr val="BEB4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34" name="bg object 1834"/>
          <p:cNvSpPr/>
          <p:nvPr/>
        </p:nvSpPr>
        <p:spPr>
          <a:xfrm>
            <a:off x="2124862" y="3957464"/>
            <a:ext cx="10795" cy="26670"/>
          </a:xfrm>
          <a:custGeom>
            <a:avLst/>
            <a:gdLst/>
            <a:ahLst/>
            <a:cxnLst/>
            <a:rect l="l" t="t" r="r" b="b"/>
            <a:pathLst>
              <a:path w="10794" h="26670">
                <a:moveTo>
                  <a:pt x="9590" y="0"/>
                </a:moveTo>
                <a:lnTo>
                  <a:pt x="5248" y="394"/>
                </a:lnTo>
                <a:lnTo>
                  <a:pt x="1119" y="3955"/>
                </a:lnTo>
                <a:lnTo>
                  <a:pt x="0" y="8274"/>
                </a:lnTo>
                <a:lnTo>
                  <a:pt x="7" y="26162"/>
                </a:lnTo>
                <a:lnTo>
                  <a:pt x="4082" y="26123"/>
                </a:lnTo>
                <a:lnTo>
                  <a:pt x="4145" y="22033"/>
                </a:lnTo>
                <a:lnTo>
                  <a:pt x="4468" y="20780"/>
                </a:lnTo>
                <a:lnTo>
                  <a:pt x="4491" y="18644"/>
                </a:lnTo>
                <a:lnTo>
                  <a:pt x="10488" y="16595"/>
                </a:lnTo>
                <a:lnTo>
                  <a:pt x="9472" y="12214"/>
                </a:lnTo>
                <a:lnTo>
                  <a:pt x="9629" y="8266"/>
                </a:lnTo>
                <a:lnTo>
                  <a:pt x="9590" y="0"/>
                </a:lnTo>
                <a:close/>
              </a:path>
            </a:pathLst>
          </a:custGeom>
          <a:solidFill>
            <a:srgbClr val="C3B8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35" name="bg object 1835"/>
          <p:cNvSpPr/>
          <p:nvPr/>
        </p:nvSpPr>
        <p:spPr>
          <a:xfrm>
            <a:off x="2102837" y="3969873"/>
            <a:ext cx="13970" cy="22225"/>
          </a:xfrm>
          <a:custGeom>
            <a:avLst/>
            <a:gdLst/>
            <a:ahLst/>
            <a:cxnLst/>
            <a:rect l="l" t="t" r="r" b="b"/>
            <a:pathLst>
              <a:path w="13969" h="22225">
                <a:moveTo>
                  <a:pt x="13759" y="7"/>
                </a:moveTo>
                <a:lnTo>
                  <a:pt x="110" y="0"/>
                </a:lnTo>
                <a:lnTo>
                  <a:pt x="0" y="4082"/>
                </a:lnTo>
                <a:lnTo>
                  <a:pt x="78" y="9613"/>
                </a:lnTo>
                <a:lnTo>
                  <a:pt x="2695" y="9424"/>
                </a:lnTo>
                <a:lnTo>
                  <a:pt x="4397" y="10126"/>
                </a:lnTo>
                <a:lnTo>
                  <a:pt x="4050" y="16170"/>
                </a:lnTo>
                <a:lnTo>
                  <a:pt x="4192" y="19094"/>
                </a:lnTo>
                <a:lnTo>
                  <a:pt x="4192" y="21993"/>
                </a:lnTo>
                <a:lnTo>
                  <a:pt x="8297" y="21993"/>
                </a:lnTo>
                <a:lnTo>
                  <a:pt x="8305" y="19094"/>
                </a:lnTo>
                <a:lnTo>
                  <a:pt x="8447" y="16170"/>
                </a:lnTo>
                <a:lnTo>
                  <a:pt x="8100" y="10134"/>
                </a:lnTo>
                <a:lnTo>
                  <a:pt x="9803" y="9440"/>
                </a:lnTo>
                <a:lnTo>
                  <a:pt x="12411" y="9606"/>
                </a:lnTo>
                <a:lnTo>
                  <a:pt x="13759" y="7"/>
                </a:lnTo>
                <a:close/>
              </a:path>
            </a:pathLst>
          </a:custGeom>
          <a:solidFill>
            <a:srgbClr val="ACA5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36" name="bg object 1836"/>
          <p:cNvSpPr/>
          <p:nvPr/>
        </p:nvSpPr>
        <p:spPr>
          <a:xfrm>
            <a:off x="2134484" y="3943713"/>
            <a:ext cx="10160" cy="22225"/>
          </a:xfrm>
          <a:custGeom>
            <a:avLst/>
            <a:gdLst/>
            <a:ahLst/>
            <a:cxnLst/>
            <a:rect l="l" t="t" r="r" b="b"/>
            <a:pathLst>
              <a:path w="10160" h="22225">
                <a:moveTo>
                  <a:pt x="4113" y="0"/>
                </a:moveTo>
                <a:lnTo>
                  <a:pt x="0" y="23"/>
                </a:lnTo>
                <a:lnTo>
                  <a:pt x="7" y="22017"/>
                </a:lnTo>
                <a:lnTo>
                  <a:pt x="4105" y="22017"/>
                </a:lnTo>
                <a:lnTo>
                  <a:pt x="4247" y="20945"/>
                </a:lnTo>
                <a:lnTo>
                  <a:pt x="4129" y="19070"/>
                </a:lnTo>
                <a:lnTo>
                  <a:pt x="9613" y="17226"/>
                </a:lnTo>
                <a:lnTo>
                  <a:pt x="7966" y="13073"/>
                </a:lnTo>
                <a:lnTo>
                  <a:pt x="8227" y="9629"/>
                </a:lnTo>
                <a:lnTo>
                  <a:pt x="5634" y="9826"/>
                </a:lnTo>
                <a:lnTo>
                  <a:pt x="3861" y="9172"/>
                </a:lnTo>
                <a:lnTo>
                  <a:pt x="4231" y="4026"/>
                </a:lnTo>
                <a:lnTo>
                  <a:pt x="4113" y="2001"/>
                </a:lnTo>
                <a:lnTo>
                  <a:pt x="4113" y="0"/>
                </a:lnTo>
                <a:close/>
              </a:path>
            </a:pathLst>
          </a:custGeom>
          <a:solidFill>
            <a:srgbClr val="B7AE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37" name="bg object 1837"/>
          <p:cNvSpPr/>
          <p:nvPr/>
        </p:nvSpPr>
        <p:spPr>
          <a:xfrm>
            <a:off x="2114881" y="4001099"/>
            <a:ext cx="10160" cy="14604"/>
          </a:xfrm>
          <a:custGeom>
            <a:avLst/>
            <a:gdLst/>
            <a:ahLst/>
            <a:cxnLst/>
            <a:rect l="l" t="t" r="r" b="b"/>
            <a:pathLst>
              <a:path w="10160" h="14604">
                <a:moveTo>
                  <a:pt x="1323" y="0"/>
                </a:moveTo>
                <a:lnTo>
                  <a:pt x="0" y="1418"/>
                </a:lnTo>
                <a:lnTo>
                  <a:pt x="370" y="4546"/>
                </a:lnTo>
                <a:lnTo>
                  <a:pt x="401" y="14145"/>
                </a:lnTo>
                <a:lnTo>
                  <a:pt x="8573" y="14200"/>
                </a:lnTo>
                <a:lnTo>
                  <a:pt x="10007" y="4562"/>
                </a:lnTo>
                <a:lnTo>
                  <a:pt x="7108" y="4602"/>
                </a:lnTo>
                <a:lnTo>
                  <a:pt x="3924" y="5011"/>
                </a:lnTo>
                <a:lnTo>
                  <a:pt x="4483" y="417"/>
                </a:lnTo>
                <a:lnTo>
                  <a:pt x="1323" y="0"/>
                </a:lnTo>
                <a:close/>
              </a:path>
            </a:pathLst>
          </a:custGeom>
          <a:solidFill>
            <a:srgbClr val="B6AC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38" name="bg object 1838"/>
          <p:cNvSpPr/>
          <p:nvPr/>
        </p:nvSpPr>
        <p:spPr>
          <a:xfrm>
            <a:off x="2123453" y="4005637"/>
            <a:ext cx="6350" cy="14604"/>
          </a:xfrm>
          <a:custGeom>
            <a:avLst/>
            <a:gdLst/>
            <a:ahLst/>
            <a:cxnLst/>
            <a:rect l="l" t="t" r="r" b="b"/>
            <a:pathLst>
              <a:path w="6350" h="14604">
                <a:moveTo>
                  <a:pt x="5531" y="0"/>
                </a:moveTo>
                <a:lnTo>
                  <a:pt x="1434" y="31"/>
                </a:lnTo>
                <a:lnTo>
                  <a:pt x="0" y="9661"/>
                </a:lnTo>
                <a:lnTo>
                  <a:pt x="39" y="13759"/>
                </a:lnTo>
                <a:lnTo>
                  <a:pt x="2994" y="13877"/>
                </a:lnTo>
                <a:lnTo>
                  <a:pt x="6091" y="14168"/>
                </a:lnTo>
                <a:lnTo>
                  <a:pt x="5547" y="9613"/>
                </a:lnTo>
                <a:lnTo>
                  <a:pt x="5531" y="0"/>
                </a:lnTo>
                <a:close/>
              </a:path>
            </a:pathLst>
          </a:custGeom>
          <a:solidFill>
            <a:srgbClr val="A79D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39" name="bg object 1839"/>
          <p:cNvSpPr/>
          <p:nvPr/>
        </p:nvSpPr>
        <p:spPr>
          <a:xfrm>
            <a:off x="2120662" y="3965737"/>
            <a:ext cx="4445" cy="13970"/>
          </a:xfrm>
          <a:custGeom>
            <a:avLst/>
            <a:gdLst/>
            <a:ahLst/>
            <a:cxnLst/>
            <a:rect l="l" t="t" r="r" b="b"/>
            <a:pathLst>
              <a:path w="4444" h="13970">
                <a:moveTo>
                  <a:pt x="4200" y="0"/>
                </a:moveTo>
                <a:lnTo>
                  <a:pt x="2876" y="583"/>
                </a:lnTo>
                <a:lnTo>
                  <a:pt x="496" y="1032"/>
                </a:lnTo>
                <a:lnTo>
                  <a:pt x="0" y="5130"/>
                </a:lnTo>
                <a:lnTo>
                  <a:pt x="0" y="8613"/>
                </a:lnTo>
                <a:lnTo>
                  <a:pt x="496" y="12710"/>
                </a:lnTo>
                <a:lnTo>
                  <a:pt x="2876" y="13168"/>
                </a:lnTo>
                <a:lnTo>
                  <a:pt x="4200" y="13743"/>
                </a:lnTo>
                <a:lnTo>
                  <a:pt x="4200" y="0"/>
                </a:lnTo>
                <a:close/>
              </a:path>
            </a:pathLst>
          </a:custGeom>
          <a:solidFill>
            <a:srgbClr val="D4CB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40" name="bg object 1840"/>
          <p:cNvSpPr/>
          <p:nvPr/>
        </p:nvSpPr>
        <p:spPr>
          <a:xfrm>
            <a:off x="2124612" y="3983593"/>
            <a:ext cx="4445" cy="10160"/>
          </a:xfrm>
          <a:custGeom>
            <a:avLst/>
            <a:gdLst/>
            <a:ahLst/>
            <a:cxnLst/>
            <a:rect l="l" t="t" r="r" b="b"/>
            <a:pathLst>
              <a:path w="4444" h="10160">
                <a:moveTo>
                  <a:pt x="4334" y="0"/>
                </a:moveTo>
                <a:lnTo>
                  <a:pt x="260" y="31"/>
                </a:lnTo>
                <a:lnTo>
                  <a:pt x="260" y="2033"/>
                </a:lnTo>
                <a:lnTo>
                  <a:pt x="378" y="4042"/>
                </a:lnTo>
                <a:lnTo>
                  <a:pt x="0" y="9156"/>
                </a:lnTo>
                <a:lnTo>
                  <a:pt x="1741" y="9858"/>
                </a:lnTo>
                <a:lnTo>
                  <a:pt x="4334" y="9684"/>
                </a:lnTo>
                <a:lnTo>
                  <a:pt x="4334" y="0"/>
                </a:lnTo>
                <a:close/>
              </a:path>
            </a:pathLst>
          </a:custGeom>
          <a:solidFill>
            <a:srgbClr val="B9AE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41" name="bg object 1841"/>
          <p:cNvSpPr/>
          <p:nvPr/>
        </p:nvSpPr>
        <p:spPr>
          <a:xfrm>
            <a:off x="2120750" y="3929956"/>
            <a:ext cx="10160" cy="10160"/>
          </a:xfrm>
          <a:custGeom>
            <a:avLst/>
            <a:gdLst/>
            <a:ahLst/>
            <a:cxnLst/>
            <a:rect l="l" t="t" r="r" b="b"/>
            <a:pathLst>
              <a:path w="10160" h="10160">
                <a:moveTo>
                  <a:pt x="9606" y="0"/>
                </a:moveTo>
                <a:lnTo>
                  <a:pt x="0" y="0"/>
                </a:lnTo>
                <a:lnTo>
                  <a:pt x="15" y="9621"/>
                </a:lnTo>
                <a:lnTo>
                  <a:pt x="5595" y="9141"/>
                </a:lnTo>
                <a:lnTo>
                  <a:pt x="9125" y="5595"/>
                </a:lnTo>
                <a:lnTo>
                  <a:pt x="9606" y="0"/>
                </a:lnTo>
                <a:close/>
              </a:path>
            </a:pathLst>
          </a:custGeom>
          <a:solidFill>
            <a:srgbClr val="CDC3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42" name="bg object 1842"/>
          <p:cNvSpPr/>
          <p:nvPr/>
        </p:nvSpPr>
        <p:spPr>
          <a:xfrm>
            <a:off x="2108397" y="3916185"/>
            <a:ext cx="5080" cy="10160"/>
          </a:xfrm>
          <a:custGeom>
            <a:avLst/>
            <a:gdLst/>
            <a:ahLst/>
            <a:cxnLst/>
            <a:rect l="l" t="t" r="r" b="b"/>
            <a:pathLst>
              <a:path w="5080" h="10160">
                <a:moveTo>
                  <a:pt x="4121" y="0"/>
                </a:moveTo>
                <a:lnTo>
                  <a:pt x="0" y="7"/>
                </a:lnTo>
                <a:lnTo>
                  <a:pt x="7" y="9645"/>
                </a:lnTo>
                <a:lnTo>
                  <a:pt x="3152" y="10031"/>
                </a:lnTo>
                <a:lnTo>
                  <a:pt x="4507" y="8644"/>
                </a:lnTo>
                <a:lnTo>
                  <a:pt x="4121" y="5508"/>
                </a:lnTo>
                <a:lnTo>
                  <a:pt x="4121" y="0"/>
                </a:lnTo>
                <a:close/>
              </a:path>
            </a:pathLst>
          </a:custGeom>
          <a:solidFill>
            <a:srgbClr val="C2B7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43" name="bg object 1843"/>
          <p:cNvSpPr/>
          <p:nvPr/>
        </p:nvSpPr>
        <p:spPr>
          <a:xfrm>
            <a:off x="2105652" y="4015299"/>
            <a:ext cx="18415" cy="30480"/>
          </a:xfrm>
          <a:custGeom>
            <a:avLst/>
            <a:gdLst/>
            <a:ahLst/>
            <a:cxnLst/>
            <a:rect l="l" t="t" r="r" b="b"/>
            <a:pathLst>
              <a:path w="18414" h="30479">
                <a:moveTo>
                  <a:pt x="13377" y="24696"/>
                </a:moveTo>
                <a:lnTo>
                  <a:pt x="11079" y="24696"/>
                </a:lnTo>
                <a:lnTo>
                  <a:pt x="8242" y="30244"/>
                </a:lnTo>
                <a:lnTo>
                  <a:pt x="14184" y="30378"/>
                </a:lnTo>
                <a:lnTo>
                  <a:pt x="13472" y="26501"/>
                </a:lnTo>
                <a:lnTo>
                  <a:pt x="13377" y="24696"/>
                </a:lnTo>
                <a:close/>
              </a:path>
              <a:path w="18414" h="30479">
                <a:moveTo>
                  <a:pt x="13604" y="8542"/>
                </a:moveTo>
                <a:lnTo>
                  <a:pt x="8164" y="8542"/>
                </a:lnTo>
                <a:lnTo>
                  <a:pt x="8636" y="9472"/>
                </a:lnTo>
                <a:lnTo>
                  <a:pt x="9393" y="10346"/>
                </a:lnTo>
                <a:lnTo>
                  <a:pt x="10315" y="16501"/>
                </a:lnTo>
                <a:lnTo>
                  <a:pt x="9574" y="17328"/>
                </a:lnTo>
                <a:lnTo>
                  <a:pt x="4137" y="17864"/>
                </a:lnTo>
                <a:lnTo>
                  <a:pt x="4176" y="26131"/>
                </a:lnTo>
                <a:lnTo>
                  <a:pt x="6532" y="26501"/>
                </a:lnTo>
                <a:lnTo>
                  <a:pt x="11079" y="24696"/>
                </a:lnTo>
                <a:lnTo>
                  <a:pt x="13377" y="24696"/>
                </a:lnTo>
                <a:lnTo>
                  <a:pt x="13853" y="19141"/>
                </a:lnTo>
                <a:lnTo>
                  <a:pt x="14515" y="17462"/>
                </a:lnTo>
                <a:lnTo>
                  <a:pt x="17818" y="17462"/>
                </a:lnTo>
                <a:lnTo>
                  <a:pt x="17831" y="14145"/>
                </a:lnTo>
                <a:lnTo>
                  <a:pt x="14405" y="14145"/>
                </a:lnTo>
                <a:lnTo>
                  <a:pt x="13569" y="12364"/>
                </a:lnTo>
                <a:lnTo>
                  <a:pt x="13604" y="8542"/>
                </a:lnTo>
                <a:close/>
              </a:path>
              <a:path w="18414" h="30479">
                <a:moveTo>
                  <a:pt x="17818" y="17462"/>
                </a:moveTo>
                <a:lnTo>
                  <a:pt x="14515" y="17462"/>
                </a:lnTo>
                <a:lnTo>
                  <a:pt x="17817" y="17864"/>
                </a:lnTo>
                <a:lnTo>
                  <a:pt x="17818" y="17462"/>
                </a:lnTo>
                <a:close/>
              </a:path>
              <a:path w="18414" h="30479">
                <a:moveTo>
                  <a:pt x="17833" y="13743"/>
                </a:moveTo>
                <a:lnTo>
                  <a:pt x="14405" y="14145"/>
                </a:lnTo>
                <a:lnTo>
                  <a:pt x="17831" y="14145"/>
                </a:lnTo>
                <a:lnTo>
                  <a:pt x="17833" y="13743"/>
                </a:lnTo>
                <a:close/>
              </a:path>
              <a:path w="18414" h="30479">
                <a:moveTo>
                  <a:pt x="5066" y="12049"/>
                </a:moveTo>
                <a:lnTo>
                  <a:pt x="2064" y="12049"/>
                </a:lnTo>
                <a:lnTo>
                  <a:pt x="4680" y="13317"/>
                </a:lnTo>
                <a:lnTo>
                  <a:pt x="4970" y="12364"/>
                </a:lnTo>
                <a:lnTo>
                  <a:pt x="5066" y="12049"/>
                </a:lnTo>
                <a:close/>
              </a:path>
              <a:path w="18414" h="30479">
                <a:moveTo>
                  <a:pt x="5642" y="4097"/>
                </a:moveTo>
                <a:lnTo>
                  <a:pt x="7" y="4097"/>
                </a:lnTo>
                <a:lnTo>
                  <a:pt x="0" y="12364"/>
                </a:lnTo>
                <a:lnTo>
                  <a:pt x="2064" y="12049"/>
                </a:lnTo>
                <a:lnTo>
                  <a:pt x="5066" y="12049"/>
                </a:lnTo>
                <a:lnTo>
                  <a:pt x="5848" y="9472"/>
                </a:lnTo>
                <a:lnTo>
                  <a:pt x="5322" y="9472"/>
                </a:lnTo>
                <a:lnTo>
                  <a:pt x="7297" y="9030"/>
                </a:lnTo>
                <a:lnTo>
                  <a:pt x="8164" y="8542"/>
                </a:lnTo>
                <a:lnTo>
                  <a:pt x="13604" y="8542"/>
                </a:lnTo>
                <a:lnTo>
                  <a:pt x="13641" y="4357"/>
                </a:lnTo>
                <a:lnTo>
                  <a:pt x="9196" y="4357"/>
                </a:lnTo>
                <a:lnTo>
                  <a:pt x="5642" y="4097"/>
                </a:lnTo>
                <a:close/>
              </a:path>
              <a:path w="18414" h="30479">
                <a:moveTo>
                  <a:pt x="17801" y="0"/>
                </a:moveTo>
                <a:lnTo>
                  <a:pt x="9633" y="0"/>
                </a:lnTo>
                <a:lnTo>
                  <a:pt x="9787" y="2513"/>
                </a:lnTo>
                <a:lnTo>
                  <a:pt x="9279" y="4097"/>
                </a:lnTo>
                <a:lnTo>
                  <a:pt x="9196" y="4357"/>
                </a:lnTo>
                <a:lnTo>
                  <a:pt x="13641" y="4357"/>
                </a:lnTo>
                <a:lnTo>
                  <a:pt x="13648" y="3585"/>
                </a:lnTo>
                <a:lnTo>
                  <a:pt x="17836" y="3585"/>
                </a:lnTo>
                <a:lnTo>
                  <a:pt x="17801" y="0"/>
                </a:lnTo>
                <a:close/>
              </a:path>
              <a:path w="18414" h="30479">
                <a:moveTo>
                  <a:pt x="17836" y="3585"/>
                </a:moveTo>
                <a:lnTo>
                  <a:pt x="13648" y="3585"/>
                </a:lnTo>
                <a:lnTo>
                  <a:pt x="17841" y="4097"/>
                </a:lnTo>
                <a:lnTo>
                  <a:pt x="17836" y="3585"/>
                </a:lnTo>
                <a:close/>
              </a:path>
            </a:pathLst>
          </a:custGeom>
          <a:solidFill>
            <a:srgbClr val="C2BB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44" name="bg object 1844"/>
          <p:cNvSpPr/>
          <p:nvPr/>
        </p:nvSpPr>
        <p:spPr>
          <a:xfrm>
            <a:off x="2097426" y="4019400"/>
            <a:ext cx="8255" cy="26670"/>
          </a:xfrm>
          <a:custGeom>
            <a:avLst/>
            <a:gdLst/>
            <a:ahLst/>
            <a:cxnLst/>
            <a:rect l="l" t="t" r="r" b="b"/>
            <a:pathLst>
              <a:path w="8255" h="26670">
                <a:moveTo>
                  <a:pt x="8234" y="17644"/>
                </a:moveTo>
                <a:lnTo>
                  <a:pt x="2758" y="17644"/>
                </a:lnTo>
                <a:lnTo>
                  <a:pt x="4460" y="18542"/>
                </a:lnTo>
                <a:lnTo>
                  <a:pt x="3758" y="24767"/>
                </a:lnTo>
                <a:lnTo>
                  <a:pt x="4799" y="26564"/>
                </a:lnTo>
                <a:lnTo>
                  <a:pt x="8234" y="26139"/>
                </a:lnTo>
                <a:lnTo>
                  <a:pt x="8234" y="17644"/>
                </a:lnTo>
                <a:close/>
              </a:path>
              <a:path w="8255" h="26670">
                <a:moveTo>
                  <a:pt x="4113" y="0"/>
                </a:moveTo>
                <a:lnTo>
                  <a:pt x="23" y="0"/>
                </a:lnTo>
                <a:lnTo>
                  <a:pt x="0" y="17888"/>
                </a:lnTo>
                <a:lnTo>
                  <a:pt x="2758" y="17644"/>
                </a:lnTo>
                <a:lnTo>
                  <a:pt x="8234" y="17644"/>
                </a:lnTo>
                <a:lnTo>
                  <a:pt x="8234" y="8439"/>
                </a:lnTo>
                <a:lnTo>
                  <a:pt x="5658" y="8439"/>
                </a:lnTo>
                <a:lnTo>
                  <a:pt x="3845" y="7817"/>
                </a:lnTo>
                <a:lnTo>
                  <a:pt x="4089" y="4665"/>
                </a:lnTo>
                <a:lnTo>
                  <a:pt x="4113" y="0"/>
                </a:lnTo>
                <a:close/>
              </a:path>
              <a:path w="8255" h="26670">
                <a:moveTo>
                  <a:pt x="8234" y="8250"/>
                </a:moveTo>
                <a:lnTo>
                  <a:pt x="5658" y="8439"/>
                </a:lnTo>
                <a:lnTo>
                  <a:pt x="8234" y="8439"/>
                </a:lnTo>
                <a:lnTo>
                  <a:pt x="8234" y="8250"/>
                </a:lnTo>
                <a:close/>
              </a:path>
            </a:pathLst>
          </a:custGeom>
          <a:solidFill>
            <a:srgbClr val="C3B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45" name="bg object 1845"/>
          <p:cNvSpPr/>
          <p:nvPr/>
        </p:nvSpPr>
        <p:spPr>
          <a:xfrm>
            <a:off x="2101268" y="4005196"/>
            <a:ext cx="5715" cy="22860"/>
          </a:xfrm>
          <a:custGeom>
            <a:avLst/>
            <a:gdLst/>
            <a:ahLst/>
            <a:cxnLst/>
            <a:rect l="l" t="t" r="r" b="b"/>
            <a:pathLst>
              <a:path w="5714" h="22860">
                <a:moveTo>
                  <a:pt x="1757" y="0"/>
                </a:moveTo>
                <a:lnTo>
                  <a:pt x="299" y="1024"/>
                </a:lnTo>
                <a:lnTo>
                  <a:pt x="267" y="15760"/>
                </a:lnTo>
                <a:lnTo>
                  <a:pt x="378" y="17320"/>
                </a:lnTo>
                <a:lnTo>
                  <a:pt x="0" y="22025"/>
                </a:lnTo>
                <a:lnTo>
                  <a:pt x="1812" y="22648"/>
                </a:lnTo>
                <a:lnTo>
                  <a:pt x="4389" y="22458"/>
                </a:lnTo>
                <a:lnTo>
                  <a:pt x="4389" y="14200"/>
                </a:lnTo>
                <a:lnTo>
                  <a:pt x="4673" y="10874"/>
                </a:lnTo>
                <a:lnTo>
                  <a:pt x="5098" y="7557"/>
                </a:lnTo>
                <a:lnTo>
                  <a:pt x="5169" y="3018"/>
                </a:lnTo>
                <a:lnTo>
                  <a:pt x="4546" y="1040"/>
                </a:lnTo>
                <a:lnTo>
                  <a:pt x="1757" y="0"/>
                </a:lnTo>
                <a:close/>
              </a:path>
            </a:pathLst>
          </a:custGeom>
          <a:solidFill>
            <a:srgbClr val="B8AE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46" name="bg object 1846"/>
          <p:cNvSpPr/>
          <p:nvPr/>
        </p:nvSpPr>
        <p:spPr>
          <a:xfrm>
            <a:off x="2102918" y="3979305"/>
            <a:ext cx="4445" cy="12700"/>
          </a:xfrm>
          <a:custGeom>
            <a:avLst/>
            <a:gdLst/>
            <a:ahLst/>
            <a:cxnLst/>
            <a:rect l="l" t="t" r="r" b="b"/>
            <a:pathLst>
              <a:path w="4444" h="12700">
                <a:moveTo>
                  <a:pt x="2616" y="0"/>
                </a:moveTo>
                <a:lnTo>
                  <a:pt x="0" y="181"/>
                </a:lnTo>
                <a:lnTo>
                  <a:pt x="15" y="12553"/>
                </a:lnTo>
                <a:lnTo>
                  <a:pt x="4113" y="12561"/>
                </a:lnTo>
                <a:lnTo>
                  <a:pt x="4105" y="9661"/>
                </a:lnTo>
                <a:lnTo>
                  <a:pt x="3971" y="6745"/>
                </a:lnTo>
                <a:lnTo>
                  <a:pt x="4318" y="693"/>
                </a:lnTo>
                <a:lnTo>
                  <a:pt x="2616" y="0"/>
                </a:lnTo>
                <a:close/>
              </a:path>
            </a:pathLst>
          </a:custGeom>
          <a:solidFill>
            <a:srgbClr val="B6AC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47" name="bg object 1847"/>
          <p:cNvSpPr/>
          <p:nvPr/>
        </p:nvSpPr>
        <p:spPr>
          <a:xfrm>
            <a:off x="2082312" y="4037044"/>
            <a:ext cx="27940" cy="31115"/>
          </a:xfrm>
          <a:custGeom>
            <a:avLst/>
            <a:gdLst/>
            <a:ahLst/>
            <a:cxnLst/>
            <a:rect l="l" t="t" r="r" b="b"/>
            <a:pathLst>
              <a:path w="27939" h="31114">
                <a:moveTo>
                  <a:pt x="12553" y="4476"/>
                </a:moveTo>
                <a:lnTo>
                  <a:pt x="1565" y="4476"/>
                </a:lnTo>
                <a:lnTo>
                  <a:pt x="1448" y="8613"/>
                </a:lnTo>
                <a:lnTo>
                  <a:pt x="1321" y="13057"/>
                </a:lnTo>
                <a:lnTo>
                  <a:pt x="1269" y="14917"/>
                </a:lnTo>
                <a:lnTo>
                  <a:pt x="1158" y="18818"/>
                </a:lnTo>
                <a:lnTo>
                  <a:pt x="464" y="24657"/>
                </a:lnTo>
                <a:lnTo>
                  <a:pt x="120" y="28991"/>
                </a:lnTo>
                <a:lnTo>
                  <a:pt x="0" y="30504"/>
                </a:lnTo>
                <a:lnTo>
                  <a:pt x="5543" y="30504"/>
                </a:lnTo>
                <a:lnTo>
                  <a:pt x="9156" y="30764"/>
                </a:lnTo>
                <a:lnTo>
                  <a:pt x="9810" y="28991"/>
                </a:lnTo>
                <a:lnTo>
                  <a:pt x="9694" y="27391"/>
                </a:lnTo>
                <a:lnTo>
                  <a:pt x="9650" y="26785"/>
                </a:lnTo>
                <a:lnTo>
                  <a:pt x="6469" y="26785"/>
                </a:lnTo>
                <a:lnTo>
                  <a:pt x="5098" y="25406"/>
                </a:lnTo>
                <a:lnTo>
                  <a:pt x="5455" y="22655"/>
                </a:lnTo>
                <a:lnTo>
                  <a:pt x="5505" y="13057"/>
                </a:lnTo>
                <a:lnTo>
                  <a:pt x="5650" y="10378"/>
                </a:lnTo>
                <a:lnTo>
                  <a:pt x="6535" y="9424"/>
                </a:lnTo>
                <a:lnTo>
                  <a:pt x="7604" y="8613"/>
                </a:lnTo>
                <a:lnTo>
                  <a:pt x="19735" y="8613"/>
                </a:lnTo>
                <a:lnTo>
                  <a:pt x="18873" y="7123"/>
                </a:lnTo>
                <a:lnTo>
                  <a:pt x="19135" y="4799"/>
                </a:lnTo>
                <a:lnTo>
                  <a:pt x="15658" y="4799"/>
                </a:lnTo>
                <a:lnTo>
                  <a:pt x="12553" y="4476"/>
                </a:lnTo>
                <a:close/>
              </a:path>
              <a:path w="27939" h="31114">
                <a:moveTo>
                  <a:pt x="19735" y="8613"/>
                </a:moveTo>
                <a:lnTo>
                  <a:pt x="7604" y="8613"/>
                </a:lnTo>
                <a:lnTo>
                  <a:pt x="9172" y="9424"/>
                </a:lnTo>
                <a:lnTo>
                  <a:pt x="10212" y="13057"/>
                </a:lnTo>
                <a:lnTo>
                  <a:pt x="15689" y="13601"/>
                </a:lnTo>
                <a:lnTo>
                  <a:pt x="13723" y="18132"/>
                </a:lnTo>
                <a:lnTo>
                  <a:pt x="9613" y="26391"/>
                </a:lnTo>
                <a:lnTo>
                  <a:pt x="13793" y="26391"/>
                </a:lnTo>
                <a:lnTo>
                  <a:pt x="17730" y="27391"/>
                </a:lnTo>
                <a:lnTo>
                  <a:pt x="20402" y="22419"/>
                </a:lnTo>
                <a:lnTo>
                  <a:pt x="20487" y="22261"/>
                </a:lnTo>
                <a:lnTo>
                  <a:pt x="26877" y="22261"/>
                </a:lnTo>
                <a:lnTo>
                  <a:pt x="27856" y="21276"/>
                </a:lnTo>
                <a:lnTo>
                  <a:pt x="27542" y="18818"/>
                </a:lnTo>
                <a:lnTo>
                  <a:pt x="27440" y="8920"/>
                </a:lnTo>
                <a:lnTo>
                  <a:pt x="19913" y="8920"/>
                </a:lnTo>
                <a:lnTo>
                  <a:pt x="19735" y="8613"/>
                </a:lnTo>
                <a:close/>
              </a:path>
              <a:path w="27939" h="31114">
                <a:moveTo>
                  <a:pt x="9621" y="26391"/>
                </a:moveTo>
                <a:lnTo>
                  <a:pt x="6469" y="26785"/>
                </a:lnTo>
                <a:lnTo>
                  <a:pt x="9650" y="26785"/>
                </a:lnTo>
                <a:lnTo>
                  <a:pt x="9621" y="26391"/>
                </a:lnTo>
                <a:close/>
              </a:path>
              <a:path w="27939" h="31114">
                <a:moveTo>
                  <a:pt x="26877" y="22261"/>
                </a:moveTo>
                <a:lnTo>
                  <a:pt x="23349" y="22261"/>
                </a:lnTo>
                <a:lnTo>
                  <a:pt x="26485" y="22655"/>
                </a:lnTo>
                <a:lnTo>
                  <a:pt x="26877" y="22261"/>
                </a:lnTo>
                <a:close/>
              </a:path>
              <a:path w="27939" h="31114">
                <a:moveTo>
                  <a:pt x="23349" y="22261"/>
                </a:moveTo>
                <a:lnTo>
                  <a:pt x="20916" y="22261"/>
                </a:lnTo>
                <a:lnTo>
                  <a:pt x="22261" y="22419"/>
                </a:lnTo>
                <a:lnTo>
                  <a:pt x="23349" y="22261"/>
                </a:lnTo>
                <a:close/>
              </a:path>
              <a:path w="27939" h="31114">
                <a:moveTo>
                  <a:pt x="27439" y="8613"/>
                </a:moveTo>
                <a:lnTo>
                  <a:pt x="22394" y="8613"/>
                </a:lnTo>
                <a:lnTo>
                  <a:pt x="19913" y="8920"/>
                </a:lnTo>
                <a:lnTo>
                  <a:pt x="27440" y="8920"/>
                </a:lnTo>
                <a:lnTo>
                  <a:pt x="27439" y="8613"/>
                </a:lnTo>
                <a:close/>
              </a:path>
              <a:path w="27939" h="31114">
                <a:moveTo>
                  <a:pt x="17872" y="0"/>
                </a:moveTo>
                <a:lnTo>
                  <a:pt x="15114" y="244"/>
                </a:lnTo>
                <a:lnTo>
                  <a:pt x="15509" y="3554"/>
                </a:lnTo>
                <a:lnTo>
                  <a:pt x="15619" y="4476"/>
                </a:lnTo>
                <a:lnTo>
                  <a:pt x="15658" y="4799"/>
                </a:lnTo>
                <a:lnTo>
                  <a:pt x="19135" y="4799"/>
                </a:lnTo>
                <a:lnTo>
                  <a:pt x="19574" y="898"/>
                </a:lnTo>
                <a:lnTo>
                  <a:pt x="17872" y="0"/>
                </a:lnTo>
                <a:close/>
              </a:path>
              <a:path w="27939" h="31114">
                <a:moveTo>
                  <a:pt x="1591" y="3554"/>
                </a:moveTo>
                <a:lnTo>
                  <a:pt x="342" y="4476"/>
                </a:lnTo>
                <a:lnTo>
                  <a:pt x="1565" y="4476"/>
                </a:lnTo>
                <a:lnTo>
                  <a:pt x="1591" y="3554"/>
                </a:lnTo>
                <a:close/>
              </a:path>
            </a:pathLst>
          </a:custGeom>
          <a:solidFill>
            <a:srgbClr val="C8C2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48" name="bg object 1848"/>
          <p:cNvSpPr/>
          <p:nvPr/>
        </p:nvSpPr>
        <p:spPr>
          <a:xfrm>
            <a:off x="2159153" y="3788217"/>
            <a:ext cx="6985" cy="10160"/>
          </a:xfrm>
          <a:custGeom>
            <a:avLst/>
            <a:gdLst/>
            <a:ahLst/>
            <a:cxnLst/>
            <a:rect l="l" t="t" r="r" b="b"/>
            <a:pathLst>
              <a:path w="6985" h="10160">
                <a:moveTo>
                  <a:pt x="39" y="0"/>
                </a:moveTo>
                <a:lnTo>
                  <a:pt x="0" y="9637"/>
                </a:lnTo>
                <a:lnTo>
                  <a:pt x="4145" y="9613"/>
                </a:lnTo>
                <a:lnTo>
                  <a:pt x="6903" y="1733"/>
                </a:lnTo>
                <a:lnTo>
                  <a:pt x="6422" y="606"/>
                </a:lnTo>
                <a:lnTo>
                  <a:pt x="39" y="0"/>
                </a:lnTo>
                <a:close/>
              </a:path>
            </a:pathLst>
          </a:custGeom>
          <a:solidFill>
            <a:srgbClr val="B4A9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49" name="bg object 1849"/>
          <p:cNvSpPr/>
          <p:nvPr/>
        </p:nvSpPr>
        <p:spPr>
          <a:xfrm>
            <a:off x="2154913" y="3769501"/>
            <a:ext cx="6350" cy="28575"/>
          </a:xfrm>
          <a:custGeom>
            <a:avLst/>
            <a:gdLst/>
            <a:ahLst/>
            <a:cxnLst/>
            <a:rect l="l" t="t" r="r" b="b"/>
            <a:pathLst>
              <a:path w="6350" h="28575">
                <a:moveTo>
                  <a:pt x="4917" y="0"/>
                </a:moveTo>
                <a:lnTo>
                  <a:pt x="173" y="835"/>
                </a:lnTo>
                <a:lnTo>
                  <a:pt x="157" y="15169"/>
                </a:lnTo>
                <a:lnTo>
                  <a:pt x="283" y="19905"/>
                </a:lnTo>
                <a:lnTo>
                  <a:pt x="0" y="27762"/>
                </a:lnTo>
                <a:lnTo>
                  <a:pt x="1583" y="28542"/>
                </a:lnTo>
                <a:lnTo>
                  <a:pt x="4239" y="28353"/>
                </a:lnTo>
                <a:lnTo>
                  <a:pt x="4279" y="18715"/>
                </a:lnTo>
                <a:lnTo>
                  <a:pt x="4279" y="14586"/>
                </a:lnTo>
                <a:lnTo>
                  <a:pt x="5232" y="9298"/>
                </a:lnTo>
                <a:lnTo>
                  <a:pt x="6264" y="2419"/>
                </a:lnTo>
                <a:lnTo>
                  <a:pt x="4917" y="0"/>
                </a:lnTo>
                <a:close/>
              </a:path>
            </a:pathLst>
          </a:custGeom>
          <a:solidFill>
            <a:srgbClr val="C9C0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50" name="bg object 1850"/>
          <p:cNvSpPr/>
          <p:nvPr/>
        </p:nvSpPr>
        <p:spPr>
          <a:xfrm>
            <a:off x="2131717" y="3836377"/>
            <a:ext cx="20320" cy="31750"/>
          </a:xfrm>
          <a:custGeom>
            <a:avLst/>
            <a:gdLst/>
            <a:ahLst/>
            <a:cxnLst/>
            <a:rect l="l" t="t" r="r" b="b"/>
            <a:pathLst>
              <a:path w="20319" h="31750">
                <a:moveTo>
                  <a:pt x="9621" y="0"/>
                </a:moveTo>
                <a:lnTo>
                  <a:pt x="9156" y="6769"/>
                </a:lnTo>
                <a:lnTo>
                  <a:pt x="8581" y="13530"/>
                </a:lnTo>
                <a:lnTo>
                  <a:pt x="8140" y="23357"/>
                </a:lnTo>
                <a:lnTo>
                  <a:pt x="6296" y="23428"/>
                </a:lnTo>
                <a:lnTo>
                  <a:pt x="4137" y="23388"/>
                </a:lnTo>
                <a:lnTo>
                  <a:pt x="0" y="31623"/>
                </a:lnTo>
                <a:lnTo>
                  <a:pt x="12364" y="31647"/>
                </a:lnTo>
                <a:lnTo>
                  <a:pt x="14728" y="24436"/>
                </a:lnTo>
                <a:lnTo>
                  <a:pt x="19858" y="17927"/>
                </a:lnTo>
                <a:lnTo>
                  <a:pt x="17856" y="9629"/>
                </a:lnTo>
                <a:lnTo>
                  <a:pt x="15279" y="9818"/>
                </a:lnTo>
                <a:lnTo>
                  <a:pt x="13475" y="9180"/>
                </a:lnTo>
                <a:lnTo>
                  <a:pt x="13845" y="4483"/>
                </a:lnTo>
                <a:lnTo>
                  <a:pt x="13735" y="2915"/>
                </a:lnTo>
                <a:lnTo>
                  <a:pt x="13727" y="1363"/>
                </a:lnTo>
                <a:close/>
              </a:path>
            </a:pathLst>
          </a:custGeom>
          <a:solidFill>
            <a:srgbClr val="BCB5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51" name="bg object 1851"/>
          <p:cNvSpPr/>
          <p:nvPr/>
        </p:nvSpPr>
        <p:spPr>
          <a:xfrm>
            <a:off x="2126222" y="3881777"/>
            <a:ext cx="10160" cy="22225"/>
          </a:xfrm>
          <a:custGeom>
            <a:avLst/>
            <a:gdLst/>
            <a:ahLst/>
            <a:cxnLst/>
            <a:rect l="l" t="t" r="r" b="b"/>
            <a:pathLst>
              <a:path w="10160" h="22225">
                <a:moveTo>
                  <a:pt x="9629" y="7"/>
                </a:moveTo>
                <a:lnTo>
                  <a:pt x="5524" y="0"/>
                </a:lnTo>
                <a:lnTo>
                  <a:pt x="5224" y="3530"/>
                </a:lnTo>
                <a:lnTo>
                  <a:pt x="5153" y="7060"/>
                </a:lnTo>
                <a:lnTo>
                  <a:pt x="323" y="9109"/>
                </a:lnTo>
                <a:lnTo>
                  <a:pt x="330" y="11158"/>
                </a:lnTo>
                <a:lnTo>
                  <a:pt x="0" y="12403"/>
                </a:lnTo>
                <a:lnTo>
                  <a:pt x="31" y="22025"/>
                </a:lnTo>
                <a:lnTo>
                  <a:pt x="9613" y="22025"/>
                </a:lnTo>
                <a:lnTo>
                  <a:pt x="9629" y="7"/>
                </a:lnTo>
                <a:close/>
              </a:path>
            </a:pathLst>
          </a:custGeom>
          <a:solidFill>
            <a:srgbClr val="B5AC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52" name="bg object 1852"/>
          <p:cNvSpPr/>
          <p:nvPr/>
        </p:nvSpPr>
        <p:spPr>
          <a:xfrm>
            <a:off x="2131171" y="3831803"/>
            <a:ext cx="6350" cy="28575"/>
          </a:xfrm>
          <a:custGeom>
            <a:avLst/>
            <a:gdLst/>
            <a:ahLst/>
            <a:cxnLst/>
            <a:rect l="l" t="t" r="r" b="b"/>
            <a:pathLst>
              <a:path w="6350" h="28575">
                <a:moveTo>
                  <a:pt x="0" y="0"/>
                </a:moveTo>
                <a:lnTo>
                  <a:pt x="559" y="4570"/>
                </a:lnTo>
                <a:lnTo>
                  <a:pt x="559" y="27967"/>
                </a:lnTo>
                <a:lnTo>
                  <a:pt x="4673" y="27959"/>
                </a:lnTo>
                <a:lnTo>
                  <a:pt x="4680" y="4570"/>
                </a:lnTo>
                <a:lnTo>
                  <a:pt x="6052" y="449"/>
                </a:lnTo>
                <a:lnTo>
                  <a:pt x="3120" y="354"/>
                </a:lnTo>
                <a:lnTo>
                  <a:pt x="0" y="0"/>
                </a:lnTo>
                <a:close/>
              </a:path>
            </a:pathLst>
          </a:custGeom>
          <a:solidFill>
            <a:srgbClr val="D2C8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53" name="bg object 1853"/>
          <p:cNvSpPr/>
          <p:nvPr/>
        </p:nvSpPr>
        <p:spPr>
          <a:xfrm>
            <a:off x="2120213" y="3876270"/>
            <a:ext cx="12065" cy="18415"/>
          </a:xfrm>
          <a:custGeom>
            <a:avLst/>
            <a:gdLst/>
            <a:ahLst/>
            <a:cxnLst/>
            <a:rect l="l" t="t" r="r" b="b"/>
            <a:pathLst>
              <a:path w="12064" h="18414">
                <a:moveTo>
                  <a:pt x="6044" y="0"/>
                </a:moveTo>
                <a:lnTo>
                  <a:pt x="5697" y="3940"/>
                </a:lnTo>
                <a:lnTo>
                  <a:pt x="7265" y="8116"/>
                </a:lnTo>
                <a:lnTo>
                  <a:pt x="0" y="12537"/>
                </a:lnTo>
                <a:lnTo>
                  <a:pt x="2427" y="16934"/>
                </a:lnTo>
                <a:lnTo>
                  <a:pt x="6012" y="17911"/>
                </a:lnTo>
                <a:lnTo>
                  <a:pt x="6343" y="16666"/>
                </a:lnTo>
                <a:lnTo>
                  <a:pt x="6335" y="14617"/>
                </a:lnTo>
                <a:lnTo>
                  <a:pt x="11158" y="12569"/>
                </a:lnTo>
                <a:lnTo>
                  <a:pt x="11229" y="9038"/>
                </a:lnTo>
                <a:lnTo>
                  <a:pt x="11536" y="5508"/>
                </a:lnTo>
                <a:lnTo>
                  <a:pt x="11505" y="31"/>
                </a:lnTo>
                <a:lnTo>
                  <a:pt x="6044" y="0"/>
                </a:lnTo>
                <a:close/>
              </a:path>
            </a:pathLst>
          </a:custGeom>
          <a:solidFill>
            <a:srgbClr val="C5BE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54" name="bg object 1854"/>
          <p:cNvSpPr/>
          <p:nvPr/>
        </p:nvSpPr>
        <p:spPr>
          <a:xfrm>
            <a:off x="2127587" y="3841838"/>
            <a:ext cx="4445" cy="18415"/>
          </a:xfrm>
          <a:custGeom>
            <a:avLst/>
            <a:gdLst/>
            <a:ahLst/>
            <a:cxnLst/>
            <a:rect l="l" t="t" r="r" b="b"/>
            <a:pathLst>
              <a:path w="4444" h="18414">
                <a:moveTo>
                  <a:pt x="0" y="0"/>
                </a:moveTo>
                <a:lnTo>
                  <a:pt x="78" y="6580"/>
                </a:lnTo>
                <a:lnTo>
                  <a:pt x="15" y="10149"/>
                </a:lnTo>
                <a:lnTo>
                  <a:pt x="70" y="16391"/>
                </a:lnTo>
                <a:lnTo>
                  <a:pt x="1442" y="17833"/>
                </a:lnTo>
                <a:lnTo>
                  <a:pt x="4145" y="17927"/>
                </a:lnTo>
                <a:lnTo>
                  <a:pt x="4137" y="47"/>
                </a:lnTo>
                <a:lnTo>
                  <a:pt x="0" y="0"/>
                </a:lnTo>
                <a:close/>
              </a:path>
            </a:pathLst>
          </a:custGeom>
          <a:solidFill>
            <a:srgbClr val="C3B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55" name="bg object 1855"/>
          <p:cNvSpPr/>
          <p:nvPr/>
        </p:nvSpPr>
        <p:spPr>
          <a:xfrm>
            <a:off x="2126255" y="3868001"/>
            <a:ext cx="5715" cy="8890"/>
          </a:xfrm>
          <a:custGeom>
            <a:avLst/>
            <a:gdLst/>
            <a:ahLst/>
            <a:cxnLst/>
            <a:rect l="l" t="t" r="r" b="b"/>
            <a:pathLst>
              <a:path w="5714" h="8889">
                <a:moveTo>
                  <a:pt x="5461" y="0"/>
                </a:moveTo>
                <a:lnTo>
                  <a:pt x="71" y="1071"/>
                </a:lnTo>
                <a:lnTo>
                  <a:pt x="0" y="8297"/>
                </a:lnTo>
                <a:lnTo>
                  <a:pt x="5461" y="8297"/>
                </a:lnTo>
                <a:lnTo>
                  <a:pt x="5461" y="0"/>
                </a:lnTo>
                <a:close/>
              </a:path>
            </a:pathLst>
          </a:custGeom>
          <a:solidFill>
            <a:srgbClr val="B9AC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56" name="bg object 1856"/>
          <p:cNvSpPr/>
          <p:nvPr/>
        </p:nvSpPr>
        <p:spPr>
          <a:xfrm>
            <a:off x="2121859" y="3903616"/>
            <a:ext cx="5080" cy="8890"/>
          </a:xfrm>
          <a:custGeom>
            <a:avLst/>
            <a:gdLst/>
            <a:ahLst/>
            <a:cxnLst/>
            <a:rect l="l" t="t" r="r" b="b"/>
            <a:pathLst>
              <a:path w="5080" h="8889">
                <a:moveTo>
                  <a:pt x="1804" y="0"/>
                </a:moveTo>
                <a:lnTo>
                  <a:pt x="0" y="646"/>
                </a:lnTo>
                <a:lnTo>
                  <a:pt x="378" y="5327"/>
                </a:lnTo>
                <a:lnTo>
                  <a:pt x="267" y="6887"/>
                </a:lnTo>
                <a:lnTo>
                  <a:pt x="267" y="8447"/>
                </a:lnTo>
                <a:lnTo>
                  <a:pt x="2844" y="8636"/>
                </a:lnTo>
                <a:lnTo>
                  <a:pt x="4649" y="7990"/>
                </a:lnTo>
                <a:lnTo>
                  <a:pt x="4279" y="3301"/>
                </a:lnTo>
                <a:lnTo>
                  <a:pt x="4373" y="1741"/>
                </a:lnTo>
                <a:lnTo>
                  <a:pt x="4373" y="181"/>
                </a:lnTo>
                <a:lnTo>
                  <a:pt x="1804" y="0"/>
                </a:lnTo>
                <a:close/>
              </a:path>
            </a:pathLst>
          </a:custGeom>
          <a:solidFill>
            <a:srgbClr val="C6BC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57" name="bg object 1857"/>
          <p:cNvSpPr/>
          <p:nvPr/>
        </p:nvSpPr>
        <p:spPr>
          <a:xfrm>
            <a:off x="2137214" y="3801543"/>
            <a:ext cx="14604" cy="13335"/>
          </a:xfrm>
          <a:custGeom>
            <a:avLst/>
            <a:gdLst/>
            <a:ahLst/>
            <a:cxnLst/>
            <a:rect l="l" t="t" r="r" b="b"/>
            <a:pathLst>
              <a:path w="14605" h="13335">
                <a:moveTo>
                  <a:pt x="14294" y="0"/>
                </a:moveTo>
                <a:lnTo>
                  <a:pt x="11197" y="323"/>
                </a:lnTo>
                <a:lnTo>
                  <a:pt x="8258" y="433"/>
                </a:lnTo>
                <a:lnTo>
                  <a:pt x="8431" y="3010"/>
                </a:lnTo>
                <a:lnTo>
                  <a:pt x="7793" y="4830"/>
                </a:lnTo>
                <a:lnTo>
                  <a:pt x="3112" y="4452"/>
                </a:lnTo>
                <a:lnTo>
                  <a:pt x="1552" y="4554"/>
                </a:lnTo>
                <a:lnTo>
                  <a:pt x="0" y="4554"/>
                </a:lnTo>
                <a:lnTo>
                  <a:pt x="55" y="8660"/>
                </a:lnTo>
                <a:lnTo>
                  <a:pt x="5492" y="11457"/>
                </a:lnTo>
                <a:lnTo>
                  <a:pt x="8242" y="12805"/>
                </a:lnTo>
                <a:lnTo>
                  <a:pt x="9038" y="11442"/>
                </a:lnTo>
                <a:lnTo>
                  <a:pt x="9692" y="9054"/>
                </a:lnTo>
                <a:lnTo>
                  <a:pt x="13601" y="8463"/>
                </a:lnTo>
                <a:lnTo>
                  <a:pt x="13822" y="6769"/>
                </a:lnTo>
                <a:lnTo>
                  <a:pt x="13735" y="4554"/>
                </a:lnTo>
                <a:lnTo>
                  <a:pt x="14294" y="0"/>
                </a:lnTo>
                <a:close/>
              </a:path>
            </a:pathLst>
          </a:custGeom>
          <a:solidFill>
            <a:srgbClr val="D5D2E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58" name="bg object 1858"/>
          <p:cNvSpPr/>
          <p:nvPr/>
        </p:nvSpPr>
        <p:spPr>
          <a:xfrm>
            <a:off x="2135852" y="3819861"/>
            <a:ext cx="13970" cy="18415"/>
          </a:xfrm>
          <a:custGeom>
            <a:avLst/>
            <a:gdLst/>
            <a:ahLst/>
            <a:cxnLst/>
            <a:rect l="l" t="t" r="r" b="b"/>
            <a:pathLst>
              <a:path w="13969" h="18414">
                <a:moveTo>
                  <a:pt x="9606" y="0"/>
                </a:moveTo>
                <a:lnTo>
                  <a:pt x="5484" y="0"/>
                </a:lnTo>
                <a:lnTo>
                  <a:pt x="5476" y="5689"/>
                </a:lnTo>
                <a:lnTo>
                  <a:pt x="5374" y="7249"/>
                </a:lnTo>
                <a:lnTo>
                  <a:pt x="5744" y="11938"/>
                </a:lnTo>
                <a:lnTo>
                  <a:pt x="3940" y="12576"/>
                </a:lnTo>
                <a:lnTo>
                  <a:pt x="1363" y="12387"/>
                </a:lnTo>
                <a:lnTo>
                  <a:pt x="0" y="16509"/>
                </a:lnTo>
                <a:lnTo>
                  <a:pt x="5484" y="16509"/>
                </a:lnTo>
                <a:lnTo>
                  <a:pt x="9590" y="17880"/>
                </a:lnTo>
                <a:lnTo>
                  <a:pt x="9606" y="15650"/>
                </a:lnTo>
                <a:lnTo>
                  <a:pt x="9661" y="13428"/>
                </a:lnTo>
                <a:lnTo>
                  <a:pt x="9566" y="8195"/>
                </a:lnTo>
                <a:lnTo>
                  <a:pt x="13703" y="8274"/>
                </a:lnTo>
                <a:lnTo>
                  <a:pt x="13719" y="4137"/>
                </a:lnTo>
                <a:lnTo>
                  <a:pt x="10583" y="4523"/>
                </a:lnTo>
                <a:lnTo>
                  <a:pt x="9204" y="3152"/>
                </a:lnTo>
                <a:lnTo>
                  <a:pt x="9606" y="0"/>
                </a:lnTo>
                <a:close/>
              </a:path>
            </a:pathLst>
          </a:custGeom>
          <a:solidFill>
            <a:srgbClr val="C7B8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59" name="bg object 1859"/>
          <p:cNvSpPr/>
          <p:nvPr/>
        </p:nvSpPr>
        <p:spPr>
          <a:xfrm>
            <a:off x="2137253" y="3810201"/>
            <a:ext cx="8255" cy="10160"/>
          </a:xfrm>
          <a:custGeom>
            <a:avLst/>
            <a:gdLst/>
            <a:ahLst/>
            <a:cxnLst/>
            <a:rect l="l" t="t" r="r" b="b"/>
            <a:pathLst>
              <a:path w="8255" h="10160">
                <a:moveTo>
                  <a:pt x="15" y="0"/>
                </a:moveTo>
                <a:lnTo>
                  <a:pt x="0" y="8250"/>
                </a:lnTo>
                <a:lnTo>
                  <a:pt x="4089" y="9653"/>
                </a:lnTo>
                <a:lnTo>
                  <a:pt x="8203" y="9661"/>
                </a:lnTo>
                <a:lnTo>
                  <a:pt x="8203" y="4145"/>
                </a:lnTo>
                <a:lnTo>
                  <a:pt x="5461" y="2797"/>
                </a:lnTo>
                <a:lnTo>
                  <a:pt x="15" y="0"/>
                </a:lnTo>
                <a:close/>
              </a:path>
            </a:pathLst>
          </a:custGeom>
          <a:solidFill>
            <a:srgbClr val="CBC6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60" name="bg object 1860"/>
          <p:cNvSpPr/>
          <p:nvPr/>
        </p:nvSpPr>
        <p:spPr>
          <a:xfrm>
            <a:off x="2136739" y="3818454"/>
            <a:ext cx="5080" cy="6350"/>
          </a:xfrm>
          <a:custGeom>
            <a:avLst/>
            <a:gdLst/>
            <a:ahLst/>
            <a:cxnLst/>
            <a:rect l="l" t="t" r="r" b="b"/>
            <a:pathLst>
              <a:path w="5080" h="6350">
                <a:moveTo>
                  <a:pt x="512" y="0"/>
                </a:moveTo>
                <a:lnTo>
                  <a:pt x="378" y="2947"/>
                </a:lnTo>
                <a:lnTo>
                  <a:pt x="0" y="6083"/>
                </a:lnTo>
                <a:lnTo>
                  <a:pt x="4586" y="5547"/>
                </a:lnTo>
                <a:lnTo>
                  <a:pt x="4602" y="1402"/>
                </a:lnTo>
                <a:lnTo>
                  <a:pt x="512" y="0"/>
                </a:lnTo>
                <a:close/>
              </a:path>
            </a:pathLst>
          </a:custGeom>
          <a:solidFill>
            <a:srgbClr val="BCB2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61" name="bg object 1861"/>
          <p:cNvSpPr/>
          <p:nvPr/>
        </p:nvSpPr>
        <p:spPr>
          <a:xfrm>
            <a:off x="2150942" y="4002886"/>
            <a:ext cx="31750" cy="32384"/>
          </a:xfrm>
          <a:custGeom>
            <a:avLst/>
            <a:gdLst/>
            <a:ahLst/>
            <a:cxnLst/>
            <a:rect l="l" t="t" r="r" b="b"/>
            <a:pathLst>
              <a:path w="31750" h="32385">
                <a:moveTo>
                  <a:pt x="27384" y="25800"/>
                </a:moveTo>
                <a:lnTo>
                  <a:pt x="20662" y="25800"/>
                </a:lnTo>
                <a:lnTo>
                  <a:pt x="21664" y="27076"/>
                </a:lnTo>
                <a:lnTo>
                  <a:pt x="22797" y="32238"/>
                </a:lnTo>
                <a:lnTo>
                  <a:pt x="25240" y="32238"/>
                </a:lnTo>
                <a:lnTo>
                  <a:pt x="26383" y="27076"/>
                </a:lnTo>
                <a:lnTo>
                  <a:pt x="27384" y="25800"/>
                </a:lnTo>
                <a:close/>
              </a:path>
              <a:path w="31750" h="32385">
                <a:moveTo>
                  <a:pt x="7" y="4121"/>
                </a:moveTo>
                <a:lnTo>
                  <a:pt x="0" y="26146"/>
                </a:lnTo>
                <a:lnTo>
                  <a:pt x="8234" y="26146"/>
                </a:lnTo>
                <a:lnTo>
                  <a:pt x="8234" y="22033"/>
                </a:lnTo>
                <a:lnTo>
                  <a:pt x="4058" y="22033"/>
                </a:lnTo>
                <a:lnTo>
                  <a:pt x="4024" y="13428"/>
                </a:lnTo>
                <a:lnTo>
                  <a:pt x="4274" y="10480"/>
                </a:lnTo>
                <a:lnTo>
                  <a:pt x="4299" y="10181"/>
                </a:lnTo>
                <a:lnTo>
                  <a:pt x="4136" y="10181"/>
                </a:lnTo>
                <a:lnTo>
                  <a:pt x="5257" y="9369"/>
                </a:lnTo>
                <a:lnTo>
                  <a:pt x="5473" y="9149"/>
                </a:lnTo>
                <a:lnTo>
                  <a:pt x="5973" y="8487"/>
                </a:lnTo>
                <a:lnTo>
                  <a:pt x="15375" y="8487"/>
                </a:lnTo>
                <a:lnTo>
                  <a:pt x="13467" y="7809"/>
                </a:lnTo>
                <a:lnTo>
                  <a:pt x="13665" y="5256"/>
                </a:lnTo>
                <a:lnTo>
                  <a:pt x="3711" y="5256"/>
                </a:lnTo>
                <a:lnTo>
                  <a:pt x="7" y="4121"/>
                </a:lnTo>
                <a:close/>
              </a:path>
              <a:path w="31750" h="32385">
                <a:moveTo>
                  <a:pt x="29398" y="13428"/>
                </a:moveTo>
                <a:lnTo>
                  <a:pt x="16430" y="13428"/>
                </a:lnTo>
                <a:lnTo>
                  <a:pt x="20086" y="16359"/>
                </a:lnTo>
                <a:lnTo>
                  <a:pt x="17451" y="20756"/>
                </a:lnTo>
                <a:lnTo>
                  <a:pt x="16893" y="21773"/>
                </a:lnTo>
                <a:lnTo>
                  <a:pt x="17773" y="25800"/>
                </a:lnTo>
                <a:lnTo>
                  <a:pt x="17848" y="26146"/>
                </a:lnTo>
                <a:lnTo>
                  <a:pt x="20662" y="25800"/>
                </a:lnTo>
                <a:lnTo>
                  <a:pt x="30192" y="25800"/>
                </a:lnTo>
                <a:lnTo>
                  <a:pt x="30133" y="21773"/>
                </a:lnTo>
                <a:lnTo>
                  <a:pt x="23782" y="21773"/>
                </a:lnTo>
                <a:lnTo>
                  <a:pt x="23296" y="20756"/>
                </a:lnTo>
                <a:lnTo>
                  <a:pt x="23176" y="20504"/>
                </a:lnTo>
                <a:lnTo>
                  <a:pt x="22009" y="19188"/>
                </a:lnTo>
                <a:lnTo>
                  <a:pt x="22119" y="17998"/>
                </a:lnTo>
                <a:lnTo>
                  <a:pt x="22246" y="16611"/>
                </a:lnTo>
                <a:lnTo>
                  <a:pt x="23499" y="15327"/>
                </a:lnTo>
                <a:lnTo>
                  <a:pt x="24263" y="14011"/>
                </a:lnTo>
                <a:lnTo>
                  <a:pt x="30104" y="14011"/>
                </a:lnTo>
                <a:lnTo>
                  <a:pt x="29398" y="13428"/>
                </a:lnTo>
                <a:close/>
              </a:path>
              <a:path w="31750" h="32385">
                <a:moveTo>
                  <a:pt x="30192" y="25800"/>
                </a:moveTo>
                <a:lnTo>
                  <a:pt x="27384" y="25800"/>
                </a:lnTo>
                <a:lnTo>
                  <a:pt x="30197" y="26146"/>
                </a:lnTo>
                <a:lnTo>
                  <a:pt x="30192" y="25800"/>
                </a:lnTo>
                <a:close/>
              </a:path>
              <a:path w="31750" h="32385">
                <a:moveTo>
                  <a:pt x="30104" y="14011"/>
                </a:moveTo>
                <a:lnTo>
                  <a:pt x="24263" y="14011"/>
                </a:lnTo>
                <a:lnTo>
                  <a:pt x="27053" y="17998"/>
                </a:lnTo>
                <a:lnTo>
                  <a:pt x="23782" y="21773"/>
                </a:lnTo>
                <a:lnTo>
                  <a:pt x="30133" y="21773"/>
                </a:lnTo>
                <a:lnTo>
                  <a:pt x="30173" y="20504"/>
                </a:lnTo>
                <a:lnTo>
                  <a:pt x="31232" y="15650"/>
                </a:lnTo>
                <a:lnTo>
                  <a:pt x="31303" y="15327"/>
                </a:lnTo>
                <a:lnTo>
                  <a:pt x="31363" y="15051"/>
                </a:lnTo>
                <a:lnTo>
                  <a:pt x="30104" y="14011"/>
                </a:lnTo>
                <a:close/>
              </a:path>
              <a:path w="31750" h="32385">
                <a:moveTo>
                  <a:pt x="26083" y="8258"/>
                </a:moveTo>
                <a:lnTo>
                  <a:pt x="17841" y="8258"/>
                </a:lnTo>
                <a:lnTo>
                  <a:pt x="14727" y="8487"/>
                </a:lnTo>
                <a:lnTo>
                  <a:pt x="5973" y="8487"/>
                </a:lnTo>
                <a:lnTo>
                  <a:pt x="6721" y="9369"/>
                </a:lnTo>
                <a:lnTo>
                  <a:pt x="7959" y="10181"/>
                </a:lnTo>
                <a:lnTo>
                  <a:pt x="8442" y="13428"/>
                </a:lnTo>
                <a:lnTo>
                  <a:pt x="8389" y="14011"/>
                </a:lnTo>
                <a:lnTo>
                  <a:pt x="8296" y="15051"/>
                </a:lnTo>
                <a:lnTo>
                  <a:pt x="8259" y="17998"/>
                </a:lnTo>
                <a:lnTo>
                  <a:pt x="8071" y="17998"/>
                </a:lnTo>
                <a:lnTo>
                  <a:pt x="16430" y="13428"/>
                </a:lnTo>
                <a:lnTo>
                  <a:pt x="29398" y="13428"/>
                </a:lnTo>
                <a:lnTo>
                  <a:pt x="25831" y="10480"/>
                </a:lnTo>
                <a:lnTo>
                  <a:pt x="26088" y="9369"/>
                </a:lnTo>
                <a:lnTo>
                  <a:pt x="26083" y="8258"/>
                </a:lnTo>
                <a:close/>
              </a:path>
              <a:path w="31750" h="32385">
                <a:moveTo>
                  <a:pt x="13727" y="0"/>
                </a:moveTo>
                <a:lnTo>
                  <a:pt x="5492" y="0"/>
                </a:lnTo>
                <a:lnTo>
                  <a:pt x="3774" y="1520"/>
                </a:lnTo>
                <a:lnTo>
                  <a:pt x="3711" y="5256"/>
                </a:lnTo>
                <a:lnTo>
                  <a:pt x="13665" y="5256"/>
                </a:lnTo>
                <a:lnTo>
                  <a:pt x="13727" y="0"/>
                </a:lnTo>
                <a:close/>
              </a:path>
            </a:pathLst>
          </a:custGeom>
          <a:solidFill>
            <a:srgbClr val="B8B3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62" name="bg object 1862"/>
          <p:cNvSpPr/>
          <p:nvPr/>
        </p:nvSpPr>
        <p:spPr>
          <a:xfrm>
            <a:off x="2167883" y="3992729"/>
            <a:ext cx="15240" cy="18415"/>
          </a:xfrm>
          <a:custGeom>
            <a:avLst/>
            <a:gdLst/>
            <a:ahLst/>
            <a:cxnLst/>
            <a:rect l="l" t="t" r="r" b="b"/>
            <a:pathLst>
              <a:path w="15239" h="18414">
                <a:moveTo>
                  <a:pt x="13089" y="0"/>
                </a:moveTo>
                <a:lnTo>
                  <a:pt x="11781" y="110"/>
                </a:lnTo>
                <a:lnTo>
                  <a:pt x="9960" y="3554"/>
                </a:lnTo>
                <a:lnTo>
                  <a:pt x="9448" y="5334"/>
                </a:lnTo>
                <a:lnTo>
                  <a:pt x="2947" y="8376"/>
                </a:lnTo>
                <a:lnTo>
                  <a:pt x="0" y="12182"/>
                </a:lnTo>
                <a:lnTo>
                  <a:pt x="906" y="18416"/>
                </a:lnTo>
                <a:lnTo>
                  <a:pt x="9141" y="18416"/>
                </a:lnTo>
                <a:lnTo>
                  <a:pt x="8573" y="13837"/>
                </a:lnTo>
                <a:lnTo>
                  <a:pt x="11702" y="14184"/>
                </a:lnTo>
                <a:lnTo>
                  <a:pt x="14633" y="14287"/>
                </a:lnTo>
                <a:lnTo>
                  <a:pt x="14633" y="1899"/>
                </a:lnTo>
                <a:lnTo>
                  <a:pt x="13089" y="0"/>
                </a:lnTo>
                <a:close/>
              </a:path>
            </a:pathLst>
          </a:custGeom>
          <a:solidFill>
            <a:srgbClr val="BEB6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63" name="bg object 1863"/>
          <p:cNvSpPr/>
          <p:nvPr/>
        </p:nvSpPr>
        <p:spPr>
          <a:xfrm>
            <a:off x="2186624" y="4007003"/>
            <a:ext cx="4445" cy="13970"/>
          </a:xfrm>
          <a:custGeom>
            <a:avLst/>
            <a:gdLst/>
            <a:ahLst/>
            <a:cxnLst/>
            <a:rect l="l" t="t" r="r" b="b"/>
            <a:pathLst>
              <a:path w="4444" h="13970">
                <a:moveTo>
                  <a:pt x="7" y="0"/>
                </a:moveTo>
                <a:lnTo>
                  <a:pt x="0" y="9637"/>
                </a:lnTo>
                <a:lnTo>
                  <a:pt x="1725" y="13546"/>
                </a:lnTo>
                <a:lnTo>
                  <a:pt x="2521" y="12466"/>
                </a:lnTo>
                <a:lnTo>
                  <a:pt x="3695" y="11489"/>
                </a:lnTo>
                <a:lnTo>
                  <a:pt x="4428" y="8786"/>
                </a:lnTo>
                <a:lnTo>
                  <a:pt x="4129" y="7100"/>
                </a:lnTo>
                <a:lnTo>
                  <a:pt x="4105" y="23"/>
                </a:lnTo>
                <a:lnTo>
                  <a:pt x="7" y="0"/>
                </a:lnTo>
                <a:close/>
              </a:path>
            </a:pathLst>
          </a:custGeom>
          <a:solidFill>
            <a:srgbClr val="C6C1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64" name="bg object 1864"/>
          <p:cNvSpPr/>
          <p:nvPr/>
        </p:nvSpPr>
        <p:spPr>
          <a:xfrm>
            <a:off x="2182266" y="4007003"/>
            <a:ext cx="4445" cy="10160"/>
          </a:xfrm>
          <a:custGeom>
            <a:avLst/>
            <a:gdLst/>
            <a:ahLst/>
            <a:cxnLst/>
            <a:rect l="l" t="t" r="r" b="b"/>
            <a:pathLst>
              <a:path w="4444" h="10160">
                <a:moveTo>
                  <a:pt x="4373" y="7"/>
                </a:moveTo>
                <a:lnTo>
                  <a:pt x="252" y="7"/>
                </a:lnTo>
                <a:lnTo>
                  <a:pt x="252" y="2017"/>
                </a:lnTo>
                <a:lnTo>
                  <a:pt x="370" y="4034"/>
                </a:lnTo>
                <a:lnTo>
                  <a:pt x="0" y="9172"/>
                </a:lnTo>
                <a:lnTo>
                  <a:pt x="1757" y="9842"/>
                </a:lnTo>
                <a:lnTo>
                  <a:pt x="4357" y="9637"/>
                </a:lnTo>
                <a:lnTo>
                  <a:pt x="4365" y="0"/>
                </a:lnTo>
                <a:close/>
              </a:path>
            </a:pathLst>
          </a:custGeom>
          <a:solidFill>
            <a:srgbClr val="B8B3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65" name="bg object 1865"/>
          <p:cNvSpPr/>
          <p:nvPr/>
        </p:nvSpPr>
        <p:spPr>
          <a:xfrm>
            <a:off x="2145193" y="4033272"/>
            <a:ext cx="36195" cy="24130"/>
          </a:xfrm>
          <a:custGeom>
            <a:avLst/>
            <a:gdLst/>
            <a:ahLst/>
            <a:cxnLst/>
            <a:rect l="l" t="t" r="r" b="b"/>
            <a:pathLst>
              <a:path w="36194" h="24129">
                <a:moveTo>
                  <a:pt x="2419" y="0"/>
                </a:moveTo>
                <a:lnTo>
                  <a:pt x="1702" y="1166"/>
                </a:lnTo>
                <a:lnTo>
                  <a:pt x="591" y="2269"/>
                </a:lnTo>
                <a:lnTo>
                  <a:pt x="7" y="5461"/>
                </a:lnTo>
                <a:lnTo>
                  <a:pt x="260" y="7517"/>
                </a:lnTo>
                <a:lnTo>
                  <a:pt x="260" y="11079"/>
                </a:lnTo>
                <a:lnTo>
                  <a:pt x="370" y="12640"/>
                </a:lnTo>
                <a:lnTo>
                  <a:pt x="0" y="17313"/>
                </a:lnTo>
                <a:lnTo>
                  <a:pt x="1773" y="17982"/>
                </a:lnTo>
                <a:lnTo>
                  <a:pt x="4357" y="17777"/>
                </a:lnTo>
                <a:lnTo>
                  <a:pt x="13979" y="17762"/>
                </a:lnTo>
                <a:lnTo>
                  <a:pt x="13798" y="15169"/>
                </a:lnTo>
                <a:lnTo>
                  <a:pt x="14452" y="13388"/>
                </a:lnTo>
                <a:lnTo>
                  <a:pt x="19125" y="13759"/>
                </a:lnTo>
                <a:lnTo>
                  <a:pt x="20685" y="13656"/>
                </a:lnTo>
                <a:lnTo>
                  <a:pt x="23593" y="13648"/>
                </a:lnTo>
                <a:lnTo>
                  <a:pt x="24980" y="13790"/>
                </a:lnTo>
                <a:lnTo>
                  <a:pt x="30299" y="13144"/>
                </a:lnTo>
                <a:lnTo>
                  <a:pt x="32482" y="14405"/>
                </a:lnTo>
                <a:lnTo>
                  <a:pt x="31403" y="21938"/>
                </a:lnTo>
                <a:lnTo>
                  <a:pt x="32553" y="23688"/>
                </a:lnTo>
                <a:lnTo>
                  <a:pt x="35957" y="23286"/>
                </a:lnTo>
                <a:lnTo>
                  <a:pt x="35949" y="19149"/>
                </a:lnTo>
                <a:lnTo>
                  <a:pt x="36005" y="11907"/>
                </a:lnTo>
                <a:lnTo>
                  <a:pt x="35831" y="6067"/>
                </a:lnTo>
                <a:lnTo>
                  <a:pt x="33782" y="4247"/>
                </a:lnTo>
                <a:lnTo>
                  <a:pt x="29976" y="11410"/>
                </a:lnTo>
                <a:lnTo>
                  <a:pt x="28810" y="9377"/>
                </a:lnTo>
                <a:lnTo>
                  <a:pt x="26154" y="5208"/>
                </a:lnTo>
                <a:lnTo>
                  <a:pt x="23759" y="5571"/>
                </a:lnTo>
                <a:lnTo>
                  <a:pt x="22230" y="5390"/>
                </a:lnTo>
                <a:lnTo>
                  <a:pt x="18108" y="5390"/>
                </a:lnTo>
                <a:lnTo>
                  <a:pt x="18510" y="8825"/>
                </a:lnTo>
                <a:lnTo>
                  <a:pt x="16722" y="9582"/>
                </a:lnTo>
                <a:lnTo>
                  <a:pt x="10496" y="9606"/>
                </a:lnTo>
                <a:lnTo>
                  <a:pt x="9637" y="8140"/>
                </a:lnTo>
                <a:lnTo>
                  <a:pt x="9850" y="5405"/>
                </a:lnTo>
                <a:lnTo>
                  <a:pt x="7163" y="3262"/>
                </a:lnTo>
                <a:lnTo>
                  <a:pt x="4696" y="1457"/>
                </a:lnTo>
                <a:lnTo>
                  <a:pt x="2419" y="0"/>
                </a:lnTo>
                <a:close/>
              </a:path>
            </a:pathLst>
          </a:custGeom>
          <a:solidFill>
            <a:srgbClr val="BBB3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66" name="bg object 1866"/>
          <p:cNvSpPr/>
          <p:nvPr/>
        </p:nvSpPr>
        <p:spPr>
          <a:xfrm>
            <a:off x="2159177" y="4016313"/>
            <a:ext cx="12065" cy="22860"/>
          </a:xfrm>
          <a:custGeom>
            <a:avLst/>
            <a:gdLst/>
            <a:ahLst/>
            <a:cxnLst/>
            <a:rect l="l" t="t" r="r" b="b"/>
            <a:pathLst>
              <a:path w="12064" h="22860">
                <a:moveTo>
                  <a:pt x="8195" y="0"/>
                </a:moveTo>
                <a:lnTo>
                  <a:pt x="23" y="4468"/>
                </a:lnTo>
                <a:lnTo>
                  <a:pt x="0" y="12710"/>
                </a:lnTo>
                <a:lnTo>
                  <a:pt x="2616" y="12521"/>
                </a:lnTo>
                <a:lnTo>
                  <a:pt x="4365" y="13199"/>
                </a:lnTo>
                <a:lnTo>
                  <a:pt x="4003" y="18337"/>
                </a:lnTo>
                <a:lnTo>
                  <a:pt x="4121" y="20346"/>
                </a:lnTo>
                <a:lnTo>
                  <a:pt x="4121" y="22348"/>
                </a:lnTo>
                <a:lnTo>
                  <a:pt x="8242" y="22348"/>
                </a:lnTo>
                <a:lnTo>
                  <a:pt x="9613" y="12718"/>
                </a:lnTo>
                <a:lnTo>
                  <a:pt x="8644" y="8282"/>
                </a:lnTo>
                <a:lnTo>
                  <a:pt x="11851" y="2931"/>
                </a:lnTo>
                <a:lnTo>
                  <a:pt x="8195" y="0"/>
                </a:lnTo>
                <a:close/>
              </a:path>
            </a:pathLst>
          </a:custGeom>
          <a:solidFill>
            <a:srgbClr val="C1B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67" name="bg object 1867"/>
          <p:cNvSpPr/>
          <p:nvPr/>
        </p:nvSpPr>
        <p:spPr>
          <a:xfrm>
            <a:off x="2183899" y="4093951"/>
            <a:ext cx="18415" cy="20955"/>
          </a:xfrm>
          <a:custGeom>
            <a:avLst/>
            <a:gdLst/>
            <a:ahLst/>
            <a:cxnLst/>
            <a:rect l="l" t="t" r="r" b="b"/>
            <a:pathLst>
              <a:path w="18414" h="20954">
                <a:moveTo>
                  <a:pt x="13786" y="6911"/>
                </a:moveTo>
                <a:lnTo>
                  <a:pt x="8197" y="6911"/>
                </a:lnTo>
                <a:lnTo>
                  <a:pt x="9363" y="8100"/>
                </a:lnTo>
                <a:lnTo>
                  <a:pt x="9639" y="11253"/>
                </a:lnTo>
                <a:lnTo>
                  <a:pt x="9599" y="20394"/>
                </a:lnTo>
                <a:lnTo>
                  <a:pt x="17818" y="16280"/>
                </a:lnTo>
                <a:lnTo>
                  <a:pt x="17818" y="12348"/>
                </a:lnTo>
                <a:lnTo>
                  <a:pt x="15202" y="12348"/>
                </a:lnTo>
                <a:lnTo>
                  <a:pt x="13606" y="11686"/>
                </a:lnTo>
                <a:lnTo>
                  <a:pt x="13516" y="11253"/>
                </a:lnTo>
                <a:lnTo>
                  <a:pt x="13671" y="8762"/>
                </a:lnTo>
                <a:lnTo>
                  <a:pt x="13786" y="6911"/>
                </a:lnTo>
                <a:close/>
              </a:path>
              <a:path w="18414" h="20954">
                <a:moveTo>
                  <a:pt x="4572" y="2277"/>
                </a:moveTo>
                <a:lnTo>
                  <a:pt x="1372" y="2513"/>
                </a:lnTo>
                <a:lnTo>
                  <a:pt x="479" y="11253"/>
                </a:lnTo>
                <a:lnTo>
                  <a:pt x="0" y="16280"/>
                </a:lnTo>
                <a:lnTo>
                  <a:pt x="5478" y="16280"/>
                </a:lnTo>
                <a:lnTo>
                  <a:pt x="5383" y="11253"/>
                </a:lnTo>
                <a:lnTo>
                  <a:pt x="5685" y="8762"/>
                </a:lnTo>
                <a:lnTo>
                  <a:pt x="5766" y="8100"/>
                </a:lnTo>
                <a:lnTo>
                  <a:pt x="7030" y="7320"/>
                </a:lnTo>
                <a:lnTo>
                  <a:pt x="8197" y="6911"/>
                </a:lnTo>
                <a:lnTo>
                  <a:pt x="13786" y="6911"/>
                </a:lnTo>
                <a:lnTo>
                  <a:pt x="13773" y="3475"/>
                </a:lnTo>
                <a:lnTo>
                  <a:pt x="8063" y="3475"/>
                </a:lnTo>
                <a:lnTo>
                  <a:pt x="4572" y="2277"/>
                </a:lnTo>
                <a:close/>
              </a:path>
              <a:path w="18414" h="20954">
                <a:moveTo>
                  <a:pt x="17818" y="12135"/>
                </a:moveTo>
                <a:lnTo>
                  <a:pt x="15202" y="12348"/>
                </a:lnTo>
                <a:lnTo>
                  <a:pt x="17818" y="12348"/>
                </a:lnTo>
                <a:lnTo>
                  <a:pt x="17818" y="12135"/>
                </a:lnTo>
                <a:close/>
              </a:path>
              <a:path w="18414" h="20954">
                <a:moveTo>
                  <a:pt x="10986" y="0"/>
                </a:moveTo>
                <a:lnTo>
                  <a:pt x="8063" y="3475"/>
                </a:lnTo>
                <a:lnTo>
                  <a:pt x="13773" y="3475"/>
                </a:lnTo>
                <a:lnTo>
                  <a:pt x="13713" y="1134"/>
                </a:lnTo>
                <a:lnTo>
                  <a:pt x="12673" y="843"/>
                </a:lnTo>
                <a:lnTo>
                  <a:pt x="10986" y="0"/>
                </a:lnTo>
                <a:close/>
              </a:path>
            </a:pathLst>
          </a:custGeom>
          <a:solidFill>
            <a:srgbClr val="AAA3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68" name="bg object 1868"/>
          <p:cNvSpPr/>
          <p:nvPr/>
        </p:nvSpPr>
        <p:spPr>
          <a:xfrm>
            <a:off x="2157813" y="4078569"/>
            <a:ext cx="36195" cy="31750"/>
          </a:xfrm>
          <a:custGeom>
            <a:avLst/>
            <a:gdLst/>
            <a:ahLst/>
            <a:cxnLst/>
            <a:rect l="l" t="t" r="r" b="b"/>
            <a:pathLst>
              <a:path w="36194" h="31750">
                <a:moveTo>
                  <a:pt x="27115" y="21245"/>
                </a:moveTo>
                <a:lnTo>
                  <a:pt x="18369" y="21245"/>
                </a:lnTo>
                <a:lnTo>
                  <a:pt x="17833" y="26154"/>
                </a:lnTo>
                <a:lnTo>
                  <a:pt x="17848" y="31647"/>
                </a:lnTo>
                <a:lnTo>
                  <a:pt x="26060" y="31647"/>
                </a:lnTo>
                <a:lnTo>
                  <a:pt x="27034" y="22041"/>
                </a:lnTo>
                <a:lnTo>
                  <a:pt x="27115" y="21245"/>
                </a:lnTo>
                <a:close/>
              </a:path>
              <a:path w="36194" h="31750">
                <a:moveTo>
                  <a:pt x="13678" y="7502"/>
                </a:moveTo>
                <a:lnTo>
                  <a:pt x="6083" y="7502"/>
                </a:lnTo>
                <a:lnTo>
                  <a:pt x="3987" y="12695"/>
                </a:lnTo>
                <a:lnTo>
                  <a:pt x="4089" y="22041"/>
                </a:lnTo>
                <a:lnTo>
                  <a:pt x="14885" y="22041"/>
                </a:lnTo>
                <a:lnTo>
                  <a:pt x="18369" y="21245"/>
                </a:lnTo>
                <a:lnTo>
                  <a:pt x="27115" y="21245"/>
                </a:lnTo>
                <a:lnTo>
                  <a:pt x="27455" y="17896"/>
                </a:lnTo>
                <a:lnTo>
                  <a:pt x="27431" y="17604"/>
                </a:lnTo>
                <a:lnTo>
                  <a:pt x="15279" y="17604"/>
                </a:lnTo>
                <a:lnTo>
                  <a:pt x="14767" y="16714"/>
                </a:lnTo>
                <a:lnTo>
                  <a:pt x="13837" y="15839"/>
                </a:lnTo>
                <a:lnTo>
                  <a:pt x="13746" y="12695"/>
                </a:lnTo>
                <a:lnTo>
                  <a:pt x="13678" y="7502"/>
                </a:lnTo>
                <a:close/>
              </a:path>
              <a:path w="36194" h="31750">
                <a:moveTo>
                  <a:pt x="27226" y="4271"/>
                </a:moveTo>
                <a:lnTo>
                  <a:pt x="23334" y="4271"/>
                </a:lnTo>
                <a:lnTo>
                  <a:pt x="23357" y="8975"/>
                </a:lnTo>
                <a:lnTo>
                  <a:pt x="21586" y="12695"/>
                </a:lnTo>
                <a:lnTo>
                  <a:pt x="21473" y="12931"/>
                </a:lnTo>
                <a:lnTo>
                  <a:pt x="17958" y="15839"/>
                </a:lnTo>
                <a:lnTo>
                  <a:pt x="16833" y="16714"/>
                </a:lnTo>
                <a:lnTo>
                  <a:pt x="16115" y="17076"/>
                </a:lnTo>
                <a:lnTo>
                  <a:pt x="15279" y="17604"/>
                </a:lnTo>
                <a:lnTo>
                  <a:pt x="27431" y="17604"/>
                </a:lnTo>
                <a:lnTo>
                  <a:pt x="27361" y="16714"/>
                </a:lnTo>
                <a:lnTo>
                  <a:pt x="27250" y="15319"/>
                </a:lnTo>
                <a:lnTo>
                  <a:pt x="27776" y="13759"/>
                </a:lnTo>
                <a:lnTo>
                  <a:pt x="27864" y="13498"/>
                </a:lnTo>
                <a:lnTo>
                  <a:pt x="35658" y="13498"/>
                </a:lnTo>
                <a:lnTo>
                  <a:pt x="35658" y="9645"/>
                </a:lnTo>
                <a:lnTo>
                  <a:pt x="31587" y="9645"/>
                </a:lnTo>
                <a:lnTo>
                  <a:pt x="30197" y="8825"/>
                </a:lnTo>
                <a:lnTo>
                  <a:pt x="28339" y="8321"/>
                </a:lnTo>
                <a:lnTo>
                  <a:pt x="27838" y="8321"/>
                </a:lnTo>
                <a:lnTo>
                  <a:pt x="27271" y="4570"/>
                </a:lnTo>
                <a:lnTo>
                  <a:pt x="27226" y="4271"/>
                </a:lnTo>
                <a:close/>
              </a:path>
              <a:path w="36194" h="31750">
                <a:moveTo>
                  <a:pt x="35658" y="13498"/>
                </a:moveTo>
                <a:lnTo>
                  <a:pt x="27864" y="13498"/>
                </a:lnTo>
                <a:lnTo>
                  <a:pt x="31220" y="13759"/>
                </a:lnTo>
                <a:lnTo>
                  <a:pt x="35658" y="13759"/>
                </a:lnTo>
                <a:lnTo>
                  <a:pt x="35658" y="13498"/>
                </a:lnTo>
                <a:close/>
              </a:path>
              <a:path w="36194" h="31750">
                <a:moveTo>
                  <a:pt x="3294" y="4271"/>
                </a:moveTo>
                <a:lnTo>
                  <a:pt x="0" y="4271"/>
                </a:lnTo>
                <a:lnTo>
                  <a:pt x="0" y="8321"/>
                </a:lnTo>
                <a:lnTo>
                  <a:pt x="2616" y="8321"/>
                </a:lnTo>
                <a:lnTo>
                  <a:pt x="6083" y="7502"/>
                </a:lnTo>
                <a:lnTo>
                  <a:pt x="13678" y="7502"/>
                </a:lnTo>
                <a:lnTo>
                  <a:pt x="13694" y="4570"/>
                </a:lnTo>
                <a:lnTo>
                  <a:pt x="6052" y="4570"/>
                </a:lnTo>
                <a:lnTo>
                  <a:pt x="3294" y="4271"/>
                </a:lnTo>
                <a:close/>
              </a:path>
              <a:path w="36194" h="31750">
                <a:moveTo>
                  <a:pt x="13719" y="0"/>
                </a:moveTo>
                <a:lnTo>
                  <a:pt x="5484" y="0"/>
                </a:lnTo>
                <a:lnTo>
                  <a:pt x="6014" y="4271"/>
                </a:lnTo>
                <a:lnTo>
                  <a:pt x="6052" y="4570"/>
                </a:lnTo>
                <a:lnTo>
                  <a:pt x="13694" y="4570"/>
                </a:lnTo>
                <a:lnTo>
                  <a:pt x="13719" y="0"/>
                </a:lnTo>
                <a:close/>
              </a:path>
            </a:pathLst>
          </a:custGeom>
          <a:solidFill>
            <a:srgbClr val="BEB8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69" name="bg object 1869"/>
          <p:cNvSpPr/>
          <p:nvPr/>
        </p:nvSpPr>
        <p:spPr>
          <a:xfrm>
            <a:off x="2181110" y="4056508"/>
            <a:ext cx="8255" cy="22225"/>
          </a:xfrm>
          <a:custGeom>
            <a:avLst/>
            <a:gdLst/>
            <a:ahLst/>
            <a:cxnLst/>
            <a:rect l="l" t="t" r="r" b="b"/>
            <a:pathLst>
              <a:path w="8255" h="22225">
                <a:moveTo>
                  <a:pt x="2245" y="0"/>
                </a:moveTo>
                <a:lnTo>
                  <a:pt x="39" y="47"/>
                </a:lnTo>
                <a:lnTo>
                  <a:pt x="0" y="17943"/>
                </a:lnTo>
                <a:lnTo>
                  <a:pt x="39" y="22049"/>
                </a:lnTo>
                <a:lnTo>
                  <a:pt x="8250" y="22057"/>
                </a:lnTo>
                <a:lnTo>
                  <a:pt x="8250" y="13822"/>
                </a:lnTo>
                <a:lnTo>
                  <a:pt x="6083" y="13837"/>
                </a:lnTo>
                <a:lnTo>
                  <a:pt x="4050" y="13743"/>
                </a:lnTo>
                <a:lnTo>
                  <a:pt x="4223" y="8187"/>
                </a:lnTo>
                <a:lnTo>
                  <a:pt x="4074" y="5673"/>
                </a:lnTo>
                <a:lnTo>
                  <a:pt x="4231" y="118"/>
                </a:lnTo>
                <a:lnTo>
                  <a:pt x="2245" y="0"/>
                </a:lnTo>
                <a:close/>
              </a:path>
            </a:pathLst>
          </a:custGeom>
          <a:solidFill>
            <a:srgbClr val="CDC8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70" name="bg object 1870"/>
          <p:cNvSpPr/>
          <p:nvPr/>
        </p:nvSpPr>
        <p:spPr>
          <a:xfrm>
            <a:off x="2181152" y="4078561"/>
            <a:ext cx="8255" cy="10160"/>
          </a:xfrm>
          <a:custGeom>
            <a:avLst/>
            <a:gdLst/>
            <a:ahLst/>
            <a:cxnLst/>
            <a:rect l="l" t="t" r="r" b="b"/>
            <a:pathLst>
              <a:path w="8255" h="10160">
                <a:moveTo>
                  <a:pt x="8211" y="0"/>
                </a:moveTo>
                <a:lnTo>
                  <a:pt x="0" y="0"/>
                </a:lnTo>
                <a:lnTo>
                  <a:pt x="0" y="4137"/>
                </a:lnTo>
                <a:lnTo>
                  <a:pt x="2206" y="4050"/>
                </a:lnTo>
                <a:lnTo>
                  <a:pt x="3884" y="4271"/>
                </a:lnTo>
                <a:lnTo>
                  <a:pt x="4476" y="8187"/>
                </a:lnTo>
                <a:lnTo>
                  <a:pt x="6855" y="8833"/>
                </a:lnTo>
                <a:lnTo>
                  <a:pt x="8219" y="9637"/>
                </a:lnTo>
                <a:lnTo>
                  <a:pt x="8211" y="0"/>
                </a:lnTo>
                <a:close/>
              </a:path>
            </a:pathLst>
          </a:custGeom>
          <a:solidFill>
            <a:srgbClr val="C5C2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71" name="bg object 1871"/>
          <p:cNvSpPr/>
          <p:nvPr/>
        </p:nvSpPr>
        <p:spPr>
          <a:xfrm>
            <a:off x="2185063" y="4092067"/>
            <a:ext cx="12700" cy="5715"/>
          </a:xfrm>
          <a:custGeom>
            <a:avLst/>
            <a:gdLst/>
            <a:ahLst/>
            <a:cxnLst/>
            <a:rect l="l" t="t" r="r" b="b"/>
            <a:pathLst>
              <a:path w="12700" h="5714">
                <a:moveTo>
                  <a:pt x="614" y="0"/>
                </a:moveTo>
                <a:lnTo>
                  <a:pt x="0" y="1820"/>
                </a:lnTo>
                <a:lnTo>
                  <a:pt x="204" y="4397"/>
                </a:lnTo>
                <a:lnTo>
                  <a:pt x="3404" y="4160"/>
                </a:lnTo>
                <a:lnTo>
                  <a:pt x="6895" y="5358"/>
                </a:lnTo>
                <a:lnTo>
                  <a:pt x="9818" y="1883"/>
                </a:lnTo>
                <a:lnTo>
                  <a:pt x="11505" y="2726"/>
                </a:lnTo>
                <a:lnTo>
                  <a:pt x="12545" y="3018"/>
                </a:lnTo>
                <a:lnTo>
                  <a:pt x="12545" y="267"/>
                </a:lnTo>
                <a:lnTo>
                  <a:pt x="6863" y="267"/>
                </a:lnTo>
                <a:lnTo>
                  <a:pt x="5303" y="370"/>
                </a:lnTo>
                <a:lnTo>
                  <a:pt x="614" y="0"/>
                </a:lnTo>
                <a:close/>
              </a:path>
            </a:pathLst>
          </a:custGeom>
          <a:solidFill>
            <a:srgbClr val="B2A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72" name="bg object 1872"/>
          <p:cNvSpPr/>
          <p:nvPr/>
        </p:nvSpPr>
        <p:spPr>
          <a:xfrm>
            <a:off x="2178388" y="4154264"/>
            <a:ext cx="19050" cy="22225"/>
          </a:xfrm>
          <a:custGeom>
            <a:avLst/>
            <a:gdLst/>
            <a:ahLst/>
            <a:cxnLst/>
            <a:rect l="l" t="t" r="r" b="b"/>
            <a:pathLst>
              <a:path w="19050" h="22225">
                <a:moveTo>
                  <a:pt x="12718" y="17486"/>
                </a:moveTo>
                <a:lnTo>
                  <a:pt x="3136" y="17486"/>
                </a:lnTo>
                <a:lnTo>
                  <a:pt x="4523" y="18857"/>
                </a:lnTo>
                <a:lnTo>
                  <a:pt x="4129" y="22009"/>
                </a:lnTo>
                <a:lnTo>
                  <a:pt x="9629" y="22009"/>
                </a:lnTo>
                <a:lnTo>
                  <a:pt x="9952" y="20772"/>
                </a:lnTo>
                <a:lnTo>
                  <a:pt x="9930" y="18857"/>
                </a:lnTo>
                <a:lnTo>
                  <a:pt x="9666" y="18857"/>
                </a:lnTo>
                <a:lnTo>
                  <a:pt x="12718" y="17486"/>
                </a:lnTo>
                <a:close/>
              </a:path>
              <a:path w="19050" h="22225">
                <a:moveTo>
                  <a:pt x="39" y="13735"/>
                </a:moveTo>
                <a:lnTo>
                  <a:pt x="0" y="17880"/>
                </a:lnTo>
                <a:lnTo>
                  <a:pt x="3136" y="17486"/>
                </a:lnTo>
                <a:lnTo>
                  <a:pt x="12718" y="17486"/>
                </a:lnTo>
                <a:lnTo>
                  <a:pt x="17754" y="15224"/>
                </a:lnTo>
                <a:lnTo>
                  <a:pt x="17875" y="14247"/>
                </a:lnTo>
                <a:lnTo>
                  <a:pt x="3806" y="14247"/>
                </a:lnTo>
                <a:lnTo>
                  <a:pt x="39" y="13735"/>
                </a:lnTo>
                <a:close/>
              </a:path>
              <a:path w="19050" h="22225">
                <a:moveTo>
                  <a:pt x="5500" y="4121"/>
                </a:moveTo>
                <a:lnTo>
                  <a:pt x="5440" y="6209"/>
                </a:lnTo>
                <a:lnTo>
                  <a:pt x="5319" y="7265"/>
                </a:lnTo>
                <a:lnTo>
                  <a:pt x="6130" y="13238"/>
                </a:lnTo>
                <a:lnTo>
                  <a:pt x="3806" y="14247"/>
                </a:lnTo>
                <a:lnTo>
                  <a:pt x="17875" y="14247"/>
                </a:lnTo>
                <a:lnTo>
                  <a:pt x="18487" y="9322"/>
                </a:lnTo>
                <a:lnTo>
                  <a:pt x="18291" y="7265"/>
                </a:lnTo>
                <a:lnTo>
                  <a:pt x="18191" y="6209"/>
                </a:lnTo>
                <a:lnTo>
                  <a:pt x="13168" y="6209"/>
                </a:lnTo>
                <a:lnTo>
                  <a:pt x="5500" y="4121"/>
                </a:lnTo>
                <a:close/>
              </a:path>
              <a:path w="19050" h="22225">
                <a:moveTo>
                  <a:pt x="17825" y="0"/>
                </a:moveTo>
                <a:lnTo>
                  <a:pt x="13735" y="0"/>
                </a:lnTo>
                <a:lnTo>
                  <a:pt x="13216" y="5681"/>
                </a:lnTo>
                <a:lnTo>
                  <a:pt x="13168" y="6209"/>
                </a:lnTo>
                <a:lnTo>
                  <a:pt x="18191" y="6209"/>
                </a:lnTo>
                <a:lnTo>
                  <a:pt x="17856" y="2695"/>
                </a:lnTo>
                <a:lnTo>
                  <a:pt x="17825" y="0"/>
                </a:lnTo>
                <a:close/>
              </a:path>
            </a:pathLst>
          </a:custGeom>
          <a:solidFill>
            <a:srgbClr val="B3AC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73" name="bg object 1873"/>
          <p:cNvSpPr/>
          <p:nvPr/>
        </p:nvSpPr>
        <p:spPr>
          <a:xfrm>
            <a:off x="2183888" y="4140489"/>
            <a:ext cx="13970" cy="13970"/>
          </a:xfrm>
          <a:custGeom>
            <a:avLst/>
            <a:gdLst/>
            <a:ahLst/>
            <a:cxnLst/>
            <a:rect l="l" t="t" r="r" b="b"/>
            <a:pathLst>
              <a:path w="13969" h="13970">
                <a:moveTo>
                  <a:pt x="0" y="0"/>
                </a:moveTo>
                <a:lnTo>
                  <a:pt x="0" y="9653"/>
                </a:lnTo>
                <a:lnTo>
                  <a:pt x="1552" y="9653"/>
                </a:lnTo>
                <a:lnTo>
                  <a:pt x="3112" y="9747"/>
                </a:lnTo>
                <a:lnTo>
                  <a:pt x="7801" y="9377"/>
                </a:lnTo>
                <a:lnTo>
                  <a:pt x="8424" y="11190"/>
                </a:lnTo>
                <a:lnTo>
                  <a:pt x="8234" y="13774"/>
                </a:lnTo>
                <a:lnTo>
                  <a:pt x="12324" y="13774"/>
                </a:lnTo>
                <a:lnTo>
                  <a:pt x="13719" y="1394"/>
                </a:lnTo>
                <a:lnTo>
                  <a:pt x="0" y="0"/>
                </a:lnTo>
                <a:close/>
              </a:path>
            </a:pathLst>
          </a:custGeom>
          <a:solidFill>
            <a:srgbClr val="AEA4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74" name="bg object 1874"/>
          <p:cNvSpPr/>
          <p:nvPr/>
        </p:nvSpPr>
        <p:spPr>
          <a:xfrm>
            <a:off x="2209962" y="4150130"/>
            <a:ext cx="4445" cy="5715"/>
          </a:xfrm>
          <a:custGeom>
            <a:avLst/>
            <a:gdLst/>
            <a:ahLst/>
            <a:cxnLst/>
            <a:rect l="l" t="t" r="r" b="b"/>
            <a:pathLst>
              <a:path w="4444" h="5714">
                <a:moveTo>
                  <a:pt x="0" y="0"/>
                </a:moveTo>
                <a:lnTo>
                  <a:pt x="7" y="5508"/>
                </a:lnTo>
                <a:lnTo>
                  <a:pt x="4121" y="5500"/>
                </a:lnTo>
                <a:lnTo>
                  <a:pt x="4113" y="7"/>
                </a:lnTo>
                <a:lnTo>
                  <a:pt x="0" y="0"/>
                </a:lnTo>
                <a:close/>
              </a:path>
            </a:pathLst>
          </a:custGeom>
          <a:solidFill>
            <a:srgbClr val="ADA0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75" name="bg object 1875"/>
          <p:cNvSpPr/>
          <p:nvPr/>
        </p:nvSpPr>
        <p:spPr>
          <a:xfrm>
            <a:off x="2209404" y="4141419"/>
            <a:ext cx="6350" cy="5080"/>
          </a:xfrm>
          <a:custGeom>
            <a:avLst/>
            <a:gdLst/>
            <a:ahLst/>
            <a:cxnLst/>
            <a:rect l="l" t="t" r="r" b="b"/>
            <a:pathLst>
              <a:path w="6350" h="5079">
                <a:moveTo>
                  <a:pt x="0" y="0"/>
                </a:moveTo>
                <a:lnTo>
                  <a:pt x="567" y="4570"/>
                </a:lnTo>
                <a:lnTo>
                  <a:pt x="6052" y="4586"/>
                </a:lnTo>
                <a:lnTo>
                  <a:pt x="6036" y="464"/>
                </a:lnTo>
                <a:lnTo>
                  <a:pt x="3112" y="346"/>
                </a:lnTo>
                <a:lnTo>
                  <a:pt x="0" y="0"/>
                </a:lnTo>
                <a:close/>
              </a:path>
            </a:pathLst>
          </a:custGeom>
          <a:solidFill>
            <a:srgbClr val="8880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76" name="bg object 1876"/>
          <p:cNvSpPr/>
          <p:nvPr/>
        </p:nvSpPr>
        <p:spPr>
          <a:xfrm>
            <a:off x="2179527" y="4110216"/>
            <a:ext cx="4445" cy="40640"/>
          </a:xfrm>
          <a:custGeom>
            <a:avLst/>
            <a:gdLst/>
            <a:ahLst/>
            <a:cxnLst/>
            <a:rect l="l" t="t" r="r" b="b"/>
            <a:pathLst>
              <a:path w="4444" h="40639">
                <a:moveTo>
                  <a:pt x="4373" y="0"/>
                </a:moveTo>
                <a:lnTo>
                  <a:pt x="244" y="7"/>
                </a:lnTo>
                <a:lnTo>
                  <a:pt x="244" y="32293"/>
                </a:lnTo>
                <a:lnTo>
                  <a:pt x="362" y="34303"/>
                </a:lnTo>
                <a:lnTo>
                  <a:pt x="0" y="39448"/>
                </a:lnTo>
                <a:lnTo>
                  <a:pt x="1765" y="40110"/>
                </a:lnTo>
                <a:lnTo>
                  <a:pt x="4357" y="39905"/>
                </a:lnTo>
                <a:lnTo>
                  <a:pt x="4365" y="30276"/>
                </a:lnTo>
                <a:lnTo>
                  <a:pt x="4373" y="0"/>
                </a:lnTo>
                <a:close/>
              </a:path>
            </a:pathLst>
          </a:custGeom>
          <a:solidFill>
            <a:srgbClr val="B5AD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77" name="bg object 1877"/>
          <p:cNvSpPr/>
          <p:nvPr/>
        </p:nvSpPr>
        <p:spPr>
          <a:xfrm>
            <a:off x="2183899" y="4110220"/>
            <a:ext cx="6350" cy="8890"/>
          </a:xfrm>
          <a:custGeom>
            <a:avLst/>
            <a:gdLst/>
            <a:ahLst/>
            <a:cxnLst/>
            <a:rect l="l" t="t" r="r" b="b"/>
            <a:pathLst>
              <a:path w="6350" h="8889">
                <a:moveTo>
                  <a:pt x="5484" y="0"/>
                </a:moveTo>
                <a:lnTo>
                  <a:pt x="0" y="0"/>
                </a:lnTo>
                <a:lnTo>
                  <a:pt x="0" y="8250"/>
                </a:lnTo>
                <a:lnTo>
                  <a:pt x="3719" y="8731"/>
                </a:lnTo>
                <a:lnTo>
                  <a:pt x="6138" y="7801"/>
                </a:lnTo>
                <a:lnTo>
                  <a:pt x="5342" y="2245"/>
                </a:lnTo>
                <a:lnTo>
                  <a:pt x="5476" y="1111"/>
                </a:lnTo>
                <a:lnTo>
                  <a:pt x="5484" y="0"/>
                </a:lnTo>
                <a:close/>
              </a:path>
            </a:pathLst>
          </a:custGeom>
          <a:solidFill>
            <a:srgbClr val="A598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78" name="bg object 1878"/>
          <p:cNvSpPr/>
          <p:nvPr/>
        </p:nvSpPr>
        <p:spPr>
          <a:xfrm>
            <a:off x="2189282" y="4100866"/>
            <a:ext cx="4445" cy="9525"/>
          </a:xfrm>
          <a:custGeom>
            <a:avLst/>
            <a:gdLst/>
            <a:ahLst/>
            <a:cxnLst/>
            <a:rect l="l" t="t" r="r" b="b"/>
            <a:pathLst>
              <a:path w="4444" h="9525">
                <a:moveTo>
                  <a:pt x="2813" y="0"/>
                </a:moveTo>
                <a:lnTo>
                  <a:pt x="1646" y="401"/>
                </a:lnTo>
                <a:lnTo>
                  <a:pt x="386" y="1158"/>
                </a:lnTo>
                <a:lnTo>
                  <a:pt x="0" y="4334"/>
                </a:lnTo>
                <a:lnTo>
                  <a:pt x="133" y="6855"/>
                </a:lnTo>
                <a:lnTo>
                  <a:pt x="94" y="9353"/>
                </a:lnTo>
                <a:lnTo>
                  <a:pt x="4208" y="9353"/>
                </a:lnTo>
                <a:lnTo>
                  <a:pt x="4176" y="6847"/>
                </a:lnTo>
                <a:lnTo>
                  <a:pt x="4255" y="4342"/>
                </a:lnTo>
                <a:lnTo>
                  <a:pt x="3979" y="1189"/>
                </a:lnTo>
                <a:lnTo>
                  <a:pt x="2813" y="0"/>
                </a:lnTo>
                <a:close/>
              </a:path>
            </a:pathLst>
          </a:custGeom>
          <a:solidFill>
            <a:srgbClr val="9D98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79" name="bg object 1879"/>
          <p:cNvSpPr/>
          <p:nvPr/>
        </p:nvSpPr>
        <p:spPr>
          <a:xfrm>
            <a:off x="2145054" y="3806096"/>
            <a:ext cx="10795" cy="18415"/>
          </a:xfrm>
          <a:custGeom>
            <a:avLst/>
            <a:gdLst/>
            <a:ahLst/>
            <a:cxnLst/>
            <a:rect l="l" t="t" r="r" b="b"/>
            <a:pathLst>
              <a:path w="10794" h="18414">
                <a:moveTo>
                  <a:pt x="10015" y="0"/>
                </a:moveTo>
                <a:lnTo>
                  <a:pt x="5894" y="0"/>
                </a:lnTo>
                <a:lnTo>
                  <a:pt x="5981" y="2222"/>
                </a:lnTo>
                <a:lnTo>
                  <a:pt x="5760" y="3908"/>
                </a:lnTo>
                <a:lnTo>
                  <a:pt x="1851" y="4499"/>
                </a:lnTo>
                <a:lnTo>
                  <a:pt x="1205" y="6887"/>
                </a:lnTo>
                <a:lnTo>
                  <a:pt x="401" y="8250"/>
                </a:lnTo>
                <a:lnTo>
                  <a:pt x="401" y="13766"/>
                </a:lnTo>
                <a:lnTo>
                  <a:pt x="0" y="16911"/>
                </a:lnTo>
                <a:lnTo>
                  <a:pt x="1386" y="18290"/>
                </a:lnTo>
                <a:lnTo>
                  <a:pt x="4523" y="17896"/>
                </a:lnTo>
                <a:lnTo>
                  <a:pt x="5090" y="16572"/>
                </a:lnTo>
                <a:lnTo>
                  <a:pt x="5610" y="14129"/>
                </a:lnTo>
                <a:lnTo>
                  <a:pt x="10528" y="13908"/>
                </a:lnTo>
                <a:lnTo>
                  <a:pt x="10000" y="10985"/>
                </a:lnTo>
                <a:lnTo>
                  <a:pt x="10015" y="0"/>
                </a:lnTo>
                <a:close/>
              </a:path>
            </a:pathLst>
          </a:custGeom>
          <a:solidFill>
            <a:srgbClr val="C7C3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80" name="bg object 1880"/>
          <p:cNvSpPr/>
          <p:nvPr/>
        </p:nvSpPr>
        <p:spPr>
          <a:xfrm>
            <a:off x="2155070" y="3805690"/>
            <a:ext cx="5080" cy="10160"/>
          </a:xfrm>
          <a:custGeom>
            <a:avLst/>
            <a:gdLst/>
            <a:ahLst/>
            <a:cxnLst/>
            <a:rect l="l" t="t" r="r" b="b"/>
            <a:pathLst>
              <a:path w="5080" h="10160">
                <a:moveTo>
                  <a:pt x="3152" y="0"/>
                </a:moveTo>
                <a:lnTo>
                  <a:pt x="0" y="409"/>
                </a:lnTo>
                <a:lnTo>
                  <a:pt x="0" y="8660"/>
                </a:lnTo>
                <a:lnTo>
                  <a:pt x="4105" y="10039"/>
                </a:lnTo>
                <a:lnTo>
                  <a:pt x="4121" y="4546"/>
                </a:lnTo>
                <a:lnTo>
                  <a:pt x="4499" y="1418"/>
                </a:lnTo>
                <a:lnTo>
                  <a:pt x="3152" y="0"/>
                </a:lnTo>
                <a:close/>
              </a:path>
            </a:pathLst>
          </a:custGeom>
          <a:solidFill>
            <a:srgbClr val="D7D7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81" name="bg object 1881"/>
          <p:cNvSpPr/>
          <p:nvPr/>
        </p:nvSpPr>
        <p:spPr>
          <a:xfrm>
            <a:off x="2156827" y="3814954"/>
            <a:ext cx="10795" cy="19050"/>
          </a:xfrm>
          <a:custGeom>
            <a:avLst/>
            <a:gdLst/>
            <a:ahLst/>
            <a:cxnLst/>
            <a:rect l="l" t="t" r="r" b="b"/>
            <a:pathLst>
              <a:path w="10794" h="19050">
                <a:moveTo>
                  <a:pt x="7951" y="0"/>
                </a:moveTo>
                <a:lnTo>
                  <a:pt x="5831" y="4357"/>
                </a:lnTo>
                <a:lnTo>
                  <a:pt x="4594" y="5098"/>
                </a:lnTo>
                <a:lnTo>
                  <a:pt x="2364" y="4917"/>
                </a:lnTo>
                <a:lnTo>
                  <a:pt x="2348" y="9030"/>
                </a:lnTo>
                <a:lnTo>
                  <a:pt x="3136" y="12498"/>
                </a:lnTo>
                <a:lnTo>
                  <a:pt x="0" y="17644"/>
                </a:lnTo>
                <a:lnTo>
                  <a:pt x="6461" y="18676"/>
                </a:lnTo>
                <a:lnTo>
                  <a:pt x="6406" y="15768"/>
                </a:lnTo>
                <a:lnTo>
                  <a:pt x="5989" y="12584"/>
                </a:lnTo>
                <a:lnTo>
                  <a:pt x="10583" y="13168"/>
                </a:lnTo>
                <a:lnTo>
                  <a:pt x="10559" y="9787"/>
                </a:lnTo>
                <a:lnTo>
                  <a:pt x="10772" y="6383"/>
                </a:lnTo>
                <a:lnTo>
                  <a:pt x="10173" y="496"/>
                </a:lnTo>
                <a:lnTo>
                  <a:pt x="7951" y="0"/>
                </a:lnTo>
                <a:close/>
              </a:path>
            </a:pathLst>
          </a:custGeom>
          <a:solidFill>
            <a:srgbClr val="C1B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82" name="bg object 1882"/>
          <p:cNvSpPr/>
          <p:nvPr/>
        </p:nvSpPr>
        <p:spPr>
          <a:xfrm>
            <a:off x="2149578" y="3814353"/>
            <a:ext cx="10160" cy="13970"/>
          </a:xfrm>
          <a:custGeom>
            <a:avLst/>
            <a:gdLst/>
            <a:ahLst/>
            <a:cxnLst/>
            <a:rect l="l" t="t" r="r" b="b"/>
            <a:pathLst>
              <a:path w="10160" h="13970">
                <a:moveTo>
                  <a:pt x="5492" y="0"/>
                </a:moveTo>
                <a:lnTo>
                  <a:pt x="5476" y="2726"/>
                </a:lnTo>
                <a:lnTo>
                  <a:pt x="6004" y="5650"/>
                </a:lnTo>
                <a:lnTo>
                  <a:pt x="1087" y="5870"/>
                </a:lnTo>
                <a:lnTo>
                  <a:pt x="567" y="8313"/>
                </a:lnTo>
                <a:lnTo>
                  <a:pt x="0" y="9645"/>
                </a:lnTo>
                <a:lnTo>
                  <a:pt x="0" y="13751"/>
                </a:lnTo>
                <a:lnTo>
                  <a:pt x="5484" y="13766"/>
                </a:lnTo>
                <a:lnTo>
                  <a:pt x="5090" y="10622"/>
                </a:lnTo>
                <a:lnTo>
                  <a:pt x="6461" y="9243"/>
                </a:lnTo>
                <a:lnTo>
                  <a:pt x="9598" y="9629"/>
                </a:lnTo>
                <a:lnTo>
                  <a:pt x="9613" y="5516"/>
                </a:lnTo>
                <a:lnTo>
                  <a:pt x="9598" y="1379"/>
                </a:lnTo>
                <a:lnTo>
                  <a:pt x="5492" y="0"/>
                </a:lnTo>
                <a:close/>
              </a:path>
            </a:pathLst>
          </a:custGeom>
          <a:solidFill>
            <a:srgbClr val="D1CA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83" name="bg object 1883"/>
          <p:cNvSpPr/>
          <p:nvPr/>
        </p:nvSpPr>
        <p:spPr>
          <a:xfrm>
            <a:off x="2162816" y="3827539"/>
            <a:ext cx="9525" cy="14604"/>
          </a:xfrm>
          <a:custGeom>
            <a:avLst/>
            <a:gdLst/>
            <a:ahLst/>
            <a:cxnLst/>
            <a:rect l="l" t="t" r="r" b="b"/>
            <a:pathLst>
              <a:path w="9525" h="14604">
                <a:moveTo>
                  <a:pt x="0" y="0"/>
                </a:moveTo>
                <a:lnTo>
                  <a:pt x="417" y="3183"/>
                </a:lnTo>
                <a:lnTo>
                  <a:pt x="472" y="6091"/>
                </a:lnTo>
                <a:lnTo>
                  <a:pt x="472" y="7462"/>
                </a:lnTo>
                <a:lnTo>
                  <a:pt x="504" y="8825"/>
                </a:lnTo>
                <a:lnTo>
                  <a:pt x="449" y="12379"/>
                </a:lnTo>
                <a:lnTo>
                  <a:pt x="598" y="14263"/>
                </a:lnTo>
                <a:lnTo>
                  <a:pt x="6595" y="14420"/>
                </a:lnTo>
                <a:lnTo>
                  <a:pt x="9212" y="14365"/>
                </a:lnTo>
                <a:lnTo>
                  <a:pt x="8707" y="10228"/>
                </a:lnTo>
                <a:lnTo>
                  <a:pt x="6107" y="10409"/>
                </a:lnTo>
                <a:lnTo>
                  <a:pt x="4357" y="9732"/>
                </a:lnTo>
                <a:lnTo>
                  <a:pt x="4728" y="4602"/>
                </a:lnTo>
                <a:lnTo>
                  <a:pt x="4594" y="2584"/>
                </a:lnTo>
                <a:lnTo>
                  <a:pt x="4594" y="583"/>
                </a:lnTo>
                <a:lnTo>
                  <a:pt x="0" y="0"/>
                </a:lnTo>
                <a:close/>
              </a:path>
            </a:pathLst>
          </a:custGeom>
          <a:solidFill>
            <a:srgbClr val="B9AF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84" name="bg object 1884"/>
          <p:cNvSpPr/>
          <p:nvPr/>
        </p:nvSpPr>
        <p:spPr>
          <a:xfrm>
            <a:off x="2171545" y="3824000"/>
            <a:ext cx="5715" cy="13970"/>
          </a:xfrm>
          <a:custGeom>
            <a:avLst/>
            <a:gdLst/>
            <a:ahLst/>
            <a:cxnLst/>
            <a:rect l="l" t="t" r="r" b="b"/>
            <a:pathLst>
              <a:path w="5714" h="13970">
                <a:moveTo>
                  <a:pt x="5461" y="0"/>
                </a:moveTo>
                <a:lnTo>
                  <a:pt x="4105" y="788"/>
                </a:lnTo>
                <a:lnTo>
                  <a:pt x="1820" y="1355"/>
                </a:lnTo>
                <a:lnTo>
                  <a:pt x="661" y="6099"/>
                </a:lnTo>
                <a:lnTo>
                  <a:pt x="464" y="9952"/>
                </a:lnTo>
                <a:lnTo>
                  <a:pt x="0" y="13743"/>
                </a:lnTo>
                <a:lnTo>
                  <a:pt x="5468" y="13743"/>
                </a:lnTo>
                <a:lnTo>
                  <a:pt x="5461" y="0"/>
                </a:lnTo>
                <a:close/>
              </a:path>
            </a:pathLst>
          </a:custGeom>
          <a:solidFill>
            <a:srgbClr val="D3C9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85" name="bg object 1885"/>
          <p:cNvSpPr/>
          <p:nvPr/>
        </p:nvSpPr>
        <p:spPr>
          <a:xfrm>
            <a:off x="2144028" y="3845811"/>
            <a:ext cx="11430" cy="33020"/>
          </a:xfrm>
          <a:custGeom>
            <a:avLst/>
            <a:gdLst/>
            <a:ahLst/>
            <a:cxnLst/>
            <a:rect l="l" t="t" r="r" b="b"/>
            <a:pathLst>
              <a:path w="11430" h="33020">
                <a:moveTo>
                  <a:pt x="8171" y="0"/>
                </a:moveTo>
                <a:lnTo>
                  <a:pt x="5547" y="197"/>
                </a:lnTo>
                <a:lnTo>
                  <a:pt x="7549" y="8494"/>
                </a:lnTo>
                <a:lnTo>
                  <a:pt x="2419" y="15004"/>
                </a:lnTo>
                <a:lnTo>
                  <a:pt x="55" y="22214"/>
                </a:lnTo>
                <a:lnTo>
                  <a:pt x="70" y="24507"/>
                </a:lnTo>
                <a:lnTo>
                  <a:pt x="0" y="26800"/>
                </a:lnTo>
                <a:lnTo>
                  <a:pt x="307" y="32159"/>
                </a:lnTo>
                <a:lnTo>
                  <a:pt x="3301" y="32742"/>
                </a:lnTo>
                <a:lnTo>
                  <a:pt x="6201" y="28361"/>
                </a:lnTo>
                <a:lnTo>
                  <a:pt x="11292" y="27147"/>
                </a:lnTo>
                <a:lnTo>
                  <a:pt x="9684" y="22198"/>
                </a:lnTo>
                <a:lnTo>
                  <a:pt x="9661" y="10591"/>
                </a:lnTo>
                <a:lnTo>
                  <a:pt x="9527" y="7218"/>
                </a:lnTo>
                <a:lnTo>
                  <a:pt x="9850" y="709"/>
                </a:lnTo>
                <a:lnTo>
                  <a:pt x="8171" y="0"/>
                </a:lnTo>
                <a:close/>
              </a:path>
            </a:pathLst>
          </a:custGeom>
          <a:solidFill>
            <a:srgbClr val="B3AA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86" name="bg object 1886"/>
          <p:cNvSpPr/>
          <p:nvPr/>
        </p:nvSpPr>
        <p:spPr>
          <a:xfrm>
            <a:off x="2139946" y="3868010"/>
            <a:ext cx="19685" cy="19685"/>
          </a:xfrm>
          <a:custGeom>
            <a:avLst/>
            <a:gdLst/>
            <a:ahLst/>
            <a:cxnLst/>
            <a:rect l="l" t="t" r="r" b="b"/>
            <a:pathLst>
              <a:path w="19685" h="19685">
                <a:moveTo>
                  <a:pt x="17841" y="0"/>
                </a:moveTo>
                <a:lnTo>
                  <a:pt x="13766" y="0"/>
                </a:lnTo>
                <a:lnTo>
                  <a:pt x="15374" y="4948"/>
                </a:lnTo>
                <a:lnTo>
                  <a:pt x="10283" y="6162"/>
                </a:lnTo>
                <a:lnTo>
                  <a:pt x="7383" y="10543"/>
                </a:lnTo>
                <a:lnTo>
                  <a:pt x="4389" y="9960"/>
                </a:lnTo>
                <a:lnTo>
                  <a:pt x="4082" y="4602"/>
                </a:lnTo>
                <a:lnTo>
                  <a:pt x="4152" y="2308"/>
                </a:lnTo>
                <a:lnTo>
                  <a:pt x="4137" y="15"/>
                </a:lnTo>
                <a:lnTo>
                  <a:pt x="15" y="15"/>
                </a:lnTo>
                <a:lnTo>
                  <a:pt x="0" y="13751"/>
                </a:lnTo>
                <a:lnTo>
                  <a:pt x="1394" y="16517"/>
                </a:lnTo>
                <a:lnTo>
                  <a:pt x="5508" y="19306"/>
                </a:lnTo>
                <a:lnTo>
                  <a:pt x="8904" y="18432"/>
                </a:lnTo>
                <a:lnTo>
                  <a:pt x="9141" y="12844"/>
                </a:lnTo>
                <a:lnTo>
                  <a:pt x="13735" y="13751"/>
                </a:lnTo>
                <a:lnTo>
                  <a:pt x="13822" y="12876"/>
                </a:lnTo>
                <a:lnTo>
                  <a:pt x="13609" y="11418"/>
                </a:lnTo>
                <a:lnTo>
                  <a:pt x="19094" y="8715"/>
                </a:lnTo>
                <a:lnTo>
                  <a:pt x="17777" y="4137"/>
                </a:lnTo>
                <a:lnTo>
                  <a:pt x="17841" y="0"/>
                </a:lnTo>
                <a:close/>
              </a:path>
            </a:pathLst>
          </a:custGeom>
          <a:solidFill>
            <a:srgbClr val="C1BB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87" name="bg object 1887"/>
          <p:cNvSpPr/>
          <p:nvPr/>
        </p:nvSpPr>
        <p:spPr>
          <a:xfrm>
            <a:off x="2149578" y="3841872"/>
            <a:ext cx="10795" cy="18415"/>
          </a:xfrm>
          <a:custGeom>
            <a:avLst/>
            <a:gdLst/>
            <a:ahLst/>
            <a:cxnLst/>
            <a:rect l="l" t="t" r="r" b="b"/>
            <a:pathLst>
              <a:path w="10794" h="18414">
                <a:moveTo>
                  <a:pt x="4121" y="0"/>
                </a:moveTo>
                <a:lnTo>
                  <a:pt x="7" y="0"/>
                </a:lnTo>
                <a:lnTo>
                  <a:pt x="0" y="4137"/>
                </a:lnTo>
                <a:lnTo>
                  <a:pt x="2624" y="3940"/>
                </a:lnTo>
                <a:lnTo>
                  <a:pt x="4302" y="4649"/>
                </a:lnTo>
                <a:lnTo>
                  <a:pt x="3979" y="11158"/>
                </a:lnTo>
                <a:lnTo>
                  <a:pt x="4113" y="14531"/>
                </a:lnTo>
                <a:lnTo>
                  <a:pt x="4113" y="17896"/>
                </a:lnTo>
                <a:lnTo>
                  <a:pt x="6745" y="18093"/>
                </a:lnTo>
                <a:lnTo>
                  <a:pt x="8290" y="17368"/>
                </a:lnTo>
                <a:lnTo>
                  <a:pt x="8313" y="11371"/>
                </a:lnTo>
                <a:lnTo>
                  <a:pt x="8928" y="8510"/>
                </a:lnTo>
                <a:lnTo>
                  <a:pt x="10173" y="1197"/>
                </a:lnTo>
                <a:lnTo>
                  <a:pt x="9582" y="527"/>
                </a:lnTo>
                <a:lnTo>
                  <a:pt x="4121" y="0"/>
                </a:lnTo>
                <a:close/>
              </a:path>
            </a:pathLst>
          </a:custGeom>
          <a:solidFill>
            <a:srgbClr val="BCB5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88" name="bg object 1888"/>
          <p:cNvSpPr/>
          <p:nvPr/>
        </p:nvSpPr>
        <p:spPr>
          <a:xfrm>
            <a:off x="2149555" y="3828101"/>
            <a:ext cx="5715" cy="13970"/>
          </a:xfrm>
          <a:custGeom>
            <a:avLst/>
            <a:gdLst/>
            <a:ahLst/>
            <a:cxnLst/>
            <a:rect l="l" t="t" r="r" b="b"/>
            <a:pathLst>
              <a:path w="5714" h="13970">
                <a:moveTo>
                  <a:pt x="23" y="0"/>
                </a:moveTo>
                <a:lnTo>
                  <a:pt x="31" y="13766"/>
                </a:lnTo>
                <a:lnTo>
                  <a:pt x="4145" y="13766"/>
                </a:lnTo>
                <a:lnTo>
                  <a:pt x="5508" y="15"/>
                </a:lnTo>
                <a:lnTo>
                  <a:pt x="23" y="0"/>
                </a:lnTo>
                <a:close/>
              </a:path>
            </a:pathLst>
          </a:custGeom>
          <a:solidFill>
            <a:srgbClr val="C6B8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89" name="bg object 1889"/>
          <p:cNvSpPr/>
          <p:nvPr/>
        </p:nvSpPr>
        <p:spPr>
          <a:xfrm>
            <a:off x="2163275" y="3846116"/>
            <a:ext cx="4445" cy="5715"/>
          </a:xfrm>
          <a:custGeom>
            <a:avLst/>
            <a:gdLst/>
            <a:ahLst/>
            <a:cxnLst/>
            <a:rect l="l" t="t" r="r" b="b"/>
            <a:pathLst>
              <a:path w="4444" h="5714">
                <a:moveTo>
                  <a:pt x="2151" y="0"/>
                </a:moveTo>
                <a:lnTo>
                  <a:pt x="575" y="654"/>
                </a:lnTo>
                <a:lnTo>
                  <a:pt x="110" y="2135"/>
                </a:lnTo>
                <a:lnTo>
                  <a:pt x="0" y="3766"/>
                </a:lnTo>
                <a:lnTo>
                  <a:pt x="1418" y="5027"/>
                </a:lnTo>
                <a:lnTo>
                  <a:pt x="2915" y="5059"/>
                </a:lnTo>
                <a:lnTo>
                  <a:pt x="4145" y="5398"/>
                </a:lnTo>
                <a:lnTo>
                  <a:pt x="4137" y="4499"/>
                </a:lnTo>
                <a:lnTo>
                  <a:pt x="4318" y="3546"/>
                </a:lnTo>
                <a:lnTo>
                  <a:pt x="3758" y="1796"/>
                </a:lnTo>
                <a:lnTo>
                  <a:pt x="3215" y="795"/>
                </a:lnTo>
                <a:lnTo>
                  <a:pt x="2151" y="0"/>
                </a:lnTo>
                <a:close/>
              </a:path>
            </a:pathLst>
          </a:custGeom>
          <a:solidFill>
            <a:srgbClr val="D9D0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90" name="bg object 1890"/>
          <p:cNvSpPr/>
          <p:nvPr/>
        </p:nvSpPr>
        <p:spPr>
          <a:xfrm>
            <a:off x="2105657" y="4032755"/>
            <a:ext cx="18415" cy="36195"/>
          </a:xfrm>
          <a:custGeom>
            <a:avLst/>
            <a:gdLst/>
            <a:ahLst/>
            <a:cxnLst/>
            <a:rect l="l" t="t" r="r" b="b"/>
            <a:pathLst>
              <a:path w="18414" h="36195">
                <a:moveTo>
                  <a:pt x="14507" y="0"/>
                </a:moveTo>
                <a:lnTo>
                  <a:pt x="13845" y="1686"/>
                </a:lnTo>
                <a:lnTo>
                  <a:pt x="13301" y="8116"/>
                </a:lnTo>
                <a:lnTo>
                  <a:pt x="14176" y="12923"/>
                </a:lnTo>
                <a:lnTo>
                  <a:pt x="8234" y="12789"/>
                </a:lnTo>
                <a:lnTo>
                  <a:pt x="8234" y="14791"/>
                </a:lnTo>
                <a:lnTo>
                  <a:pt x="8108" y="16808"/>
                </a:lnTo>
                <a:lnTo>
                  <a:pt x="8479" y="21962"/>
                </a:lnTo>
                <a:lnTo>
                  <a:pt x="6706" y="22616"/>
                </a:lnTo>
                <a:lnTo>
                  <a:pt x="4113" y="22419"/>
                </a:lnTo>
                <a:lnTo>
                  <a:pt x="4507" y="25563"/>
                </a:lnTo>
                <a:lnTo>
                  <a:pt x="3136" y="26942"/>
                </a:lnTo>
                <a:lnTo>
                  <a:pt x="0" y="26548"/>
                </a:lnTo>
                <a:lnTo>
                  <a:pt x="0" y="36186"/>
                </a:lnTo>
                <a:lnTo>
                  <a:pt x="8211" y="36162"/>
                </a:lnTo>
                <a:lnTo>
                  <a:pt x="8384" y="33838"/>
                </a:lnTo>
                <a:lnTo>
                  <a:pt x="7825" y="31726"/>
                </a:lnTo>
                <a:lnTo>
                  <a:pt x="12750" y="29212"/>
                </a:lnTo>
                <a:lnTo>
                  <a:pt x="12868" y="25090"/>
                </a:lnTo>
                <a:lnTo>
                  <a:pt x="13719" y="22419"/>
                </a:lnTo>
                <a:lnTo>
                  <a:pt x="13719" y="13672"/>
                </a:lnTo>
                <a:lnTo>
                  <a:pt x="17841" y="14168"/>
                </a:lnTo>
                <a:lnTo>
                  <a:pt x="17817" y="409"/>
                </a:lnTo>
                <a:lnTo>
                  <a:pt x="14507" y="0"/>
                </a:lnTo>
                <a:close/>
              </a:path>
            </a:pathLst>
          </a:custGeom>
          <a:solidFill>
            <a:srgbClr val="C7C0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91" name="bg object 1891"/>
          <p:cNvSpPr/>
          <p:nvPr/>
        </p:nvSpPr>
        <p:spPr>
          <a:xfrm>
            <a:off x="2103747" y="4068944"/>
            <a:ext cx="10160" cy="26670"/>
          </a:xfrm>
          <a:custGeom>
            <a:avLst/>
            <a:gdLst/>
            <a:ahLst/>
            <a:cxnLst/>
            <a:rect l="l" t="t" r="r" b="b"/>
            <a:pathLst>
              <a:path w="10160" h="26670">
                <a:moveTo>
                  <a:pt x="10141" y="0"/>
                </a:moveTo>
                <a:lnTo>
                  <a:pt x="1907" y="0"/>
                </a:lnTo>
                <a:lnTo>
                  <a:pt x="1907" y="8250"/>
                </a:lnTo>
                <a:lnTo>
                  <a:pt x="527" y="12387"/>
                </a:lnTo>
                <a:lnTo>
                  <a:pt x="527" y="15295"/>
                </a:lnTo>
                <a:lnTo>
                  <a:pt x="788" y="18235"/>
                </a:lnTo>
                <a:lnTo>
                  <a:pt x="0" y="25587"/>
                </a:lnTo>
                <a:lnTo>
                  <a:pt x="2230" y="26619"/>
                </a:lnTo>
                <a:lnTo>
                  <a:pt x="6012" y="26154"/>
                </a:lnTo>
                <a:lnTo>
                  <a:pt x="6020" y="24594"/>
                </a:lnTo>
                <a:lnTo>
                  <a:pt x="6130" y="23026"/>
                </a:lnTo>
                <a:lnTo>
                  <a:pt x="5760" y="18337"/>
                </a:lnTo>
                <a:lnTo>
                  <a:pt x="7557" y="17691"/>
                </a:lnTo>
                <a:lnTo>
                  <a:pt x="10141" y="17880"/>
                </a:lnTo>
                <a:lnTo>
                  <a:pt x="10141" y="0"/>
                </a:lnTo>
                <a:close/>
              </a:path>
            </a:pathLst>
          </a:custGeom>
          <a:solidFill>
            <a:srgbClr val="BEB5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92" name="bg object 1892"/>
          <p:cNvSpPr/>
          <p:nvPr/>
        </p:nvSpPr>
        <p:spPr>
          <a:xfrm>
            <a:off x="2102902" y="4099194"/>
            <a:ext cx="12065" cy="18415"/>
          </a:xfrm>
          <a:custGeom>
            <a:avLst/>
            <a:gdLst/>
            <a:ahLst/>
            <a:cxnLst/>
            <a:rect l="l" t="t" r="r" b="b"/>
            <a:pathLst>
              <a:path w="12064" h="18414">
                <a:moveTo>
                  <a:pt x="5476" y="0"/>
                </a:moveTo>
                <a:lnTo>
                  <a:pt x="0" y="31"/>
                </a:lnTo>
                <a:lnTo>
                  <a:pt x="15" y="4129"/>
                </a:lnTo>
                <a:lnTo>
                  <a:pt x="1394" y="9645"/>
                </a:lnTo>
                <a:lnTo>
                  <a:pt x="3971" y="9456"/>
                </a:lnTo>
                <a:lnTo>
                  <a:pt x="5760" y="10118"/>
                </a:lnTo>
                <a:lnTo>
                  <a:pt x="5390" y="14791"/>
                </a:lnTo>
                <a:lnTo>
                  <a:pt x="5492" y="16351"/>
                </a:lnTo>
                <a:lnTo>
                  <a:pt x="5492" y="17911"/>
                </a:lnTo>
                <a:lnTo>
                  <a:pt x="9590" y="17911"/>
                </a:lnTo>
                <a:lnTo>
                  <a:pt x="10993" y="13751"/>
                </a:lnTo>
                <a:lnTo>
                  <a:pt x="10890" y="9787"/>
                </a:lnTo>
                <a:lnTo>
                  <a:pt x="12056" y="5334"/>
                </a:lnTo>
                <a:lnTo>
                  <a:pt x="5847" y="3483"/>
                </a:lnTo>
                <a:lnTo>
                  <a:pt x="5799" y="1268"/>
                </a:lnTo>
                <a:lnTo>
                  <a:pt x="5476" y="0"/>
                </a:lnTo>
                <a:close/>
              </a:path>
            </a:pathLst>
          </a:custGeom>
          <a:solidFill>
            <a:srgbClr val="C0B8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93" name="bg object 1893"/>
          <p:cNvSpPr/>
          <p:nvPr/>
        </p:nvSpPr>
        <p:spPr>
          <a:xfrm>
            <a:off x="2099988" y="4081326"/>
            <a:ext cx="10160" cy="18415"/>
          </a:xfrm>
          <a:custGeom>
            <a:avLst/>
            <a:gdLst/>
            <a:ahLst/>
            <a:cxnLst/>
            <a:rect l="l" t="t" r="r" b="b"/>
            <a:pathLst>
              <a:path w="10160" h="18414">
                <a:moveTo>
                  <a:pt x="4286" y="0"/>
                </a:moveTo>
                <a:lnTo>
                  <a:pt x="197" y="0"/>
                </a:lnTo>
                <a:lnTo>
                  <a:pt x="197" y="4728"/>
                </a:lnTo>
                <a:lnTo>
                  <a:pt x="0" y="9472"/>
                </a:lnTo>
                <a:lnTo>
                  <a:pt x="394" y="15469"/>
                </a:lnTo>
                <a:lnTo>
                  <a:pt x="2009" y="16658"/>
                </a:lnTo>
                <a:lnTo>
                  <a:pt x="2915" y="17896"/>
                </a:lnTo>
                <a:lnTo>
                  <a:pt x="8392" y="17864"/>
                </a:lnTo>
                <a:lnTo>
                  <a:pt x="9771" y="13774"/>
                </a:lnTo>
                <a:lnTo>
                  <a:pt x="5989" y="14231"/>
                </a:lnTo>
                <a:lnTo>
                  <a:pt x="3758" y="13207"/>
                </a:lnTo>
                <a:lnTo>
                  <a:pt x="4546" y="5855"/>
                </a:lnTo>
                <a:lnTo>
                  <a:pt x="4286" y="2915"/>
                </a:lnTo>
                <a:lnTo>
                  <a:pt x="4286" y="0"/>
                </a:lnTo>
                <a:close/>
              </a:path>
            </a:pathLst>
          </a:custGeom>
          <a:solidFill>
            <a:srgbClr val="B4AC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94" name="bg object 1894"/>
          <p:cNvSpPr/>
          <p:nvPr/>
        </p:nvSpPr>
        <p:spPr>
          <a:xfrm>
            <a:off x="2095969" y="4067861"/>
            <a:ext cx="10160" cy="13970"/>
          </a:xfrm>
          <a:custGeom>
            <a:avLst/>
            <a:gdLst/>
            <a:ahLst/>
            <a:cxnLst/>
            <a:rect l="l" t="t" r="r" b="b"/>
            <a:pathLst>
              <a:path w="10160" h="13970">
                <a:moveTo>
                  <a:pt x="2734" y="0"/>
                </a:moveTo>
                <a:lnTo>
                  <a:pt x="1473" y="23"/>
                </a:lnTo>
                <a:lnTo>
                  <a:pt x="346" y="961"/>
                </a:lnTo>
                <a:lnTo>
                  <a:pt x="141" y="4933"/>
                </a:lnTo>
                <a:lnTo>
                  <a:pt x="0" y="8376"/>
                </a:lnTo>
                <a:lnTo>
                  <a:pt x="488" y="12450"/>
                </a:lnTo>
                <a:lnTo>
                  <a:pt x="2884" y="12892"/>
                </a:lnTo>
                <a:lnTo>
                  <a:pt x="4215" y="13467"/>
                </a:lnTo>
                <a:lnTo>
                  <a:pt x="8305" y="13467"/>
                </a:lnTo>
                <a:lnTo>
                  <a:pt x="9684" y="9330"/>
                </a:lnTo>
                <a:lnTo>
                  <a:pt x="5744" y="9881"/>
                </a:lnTo>
                <a:lnTo>
                  <a:pt x="3514" y="8628"/>
                </a:lnTo>
                <a:lnTo>
                  <a:pt x="4294" y="3301"/>
                </a:lnTo>
                <a:lnTo>
                  <a:pt x="4310" y="2277"/>
                </a:lnTo>
                <a:lnTo>
                  <a:pt x="3640" y="827"/>
                </a:lnTo>
                <a:lnTo>
                  <a:pt x="2734" y="0"/>
                </a:lnTo>
                <a:close/>
              </a:path>
            </a:pathLst>
          </a:custGeom>
          <a:solidFill>
            <a:srgbClr val="BDB9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95" name="bg object 1895"/>
          <p:cNvSpPr/>
          <p:nvPr/>
        </p:nvSpPr>
        <p:spPr>
          <a:xfrm>
            <a:off x="2104282" y="4117107"/>
            <a:ext cx="8255" cy="18415"/>
          </a:xfrm>
          <a:custGeom>
            <a:avLst/>
            <a:gdLst/>
            <a:ahLst/>
            <a:cxnLst/>
            <a:rect l="l" t="t" r="r" b="b"/>
            <a:pathLst>
              <a:path w="8255" h="18414">
                <a:moveTo>
                  <a:pt x="4121" y="0"/>
                </a:moveTo>
                <a:lnTo>
                  <a:pt x="0" y="0"/>
                </a:lnTo>
                <a:lnTo>
                  <a:pt x="0" y="17880"/>
                </a:lnTo>
                <a:lnTo>
                  <a:pt x="8227" y="17880"/>
                </a:lnTo>
                <a:lnTo>
                  <a:pt x="8203" y="13751"/>
                </a:lnTo>
                <a:lnTo>
                  <a:pt x="5555" y="13963"/>
                </a:lnTo>
                <a:lnTo>
                  <a:pt x="3924" y="13199"/>
                </a:lnTo>
                <a:lnTo>
                  <a:pt x="4255" y="6721"/>
                </a:lnTo>
                <a:lnTo>
                  <a:pt x="4121" y="3364"/>
                </a:lnTo>
                <a:lnTo>
                  <a:pt x="4121" y="0"/>
                </a:lnTo>
                <a:close/>
              </a:path>
            </a:pathLst>
          </a:custGeom>
          <a:solidFill>
            <a:srgbClr val="C5B8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96" name="bg object 1896"/>
          <p:cNvSpPr/>
          <p:nvPr/>
        </p:nvSpPr>
        <p:spPr>
          <a:xfrm>
            <a:off x="2104285" y="4134991"/>
            <a:ext cx="8255" cy="4445"/>
          </a:xfrm>
          <a:custGeom>
            <a:avLst/>
            <a:gdLst/>
            <a:ahLst/>
            <a:cxnLst/>
            <a:rect l="l" t="t" r="r" b="b"/>
            <a:pathLst>
              <a:path w="8255" h="4445">
                <a:moveTo>
                  <a:pt x="8227" y="0"/>
                </a:moveTo>
                <a:lnTo>
                  <a:pt x="0" y="0"/>
                </a:lnTo>
                <a:lnTo>
                  <a:pt x="0" y="4129"/>
                </a:lnTo>
                <a:lnTo>
                  <a:pt x="8227" y="4121"/>
                </a:lnTo>
                <a:lnTo>
                  <a:pt x="8227" y="0"/>
                </a:lnTo>
                <a:close/>
              </a:path>
            </a:pathLst>
          </a:custGeom>
          <a:solidFill>
            <a:srgbClr val="B9B1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97" name="bg object 1897"/>
          <p:cNvSpPr/>
          <p:nvPr/>
        </p:nvSpPr>
        <p:spPr>
          <a:xfrm>
            <a:off x="2098240" y="4138713"/>
            <a:ext cx="6985" cy="6985"/>
          </a:xfrm>
          <a:custGeom>
            <a:avLst/>
            <a:gdLst/>
            <a:ahLst/>
            <a:cxnLst/>
            <a:rect l="l" t="t" r="r" b="b"/>
            <a:pathLst>
              <a:path w="6985" h="6985">
                <a:moveTo>
                  <a:pt x="0" y="0"/>
                </a:moveTo>
                <a:lnTo>
                  <a:pt x="527" y="4546"/>
                </a:lnTo>
                <a:lnTo>
                  <a:pt x="559" y="5910"/>
                </a:lnTo>
                <a:lnTo>
                  <a:pt x="4917" y="6611"/>
                </a:lnTo>
                <a:lnTo>
                  <a:pt x="6737" y="4767"/>
                </a:lnTo>
                <a:lnTo>
                  <a:pt x="6044" y="409"/>
                </a:lnTo>
                <a:lnTo>
                  <a:pt x="3081" y="283"/>
                </a:lnTo>
                <a:lnTo>
                  <a:pt x="0" y="0"/>
                </a:lnTo>
                <a:close/>
              </a:path>
            </a:pathLst>
          </a:custGeom>
          <a:solidFill>
            <a:srgbClr val="AAA2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98" name="bg object 1898"/>
          <p:cNvSpPr/>
          <p:nvPr/>
        </p:nvSpPr>
        <p:spPr>
          <a:xfrm>
            <a:off x="2098799" y="4139115"/>
            <a:ext cx="13970" cy="18415"/>
          </a:xfrm>
          <a:custGeom>
            <a:avLst/>
            <a:gdLst/>
            <a:ahLst/>
            <a:cxnLst/>
            <a:rect l="l" t="t" r="r" b="b"/>
            <a:pathLst>
              <a:path w="13969" h="18414">
                <a:moveTo>
                  <a:pt x="13711" y="0"/>
                </a:moveTo>
                <a:lnTo>
                  <a:pt x="5484" y="7"/>
                </a:lnTo>
                <a:lnTo>
                  <a:pt x="6178" y="4365"/>
                </a:lnTo>
                <a:lnTo>
                  <a:pt x="4357" y="6209"/>
                </a:lnTo>
                <a:lnTo>
                  <a:pt x="0" y="5508"/>
                </a:lnTo>
                <a:lnTo>
                  <a:pt x="141" y="6587"/>
                </a:lnTo>
                <a:lnTo>
                  <a:pt x="23" y="8455"/>
                </a:lnTo>
                <a:lnTo>
                  <a:pt x="5524" y="10291"/>
                </a:lnTo>
                <a:lnTo>
                  <a:pt x="3829" y="14468"/>
                </a:lnTo>
                <a:lnTo>
                  <a:pt x="4121" y="17904"/>
                </a:lnTo>
                <a:lnTo>
                  <a:pt x="13719" y="17896"/>
                </a:lnTo>
                <a:lnTo>
                  <a:pt x="13711" y="0"/>
                </a:lnTo>
                <a:close/>
              </a:path>
            </a:pathLst>
          </a:custGeom>
          <a:solidFill>
            <a:srgbClr val="B3AC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99" name="bg object 1899"/>
          <p:cNvSpPr/>
          <p:nvPr/>
        </p:nvSpPr>
        <p:spPr>
          <a:xfrm>
            <a:off x="2102890" y="4156440"/>
            <a:ext cx="14604" cy="10795"/>
          </a:xfrm>
          <a:custGeom>
            <a:avLst/>
            <a:gdLst/>
            <a:ahLst/>
            <a:cxnLst/>
            <a:rect l="l" t="t" r="r" b="b"/>
            <a:pathLst>
              <a:path w="14605" h="10795">
                <a:moveTo>
                  <a:pt x="14200" y="0"/>
                </a:moveTo>
                <a:lnTo>
                  <a:pt x="9629" y="575"/>
                </a:lnTo>
                <a:lnTo>
                  <a:pt x="31" y="575"/>
                </a:lnTo>
                <a:lnTo>
                  <a:pt x="0" y="6059"/>
                </a:lnTo>
                <a:lnTo>
                  <a:pt x="47" y="10228"/>
                </a:lnTo>
                <a:lnTo>
                  <a:pt x="4137" y="10189"/>
                </a:lnTo>
                <a:lnTo>
                  <a:pt x="5626" y="4791"/>
                </a:lnTo>
                <a:lnTo>
                  <a:pt x="10015" y="6209"/>
                </a:lnTo>
                <a:lnTo>
                  <a:pt x="13751" y="6083"/>
                </a:lnTo>
                <a:lnTo>
                  <a:pt x="13829" y="3136"/>
                </a:lnTo>
                <a:lnTo>
                  <a:pt x="14200" y="0"/>
                </a:lnTo>
                <a:close/>
              </a:path>
            </a:pathLst>
          </a:custGeom>
          <a:solidFill>
            <a:srgbClr val="AAA2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00" name="bg object 1900"/>
          <p:cNvSpPr/>
          <p:nvPr/>
        </p:nvSpPr>
        <p:spPr>
          <a:xfrm>
            <a:off x="2094697" y="4161130"/>
            <a:ext cx="8255" cy="10160"/>
          </a:xfrm>
          <a:custGeom>
            <a:avLst/>
            <a:gdLst/>
            <a:ahLst/>
            <a:cxnLst/>
            <a:rect l="l" t="t" r="r" b="b"/>
            <a:pathLst>
              <a:path w="8255" h="10160">
                <a:moveTo>
                  <a:pt x="0" y="0"/>
                </a:moveTo>
                <a:lnTo>
                  <a:pt x="7" y="9621"/>
                </a:lnTo>
                <a:lnTo>
                  <a:pt x="8179" y="9621"/>
                </a:lnTo>
                <a:lnTo>
                  <a:pt x="8242" y="5539"/>
                </a:lnTo>
                <a:lnTo>
                  <a:pt x="8195" y="1371"/>
                </a:lnTo>
                <a:lnTo>
                  <a:pt x="0" y="0"/>
                </a:lnTo>
                <a:close/>
              </a:path>
            </a:pathLst>
          </a:custGeom>
          <a:solidFill>
            <a:srgbClr val="B8B3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01" name="bg object 1901"/>
          <p:cNvSpPr/>
          <p:nvPr/>
        </p:nvSpPr>
        <p:spPr>
          <a:xfrm>
            <a:off x="2102873" y="4166630"/>
            <a:ext cx="8890" cy="32384"/>
          </a:xfrm>
          <a:custGeom>
            <a:avLst/>
            <a:gdLst/>
            <a:ahLst/>
            <a:cxnLst/>
            <a:rect l="l" t="t" r="r" b="b"/>
            <a:pathLst>
              <a:path w="8889" h="32385">
                <a:moveTo>
                  <a:pt x="4152" y="0"/>
                </a:moveTo>
                <a:lnTo>
                  <a:pt x="63" y="39"/>
                </a:lnTo>
                <a:lnTo>
                  <a:pt x="0" y="4121"/>
                </a:lnTo>
                <a:lnTo>
                  <a:pt x="55" y="26139"/>
                </a:lnTo>
                <a:lnTo>
                  <a:pt x="4594" y="25611"/>
                </a:lnTo>
                <a:lnTo>
                  <a:pt x="4239" y="28731"/>
                </a:lnTo>
                <a:lnTo>
                  <a:pt x="4160" y="31655"/>
                </a:lnTo>
                <a:lnTo>
                  <a:pt x="6761" y="31860"/>
                </a:lnTo>
                <a:lnTo>
                  <a:pt x="8518" y="31190"/>
                </a:lnTo>
                <a:lnTo>
                  <a:pt x="8148" y="26052"/>
                </a:lnTo>
                <a:lnTo>
                  <a:pt x="8266" y="24034"/>
                </a:lnTo>
                <a:lnTo>
                  <a:pt x="8266" y="22033"/>
                </a:lnTo>
                <a:lnTo>
                  <a:pt x="5130" y="22427"/>
                </a:lnTo>
                <a:lnTo>
                  <a:pt x="3751" y="21056"/>
                </a:lnTo>
                <a:lnTo>
                  <a:pt x="4160" y="17896"/>
                </a:lnTo>
                <a:lnTo>
                  <a:pt x="4152" y="0"/>
                </a:lnTo>
                <a:close/>
              </a:path>
            </a:pathLst>
          </a:custGeom>
          <a:solidFill>
            <a:srgbClr val="958A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02" name="bg object 1902"/>
          <p:cNvSpPr/>
          <p:nvPr/>
        </p:nvSpPr>
        <p:spPr>
          <a:xfrm>
            <a:off x="2094456" y="4170751"/>
            <a:ext cx="8890" cy="4445"/>
          </a:xfrm>
          <a:custGeom>
            <a:avLst/>
            <a:gdLst/>
            <a:ahLst/>
            <a:cxnLst/>
            <a:rect l="l" t="t" r="r" b="b"/>
            <a:pathLst>
              <a:path w="8889" h="4445">
                <a:moveTo>
                  <a:pt x="8416" y="0"/>
                </a:moveTo>
                <a:lnTo>
                  <a:pt x="252" y="0"/>
                </a:lnTo>
                <a:lnTo>
                  <a:pt x="0" y="2600"/>
                </a:lnTo>
                <a:lnTo>
                  <a:pt x="622" y="4405"/>
                </a:lnTo>
                <a:lnTo>
                  <a:pt x="5327" y="4042"/>
                </a:lnTo>
                <a:lnTo>
                  <a:pt x="6879" y="4137"/>
                </a:lnTo>
                <a:lnTo>
                  <a:pt x="8431" y="4137"/>
                </a:lnTo>
                <a:lnTo>
                  <a:pt x="8416" y="0"/>
                </a:lnTo>
                <a:close/>
              </a:path>
            </a:pathLst>
          </a:custGeom>
          <a:solidFill>
            <a:srgbClr val="A9A7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03" name="bg object 1903"/>
          <p:cNvSpPr/>
          <p:nvPr/>
        </p:nvSpPr>
        <p:spPr>
          <a:xfrm>
            <a:off x="2097415" y="4184317"/>
            <a:ext cx="10160" cy="22225"/>
          </a:xfrm>
          <a:custGeom>
            <a:avLst/>
            <a:gdLst/>
            <a:ahLst/>
            <a:cxnLst/>
            <a:rect l="l" t="t" r="r" b="b"/>
            <a:pathLst>
              <a:path w="10160" h="22225">
                <a:moveTo>
                  <a:pt x="2797" y="0"/>
                </a:moveTo>
                <a:lnTo>
                  <a:pt x="1182" y="780"/>
                </a:lnTo>
                <a:lnTo>
                  <a:pt x="1505" y="6792"/>
                </a:lnTo>
                <a:lnTo>
                  <a:pt x="1363" y="9708"/>
                </a:lnTo>
                <a:lnTo>
                  <a:pt x="1355" y="12616"/>
                </a:lnTo>
                <a:lnTo>
                  <a:pt x="0" y="22230"/>
                </a:lnTo>
                <a:lnTo>
                  <a:pt x="9613" y="22230"/>
                </a:lnTo>
                <a:lnTo>
                  <a:pt x="9606" y="18108"/>
                </a:lnTo>
                <a:lnTo>
                  <a:pt x="6997" y="18305"/>
                </a:lnTo>
                <a:lnTo>
                  <a:pt x="5248" y="17620"/>
                </a:lnTo>
                <a:lnTo>
                  <a:pt x="5626" y="12482"/>
                </a:lnTo>
                <a:lnTo>
                  <a:pt x="5516" y="10465"/>
                </a:lnTo>
                <a:lnTo>
                  <a:pt x="5461" y="244"/>
                </a:lnTo>
                <a:lnTo>
                  <a:pt x="2797" y="0"/>
                </a:lnTo>
                <a:close/>
              </a:path>
            </a:pathLst>
          </a:custGeom>
          <a:solidFill>
            <a:srgbClr val="7769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04" name="bg object 1904"/>
          <p:cNvSpPr/>
          <p:nvPr/>
        </p:nvSpPr>
        <p:spPr>
          <a:xfrm>
            <a:off x="2185262" y="4297376"/>
            <a:ext cx="8255" cy="10160"/>
          </a:xfrm>
          <a:custGeom>
            <a:avLst/>
            <a:gdLst/>
            <a:ahLst/>
            <a:cxnLst/>
            <a:rect l="l" t="t" r="r" b="b"/>
            <a:pathLst>
              <a:path w="8255" h="10160">
                <a:moveTo>
                  <a:pt x="8224" y="0"/>
                </a:moveTo>
                <a:lnTo>
                  <a:pt x="0" y="0"/>
                </a:lnTo>
                <a:lnTo>
                  <a:pt x="485" y="1308"/>
                </a:lnTo>
                <a:lnTo>
                  <a:pt x="714" y="3554"/>
                </a:lnTo>
                <a:lnTo>
                  <a:pt x="5008" y="4791"/>
                </a:lnTo>
                <a:lnTo>
                  <a:pt x="3858" y="7470"/>
                </a:lnTo>
                <a:lnTo>
                  <a:pt x="4142" y="9653"/>
                </a:lnTo>
                <a:lnTo>
                  <a:pt x="8200" y="9653"/>
                </a:lnTo>
                <a:lnTo>
                  <a:pt x="8224" y="0"/>
                </a:lnTo>
                <a:close/>
              </a:path>
            </a:pathLst>
          </a:custGeom>
          <a:solidFill>
            <a:srgbClr val="958E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05" name="bg object 1905"/>
          <p:cNvSpPr/>
          <p:nvPr/>
        </p:nvSpPr>
        <p:spPr>
          <a:xfrm>
            <a:off x="2181143" y="4287539"/>
            <a:ext cx="4445" cy="10160"/>
          </a:xfrm>
          <a:custGeom>
            <a:avLst/>
            <a:gdLst/>
            <a:ahLst/>
            <a:cxnLst/>
            <a:rect l="l" t="t" r="r" b="b"/>
            <a:pathLst>
              <a:path w="4444" h="10160">
                <a:moveTo>
                  <a:pt x="2600" y="0"/>
                </a:moveTo>
                <a:lnTo>
                  <a:pt x="23" y="149"/>
                </a:lnTo>
                <a:lnTo>
                  <a:pt x="0" y="9834"/>
                </a:lnTo>
                <a:lnTo>
                  <a:pt x="4113" y="9834"/>
                </a:lnTo>
                <a:lnTo>
                  <a:pt x="4105" y="7817"/>
                </a:lnTo>
                <a:lnTo>
                  <a:pt x="3995" y="5807"/>
                </a:lnTo>
                <a:lnTo>
                  <a:pt x="4381" y="654"/>
                </a:lnTo>
                <a:lnTo>
                  <a:pt x="2600" y="0"/>
                </a:lnTo>
                <a:close/>
              </a:path>
            </a:pathLst>
          </a:custGeom>
          <a:solidFill>
            <a:srgbClr val="6E63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06" name="bg object 1906"/>
          <p:cNvSpPr/>
          <p:nvPr/>
        </p:nvSpPr>
        <p:spPr>
          <a:xfrm>
            <a:off x="2193496" y="4271010"/>
            <a:ext cx="6350" cy="22860"/>
          </a:xfrm>
          <a:custGeom>
            <a:avLst/>
            <a:gdLst/>
            <a:ahLst/>
            <a:cxnLst/>
            <a:rect l="l" t="t" r="r" b="b"/>
            <a:pathLst>
              <a:path w="6350" h="22860">
                <a:moveTo>
                  <a:pt x="4089" y="0"/>
                </a:moveTo>
                <a:lnTo>
                  <a:pt x="1371" y="220"/>
                </a:lnTo>
                <a:lnTo>
                  <a:pt x="1363" y="12608"/>
                </a:lnTo>
                <a:lnTo>
                  <a:pt x="0" y="22230"/>
                </a:lnTo>
                <a:lnTo>
                  <a:pt x="4018" y="22813"/>
                </a:lnTo>
                <a:lnTo>
                  <a:pt x="5925" y="21465"/>
                </a:lnTo>
                <a:lnTo>
                  <a:pt x="5216" y="12710"/>
                </a:lnTo>
                <a:lnTo>
                  <a:pt x="5350" y="8345"/>
                </a:lnTo>
                <a:lnTo>
                  <a:pt x="5658" y="843"/>
                </a:lnTo>
                <a:lnTo>
                  <a:pt x="4089" y="0"/>
                </a:lnTo>
                <a:close/>
              </a:path>
            </a:pathLst>
          </a:custGeom>
          <a:solidFill>
            <a:srgbClr val="ACAA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07" name="bg object 1907"/>
          <p:cNvSpPr/>
          <p:nvPr/>
        </p:nvSpPr>
        <p:spPr>
          <a:xfrm>
            <a:off x="2189383" y="4283614"/>
            <a:ext cx="5715" cy="13970"/>
          </a:xfrm>
          <a:custGeom>
            <a:avLst/>
            <a:gdLst/>
            <a:ahLst/>
            <a:cxnLst/>
            <a:rect l="l" t="t" r="r" b="b"/>
            <a:pathLst>
              <a:path w="5714" h="13970">
                <a:moveTo>
                  <a:pt x="5476" y="7"/>
                </a:moveTo>
                <a:lnTo>
                  <a:pt x="0" y="0"/>
                </a:lnTo>
                <a:lnTo>
                  <a:pt x="0" y="13759"/>
                </a:lnTo>
                <a:lnTo>
                  <a:pt x="4105" y="13759"/>
                </a:lnTo>
                <a:lnTo>
                  <a:pt x="4113" y="9621"/>
                </a:lnTo>
                <a:lnTo>
                  <a:pt x="5476" y="7"/>
                </a:lnTo>
                <a:close/>
              </a:path>
            </a:pathLst>
          </a:custGeom>
          <a:solidFill>
            <a:srgbClr val="9895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08" name="bg object 1908"/>
          <p:cNvSpPr/>
          <p:nvPr/>
        </p:nvSpPr>
        <p:spPr>
          <a:xfrm>
            <a:off x="2177027" y="4225822"/>
            <a:ext cx="10795" cy="31750"/>
          </a:xfrm>
          <a:custGeom>
            <a:avLst/>
            <a:gdLst/>
            <a:ahLst/>
            <a:cxnLst/>
            <a:rect l="l" t="t" r="r" b="b"/>
            <a:pathLst>
              <a:path w="10794" h="31750">
                <a:moveTo>
                  <a:pt x="0" y="8250"/>
                </a:moveTo>
                <a:lnTo>
                  <a:pt x="7" y="31663"/>
                </a:lnTo>
                <a:lnTo>
                  <a:pt x="4113" y="31663"/>
                </a:lnTo>
                <a:lnTo>
                  <a:pt x="5319" y="26982"/>
                </a:lnTo>
                <a:lnTo>
                  <a:pt x="10082" y="26982"/>
                </a:lnTo>
                <a:lnTo>
                  <a:pt x="9440" y="24759"/>
                </a:lnTo>
                <a:lnTo>
                  <a:pt x="9546" y="22900"/>
                </a:lnTo>
                <a:lnTo>
                  <a:pt x="4034" y="22900"/>
                </a:lnTo>
                <a:lnTo>
                  <a:pt x="4129" y="14602"/>
                </a:lnTo>
                <a:lnTo>
                  <a:pt x="6233" y="13546"/>
                </a:lnTo>
                <a:lnTo>
                  <a:pt x="9606" y="13546"/>
                </a:lnTo>
                <a:lnTo>
                  <a:pt x="9606" y="9338"/>
                </a:lnTo>
                <a:lnTo>
                  <a:pt x="5382" y="9338"/>
                </a:lnTo>
                <a:lnTo>
                  <a:pt x="0" y="8250"/>
                </a:lnTo>
                <a:close/>
              </a:path>
              <a:path w="10794" h="31750">
                <a:moveTo>
                  <a:pt x="10082" y="26982"/>
                </a:moveTo>
                <a:lnTo>
                  <a:pt x="5319" y="26982"/>
                </a:lnTo>
                <a:lnTo>
                  <a:pt x="10551" y="28605"/>
                </a:lnTo>
                <a:lnTo>
                  <a:pt x="10082" y="26982"/>
                </a:lnTo>
                <a:close/>
              </a:path>
              <a:path w="10794" h="31750">
                <a:moveTo>
                  <a:pt x="7131" y="21844"/>
                </a:moveTo>
                <a:lnTo>
                  <a:pt x="4034" y="22900"/>
                </a:lnTo>
                <a:lnTo>
                  <a:pt x="9546" y="22900"/>
                </a:lnTo>
                <a:lnTo>
                  <a:pt x="9598" y="22001"/>
                </a:lnTo>
                <a:lnTo>
                  <a:pt x="7131" y="21844"/>
                </a:lnTo>
                <a:close/>
              </a:path>
              <a:path w="10794" h="31750">
                <a:moveTo>
                  <a:pt x="9606" y="13546"/>
                </a:moveTo>
                <a:lnTo>
                  <a:pt x="6233" y="13546"/>
                </a:lnTo>
                <a:lnTo>
                  <a:pt x="9606" y="13759"/>
                </a:lnTo>
                <a:lnTo>
                  <a:pt x="9606" y="13546"/>
                </a:lnTo>
                <a:close/>
              </a:path>
              <a:path w="10794" h="31750">
                <a:moveTo>
                  <a:pt x="9606" y="0"/>
                </a:moveTo>
                <a:lnTo>
                  <a:pt x="5500" y="0"/>
                </a:lnTo>
                <a:lnTo>
                  <a:pt x="5382" y="9338"/>
                </a:lnTo>
                <a:lnTo>
                  <a:pt x="9606" y="9338"/>
                </a:lnTo>
                <a:lnTo>
                  <a:pt x="9606" y="0"/>
                </a:lnTo>
                <a:close/>
              </a:path>
            </a:pathLst>
          </a:custGeom>
          <a:solidFill>
            <a:srgbClr val="A196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09" name="bg object 1909"/>
          <p:cNvSpPr/>
          <p:nvPr/>
        </p:nvSpPr>
        <p:spPr>
          <a:xfrm>
            <a:off x="2185550" y="4193631"/>
            <a:ext cx="12065" cy="20320"/>
          </a:xfrm>
          <a:custGeom>
            <a:avLst/>
            <a:gdLst/>
            <a:ahLst/>
            <a:cxnLst/>
            <a:rect l="l" t="t" r="r" b="b"/>
            <a:pathLst>
              <a:path w="12064" h="20320">
                <a:moveTo>
                  <a:pt x="2679" y="0"/>
                </a:moveTo>
                <a:lnTo>
                  <a:pt x="567" y="1166"/>
                </a:lnTo>
                <a:lnTo>
                  <a:pt x="1418" y="9424"/>
                </a:lnTo>
                <a:lnTo>
                  <a:pt x="0" y="13735"/>
                </a:lnTo>
                <a:lnTo>
                  <a:pt x="5303" y="16012"/>
                </a:lnTo>
                <a:lnTo>
                  <a:pt x="5114" y="17533"/>
                </a:lnTo>
                <a:lnTo>
                  <a:pt x="5193" y="18424"/>
                </a:lnTo>
                <a:lnTo>
                  <a:pt x="8211" y="18652"/>
                </a:lnTo>
                <a:lnTo>
                  <a:pt x="11899" y="19740"/>
                </a:lnTo>
                <a:lnTo>
                  <a:pt x="10693" y="14294"/>
                </a:lnTo>
                <a:lnTo>
                  <a:pt x="6580" y="6036"/>
                </a:lnTo>
                <a:lnTo>
                  <a:pt x="6564" y="543"/>
                </a:lnTo>
                <a:lnTo>
                  <a:pt x="2679" y="0"/>
                </a:lnTo>
                <a:close/>
              </a:path>
            </a:pathLst>
          </a:custGeom>
          <a:solidFill>
            <a:srgbClr val="A9A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10" name="bg object 1910"/>
          <p:cNvSpPr/>
          <p:nvPr/>
        </p:nvSpPr>
        <p:spPr>
          <a:xfrm>
            <a:off x="2186187" y="4211474"/>
            <a:ext cx="5080" cy="14604"/>
          </a:xfrm>
          <a:custGeom>
            <a:avLst/>
            <a:gdLst/>
            <a:ahLst/>
            <a:cxnLst/>
            <a:rect l="l" t="t" r="r" b="b"/>
            <a:pathLst>
              <a:path w="5080" h="14604">
                <a:moveTo>
                  <a:pt x="0" y="0"/>
                </a:moveTo>
                <a:lnTo>
                  <a:pt x="378" y="3167"/>
                </a:lnTo>
                <a:lnTo>
                  <a:pt x="417" y="6067"/>
                </a:lnTo>
                <a:lnTo>
                  <a:pt x="441" y="14342"/>
                </a:lnTo>
                <a:lnTo>
                  <a:pt x="3065" y="14547"/>
                </a:lnTo>
                <a:lnTo>
                  <a:pt x="4751" y="13845"/>
                </a:lnTo>
                <a:lnTo>
                  <a:pt x="4420" y="7336"/>
                </a:lnTo>
                <a:lnTo>
                  <a:pt x="4546" y="3963"/>
                </a:lnTo>
                <a:lnTo>
                  <a:pt x="4546" y="598"/>
                </a:lnTo>
                <a:close/>
              </a:path>
            </a:pathLst>
          </a:custGeom>
          <a:solidFill>
            <a:srgbClr val="8E81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11" name="bg object 1911"/>
          <p:cNvSpPr/>
          <p:nvPr/>
        </p:nvSpPr>
        <p:spPr>
          <a:xfrm>
            <a:off x="2168805" y="4189574"/>
            <a:ext cx="24130" cy="28575"/>
          </a:xfrm>
          <a:custGeom>
            <a:avLst/>
            <a:gdLst/>
            <a:ahLst/>
            <a:cxnLst/>
            <a:rect l="l" t="t" r="r" b="b"/>
            <a:pathLst>
              <a:path w="24130" h="28575">
                <a:moveTo>
                  <a:pt x="23893" y="0"/>
                </a:moveTo>
                <a:lnTo>
                  <a:pt x="20748" y="370"/>
                </a:lnTo>
                <a:lnTo>
                  <a:pt x="17825" y="457"/>
                </a:lnTo>
                <a:lnTo>
                  <a:pt x="9613" y="4578"/>
                </a:lnTo>
                <a:lnTo>
                  <a:pt x="9905" y="6619"/>
                </a:lnTo>
                <a:lnTo>
                  <a:pt x="8628" y="9196"/>
                </a:lnTo>
                <a:lnTo>
                  <a:pt x="12537" y="10488"/>
                </a:lnTo>
                <a:lnTo>
                  <a:pt x="12900" y="11820"/>
                </a:lnTo>
                <a:lnTo>
                  <a:pt x="13428" y="12647"/>
                </a:lnTo>
                <a:lnTo>
                  <a:pt x="12545" y="13168"/>
                </a:lnTo>
                <a:lnTo>
                  <a:pt x="11686" y="14082"/>
                </a:lnTo>
                <a:lnTo>
                  <a:pt x="7194" y="14302"/>
                </a:lnTo>
                <a:lnTo>
                  <a:pt x="3593" y="14200"/>
                </a:lnTo>
                <a:lnTo>
                  <a:pt x="0" y="14208"/>
                </a:lnTo>
                <a:lnTo>
                  <a:pt x="1087" y="18534"/>
                </a:lnTo>
                <a:lnTo>
                  <a:pt x="5224" y="22104"/>
                </a:lnTo>
                <a:lnTo>
                  <a:pt x="9582" y="22474"/>
                </a:lnTo>
                <a:lnTo>
                  <a:pt x="11316" y="18573"/>
                </a:lnTo>
                <a:lnTo>
                  <a:pt x="12112" y="19661"/>
                </a:lnTo>
                <a:lnTo>
                  <a:pt x="13357" y="20654"/>
                </a:lnTo>
                <a:lnTo>
                  <a:pt x="13979" y="23830"/>
                </a:lnTo>
                <a:lnTo>
                  <a:pt x="13719" y="25941"/>
                </a:lnTo>
                <a:lnTo>
                  <a:pt x="13735" y="27998"/>
                </a:lnTo>
                <a:lnTo>
                  <a:pt x="17801" y="27967"/>
                </a:lnTo>
                <a:lnTo>
                  <a:pt x="17762" y="25067"/>
                </a:lnTo>
                <a:lnTo>
                  <a:pt x="17376" y="21899"/>
                </a:lnTo>
                <a:lnTo>
                  <a:pt x="21938" y="22482"/>
                </a:lnTo>
                <a:lnTo>
                  <a:pt x="21859" y="21592"/>
                </a:lnTo>
                <a:lnTo>
                  <a:pt x="22049" y="20063"/>
                </a:lnTo>
                <a:lnTo>
                  <a:pt x="16745" y="17793"/>
                </a:lnTo>
                <a:lnTo>
                  <a:pt x="18156" y="13483"/>
                </a:lnTo>
                <a:lnTo>
                  <a:pt x="17313" y="5224"/>
                </a:lnTo>
                <a:lnTo>
                  <a:pt x="19424" y="4058"/>
                </a:lnTo>
                <a:lnTo>
                  <a:pt x="23302" y="4602"/>
                </a:lnTo>
                <a:lnTo>
                  <a:pt x="23893" y="0"/>
                </a:lnTo>
                <a:close/>
              </a:path>
            </a:pathLst>
          </a:custGeom>
          <a:solidFill>
            <a:srgbClr val="A196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12" name="bg object 1912"/>
          <p:cNvSpPr/>
          <p:nvPr/>
        </p:nvSpPr>
        <p:spPr>
          <a:xfrm>
            <a:off x="2170159" y="4176276"/>
            <a:ext cx="19050" cy="18415"/>
          </a:xfrm>
          <a:custGeom>
            <a:avLst/>
            <a:gdLst/>
            <a:ahLst/>
            <a:cxnLst/>
            <a:rect l="l" t="t" r="r" b="b"/>
            <a:pathLst>
              <a:path w="19050" h="18414">
                <a:moveTo>
                  <a:pt x="12238" y="9503"/>
                </a:moveTo>
                <a:lnTo>
                  <a:pt x="6868" y="9503"/>
                </a:lnTo>
                <a:lnTo>
                  <a:pt x="8494" y="10055"/>
                </a:lnTo>
                <a:lnTo>
                  <a:pt x="8340" y="12056"/>
                </a:lnTo>
                <a:lnTo>
                  <a:pt x="8258" y="17880"/>
                </a:lnTo>
                <a:lnTo>
                  <a:pt x="16469" y="13759"/>
                </a:lnTo>
                <a:lnTo>
                  <a:pt x="17076" y="12056"/>
                </a:lnTo>
                <a:lnTo>
                  <a:pt x="18920" y="9866"/>
                </a:lnTo>
                <a:lnTo>
                  <a:pt x="12238" y="9503"/>
                </a:lnTo>
                <a:close/>
              </a:path>
              <a:path w="19050" h="18414">
                <a:moveTo>
                  <a:pt x="12356" y="0"/>
                </a:moveTo>
                <a:lnTo>
                  <a:pt x="0" y="0"/>
                </a:lnTo>
                <a:lnTo>
                  <a:pt x="8" y="4239"/>
                </a:lnTo>
                <a:lnTo>
                  <a:pt x="3680" y="4239"/>
                </a:lnTo>
                <a:lnTo>
                  <a:pt x="4279" y="6650"/>
                </a:lnTo>
                <a:lnTo>
                  <a:pt x="4121" y="9503"/>
                </a:lnTo>
                <a:lnTo>
                  <a:pt x="4113" y="9645"/>
                </a:lnTo>
                <a:lnTo>
                  <a:pt x="5892" y="9503"/>
                </a:lnTo>
                <a:lnTo>
                  <a:pt x="12238" y="9503"/>
                </a:lnTo>
                <a:lnTo>
                  <a:pt x="12356" y="0"/>
                </a:lnTo>
                <a:close/>
              </a:path>
            </a:pathLst>
          </a:custGeom>
          <a:solidFill>
            <a:srgbClr val="A9A2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13" name="bg object 1913"/>
          <p:cNvSpPr/>
          <p:nvPr/>
        </p:nvSpPr>
        <p:spPr>
          <a:xfrm>
            <a:off x="2182518" y="4176265"/>
            <a:ext cx="6350" cy="6350"/>
          </a:xfrm>
          <a:custGeom>
            <a:avLst/>
            <a:gdLst/>
            <a:ahLst/>
            <a:cxnLst/>
            <a:rect l="l" t="t" r="r" b="b"/>
            <a:pathLst>
              <a:path w="6350" h="6350">
                <a:moveTo>
                  <a:pt x="5468" y="0"/>
                </a:moveTo>
                <a:lnTo>
                  <a:pt x="0" y="7"/>
                </a:lnTo>
                <a:lnTo>
                  <a:pt x="7" y="5531"/>
                </a:lnTo>
                <a:lnTo>
                  <a:pt x="4373" y="6217"/>
                </a:lnTo>
                <a:lnTo>
                  <a:pt x="6186" y="4357"/>
                </a:lnTo>
                <a:lnTo>
                  <a:pt x="5468" y="0"/>
                </a:lnTo>
                <a:close/>
              </a:path>
            </a:pathLst>
          </a:custGeom>
          <a:solidFill>
            <a:srgbClr val="A8A1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14" name="bg object 1914"/>
          <p:cNvSpPr/>
          <p:nvPr/>
        </p:nvSpPr>
        <p:spPr>
          <a:xfrm>
            <a:off x="2172905" y="4257480"/>
            <a:ext cx="18415" cy="18415"/>
          </a:xfrm>
          <a:custGeom>
            <a:avLst/>
            <a:gdLst/>
            <a:ahLst/>
            <a:cxnLst/>
            <a:rect l="l" t="t" r="r" b="b"/>
            <a:pathLst>
              <a:path w="18414" h="18414">
                <a:moveTo>
                  <a:pt x="0" y="12364"/>
                </a:moveTo>
                <a:lnTo>
                  <a:pt x="23" y="17888"/>
                </a:lnTo>
                <a:lnTo>
                  <a:pt x="8234" y="17888"/>
                </a:lnTo>
                <a:lnTo>
                  <a:pt x="8594" y="13806"/>
                </a:lnTo>
                <a:lnTo>
                  <a:pt x="8699" y="12608"/>
                </a:lnTo>
                <a:lnTo>
                  <a:pt x="3185" y="12608"/>
                </a:lnTo>
                <a:lnTo>
                  <a:pt x="0" y="12364"/>
                </a:lnTo>
                <a:close/>
              </a:path>
              <a:path w="18414" h="18414">
                <a:moveTo>
                  <a:pt x="8234" y="0"/>
                </a:moveTo>
                <a:lnTo>
                  <a:pt x="4129" y="0"/>
                </a:lnTo>
                <a:lnTo>
                  <a:pt x="4129" y="8786"/>
                </a:lnTo>
                <a:lnTo>
                  <a:pt x="4389" y="11938"/>
                </a:lnTo>
                <a:lnTo>
                  <a:pt x="2430" y="12608"/>
                </a:lnTo>
                <a:lnTo>
                  <a:pt x="8699" y="12608"/>
                </a:lnTo>
                <a:lnTo>
                  <a:pt x="15090" y="13806"/>
                </a:lnTo>
                <a:lnTo>
                  <a:pt x="17848" y="13806"/>
                </a:lnTo>
                <a:lnTo>
                  <a:pt x="17841" y="8479"/>
                </a:lnTo>
                <a:lnTo>
                  <a:pt x="8676" y="8479"/>
                </a:lnTo>
                <a:lnTo>
                  <a:pt x="8037" y="6698"/>
                </a:lnTo>
                <a:lnTo>
                  <a:pt x="8258" y="4097"/>
                </a:lnTo>
                <a:lnTo>
                  <a:pt x="8234" y="0"/>
                </a:lnTo>
                <a:close/>
              </a:path>
              <a:path w="18414" h="18414">
                <a:moveTo>
                  <a:pt x="17841" y="8250"/>
                </a:moveTo>
                <a:lnTo>
                  <a:pt x="11997" y="8250"/>
                </a:lnTo>
                <a:lnTo>
                  <a:pt x="8676" y="8479"/>
                </a:lnTo>
                <a:lnTo>
                  <a:pt x="17841" y="8479"/>
                </a:lnTo>
                <a:lnTo>
                  <a:pt x="17841" y="8250"/>
                </a:lnTo>
                <a:close/>
              </a:path>
            </a:pathLst>
          </a:custGeom>
          <a:solidFill>
            <a:srgbClr val="8478B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15" name="bg object 1915"/>
          <p:cNvSpPr/>
          <p:nvPr/>
        </p:nvSpPr>
        <p:spPr>
          <a:xfrm>
            <a:off x="2189335" y="4271218"/>
            <a:ext cx="5715" cy="12700"/>
          </a:xfrm>
          <a:custGeom>
            <a:avLst/>
            <a:gdLst/>
            <a:ahLst/>
            <a:cxnLst/>
            <a:rect l="l" t="t" r="r" b="b"/>
            <a:pathLst>
              <a:path w="5714" h="12700">
                <a:moveTo>
                  <a:pt x="5531" y="7"/>
                </a:moveTo>
                <a:lnTo>
                  <a:pt x="1418" y="15"/>
                </a:lnTo>
                <a:lnTo>
                  <a:pt x="0" y="4113"/>
                </a:lnTo>
                <a:lnTo>
                  <a:pt x="23" y="12403"/>
                </a:lnTo>
                <a:lnTo>
                  <a:pt x="5524" y="12403"/>
                </a:lnTo>
                <a:lnTo>
                  <a:pt x="5531" y="7"/>
                </a:lnTo>
                <a:close/>
              </a:path>
            </a:pathLst>
          </a:custGeom>
          <a:solidFill>
            <a:srgbClr val="A5A4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16" name="bg object 1916"/>
          <p:cNvSpPr/>
          <p:nvPr/>
        </p:nvSpPr>
        <p:spPr>
          <a:xfrm>
            <a:off x="2180940" y="4261578"/>
            <a:ext cx="10160" cy="4445"/>
          </a:xfrm>
          <a:custGeom>
            <a:avLst/>
            <a:gdLst/>
            <a:ahLst/>
            <a:cxnLst/>
            <a:rect l="l" t="t" r="r" b="b"/>
            <a:pathLst>
              <a:path w="10160" h="4445">
                <a:moveTo>
                  <a:pt x="9803" y="7"/>
                </a:moveTo>
                <a:lnTo>
                  <a:pt x="228" y="0"/>
                </a:lnTo>
                <a:lnTo>
                  <a:pt x="0" y="2600"/>
                </a:lnTo>
                <a:lnTo>
                  <a:pt x="638" y="4381"/>
                </a:lnTo>
                <a:lnTo>
                  <a:pt x="5792" y="4026"/>
                </a:lnTo>
                <a:lnTo>
                  <a:pt x="7801" y="4152"/>
                </a:lnTo>
                <a:lnTo>
                  <a:pt x="9803" y="4152"/>
                </a:lnTo>
                <a:lnTo>
                  <a:pt x="9803" y="7"/>
                </a:lnTo>
                <a:close/>
              </a:path>
            </a:pathLst>
          </a:custGeom>
          <a:solidFill>
            <a:srgbClr val="8F86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17" name="bg object 1917"/>
          <p:cNvSpPr/>
          <p:nvPr/>
        </p:nvSpPr>
        <p:spPr>
          <a:xfrm>
            <a:off x="2181062" y="4239368"/>
            <a:ext cx="5715" cy="9525"/>
          </a:xfrm>
          <a:custGeom>
            <a:avLst/>
            <a:gdLst/>
            <a:ahLst/>
            <a:cxnLst/>
            <a:rect l="l" t="t" r="r" b="b"/>
            <a:pathLst>
              <a:path w="5714" h="9525">
                <a:moveTo>
                  <a:pt x="2198" y="0"/>
                </a:moveTo>
                <a:lnTo>
                  <a:pt x="94" y="1055"/>
                </a:lnTo>
                <a:lnTo>
                  <a:pt x="0" y="9353"/>
                </a:lnTo>
                <a:lnTo>
                  <a:pt x="3096" y="8297"/>
                </a:lnTo>
                <a:lnTo>
                  <a:pt x="5563" y="8455"/>
                </a:lnTo>
                <a:lnTo>
                  <a:pt x="5571" y="204"/>
                </a:lnTo>
                <a:lnTo>
                  <a:pt x="2198" y="0"/>
                </a:lnTo>
                <a:close/>
              </a:path>
            </a:pathLst>
          </a:custGeom>
          <a:solidFill>
            <a:srgbClr val="958B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18" name="bg object 1918"/>
          <p:cNvSpPr/>
          <p:nvPr/>
        </p:nvSpPr>
        <p:spPr>
          <a:xfrm>
            <a:off x="2133102" y="3884531"/>
            <a:ext cx="13335" cy="37465"/>
          </a:xfrm>
          <a:custGeom>
            <a:avLst/>
            <a:gdLst/>
            <a:ahLst/>
            <a:cxnLst/>
            <a:rect l="l" t="t" r="r" b="b"/>
            <a:pathLst>
              <a:path w="13335" h="37464">
                <a:moveTo>
                  <a:pt x="8234" y="0"/>
                </a:moveTo>
                <a:lnTo>
                  <a:pt x="6824" y="11040"/>
                </a:lnTo>
                <a:lnTo>
                  <a:pt x="6855" y="19259"/>
                </a:lnTo>
                <a:lnTo>
                  <a:pt x="6493" y="20512"/>
                </a:lnTo>
                <a:lnTo>
                  <a:pt x="6225" y="22805"/>
                </a:lnTo>
                <a:lnTo>
                  <a:pt x="0" y="23365"/>
                </a:lnTo>
                <a:lnTo>
                  <a:pt x="1300" y="27636"/>
                </a:lnTo>
                <a:lnTo>
                  <a:pt x="1560" y="33010"/>
                </a:lnTo>
                <a:lnTo>
                  <a:pt x="2316" y="36541"/>
                </a:lnTo>
                <a:lnTo>
                  <a:pt x="6706" y="37250"/>
                </a:lnTo>
                <a:lnTo>
                  <a:pt x="6792" y="34232"/>
                </a:lnTo>
                <a:lnTo>
                  <a:pt x="6966" y="31001"/>
                </a:lnTo>
                <a:lnTo>
                  <a:pt x="7131" y="29945"/>
                </a:lnTo>
                <a:lnTo>
                  <a:pt x="13010" y="27683"/>
                </a:lnTo>
                <a:lnTo>
                  <a:pt x="10323" y="22931"/>
                </a:lnTo>
                <a:lnTo>
                  <a:pt x="10977" y="19283"/>
                </a:lnTo>
                <a:lnTo>
                  <a:pt x="12348" y="2781"/>
                </a:lnTo>
                <a:lnTo>
                  <a:pt x="8234" y="0"/>
                </a:lnTo>
                <a:close/>
              </a:path>
            </a:pathLst>
          </a:custGeom>
          <a:solidFill>
            <a:srgbClr val="B1A9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19" name="bg object 1919"/>
          <p:cNvSpPr/>
          <p:nvPr/>
        </p:nvSpPr>
        <p:spPr>
          <a:xfrm>
            <a:off x="2121038" y="3918013"/>
            <a:ext cx="9525" cy="8255"/>
          </a:xfrm>
          <a:custGeom>
            <a:avLst/>
            <a:gdLst/>
            <a:ahLst/>
            <a:cxnLst/>
            <a:rect l="l" t="t" r="r" b="b"/>
            <a:pathLst>
              <a:path w="9525" h="8254">
                <a:moveTo>
                  <a:pt x="8337" y="0"/>
                </a:moveTo>
                <a:lnTo>
                  <a:pt x="6981" y="1055"/>
                </a:lnTo>
                <a:lnTo>
                  <a:pt x="5650" y="2167"/>
                </a:lnTo>
                <a:lnTo>
                  <a:pt x="3719" y="3498"/>
                </a:lnTo>
                <a:lnTo>
                  <a:pt x="2844" y="3357"/>
                </a:lnTo>
                <a:lnTo>
                  <a:pt x="1489" y="4436"/>
                </a:lnTo>
                <a:lnTo>
                  <a:pt x="780" y="5350"/>
                </a:lnTo>
                <a:lnTo>
                  <a:pt x="0" y="6178"/>
                </a:lnTo>
                <a:lnTo>
                  <a:pt x="1079" y="6721"/>
                </a:lnTo>
                <a:lnTo>
                  <a:pt x="2127" y="7580"/>
                </a:lnTo>
                <a:lnTo>
                  <a:pt x="5248" y="7982"/>
                </a:lnTo>
                <a:lnTo>
                  <a:pt x="7297" y="7801"/>
                </a:lnTo>
                <a:lnTo>
                  <a:pt x="9322" y="7809"/>
                </a:lnTo>
                <a:lnTo>
                  <a:pt x="9322" y="7131"/>
                </a:lnTo>
                <a:lnTo>
                  <a:pt x="9401" y="6446"/>
                </a:lnTo>
                <a:lnTo>
                  <a:pt x="9022" y="3853"/>
                </a:lnTo>
                <a:lnTo>
                  <a:pt x="8668" y="1922"/>
                </a:lnTo>
                <a:lnTo>
                  <a:pt x="8337" y="0"/>
                </a:lnTo>
                <a:close/>
              </a:path>
            </a:pathLst>
          </a:custGeom>
          <a:solidFill>
            <a:srgbClr val="B3A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20" name="bg object 1920"/>
          <p:cNvSpPr/>
          <p:nvPr/>
        </p:nvSpPr>
        <p:spPr>
          <a:xfrm>
            <a:off x="2135836" y="3895557"/>
            <a:ext cx="4445" cy="8255"/>
          </a:xfrm>
          <a:custGeom>
            <a:avLst/>
            <a:gdLst/>
            <a:ahLst/>
            <a:cxnLst/>
            <a:rect l="l" t="t" r="r" b="b"/>
            <a:pathLst>
              <a:path w="4444" h="8254">
                <a:moveTo>
                  <a:pt x="23" y="0"/>
                </a:moveTo>
                <a:lnTo>
                  <a:pt x="0" y="8242"/>
                </a:lnTo>
                <a:lnTo>
                  <a:pt x="4121" y="8234"/>
                </a:lnTo>
                <a:lnTo>
                  <a:pt x="4089" y="15"/>
                </a:lnTo>
                <a:lnTo>
                  <a:pt x="23" y="0"/>
                </a:lnTo>
                <a:close/>
              </a:path>
            </a:pathLst>
          </a:custGeom>
          <a:solidFill>
            <a:srgbClr val="CAC0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21" name="bg object 1921"/>
          <p:cNvSpPr/>
          <p:nvPr/>
        </p:nvSpPr>
        <p:spPr>
          <a:xfrm>
            <a:off x="2153442" y="3881558"/>
            <a:ext cx="5080" cy="10160"/>
          </a:xfrm>
          <a:custGeom>
            <a:avLst/>
            <a:gdLst/>
            <a:ahLst/>
            <a:cxnLst/>
            <a:rect l="l" t="t" r="r" b="b"/>
            <a:pathLst>
              <a:path w="5080" h="10160">
                <a:moveTo>
                  <a:pt x="2868" y="0"/>
                </a:moveTo>
                <a:lnTo>
                  <a:pt x="252" y="244"/>
                </a:lnTo>
                <a:lnTo>
                  <a:pt x="252" y="2245"/>
                </a:lnTo>
                <a:lnTo>
                  <a:pt x="370" y="4247"/>
                </a:lnTo>
                <a:lnTo>
                  <a:pt x="0" y="9353"/>
                </a:lnTo>
                <a:lnTo>
                  <a:pt x="1725" y="10063"/>
                </a:lnTo>
                <a:lnTo>
                  <a:pt x="4326" y="9850"/>
                </a:lnTo>
                <a:lnTo>
                  <a:pt x="4342" y="7840"/>
                </a:lnTo>
                <a:lnTo>
                  <a:pt x="4239" y="5823"/>
                </a:lnTo>
                <a:lnTo>
                  <a:pt x="4609" y="685"/>
                </a:lnTo>
                <a:lnTo>
                  <a:pt x="2868" y="0"/>
                </a:lnTo>
                <a:close/>
              </a:path>
            </a:pathLst>
          </a:custGeom>
          <a:solidFill>
            <a:srgbClr val="A89E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22" name="bg object 1922"/>
          <p:cNvSpPr/>
          <p:nvPr/>
        </p:nvSpPr>
        <p:spPr>
          <a:xfrm>
            <a:off x="2141995" y="3966243"/>
            <a:ext cx="10795" cy="36830"/>
          </a:xfrm>
          <a:custGeom>
            <a:avLst/>
            <a:gdLst/>
            <a:ahLst/>
            <a:cxnLst/>
            <a:rect l="l" t="t" r="r" b="b"/>
            <a:pathLst>
              <a:path w="10794" h="36829">
                <a:moveTo>
                  <a:pt x="5484" y="0"/>
                </a:moveTo>
                <a:lnTo>
                  <a:pt x="4271" y="4286"/>
                </a:lnTo>
                <a:lnTo>
                  <a:pt x="2025" y="4507"/>
                </a:lnTo>
                <a:lnTo>
                  <a:pt x="709" y="4996"/>
                </a:lnTo>
                <a:lnTo>
                  <a:pt x="646" y="12789"/>
                </a:lnTo>
                <a:lnTo>
                  <a:pt x="811" y="19251"/>
                </a:lnTo>
                <a:lnTo>
                  <a:pt x="0" y="21852"/>
                </a:lnTo>
                <a:lnTo>
                  <a:pt x="4909" y="24176"/>
                </a:lnTo>
                <a:lnTo>
                  <a:pt x="4452" y="28510"/>
                </a:lnTo>
                <a:lnTo>
                  <a:pt x="4806" y="31158"/>
                </a:lnTo>
                <a:lnTo>
                  <a:pt x="4877" y="35303"/>
                </a:lnTo>
                <a:lnTo>
                  <a:pt x="8920" y="36667"/>
                </a:lnTo>
                <a:lnTo>
                  <a:pt x="8959" y="18755"/>
                </a:lnTo>
                <a:lnTo>
                  <a:pt x="10315" y="858"/>
                </a:lnTo>
                <a:lnTo>
                  <a:pt x="8116" y="1087"/>
                </a:lnTo>
                <a:lnTo>
                  <a:pt x="5484" y="0"/>
                </a:lnTo>
                <a:close/>
              </a:path>
            </a:pathLst>
          </a:custGeom>
          <a:solidFill>
            <a:srgbClr val="BCB4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23" name="bg object 1923"/>
          <p:cNvSpPr/>
          <p:nvPr/>
        </p:nvSpPr>
        <p:spPr>
          <a:xfrm>
            <a:off x="2150954" y="3961596"/>
            <a:ext cx="10160" cy="24130"/>
          </a:xfrm>
          <a:custGeom>
            <a:avLst/>
            <a:gdLst/>
            <a:ahLst/>
            <a:cxnLst/>
            <a:rect l="l" t="t" r="r" b="b"/>
            <a:pathLst>
              <a:path w="10160" h="24129">
                <a:moveTo>
                  <a:pt x="5468" y="15"/>
                </a:moveTo>
                <a:lnTo>
                  <a:pt x="1386" y="0"/>
                </a:lnTo>
                <a:lnTo>
                  <a:pt x="1355" y="5508"/>
                </a:lnTo>
                <a:lnTo>
                  <a:pt x="0" y="23404"/>
                </a:lnTo>
                <a:lnTo>
                  <a:pt x="5484" y="23404"/>
                </a:lnTo>
                <a:lnTo>
                  <a:pt x="8116" y="23601"/>
                </a:lnTo>
                <a:lnTo>
                  <a:pt x="9787" y="22876"/>
                </a:lnTo>
                <a:lnTo>
                  <a:pt x="9464" y="16375"/>
                </a:lnTo>
                <a:lnTo>
                  <a:pt x="9606" y="13010"/>
                </a:lnTo>
                <a:lnTo>
                  <a:pt x="9590" y="9613"/>
                </a:lnTo>
                <a:lnTo>
                  <a:pt x="5445" y="9700"/>
                </a:lnTo>
                <a:lnTo>
                  <a:pt x="5539" y="4460"/>
                </a:lnTo>
                <a:lnTo>
                  <a:pt x="5468" y="15"/>
                </a:lnTo>
                <a:close/>
              </a:path>
            </a:pathLst>
          </a:custGeom>
          <a:solidFill>
            <a:srgbClr val="B5AF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24" name="bg object 1924"/>
          <p:cNvSpPr/>
          <p:nvPr/>
        </p:nvSpPr>
        <p:spPr>
          <a:xfrm>
            <a:off x="2137227" y="3971223"/>
            <a:ext cx="10160" cy="26670"/>
          </a:xfrm>
          <a:custGeom>
            <a:avLst/>
            <a:gdLst/>
            <a:ahLst/>
            <a:cxnLst/>
            <a:rect l="l" t="t" r="r" b="b"/>
            <a:pathLst>
              <a:path w="10160" h="26670">
                <a:moveTo>
                  <a:pt x="5476" y="15"/>
                </a:moveTo>
                <a:lnTo>
                  <a:pt x="1371" y="0"/>
                </a:lnTo>
                <a:lnTo>
                  <a:pt x="0" y="22041"/>
                </a:lnTo>
                <a:lnTo>
                  <a:pt x="2198" y="22254"/>
                </a:lnTo>
                <a:lnTo>
                  <a:pt x="4822" y="21166"/>
                </a:lnTo>
                <a:lnTo>
                  <a:pt x="6044" y="25445"/>
                </a:lnTo>
                <a:lnTo>
                  <a:pt x="8266" y="25674"/>
                </a:lnTo>
                <a:lnTo>
                  <a:pt x="9574" y="26178"/>
                </a:lnTo>
                <a:lnTo>
                  <a:pt x="9219" y="23530"/>
                </a:lnTo>
                <a:lnTo>
                  <a:pt x="9677" y="19196"/>
                </a:lnTo>
                <a:lnTo>
                  <a:pt x="4767" y="16871"/>
                </a:lnTo>
                <a:lnTo>
                  <a:pt x="5579" y="14271"/>
                </a:lnTo>
                <a:lnTo>
                  <a:pt x="5413" y="7809"/>
                </a:lnTo>
                <a:lnTo>
                  <a:pt x="5476" y="3908"/>
                </a:lnTo>
                <a:lnTo>
                  <a:pt x="5476" y="15"/>
                </a:lnTo>
                <a:close/>
              </a:path>
            </a:pathLst>
          </a:custGeom>
          <a:solidFill>
            <a:srgbClr val="AFA8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25" name="bg object 1925"/>
          <p:cNvSpPr/>
          <p:nvPr/>
        </p:nvSpPr>
        <p:spPr>
          <a:xfrm>
            <a:off x="2155064" y="3962996"/>
            <a:ext cx="19685" cy="27305"/>
          </a:xfrm>
          <a:custGeom>
            <a:avLst/>
            <a:gdLst/>
            <a:ahLst/>
            <a:cxnLst/>
            <a:rect l="l" t="t" r="r" b="b"/>
            <a:pathLst>
              <a:path w="19685" h="27304">
                <a:moveTo>
                  <a:pt x="19188" y="0"/>
                </a:moveTo>
                <a:lnTo>
                  <a:pt x="15114" y="0"/>
                </a:lnTo>
                <a:lnTo>
                  <a:pt x="13609" y="4728"/>
                </a:lnTo>
                <a:lnTo>
                  <a:pt x="9858" y="6847"/>
                </a:lnTo>
                <a:lnTo>
                  <a:pt x="5500" y="8242"/>
                </a:lnTo>
                <a:lnTo>
                  <a:pt x="5492" y="11607"/>
                </a:lnTo>
                <a:lnTo>
                  <a:pt x="5350" y="14972"/>
                </a:lnTo>
                <a:lnTo>
                  <a:pt x="5673" y="21473"/>
                </a:lnTo>
                <a:lnTo>
                  <a:pt x="4011" y="22198"/>
                </a:lnTo>
                <a:lnTo>
                  <a:pt x="1379" y="22001"/>
                </a:lnTo>
                <a:lnTo>
                  <a:pt x="0" y="26123"/>
                </a:lnTo>
                <a:lnTo>
                  <a:pt x="3160" y="25555"/>
                </a:lnTo>
                <a:lnTo>
                  <a:pt x="7171" y="25973"/>
                </a:lnTo>
                <a:lnTo>
                  <a:pt x="11591" y="22088"/>
                </a:lnTo>
                <a:lnTo>
                  <a:pt x="11978" y="21213"/>
                </a:lnTo>
                <a:lnTo>
                  <a:pt x="15823" y="27297"/>
                </a:lnTo>
                <a:lnTo>
                  <a:pt x="17470" y="26328"/>
                </a:lnTo>
                <a:lnTo>
                  <a:pt x="18384" y="18132"/>
                </a:lnTo>
                <a:lnTo>
                  <a:pt x="18770" y="13175"/>
                </a:lnTo>
                <a:lnTo>
                  <a:pt x="19227" y="8227"/>
                </a:lnTo>
                <a:lnTo>
                  <a:pt x="19188" y="0"/>
                </a:lnTo>
                <a:close/>
              </a:path>
            </a:pathLst>
          </a:custGeom>
          <a:solidFill>
            <a:srgbClr val="BEB7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26" name="bg object 1926"/>
          <p:cNvSpPr/>
          <p:nvPr/>
        </p:nvSpPr>
        <p:spPr>
          <a:xfrm>
            <a:off x="2178143" y="3980856"/>
            <a:ext cx="4445" cy="8890"/>
          </a:xfrm>
          <a:custGeom>
            <a:avLst/>
            <a:gdLst/>
            <a:ahLst/>
            <a:cxnLst/>
            <a:rect l="l" t="t" r="r" b="b"/>
            <a:pathLst>
              <a:path w="4444" h="8889">
                <a:moveTo>
                  <a:pt x="4349" y="0"/>
                </a:moveTo>
                <a:lnTo>
                  <a:pt x="260" y="7"/>
                </a:lnTo>
                <a:lnTo>
                  <a:pt x="260" y="1568"/>
                </a:lnTo>
                <a:lnTo>
                  <a:pt x="354" y="3128"/>
                </a:lnTo>
                <a:lnTo>
                  <a:pt x="0" y="7833"/>
                </a:lnTo>
                <a:lnTo>
                  <a:pt x="1796" y="8471"/>
                </a:lnTo>
                <a:lnTo>
                  <a:pt x="4389" y="8234"/>
                </a:lnTo>
                <a:lnTo>
                  <a:pt x="4349" y="0"/>
                </a:lnTo>
                <a:close/>
              </a:path>
            </a:pathLst>
          </a:custGeom>
          <a:solidFill>
            <a:srgbClr val="A19A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27" name="bg object 1927"/>
          <p:cNvSpPr/>
          <p:nvPr/>
        </p:nvSpPr>
        <p:spPr>
          <a:xfrm>
            <a:off x="2163970" y="3956770"/>
            <a:ext cx="6985" cy="6985"/>
          </a:xfrm>
          <a:custGeom>
            <a:avLst/>
            <a:gdLst/>
            <a:ahLst/>
            <a:cxnLst/>
            <a:rect l="l" t="t" r="r" b="b"/>
            <a:pathLst>
              <a:path w="6985" h="6985">
                <a:moveTo>
                  <a:pt x="5067" y="0"/>
                </a:moveTo>
                <a:lnTo>
                  <a:pt x="709" y="709"/>
                </a:lnTo>
                <a:lnTo>
                  <a:pt x="0" y="5074"/>
                </a:lnTo>
                <a:lnTo>
                  <a:pt x="1836" y="6903"/>
                </a:lnTo>
                <a:lnTo>
                  <a:pt x="6186" y="6201"/>
                </a:lnTo>
                <a:lnTo>
                  <a:pt x="6895" y="1828"/>
                </a:lnTo>
                <a:lnTo>
                  <a:pt x="5067" y="0"/>
                </a:lnTo>
                <a:close/>
              </a:path>
            </a:pathLst>
          </a:custGeom>
          <a:solidFill>
            <a:srgbClr val="A598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28" name="bg object 1928"/>
          <p:cNvSpPr/>
          <p:nvPr/>
        </p:nvSpPr>
        <p:spPr>
          <a:xfrm>
            <a:off x="2150911" y="3984998"/>
            <a:ext cx="11430" cy="23495"/>
          </a:xfrm>
          <a:custGeom>
            <a:avLst/>
            <a:gdLst/>
            <a:ahLst/>
            <a:cxnLst/>
            <a:rect l="l" t="t" r="r" b="b"/>
            <a:pathLst>
              <a:path w="11430" h="23495">
                <a:moveTo>
                  <a:pt x="5531" y="0"/>
                </a:moveTo>
                <a:lnTo>
                  <a:pt x="47" y="0"/>
                </a:lnTo>
                <a:lnTo>
                  <a:pt x="0" y="17911"/>
                </a:lnTo>
                <a:lnTo>
                  <a:pt x="39" y="22009"/>
                </a:lnTo>
                <a:lnTo>
                  <a:pt x="3743" y="23144"/>
                </a:lnTo>
                <a:lnTo>
                  <a:pt x="3806" y="19409"/>
                </a:lnTo>
                <a:lnTo>
                  <a:pt x="5524" y="17888"/>
                </a:lnTo>
                <a:lnTo>
                  <a:pt x="8124" y="15209"/>
                </a:lnTo>
                <a:lnTo>
                  <a:pt x="10835" y="12569"/>
                </a:lnTo>
                <a:lnTo>
                  <a:pt x="9645" y="8258"/>
                </a:lnTo>
                <a:lnTo>
                  <a:pt x="6721" y="8337"/>
                </a:lnTo>
                <a:lnTo>
                  <a:pt x="3577" y="8715"/>
                </a:lnTo>
                <a:lnTo>
                  <a:pt x="4152" y="4121"/>
                </a:lnTo>
                <a:lnTo>
                  <a:pt x="5531" y="0"/>
                </a:lnTo>
                <a:close/>
              </a:path>
            </a:pathLst>
          </a:custGeom>
          <a:solidFill>
            <a:srgbClr val="AAA4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29" name="bg object 1929"/>
          <p:cNvSpPr/>
          <p:nvPr/>
        </p:nvSpPr>
        <p:spPr>
          <a:xfrm>
            <a:off x="2182519" y="3994436"/>
            <a:ext cx="4445" cy="12700"/>
          </a:xfrm>
          <a:custGeom>
            <a:avLst/>
            <a:gdLst/>
            <a:ahLst/>
            <a:cxnLst/>
            <a:rect l="l" t="t" r="r" b="b"/>
            <a:pathLst>
              <a:path w="4444" h="12700">
                <a:moveTo>
                  <a:pt x="2608" y="0"/>
                </a:moveTo>
                <a:lnTo>
                  <a:pt x="0" y="189"/>
                </a:lnTo>
                <a:lnTo>
                  <a:pt x="0" y="12576"/>
                </a:lnTo>
                <a:lnTo>
                  <a:pt x="4121" y="12576"/>
                </a:lnTo>
                <a:lnTo>
                  <a:pt x="4113" y="9669"/>
                </a:lnTo>
                <a:lnTo>
                  <a:pt x="3979" y="6745"/>
                </a:lnTo>
                <a:lnTo>
                  <a:pt x="4318" y="677"/>
                </a:lnTo>
                <a:lnTo>
                  <a:pt x="2608" y="0"/>
                </a:lnTo>
                <a:close/>
              </a:path>
            </a:pathLst>
          </a:custGeom>
          <a:solidFill>
            <a:srgbClr val="C8BF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30" name="bg object 1930"/>
          <p:cNvSpPr/>
          <p:nvPr/>
        </p:nvSpPr>
        <p:spPr>
          <a:xfrm>
            <a:off x="2156436" y="3993053"/>
            <a:ext cx="8890" cy="10160"/>
          </a:xfrm>
          <a:custGeom>
            <a:avLst/>
            <a:gdLst/>
            <a:ahLst/>
            <a:cxnLst/>
            <a:rect l="l" t="t" r="r" b="b"/>
            <a:pathLst>
              <a:path w="8889" h="10160">
                <a:moveTo>
                  <a:pt x="6721" y="0"/>
                </a:moveTo>
                <a:lnTo>
                  <a:pt x="4121" y="204"/>
                </a:lnTo>
                <a:lnTo>
                  <a:pt x="5311" y="4515"/>
                </a:lnTo>
                <a:lnTo>
                  <a:pt x="2600" y="7147"/>
                </a:lnTo>
                <a:lnTo>
                  <a:pt x="0" y="9834"/>
                </a:lnTo>
                <a:lnTo>
                  <a:pt x="8234" y="9826"/>
                </a:lnTo>
                <a:lnTo>
                  <a:pt x="8227" y="7817"/>
                </a:lnTo>
                <a:lnTo>
                  <a:pt x="8116" y="5807"/>
                </a:lnTo>
                <a:lnTo>
                  <a:pt x="8487" y="661"/>
                </a:lnTo>
                <a:lnTo>
                  <a:pt x="6721" y="0"/>
                </a:lnTo>
                <a:close/>
              </a:path>
            </a:pathLst>
          </a:custGeom>
          <a:solidFill>
            <a:srgbClr val="A59A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31" name="bg object 1931"/>
          <p:cNvSpPr/>
          <p:nvPr/>
        </p:nvSpPr>
        <p:spPr>
          <a:xfrm>
            <a:off x="2111155" y="4227737"/>
            <a:ext cx="15240" cy="14604"/>
          </a:xfrm>
          <a:custGeom>
            <a:avLst/>
            <a:gdLst/>
            <a:ahLst/>
            <a:cxnLst/>
            <a:rect l="l" t="t" r="r" b="b"/>
            <a:pathLst>
              <a:path w="15239" h="14604">
                <a:moveTo>
                  <a:pt x="14649" y="0"/>
                </a:moveTo>
                <a:lnTo>
                  <a:pt x="11103" y="898"/>
                </a:lnTo>
                <a:lnTo>
                  <a:pt x="8234" y="827"/>
                </a:lnTo>
                <a:lnTo>
                  <a:pt x="23" y="827"/>
                </a:lnTo>
                <a:lnTo>
                  <a:pt x="0" y="10472"/>
                </a:lnTo>
                <a:lnTo>
                  <a:pt x="1331" y="9905"/>
                </a:lnTo>
                <a:lnTo>
                  <a:pt x="2718" y="9448"/>
                </a:lnTo>
                <a:lnTo>
                  <a:pt x="4988" y="8203"/>
                </a:lnTo>
                <a:lnTo>
                  <a:pt x="5839" y="7360"/>
                </a:lnTo>
                <a:lnTo>
                  <a:pt x="6761" y="6643"/>
                </a:lnTo>
                <a:lnTo>
                  <a:pt x="7249" y="7793"/>
                </a:lnTo>
                <a:lnTo>
                  <a:pt x="7809" y="8920"/>
                </a:lnTo>
                <a:lnTo>
                  <a:pt x="8384" y="10732"/>
                </a:lnTo>
                <a:lnTo>
                  <a:pt x="8030" y="11591"/>
                </a:lnTo>
                <a:lnTo>
                  <a:pt x="8818" y="12978"/>
                </a:lnTo>
                <a:lnTo>
                  <a:pt x="9637" y="13648"/>
                </a:lnTo>
                <a:lnTo>
                  <a:pt x="10307" y="14405"/>
                </a:lnTo>
                <a:lnTo>
                  <a:pt x="10977" y="13632"/>
                </a:lnTo>
                <a:lnTo>
                  <a:pt x="12096" y="12923"/>
                </a:lnTo>
                <a:lnTo>
                  <a:pt x="12521" y="9826"/>
                </a:lnTo>
                <a:lnTo>
                  <a:pt x="11781" y="7281"/>
                </a:lnTo>
                <a:lnTo>
                  <a:pt x="14649" y="0"/>
                </a:lnTo>
                <a:close/>
              </a:path>
            </a:pathLst>
          </a:custGeom>
          <a:solidFill>
            <a:srgbClr val="827A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32" name="bg object 1932"/>
          <p:cNvSpPr/>
          <p:nvPr/>
        </p:nvSpPr>
        <p:spPr>
          <a:xfrm>
            <a:off x="2119390" y="4215751"/>
            <a:ext cx="6350" cy="9525"/>
          </a:xfrm>
          <a:custGeom>
            <a:avLst/>
            <a:gdLst/>
            <a:ahLst/>
            <a:cxnLst/>
            <a:rect l="l" t="t" r="r" b="b"/>
            <a:pathLst>
              <a:path w="6350" h="9525">
                <a:moveTo>
                  <a:pt x="6044" y="0"/>
                </a:moveTo>
                <a:lnTo>
                  <a:pt x="2931" y="330"/>
                </a:lnTo>
                <a:lnTo>
                  <a:pt x="0" y="417"/>
                </a:lnTo>
                <a:lnTo>
                  <a:pt x="0" y="8699"/>
                </a:lnTo>
                <a:lnTo>
                  <a:pt x="2923" y="8786"/>
                </a:lnTo>
                <a:lnTo>
                  <a:pt x="6044" y="9117"/>
                </a:lnTo>
                <a:lnTo>
                  <a:pt x="5484" y="4554"/>
                </a:lnTo>
                <a:lnTo>
                  <a:pt x="6044" y="0"/>
                </a:lnTo>
                <a:close/>
              </a:path>
            </a:pathLst>
          </a:custGeom>
          <a:solidFill>
            <a:srgbClr val="817B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33" name="bg object 1933"/>
          <p:cNvSpPr/>
          <p:nvPr/>
        </p:nvSpPr>
        <p:spPr>
          <a:xfrm>
            <a:off x="2135820" y="4158386"/>
            <a:ext cx="18415" cy="26670"/>
          </a:xfrm>
          <a:custGeom>
            <a:avLst/>
            <a:gdLst/>
            <a:ahLst/>
            <a:cxnLst/>
            <a:rect l="l" t="t" r="r" b="b"/>
            <a:pathLst>
              <a:path w="18414" h="26670">
                <a:moveTo>
                  <a:pt x="12379" y="0"/>
                </a:moveTo>
                <a:lnTo>
                  <a:pt x="2781" y="15"/>
                </a:lnTo>
                <a:lnTo>
                  <a:pt x="23" y="5524"/>
                </a:lnTo>
                <a:lnTo>
                  <a:pt x="2773" y="8258"/>
                </a:lnTo>
                <a:lnTo>
                  <a:pt x="6926" y="7738"/>
                </a:lnTo>
                <a:lnTo>
                  <a:pt x="6879" y="10425"/>
                </a:lnTo>
                <a:lnTo>
                  <a:pt x="7029" y="16477"/>
                </a:lnTo>
                <a:lnTo>
                  <a:pt x="6249" y="18313"/>
                </a:lnTo>
                <a:lnTo>
                  <a:pt x="2797" y="17880"/>
                </a:lnTo>
                <a:lnTo>
                  <a:pt x="0" y="23428"/>
                </a:lnTo>
                <a:lnTo>
                  <a:pt x="55" y="24767"/>
                </a:lnTo>
                <a:lnTo>
                  <a:pt x="2773" y="26146"/>
                </a:lnTo>
                <a:lnTo>
                  <a:pt x="11024" y="22025"/>
                </a:lnTo>
                <a:lnTo>
                  <a:pt x="16469" y="21978"/>
                </a:lnTo>
                <a:lnTo>
                  <a:pt x="16517" y="17896"/>
                </a:lnTo>
                <a:lnTo>
                  <a:pt x="15823" y="14247"/>
                </a:lnTo>
                <a:lnTo>
                  <a:pt x="18392" y="9787"/>
                </a:lnTo>
                <a:lnTo>
                  <a:pt x="11993" y="6548"/>
                </a:lnTo>
                <a:lnTo>
                  <a:pt x="12592" y="2466"/>
                </a:lnTo>
                <a:lnTo>
                  <a:pt x="12379" y="0"/>
                </a:lnTo>
                <a:close/>
              </a:path>
            </a:pathLst>
          </a:custGeom>
          <a:solidFill>
            <a:srgbClr val="7D6F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34" name="bg object 1934"/>
          <p:cNvSpPr/>
          <p:nvPr/>
        </p:nvSpPr>
        <p:spPr>
          <a:xfrm>
            <a:off x="2128988" y="4183154"/>
            <a:ext cx="13970" cy="29845"/>
          </a:xfrm>
          <a:custGeom>
            <a:avLst/>
            <a:gdLst/>
            <a:ahLst/>
            <a:cxnLst/>
            <a:rect l="l" t="t" r="r" b="b"/>
            <a:pathLst>
              <a:path w="13969" h="29845">
                <a:moveTo>
                  <a:pt x="6887" y="0"/>
                </a:moveTo>
                <a:lnTo>
                  <a:pt x="0" y="2521"/>
                </a:lnTo>
                <a:lnTo>
                  <a:pt x="0" y="10993"/>
                </a:lnTo>
                <a:lnTo>
                  <a:pt x="141" y="12072"/>
                </a:lnTo>
                <a:lnTo>
                  <a:pt x="23" y="13948"/>
                </a:lnTo>
                <a:lnTo>
                  <a:pt x="5500" y="15792"/>
                </a:lnTo>
                <a:lnTo>
                  <a:pt x="3853" y="19945"/>
                </a:lnTo>
                <a:lnTo>
                  <a:pt x="4113" y="23388"/>
                </a:lnTo>
                <a:lnTo>
                  <a:pt x="4011" y="26359"/>
                </a:lnTo>
                <a:lnTo>
                  <a:pt x="3711" y="29472"/>
                </a:lnTo>
                <a:lnTo>
                  <a:pt x="8274" y="28897"/>
                </a:lnTo>
                <a:lnTo>
                  <a:pt x="9613" y="23412"/>
                </a:lnTo>
                <a:lnTo>
                  <a:pt x="10039" y="20157"/>
                </a:lnTo>
                <a:lnTo>
                  <a:pt x="8093" y="16257"/>
                </a:lnTo>
                <a:lnTo>
                  <a:pt x="13585" y="13806"/>
                </a:lnTo>
                <a:lnTo>
                  <a:pt x="12852" y="9424"/>
                </a:lnTo>
                <a:lnTo>
                  <a:pt x="11788" y="5051"/>
                </a:lnTo>
                <a:lnTo>
                  <a:pt x="10528" y="3254"/>
                </a:lnTo>
                <a:lnTo>
                  <a:pt x="9606" y="1379"/>
                </a:lnTo>
                <a:lnTo>
                  <a:pt x="6887" y="0"/>
                </a:lnTo>
                <a:close/>
              </a:path>
            </a:pathLst>
          </a:custGeom>
          <a:solidFill>
            <a:srgbClr val="887C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35" name="bg object 1935"/>
          <p:cNvSpPr/>
          <p:nvPr/>
        </p:nvSpPr>
        <p:spPr>
          <a:xfrm>
            <a:off x="2112518" y="4144623"/>
            <a:ext cx="13970" cy="18415"/>
          </a:xfrm>
          <a:custGeom>
            <a:avLst/>
            <a:gdLst/>
            <a:ahLst/>
            <a:cxnLst/>
            <a:rect l="l" t="t" r="r" b="b"/>
            <a:pathLst>
              <a:path w="13969" h="18414">
                <a:moveTo>
                  <a:pt x="9598" y="7"/>
                </a:moveTo>
                <a:lnTo>
                  <a:pt x="0" y="0"/>
                </a:lnTo>
                <a:lnTo>
                  <a:pt x="0" y="12387"/>
                </a:lnTo>
                <a:lnTo>
                  <a:pt x="4570" y="11812"/>
                </a:lnTo>
                <a:lnTo>
                  <a:pt x="4208" y="14956"/>
                </a:lnTo>
                <a:lnTo>
                  <a:pt x="4113" y="17888"/>
                </a:lnTo>
                <a:lnTo>
                  <a:pt x="12379" y="17927"/>
                </a:lnTo>
                <a:lnTo>
                  <a:pt x="13782" y="13782"/>
                </a:lnTo>
                <a:lnTo>
                  <a:pt x="9724" y="14326"/>
                </a:lnTo>
                <a:lnTo>
                  <a:pt x="7533" y="13002"/>
                </a:lnTo>
                <a:lnTo>
                  <a:pt x="9598" y="7"/>
                </a:lnTo>
                <a:close/>
              </a:path>
            </a:pathLst>
          </a:custGeom>
          <a:solidFill>
            <a:srgbClr val="A397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36" name="bg object 1936"/>
          <p:cNvSpPr/>
          <p:nvPr/>
        </p:nvSpPr>
        <p:spPr>
          <a:xfrm>
            <a:off x="2120670" y="4188972"/>
            <a:ext cx="13970" cy="19050"/>
          </a:xfrm>
          <a:custGeom>
            <a:avLst/>
            <a:gdLst/>
            <a:ahLst/>
            <a:cxnLst/>
            <a:rect l="l" t="t" r="r" b="b"/>
            <a:pathLst>
              <a:path w="13969" h="19050">
                <a:moveTo>
                  <a:pt x="1607" y="0"/>
                </a:moveTo>
                <a:lnTo>
                  <a:pt x="1111" y="882"/>
                </a:lnTo>
                <a:lnTo>
                  <a:pt x="220" y="1749"/>
                </a:lnTo>
                <a:lnTo>
                  <a:pt x="0" y="6249"/>
                </a:lnTo>
                <a:lnTo>
                  <a:pt x="94" y="9850"/>
                </a:lnTo>
                <a:lnTo>
                  <a:pt x="86" y="13443"/>
                </a:lnTo>
                <a:lnTo>
                  <a:pt x="1150" y="13601"/>
                </a:lnTo>
                <a:lnTo>
                  <a:pt x="3018" y="13483"/>
                </a:lnTo>
                <a:lnTo>
                  <a:pt x="4862" y="18975"/>
                </a:lnTo>
                <a:lnTo>
                  <a:pt x="8999" y="17320"/>
                </a:lnTo>
                <a:lnTo>
                  <a:pt x="12435" y="17573"/>
                </a:lnTo>
                <a:lnTo>
                  <a:pt x="12175" y="14129"/>
                </a:lnTo>
                <a:lnTo>
                  <a:pt x="13822" y="9976"/>
                </a:lnTo>
                <a:lnTo>
                  <a:pt x="8337" y="8124"/>
                </a:lnTo>
                <a:lnTo>
                  <a:pt x="8455" y="6256"/>
                </a:lnTo>
                <a:lnTo>
                  <a:pt x="8313" y="5177"/>
                </a:lnTo>
                <a:lnTo>
                  <a:pt x="6186" y="5240"/>
                </a:lnTo>
                <a:lnTo>
                  <a:pt x="4318" y="5169"/>
                </a:lnTo>
                <a:lnTo>
                  <a:pt x="3971" y="1418"/>
                </a:lnTo>
                <a:lnTo>
                  <a:pt x="2466" y="740"/>
                </a:lnTo>
                <a:lnTo>
                  <a:pt x="1607" y="0"/>
                </a:lnTo>
                <a:close/>
              </a:path>
            </a:pathLst>
          </a:custGeom>
          <a:solidFill>
            <a:srgbClr val="8275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37" name="bg object 1937"/>
          <p:cNvSpPr/>
          <p:nvPr/>
        </p:nvSpPr>
        <p:spPr>
          <a:xfrm>
            <a:off x="2116624" y="4166623"/>
            <a:ext cx="8255" cy="18415"/>
          </a:xfrm>
          <a:custGeom>
            <a:avLst/>
            <a:gdLst/>
            <a:ahLst/>
            <a:cxnLst/>
            <a:rect l="l" t="t" r="r" b="b"/>
            <a:pathLst>
              <a:path w="8255" h="18414">
                <a:moveTo>
                  <a:pt x="0" y="0"/>
                </a:moveTo>
                <a:lnTo>
                  <a:pt x="0" y="17896"/>
                </a:lnTo>
                <a:lnTo>
                  <a:pt x="6714" y="18045"/>
                </a:lnTo>
                <a:lnTo>
                  <a:pt x="4255" y="12710"/>
                </a:lnTo>
                <a:lnTo>
                  <a:pt x="3364" y="6627"/>
                </a:lnTo>
                <a:lnTo>
                  <a:pt x="7801" y="654"/>
                </a:lnTo>
                <a:close/>
              </a:path>
            </a:pathLst>
          </a:custGeom>
          <a:solidFill>
            <a:srgbClr val="8A80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38" name="bg object 1938"/>
          <p:cNvSpPr/>
          <p:nvPr/>
        </p:nvSpPr>
        <p:spPr>
          <a:xfrm>
            <a:off x="2130338" y="4162507"/>
            <a:ext cx="8255" cy="10160"/>
          </a:xfrm>
          <a:custGeom>
            <a:avLst/>
            <a:gdLst/>
            <a:ahLst/>
            <a:cxnLst/>
            <a:rect l="l" t="t" r="r" b="b"/>
            <a:pathLst>
              <a:path w="8255" h="10160">
                <a:moveTo>
                  <a:pt x="23" y="0"/>
                </a:moveTo>
                <a:lnTo>
                  <a:pt x="7" y="1386"/>
                </a:lnTo>
                <a:lnTo>
                  <a:pt x="0" y="8274"/>
                </a:lnTo>
                <a:lnTo>
                  <a:pt x="4137" y="8266"/>
                </a:lnTo>
                <a:lnTo>
                  <a:pt x="8242" y="9653"/>
                </a:lnTo>
                <a:lnTo>
                  <a:pt x="8258" y="4137"/>
                </a:lnTo>
                <a:lnTo>
                  <a:pt x="5508" y="1402"/>
                </a:lnTo>
                <a:lnTo>
                  <a:pt x="23" y="0"/>
                </a:lnTo>
                <a:close/>
              </a:path>
            </a:pathLst>
          </a:custGeom>
          <a:solidFill>
            <a:srgbClr val="756E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39" name="bg object 1939"/>
          <p:cNvSpPr/>
          <p:nvPr/>
        </p:nvSpPr>
        <p:spPr>
          <a:xfrm>
            <a:off x="2123495" y="4170595"/>
            <a:ext cx="6985" cy="10160"/>
          </a:xfrm>
          <a:custGeom>
            <a:avLst/>
            <a:gdLst/>
            <a:ahLst/>
            <a:cxnLst/>
            <a:rect l="l" t="t" r="r" b="b"/>
            <a:pathLst>
              <a:path w="6985" h="10160">
                <a:moveTo>
                  <a:pt x="4523" y="0"/>
                </a:moveTo>
                <a:lnTo>
                  <a:pt x="0" y="1394"/>
                </a:lnTo>
                <a:lnTo>
                  <a:pt x="1607" y="4405"/>
                </a:lnTo>
                <a:lnTo>
                  <a:pt x="1457" y="7580"/>
                </a:lnTo>
                <a:lnTo>
                  <a:pt x="2647" y="8628"/>
                </a:lnTo>
                <a:lnTo>
                  <a:pt x="3278" y="9645"/>
                </a:lnTo>
                <a:lnTo>
                  <a:pt x="6871" y="5673"/>
                </a:lnTo>
                <a:lnTo>
                  <a:pt x="6871" y="173"/>
                </a:lnTo>
                <a:lnTo>
                  <a:pt x="5721" y="220"/>
                </a:lnTo>
                <a:lnTo>
                  <a:pt x="4523" y="0"/>
                </a:lnTo>
                <a:close/>
              </a:path>
            </a:pathLst>
          </a:custGeom>
          <a:solidFill>
            <a:srgbClr val="9B95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40" name="bg object 1940"/>
          <p:cNvSpPr/>
          <p:nvPr/>
        </p:nvSpPr>
        <p:spPr>
          <a:xfrm>
            <a:off x="2134450" y="4170771"/>
            <a:ext cx="4445" cy="11430"/>
          </a:xfrm>
          <a:custGeom>
            <a:avLst/>
            <a:gdLst/>
            <a:ahLst/>
            <a:cxnLst/>
            <a:rect l="l" t="t" r="r" b="b"/>
            <a:pathLst>
              <a:path w="4444" h="11429">
                <a:moveTo>
                  <a:pt x="23" y="0"/>
                </a:moveTo>
                <a:lnTo>
                  <a:pt x="0" y="5524"/>
                </a:lnTo>
                <a:lnTo>
                  <a:pt x="1371" y="11040"/>
                </a:lnTo>
                <a:lnTo>
                  <a:pt x="4168" y="5492"/>
                </a:lnTo>
                <a:lnTo>
                  <a:pt x="4129" y="1386"/>
                </a:lnTo>
                <a:lnTo>
                  <a:pt x="23" y="0"/>
                </a:lnTo>
                <a:close/>
              </a:path>
            </a:pathLst>
          </a:custGeom>
          <a:solidFill>
            <a:srgbClr val="6D64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41" name="bg object 1941"/>
          <p:cNvSpPr/>
          <p:nvPr/>
        </p:nvSpPr>
        <p:spPr>
          <a:xfrm>
            <a:off x="2106624" y="4184519"/>
            <a:ext cx="10795" cy="5080"/>
          </a:xfrm>
          <a:custGeom>
            <a:avLst/>
            <a:gdLst/>
            <a:ahLst/>
            <a:cxnLst/>
            <a:rect l="l" t="t" r="r" b="b"/>
            <a:pathLst>
              <a:path w="10794" h="5079">
                <a:moveTo>
                  <a:pt x="10007" y="0"/>
                </a:moveTo>
                <a:lnTo>
                  <a:pt x="409" y="7"/>
                </a:lnTo>
                <a:lnTo>
                  <a:pt x="0" y="3160"/>
                </a:lnTo>
                <a:lnTo>
                  <a:pt x="1379" y="4539"/>
                </a:lnTo>
                <a:lnTo>
                  <a:pt x="4515" y="4145"/>
                </a:lnTo>
                <a:lnTo>
                  <a:pt x="7439" y="4231"/>
                </a:lnTo>
                <a:lnTo>
                  <a:pt x="10567" y="4586"/>
                </a:lnTo>
                <a:lnTo>
                  <a:pt x="10007" y="0"/>
                </a:lnTo>
                <a:close/>
              </a:path>
            </a:pathLst>
          </a:custGeom>
          <a:solidFill>
            <a:srgbClr val="867E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42" name="bg object 1942"/>
          <p:cNvSpPr/>
          <p:nvPr/>
        </p:nvSpPr>
        <p:spPr>
          <a:xfrm>
            <a:off x="2124269" y="4157989"/>
            <a:ext cx="6985" cy="9525"/>
          </a:xfrm>
          <a:custGeom>
            <a:avLst/>
            <a:gdLst/>
            <a:ahLst/>
            <a:cxnLst/>
            <a:rect l="l" t="t" r="r" b="b"/>
            <a:pathLst>
              <a:path w="6985" h="9525">
                <a:moveTo>
                  <a:pt x="5185" y="0"/>
                </a:moveTo>
                <a:lnTo>
                  <a:pt x="2033" y="417"/>
                </a:lnTo>
                <a:lnTo>
                  <a:pt x="630" y="4554"/>
                </a:lnTo>
                <a:lnTo>
                  <a:pt x="0" y="9164"/>
                </a:lnTo>
                <a:lnTo>
                  <a:pt x="3183" y="8707"/>
                </a:lnTo>
                <a:lnTo>
                  <a:pt x="6059" y="8676"/>
                </a:lnTo>
                <a:lnTo>
                  <a:pt x="6091" y="4515"/>
                </a:lnTo>
                <a:lnTo>
                  <a:pt x="6461" y="1426"/>
                </a:lnTo>
                <a:lnTo>
                  <a:pt x="5185" y="0"/>
                </a:lnTo>
                <a:close/>
              </a:path>
            </a:pathLst>
          </a:custGeom>
          <a:solidFill>
            <a:srgbClr val="857C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43" name="bg object 1943"/>
          <p:cNvSpPr/>
          <p:nvPr/>
        </p:nvSpPr>
        <p:spPr>
          <a:xfrm>
            <a:off x="2102666" y="4192237"/>
            <a:ext cx="5080" cy="10795"/>
          </a:xfrm>
          <a:custGeom>
            <a:avLst/>
            <a:gdLst/>
            <a:ahLst/>
            <a:cxnLst/>
            <a:rect l="l" t="t" r="r" b="b"/>
            <a:pathLst>
              <a:path w="5080" h="10795">
                <a:moveTo>
                  <a:pt x="4799" y="0"/>
                </a:moveTo>
                <a:lnTo>
                  <a:pt x="267" y="535"/>
                </a:lnTo>
                <a:lnTo>
                  <a:pt x="260" y="2545"/>
                </a:lnTo>
                <a:lnTo>
                  <a:pt x="378" y="4562"/>
                </a:lnTo>
                <a:lnTo>
                  <a:pt x="0" y="9700"/>
                </a:lnTo>
                <a:lnTo>
                  <a:pt x="1749" y="10394"/>
                </a:lnTo>
                <a:lnTo>
                  <a:pt x="4357" y="10189"/>
                </a:lnTo>
                <a:lnTo>
                  <a:pt x="4373" y="6052"/>
                </a:lnTo>
                <a:lnTo>
                  <a:pt x="4452" y="3128"/>
                </a:lnTo>
                <a:lnTo>
                  <a:pt x="4799" y="0"/>
                </a:lnTo>
                <a:close/>
              </a:path>
            </a:pathLst>
          </a:custGeom>
          <a:solidFill>
            <a:srgbClr val="897F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44" name="bg object 1944"/>
          <p:cNvSpPr/>
          <p:nvPr/>
        </p:nvSpPr>
        <p:spPr>
          <a:xfrm>
            <a:off x="2107024" y="4161228"/>
            <a:ext cx="10160" cy="5715"/>
          </a:xfrm>
          <a:custGeom>
            <a:avLst/>
            <a:gdLst/>
            <a:ahLst/>
            <a:cxnLst/>
            <a:rect l="l" t="t" r="r" b="b"/>
            <a:pathLst>
              <a:path w="10160" h="5714">
                <a:moveTo>
                  <a:pt x="1489" y="0"/>
                </a:moveTo>
                <a:lnTo>
                  <a:pt x="0" y="5398"/>
                </a:lnTo>
                <a:lnTo>
                  <a:pt x="9606" y="5429"/>
                </a:lnTo>
                <a:lnTo>
                  <a:pt x="9613" y="1292"/>
                </a:lnTo>
                <a:lnTo>
                  <a:pt x="5886" y="1426"/>
                </a:lnTo>
                <a:close/>
              </a:path>
            </a:pathLst>
          </a:custGeom>
          <a:solidFill>
            <a:srgbClr val="9C94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45" name="bg object 1945"/>
          <p:cNvSpPr/>
          <p:nvPr/>
        </p:nvSpPr>
        <p:spPr>
          <a:xfrm>
            <a:off x="2130368" y="4170763"/>
            <a:ext cx="4445" cy="5715"/>
          </a:xfrm>
          <a:custGeom>
            <a:avLst/>
            <a:gdLst/>
            <a:ahLst/>
            <a:cxnLst/>
            <a:rect l="l" t="t" r="r" b="b"/>
            <a:pathLst>
              <a:path w="4444" h="5714">
                <a:moveTo>
                  <a:pt x="0" y="0"/>
                </a:moveTo>
                <a:lnTo>
                  <a:pt x="0" y="5508"/>
                </a:lnTo>
                <a:lnTo>
                  <a:pt x="1355" y="5508"/>
                </a:lnTo>
                <a:lnTo>
                  <a:pt x="4082" y="5531"/>
                </a:lnTo>
                <a:lnTo>
                  <a:pt x="4105" y="7"/>
                </a:lnTo>
                <a:lnTo>
                  <a:pt x="0" y="0"/>
                </a:lnTo>
                <a:close/>
              </a:path>
            </a:pathLst>
          </a:custGeom>
          <a:solidFill>
            <a:srgbClr val="817A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46" name="bg object 1946"/>
          <p:cNvSpPr/>
          <p:nvPr/>
        </p:nvSpPr>
        <p:spPr>
          <a:xfrm>
            <a:off x="2155093" y="4225621"/>
            <a:ext cx="22225" cy="32384"/>
          </a:xfrm>
          <a:custGeom>
            <a:avLst/>
            <a:gdLst/>
            <a:ahLst/>
            <a:cxnLst/>
            <a:rect l="l" t="t" r="r" b="b"/>
            <a:pathLst>
              <a:path w="22225" h="32385">
                <a:moveTo>
                  <a:pt x="16296" y="0"/>
                </a:moveTo>
                <a:lnTo>
                  <a:pt x="13711" y="197"/>
                </a:lnTo>
                <a:lnTo>
                  <a:pt x="13664" y="6784"/>
                </a:lnTo>
                <a:lnTo>
                  <a:pt x="13877" y="9290"/>
                </a:lnTo>
                <a:lnTo>
                  <a:pt x="13349" y="12356"/>
                </a:lnTo>
                <a:lnTo>
                  <a:pt x="11410" y="12710"/>
                </a:lnTo>
                <a:lnTo>
                  <a:pt x="10299" y="13207"/>
                </a:lnTo>
                <a:lnTo>
                  <a:pt x="9306" y="6304"/>
                </a:lnTo>
                <a:lnTo>
                  <a:pt x="3948" y="8904"/>
                </a:lnTo>
                <a:lnTo>
                  <a:pt x="0" y="8463"/>
                </a:lnTo>
                <a:lnTo>
                  <a:pt x="0" y="12592"/>
                </a:lnTo>
                <a:lnTo>
                  <a:pt x="4050" y="12072"/>
                </a:lnTo>
                <a:lnTo>
                  <a:pt x="4381" y="14665"/>
                </a:lnTo>
                <a:lnTo>
                  <a:pt x="3703" y="21166"/>
                </a:lnTo>
                <a:lnTo>
                  <a:pt x="5216" y="22624"/>
                </a:lnTo>
                <a:lnTo>
                  <a:pt x="8707" y="22230"/>
                </a:lnTo>
                <a:lnTo>
                  <a:pt x="10551" y="22080"/>
                </a:lnTo>
                <a:lnTo>
                  <a:pt x="12119" y="22569"/>
                </a:lnTo>
                <a:lnTo>
                  <a:pt x="13325" y="23349"/>
                </a:lnTo>
                <a:lnTo>
                  <a:pt x="13120" y="24594"/>
                </a:lnTo>
                <a:lnTo>
                  <a:pt x="12403" y="26052"/>
                </a:lnTo>
                <a:lnTo>
                  <a:pt x="8912" y="26257"/>
                </a:lnTo>
                <a:lnTo>
                  <a:pt x="7911" y="27746"/>
                </a:lnTo>
                <a:lnTo>
                  <a:pt x="8195" y="30457"/>
                </a:lnTo>
                <a:lnTo>
                  <a:pt x="21915" y="31828"/>
                </a:lnTo>
                <a:lnTo>
                  <a:pt x="21915" y="26328"/>
                </a:lnTo>
                <a:lnTo>
                  <a:pt x="19243" y="26548"/>
                </a:lnTo>
                <a:lnTo>
                  <a:pt x="17667" y="25768"/>
                </a:lnTo>
                <a:lnTo>
                  <a:pt x="17943" y="17911"/>
                </a:lnTo>
                <a:lnTo>
                  <a:pt x="17817" y="13183"/>
                </a:lnTo>
                <a:lnTo>
                  <a:pt x="17809" y="6903"/>
                </a:lnTo>
                <a:lnTo>
                  <a:pt x="17707" y="5342"/>
                </a:lnTo>
                <a:lnTo>
                  <a:pt x="18077" y="661"/>
                </a:lnTo>
                <a:lnTo>
                  <a:pt x="16296" y="0"/>
                </a:lnTo>
                <a:close/>
              </a:path>
            </a:pathLst>
          </a:custGeom>
          <a:solidFill>
            <a:srgbClr val="A79F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47" name="bg object 1947"/>
          <p:cNvSpPr/>
          <p:nvPr/>
        </p:nvSpPr>
        <p:spPr>
          <a:xfrm>
            <a:off x="2153658" y="4229905"/>
            <a:ext cx="15875" cy="9525"/>
          </a:xfrm>
          <a:custGeom>
            <a:avLst/>
            <a:gdLst/>
            <a:ahLst/>
            <a:cxnLst/>
            <a:rect l="l" t="t" r="r" b="b"/>
            <a:pathLst>
              <a:path w="15875" h="9525">
                <a:moveTo>
                  <a:pt x="1347" y="0"/>
                </a:moveTo>
                <a:lnTo>
                  <a:pt x="0" y="1379"/>
                </a:lnTo>
                <a:lnTo>
                  <a:pt x="1434" y="4176"/>
                </a:lnTo>
                <a:lnTo>
                  <a:pt x="5382" y="4625"/>
                </a:lnTo>
                <a:lnTo>
                  <a:pt x="10740" y="2017"/>
                </a:lnTo>
                <a:lnTo>
                  <a:pt x="11741" y="8920"/>
                </a:lnTo>
                <a:lnTo>
                  <a:pt x="12844" y="8424"/>
                </a:lnTo>
                <a:lnTo>
                  <a:pt x="14783" y="8077"/>
                </a:lnTo>
                <a:lnTo>
                  <a:pt x="15311" y="5003"/>
                </a:lnTo>
                <a:lnTo>
                  <a:pt x="15098" y="2498"/>
                </a:lnTo>
                <a:lnTo>
                  <a:pt x="15122" y="31"/>
                </a:lnTo>
                <a:lnTo>
                  <a:pt x="1347" y="0"/>
                </a:lnTo>
                <a:close/>
              </a:path>
            </a:pathLst>
          </a:custGeom>
          <a:solidFill>
            <a:srgbClr val="A196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48" name="bg object 1948"/>
          <p:cNvSpPr/>
          <p:nvPr/>
        </p:nvSpPr>
        <p:spPr>
          <a:xfrm>
            <a:off x="2145959" y="4220566"/>
            <a:ext cx="9525" cy="10795"/>
          </a:xfrm>
          <a:custGeom>
            <a:avLst/>
            <a:gdLst/>
            <a:ahLst/>
            <a:cxnLst/>
            <a:rect l="l" t="t" r="r" b="b"/>
            <a:pathLst>
              <a:path w="9525" h="10795">
                <a:moveTo>
                  <a:pt x="2458" y="0"/>
                </a:moveTo>
                <a:lnTo>
                  <a:pt x="1922" y="1300"/>
                </a:lnTo>
                <a:lnTo>
                  <a:pt x="1363" y="2600"/>
                </a:lnTo>
                <a:lnTo>
                  <a:pt x="732" y="4326"/>
                </a:lnTo>
                <a:lnTo>
                  <a:pt x="843" y="4814"/>
                </a:lnTo>
                <a:lnTo>
                  <a:pt x="835" y="5256"/>
                </a:lnTo>
                <a:lnTo>
                  <a:pt x="0" y="9795"/>
                </a:lnTo>
                <a:lnTo>
                  <a:pt x="4192" y="9275"/>
                </a:lnTo>
                <a:lnTo>
                  <a:pt x="6367" y="10788"/>
                </a:lnTo>
                <a:lnTo>
                  <a:pt x="7699" y="10717"/>
                </a:lnTo>
                <a:lnTo>
                  <a:pt x="9046" y="9338"/>
                </a:lnTo>
                <a:lnTo>
                  <a:pt x="9070" y="5279"/>
                </a:lnTo>
                <a:lnTo>
                  <a:pt x="7722" y="4507"/>
                </a:lnTo>
                <a:lnTo>
                  <a:pt x="6264" y="3869"/>
                </a:lnTo>
                <a:lnTo>
                  <a:pt x="4050" y="2127"/>
                </a:lnTo>
                <a:lnTo>
                  <a:pt x="3317" y="985"/>
                </a:lnTo>
                <a:lnTo>
                  <a:pt x="2458" y="0"/>
                </a:lnTo>
                <a:close/>
              </a:path>
            </a:pathLst>
          </a:custGeom>
          <a:solidFill>
            <a:srgbClr val="776D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49" name="bg object 1949"/>
          <p:cNvSpPr/>
          <p:nvPr/>
        </p:nvSpPr>
        <p:spPr>
          <a:xfrm>
            <a:off x="2181169" y="4270044"/>
            <a:ext cx="10160" cy="27940"/>
          </a:xfrm>
          <a:custGeom>
            <a:avLst/>
            <a:gdLst/>
            <a:ahLst/>
            <a:cxnLst/>
            <a:rect l="l" t="t" r="r" b="b"/>
            <a:pathLst>
              <a:path w="10160" h="27939">
                <a:moveTo>
                  <a:pt x="8200" y="17494"/>
                </a:moveTo>
                <a:lnTo>
                  <a:pt x="2576" y="17494"/>
                </a:lnTo>
                <a:lnTo>
                  <a:pt x="4357" y="18148"/>
                </a:lnTo>
                <a:lnTo>
                  <a:pt x="3971" y="23302"/>
                </a:lnTo>
                <a:lnTo>
                  <a:pt x="4082" y="27328"/>
                </a:lnTo>
                <a:lnTo>
                  <a:pt x="8211" y="27328"/>
                </a:lnTo>
                <a:lnTo>
                  <a:pt x="8200" y="17494"/>
                </a:lnTo>
                <a:close/>
              </a:path>
              <a:path w="10160" h="27939">
                <a:moveTo>
                  <a:pt x="441" y="0"/>
                </a:moveTo>
                <a:lnTo>
                  <a:pt x="4" y="4909"/>
                </a:lnTo>
                <a:lnTo>
                  <a:pt x="0" y="17644"/>
                </a:lnTo>
                <a:lnTo>
                  <a:pt x="2984" y="17644"/>
                </a:lnTo>
                <a:lnTo>
                  <a:pt x="2576" y="17494"/>
                </a:lnTo>
                <a:lnTo>
                  <a:pt x="8200" y="17494"/>
                </a:lnTo>
                <a:lnTo>
                  <a:pt x="8195" y="13814"/>
                </a:lnTo>
                <a:lnTo>
                  <a:pt x="5453" y="13814"/>
                </a:lnTo>
                <a:lnTo>
                  <a:pt x="4018" y="12931"/>
                </a:lnTo>
                <a:lnTo>
                  <a:pt x="4018" y="6737"/>
                </a:lnTo>
                <a:lnTo>
                  <a:pt x="4736" y="4909"/>
                </a:lnTo>
                <a:lnTo>
                  <a:pt x="8292" y="4909"/>
                </a:lnTo>
                <a:lnTo>
                  <a:pt x="9534" y="1245"/>
                </a:lnTo>
                <a:lnTo>
                  <a:pt x="6824" y="1245"/>
                </a:lnTo>
                <a:lnTo>
                  <a:pt x="441" y="0"/>
                </a:lnTo>
                <a:close/>
              </a:path>
              <a:path w="10160" h="27939">
                <a:moveTo>
                  <a:pt x="8195" y="13577"/>
                </a:moveTo>
                <a:lnTo>
                  <a:pt x="5453" y="13814"/>
                </a:lnTo>
                <a:lnTo>
                  <a:pt x="8195" y="13814"/>
                </a:lnTo>
                <a:lnTo>
                  <a:pt x="8195" y="13577"/>
                </a:lnTo>
                <a:close/>
              </a:path>
              <a:path w="10160" h="27939">
                <a:moveTo>
                  <a:pt x="8292" y="4909"/>
                </a:moveTo>
                <a:lnTo>
                  <a:pt x="4736" y="4909"/>
                </a:lnTo>
                <a:lnTo>
                  <a:pt x="8378" y="5311"/>
                </a:lnTo>
                <a:lnTo>
                  <a:pt x="8155" y="5311"/>
                </a:lnTo>
                <a:lnTo>
                  <a:pt x="8292" y="4909"/>
                </a:lnTo>
                <a:close/>
              </a:path>
            </a:pathLst>
          </a:custGeom>
          <a:solidFill>
            <a:srgbClr val="837C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50" name="bg object 1950"/>
          <p:cNvSpPr/>
          <p:nvPr/>
        </p:nvSpPr>
        <p:spPr>
          <a:xfrm>
            <a:off x="2171557" y="4275356"/>
            <a:ext cx="10160" cy="4445"/>
          </a:xfrm>
          <a:custGeom>
            <a:avLst/>
            <a:gdLst/>
            <a:ahLst/>
            <a:cxnLst/>
            <a:rect l="l" t="t" r="r" b="b"/>
            <a:pathLst>
              <a:path w="10160" h="4445">
                <a:moveTo>
                  <a:pt x="9582" y="0"/>
                </a:moveTo>
                <a:lnTo>
                  <a:pt x="1371" y="7"/>
                </a:lnTo>
                <a:lnTo>
                  <a:pt x="0" y="4145"/>
                </a:lnTo>
                <a:lnTo>
                  <a:pt x="9574" y="4129"/>
                </a:lnTo>
                <a:lnTo>
                  <a:pt x="9582" y="0"/>
                </a:lnTo>
                <a:close/>
              </a:path>
            </a:pathLst>
          </a:custGeom>
          <a:solidFill>
            <a:srgbClr val="7066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51" name="bg object 1951"/>
          <p:cNvSpPr/>
          <p:nvPr/>
        </p:nvSpPr>
        <p:spPr>
          <a:xfrm>
            <a:off x="2167166" y="4279478"/>
            <a:ext cx="4445" cy="8890"/>
          </a:xfrm>
          <a:custGeom>
            <a:avLst/>
            <a:gdLst/>
            <a:ahLst/>
            <a:cxnLst/>
            <a:rect l="l" t="t" r="r" b="b"/>
            <a:pathLst>
              <a:path w="4444" h="8889">
                <a:moveTo>
                  <a:pt x="4349" y="0"/>
                </a:moveTo>
                <a:lnTo>
                  <a:pt x="228" y="23"/>
                </a:lnTo>
                <a:lnTo>
                  <a:pt x="236" y="1576"/>
                </a:lnTo>
                <a:lnTo>
                  <a:pt x="354" y="3128"/>
                </a:lnTo>
                <a:lnTo>
                  <a:pt x="0" y="7801"/>
                </a:lnTo>
                <a:lnTo>
                  <a:pt x="1749" y="8471"/>
                </a:lnTo>
                <a:lnTo>
                  <a:pt x="4349" y="8242"/>
                </a:lnTo>
                <a:lnTo>
                  <a:pt x="4349" y="0"/>
                </a:lnTo>
                <a:close/>
              </a:path>
            </a:pathLst>
          </a:custGeom>
          <a:solidFill>
            <a:srgbClr val="766E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52" name="bg object 1952"/>
          <p:cNvSpPr/>
          <p:nvPr/>
        </p:nvSpPr>
        <p:spPr>
          <a:xfrm>
            <a:off x="2167255" y="4265717"/>
            <a:ext cx="5715" cy="10160"/>
          </a:xfrm>
          <a:custGeom>
            <a:avLst/>
            <a:gdLst/>
            <a:ahLst/>
            <a:cxnLst/>
            <a:rect l="l" t="t" r="r" b="b"/>
            <a:pathLst>
              <a:path w="5714" h="10160">
                <a:moveTo>
                  <a:pt x="5650" y="0"/>
                </a:moveTo>
                <a:lnTo>
                  <a:pt x="157" y="7"/>
                </a:lnTo>
                <a:lnTo>
                  <a:pt x="165" y="1583"/>
                </a:lnTo>
                <a:lnTo>
                  <a:pt x="220" y="3152"/>
                </a:lnTo>
                <a:lnTo>
                  <a:pt x="0" y="8597"/>
                </a:lnTo>
                <a:lnTo>
                  <a:pt x="2088" y="9905"/>
                </a:lnTo>
                <a:lnTo>
                  <a:pt x="5618" y="9621"/>
                </a:lnTo>
                <a:lnTo>
                  <a:pt x="5650" y="4129"/>
                </a:lnTo>
                <a:lnTo>
                  <a:pt x="5650" y="0"/>
                </a:lnTo>
                <a:close/>
              </a:path>
            </a:pathLst>
          </a:custGeom>
          <a:solidFill>
            <a:srgbClr val="938E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53" name="bg object 1953"/>
          <p:cNvSpPr/>
          <p:nvPr/>
        </p:nvSpPr>
        <p:spPr>
          <a:xfrm>
            <a:off x="2172519" y="4261193"/>
            <a:ext cx="5080" cy="8890"/>
          </a:xfrm>
          <a:custGeom>
            <a:avLst/>
            <a:gdLst/>
            <a:ahLst/>
            <a:cxnLst/>
            <a:rect l="l" t="t" r="r" b="b"/>
            <a:pathLst>
              <a:path w="5080" h="8889">
                <a:moveTo>
                  <a:pt x="1347" y="0"/>
                </a:moveTo>
                <a:lnTo>
                  <a:pt x="0" y="1394"/>
                </a:lnTo>
                <a:lnTo>
                  <a:pt x="386" y="4523"/>
                </a:lnTo>
                <a:lnTo>
                  <a:pt x="386" y="8652"/>
                </a:lnTo>
                <a:lnTo>
                  <a:pt x="2955" y="8841"/>
                </a:lnTo>
                <a:lnTo>
                  <a:pt x="4775" y="8227"/>
                </a:lnTo>
                <a:lnTo>
                  <a:pt x="4397" y="3522"/>
                </a:lnTo>
                <a:lnTo>
                  <a:pt x="4491" y="1962"/>
                </a:lnTo>
                <a:lnTo>
                  <a:pt x="4491" y="409"/>
                </a:lnTo>
                <a:lnTo>
                  <a:pt x="1347" y="0"/>
                </a:lnTo>
                <a:close/>
              </a:path>
            </a:pathLst>
          </a:custGeom>
          <a:solidFill>
            <a:srgbClr val="9A8D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54" name="bg object 1954"/>
          <p:cNvSpPr/>
          <p:nvPr/>
        </p:nvSpPr>
        <p:spPr>
          <a:xfrm>
            <a:off x="2137025" y="4216134"/>
            <a:ext cx="18415" cy="10160"/>
          </a:xfrm>
          <a:custGeom>
            <a:avLst/>
            <a:gdLst/>
            <a:ahLst/>
            <a:cxnLst/>
            <a:rect l="l" t="t" r="r" b="b"/>
            <a:pathLst>
              <a:path w="18414" h="10160">
                <a:moveTo>
                  <a:pt x="18014" y="0"/>
                </a:moveTo>
                <a:lnTo>
                  <a:pt x="212" y="23"/>
                </a:lnTo>
                <a:lnTo>
                  <a:pt x="212" y="2001"/>
                </a:lnTo>
                <a:lnTo>
                  <a:pt x="0" y="4129"/>
                </a:lnTo>
                <a:lnTo>
                  <a:pt x="5847" y="4223"/>
                </a:lnTo>
                <a:lnTo>
                  <a:pt x="5665" y="6320"/>
                </a:lnTo>
                <a:lnTo>
                  <a:pt x="5689" y="8305"/>
                </a:lnTo>
                <a:lnTo>
                  <a:pt x="9763" y="9692"/>
                </a:lnTo>
                <a:lnTo>
                  <a:pt x="9771" y="9243"/>
                </a:lnTo>
                <a:lnTo>
                  <a:pt x="9669" y="8755"/>
                </a:lnTo>
                <a:lnTo>
                  <a:pt x="10291" y="7029"/>
                </a:lnTo>
                <a:lnTo>
                  <a:pt x="11394" y="4428"/>
                </a:lnTo>
                <a:lnTo>
                  <a:pt x="12246" y="5413"/>
                </a:lnTo>
                <a:lnTo>
                  <a:pt x="12978" y="6564"/>
                </a:lnTo>
                <a:lnTo>
                  <a:pt x="15201" y="8297"/>
                </a:lnTo>
                <a:lnTo>
                  <a:pt x="16658" y="8944"/>
                </a:lnTo>
                <a:lnTo>
                  <a:pt x="18006" y="9716"/>
                </a:lnTo>
                <a:lnTo>
                  <a:pt x="18045" y="55"/>
                </a:lnTo>
                <a:close/>
              </a:path>
            </a:pathLst>
          </a:custGeom>
          <a:solidFill>
            <a:srgbClr val="887C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55" name="bg object 1955"/>
          <p:cNvSpPr/>
          <p:nvPr/>
        </p:nvSpPr>
        <p:spPr>
          <a:xfrm>
            <a:off x="2137238" y="4205969"/>
            <a:ext cx="6350" cy="10795"/>
          </a:xfrm>
          <a:custGeom>
            <a:avLst/>
            <a:gdLst/>
            <a:ahLst/>
            <a:cxnLst/>
            <a:rect l="l" t="t" r="r" b="b"/>
            <a:pathLst>
              <a:path w="6350" h="10795">
                <a:moveTo>
                  <a:pt x="5965" y="0"/>
                </a:moveTo>
                <a:lnTo>
                  <a:pt x="1363" y="598"/>
                </a:lnTo>
                <a:lnTo>
                  <a:pt x="23" y="6083"/>
                </a:lnTo>
                <a:lnTo>
                  <a:pt x="0" y="10189"/>
                </a:lnTo>
                <a:lnTo>
                  <a:pt x="5453" y="10212"/>
                </a:lnTo>
                <a:lnTo>
                  <a:pt x="5468" y="7462"/>
                </a:lnTo>
                <a:lnTo>
                  <a:pt x="5547" y="3183"/>
                </a:lnTo>
                <a:lnTo>
                  <a:pt x="5965" y="0"/>
                </a:lnTo>
                <a:close/>
              </a:path>
            </a:pathLst>
          </a:custGeom>
          <a:solidFill>
            <a:srgbClr val="7569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56" name="bg object 1956"/>
          <p:cNvSpPr/>
          <p:nvPr/>
        </p:nvSpPr>
        <p:spPr>
          <a:xfrm>
            <a:off x="2123464" y="4015241"/>
            <a:ext cx="23495" cy="22225"/>
          </a:xfrm>
          <a:custGeom>
            <a:avLst/>
            <a:gdLst/>
            <a:ahLst/>
            <a:cxnLst/>
            <a:rect l="l" t="t" r="r" b="b"/>
            <a:pathLst>
              <a:path w="23494" h="22225">
                <a:moveTo>
                  <a:pt x="23286" y="0"/>
                </a:moveTo>
                <a:lnTo>
                  <a:pt x="17880" y="31"/>
                </a:lnTo>
                <a:lnTo>
                  <a:pt x="17880" y="1363"/>
                </a:lnTo>
                <a:lnTo>
                  <a:pt x="17951" y="2702"/>
                </a:lnTo>
                <a:lnTo>
                  <a:pt x="17699" y="6485"/>
                </a:lnTo>
                <a:lnTo>
                  <a:pt x="18857" y="9677"/>
                </a:lnTo>
                <a:lnTo>
                  <a:pt x="10520" y="9677"/>
                </a:lnTo>
                <a:lnTo>
                  <a:pt x="9409" y="7572"/>
                </a:lnTo>
                <a:lnTo>
                  <a:pt x="9661" y="4137"/>
                </a:lnTo>
                <a:lnTo>
                  <a:pt x="9637" y="31"/>
                </a:lnTo>
                <a:lnTo>
                  <a:pt x="5539" y="7"/>
                </a:lnTo>
                <a:lnTo>
                  <a:pt x="6083" y="4562"/>
                </a:lnTo>
                <a:lnTo>
                  <a:pt x="2986" y="4271"/>
                </a:lnTo>
                <a:lnTo>
                  <a:pt x="31" y="4152"/>
                </a:lnTo>
                <a:lnTo>
                  <a:pt x="39" y="8282"/>
                </a:lnTo>
                <a:lnTo>
                  <a:pt x="2687" y="8321"/>
                </a:lnTo>
                <a:lnTo>
                  <a:pt x="5744" y="7470"/>
                </a:lnTo>
                <a:lnTo>
                  <a:pt x="3144" y="16123"/>
                </a:lnTo>
                <a:lnTo>
                  <a:pt x="4775" y="18581"/>
                </a:lnTo>
                <a:lnTo>
                  <a:pt x="12364" y="17486"/>
                </a:lnTo>
                <a:lnTo>
                  <a:pt x="14176" y="18581"/>
                </a:lnTo>
                <a:lnTo>
                  <a:pt x="13751" y="22041"/>
                </a:lnTo>
                <a:lnTo>
                  <a:pt x="17864" y="22041"/>
                </a:lnTo>
                <a:lnTo>
                  <a:pt x="17872" y="20488"/>
                </a:lnTo>
                <a:lnTo>
                  <a:pt x="17998" y="18920"/>
                </a:lnTo>
                <a:lnTo>
                  <a:pt x="17620" y="14216"/>
                </a:lnTo>
                <a:lnTo>
                  <a:pt x="19456" y="13617"/>
                </a:lnTo>
                <a:lnTo>
                  <a:pt x="22017" y="13790"/>
                </a:lnTo>
                <a:close/>
              </a:path>
            </a:pathLst>
          </a:custGeom>
          <a:solidFill>
            <a:srgbClr val="ADA2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57" name="bg object 1957"/>
          <p:cNvSpPr/>
          <p:nvPr/>
        </p:nvSpPr>
        <p:spPr>
          <a:xfrm>
            <a:off x="2137158" y="3992383"/>
            <a:ext cx="10160" cy="22860"/>
          </a:xfrm>
          <a:custGeom>
            <a:avLst/>
            <a:gdLst/>
            <a:ahLst/>
            <a:cxnLst/>
            <a:rect l="l" t="t" r="r" b="b"/>
            <a:pathLst>
              <a:path w="10160" h="22860">
                <a:moveTo>
                  <a:pt x="4885" y="0"/>
                </a:moveTo>
                <a:lnTo>
                  <a:pt x="2269" y="1095"/>
                </a:lnTo>
                <a:lnTo>
                  <a:pt x="70" y="874"/>
                </a:lnTo>
                <a:lnTo>
                  <a:pt x="0" y="14665"/>
                </a:lnTo>
                <a:lnTo>
                  <a:pt x="94" y="22852"/>
                </a:lnTo>
                <a:lnTo>
                  <a:pt x="9590" y="22860"/>
                </a:lnTo>
                <a:lnTo>
                  <a:pt x="9716" y="9156"/>
                </a:lnTo>
                <a:lnTo>
                  <a:pt x="9645" y="5011"/>
                </a:lnTo>
                <a:lnTo>
                  <a:pt x="8337" y="4515"/>
                </a:lnTo>
                <a:lnTo>
                  <a:pt x="6115" y="4286"/>
                </a:lnTo>
                <a:lnTo>
                  <a:pt x="4885" y="0"/>
                </a:lnTo>
                <a:close/>
              </a:path>
            </a:pathLst>
          </a:custGeom>
          <a:solidFill>
            <a:srgbClr val="A59F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58" name="bg object 1958"/>
          <p:cNvSpPr/>
          <p:nvPr/>
        </p:nvSpPr>
        <p:spPr>
          <a:xfrm>
            <a:off x="2128939" y="3979498"/>
            <a:ext cx="4445" cy="13970"/>
          </a:xfrm>
          <a:custGeom>
            <a:avLst/>
            <a:gdLst/>
            <a:ahLst/>
            <a:cxnLst/>
            <a:rect l="l" t="t" r="r" b="b"/>
            <a:pathLst>
              <a:path w="4444" h="13970">
                <a:moveTo>
                  <a:pt x="63" y="0"/>
                </a:moveTo>
                <a:lnTo>
                  <a:pt x="0" y="4097"/>
                </a:lnTo>
                <a:lnTo>
                  <a:pt x="55" y="13743"/>
                </a:lnTo>
                <a:lnTo>
                  <a:pt x="1379" y="13168"/>
                </a:lnTo>
                <a:lnTo>
                  <a:pt x="3758" y="12710"/>
                </a:lnTo>
                <a:lnTo>
                  <a:pt x="4255" y="8613"/>
                </a:lnTo>
                <a:lnTo>
                  <a:pt x="4255" y="5137"/>
                </a:lnTo>
                <a:lnTo>
                  <a:pt x="3758" y="1032"/>
                </a:lnTo>
                <a:lnTo>
                  <a:pt x="1386" y="583"/>
                </a:lnTo>
                <a:lnTo>
                  <a:pt x="63" y="0"/>
                </a:lnTo>
                <a:close/>
              </a:path>
            </a:pathLst>
          </a:custGeom>
          <a:solidFill>
            <a:srgbClr val="AA9D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59" name="bg object 1959"/>
          <p:cNvSpPr/>
          <p:nvPr/>
        </p:nvSpPr>
        <p:spPr>
          <a:xfrm>
            <a:off x="2132850" y="4006793"/>
            <a:ext cx="5080" cy="13335"/>
          </a:xfrm>
          <a:custGeom>
            <a:avLst/>
            <a:gdLst/>
            <a:ahLst/>
            <a:cxnLst/>
            <a:rect l="l" t="t" r="r" b="b"/>
            <a:pathLst>
              <a:path w="5080" h="13335">
                <a:moveTo>
                  <a:pt x="1686" y="0"/>
                </a:moveTo>
                <a:lnTo>
                  <a:pt x="0" y="756"/>
                </a:lnTo>
                <a:lnTo>
                  <a:pt x="362" y="5382"/>
                </a:lnTo>
                <a:lnTo>
                  <a:pt x="252" y="6934"/>
                </a:lnTo>
                <a:lnTo>
                  <a:pt x="275" y="12584"/>
                </a:lnTo>
                <a:lnTo>
                  <a:pt x="3475" y="13034"/>
                </a:lnTo>
                <a:lnTo>
                  <a:pt x="4728" y="11528"/>
                </a:lnTo>
                <a:lnTo>
                  <a:pt x="4405" y="8447"/>
                </a:lnTo>
                <a:lnTo>
                  <a:pt x="4310" y="252"/>
                </a:lnTo>
                <a:lnTo>
                  <a:pt x="1686" y="0"/>
                </a:lnTo>
                <a:close/>
              </a:path>
            </a:pathLst>
          </a:custGeom>
          <a:solidFill>
            <a:srgbClr val="C4BB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60" name="bg object 1960"/>
          <p:cNvSpPr/>
          <p:nvPr/>
        </p:nvSpPr>
        <p:spPr>
          <a:xfrm>
            <a:off x="2106841" y="3991863"/>
            <a:ext cx="5080" cy="5715"/>
          </a:xfrm>
          <a:custGeom>
            <a:avLst/>
            <a:gdLst/>
            <a:ahLst/>
            <a:cxnLst/>
            <a:rect l="l" t="t" r="r" b="b"/>
            <a:pathLst>
              <a:path w="5080" h="5714">
                <a:moveTo>
                  <a:pt x="4294" y="0"/>
                </a:moveTo>
                <a:lnTo>
                  <a:pt x="189" y="7"/>
                </a:lnTo>
                <a:lnTo>
                  <a:pt x="197" y="921"/>
                </a:lnTo>
                <a:lnTo>
                  <a:pt x="0" y="1907"/>
                </a:lnTo>
                <a:lnTo>
                  <a:pt x="591" y="3664"/>
                </a:lnTo>
                <a:lnTo>
                  <a:pt x="1347" y="4444"/>
                </a:lnTo>
                <a:lnTo>
                  <a:pt x="1914" y="5295"/>
                </a:lnTo>
                <a:lnTo>
                  <a:pt x="2695" y="4444"/>
                </a:lnTo>
                <a:lnTo>
                  <a:pt x="3695" y="3703"/>
                </a:lnTo>
                <a:lnTo>
                  <a:pt x="4570" y="1977"/>
                </a:lnTo>
                <a:lnTo>
                  <a:pt x="4279" y="914"/>
                </a:lnTo>
                <a:lnTo>
                  <a:pt x="4294" y="0"/>
                </a:lnTo>
                <a:close/>
              </a:path>
            </a:pathLst>
          </a:custGeom>
          <a:solidFill>
            <a:srgbClr val="B6AC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61" name="bg object 1961"/>
          <p:cNvSpPr/>
          <p:nvPr/>
        </p:nvSpPr>
        <p:spPr>
          <a:xfrm>
            <a:off x="2123502" y="4022716"/>
            <a:ext cx="14604" cy="14604"/>
          </a:xfrm>
          <a:custGeom>
            <a:avLst/>
            <a:gdLst/>
            <a:ahLst/>
            <a:cxnLst/>
            <a:rect l="l" t="t" r="r" b="b"/>
            <a:pathLst>
              <a:path w="14605" h="14604">
                <a:moveTo>
                  <a:pt x="5705" y="0"/>
                </a:moveTo>
                <a:lnTo>
                  <a:pt x="2647" y="851"/>
                </a:lnTo>
                <a:lnTo>
                  <a:pt x="0" y="811"/>
                </a:lnTo>
                <a:lnTo>
                  <a:pt x="0" y="14562"/>
                </a:lnTo>
                <a:lnTo>
                  <a:pt x="13719" y="14570"/>
                </a:lnTo>
                <a:lnTo>
                  <a:pt x="14137" y="11111"/>
                </a:lnTo>
                <a:lnTo>
                  <a:pt x="12324" y="10015"/>
                </a:lnTo>
                <a:lnTo>
                  <a:pt x="4736" y="11103"/>
                </a:lnTo>
                <a:lnTo>
                  <a:pt x="3104" y="8652"/>
                </a:lnTo>
                <a:lnTo>
                  <a:pt x="5705" y="0"/>
                </a:lnTo>
                <a:close/>
              </a:path>
            </a:pathLst>
          </a:custGeom>
          <a:solidFill>
            <a:srgbClr val="B4A5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62" name="bg object 1962"/>
          <p:cNvSpPr/>
          <p:nvPr/>
        </p:nvSpPr>
        <p:spPr>
          <a:xfrm>
            <a:off x="2105653" y="4023840"/>
            <a:ext cx="10795" cy="9525"/>
          </a:xfrm>
          <a:custGeom>
            <a:avLst/>
            <a:gdLst/>
            <a:ahLst/>
            <a:cxnLst/>
            <a:rect l="l" t="t" r="r" b="b"/>
            <a:pathLst>
              <a:path w="10794" h="9525">
                <a:moveTo>
                  <a:pt x="8164" y="0"/>
                </a:moveTo>
                <a:lnTo>
                  <a:pt x="7297" y="496"/>
                </a:lnTo>
                <a:lnTo>
                  <a:pt x="5886" y="803"/>
                </a:lnTo>
                <a:lnTo>
                  <a:pt x="4673" y="4775"/>
                </a:lnTo>
                <a:lnTo>
                  <a:pt x="2056" y="3506"/>
                </a:lnTo>
                <a:lnTo>
                  <a:pt x="0" y="3814"/>
                </a:lnTo>
                <a:lnTo>
                  <a:pt x="39" y="9346"/>
                </a:lnTo>
                <a:lnTo>
                  <a:pt x="4137" y="9322"/>
                </a:lnTo>
                <a:lnTo>
                  <a:pt x="9574" y="8786"/>
                </a:lnTo>
                <a:lnTo>
                  <a:pt x="10307" y="7959"/>
                </a:lnTo>
                <a:lnTo>
                  <a:pt x="9393" y="1804"/>
                </a:lnTo>
                <a:lnTo>
                  <a:pt x="8636" y="929"/>
                </a:lnTo>
                <a:lnTo>
                  <a:pt x="8164" y="0"/>
                </a:lnTo>
                <a:close/>
              </a:path>
            </a:pathLst>
          </a:custGeom>
          <a:solidFill>
            <a:srgbClr val="B3A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63" name="bg object 1963"/>
          <p:cNvSpPr/>
          <p:nvPr/>
        </p:nvSpPr>
        <p:spPr>
          <a:xfrm>
            <a:off x="2109750" y="4040003"/>
            <a:ext cx="6985" cy="15875"/>
          </a:xfrm>
          <a:custGeom>
            <a:avLst/>
            <a:gdLst/>
            <a:ahLst/>
            <a:cxnLst/>
            <a:rect l="l" t="t" r="r" b="b"/>
            <a:pathLst>
              <a:path w="6985" h="15875">
                <a:moveTo>
                  <a:pt x="6981" y="0"/>
                </a:moveTo>
                <a:lnTo>
                  <a:pt x="2435" y="1796"/>
                </a:lnTo>
                <a:lnTo>
                  <a:pt x="70" y="1434"/>
                </a:lnTo>
                <a:lnTo>
                  <a:pt x="0" y="5508"/>
                </a:lnTo>
                <a:lnTo>
                  <a:pt x="23" y="15177"/>
                </a:lnTo>
                <a:lnTo>
                  <a:pt x="2616" y="15366"/>
                </a:lnTo>
                <a:lnTo>
                  <a:pt x="4389" y="14712"/>
                </a:lnTo>
                <a:lnTo>
                  <a:pt x="4018" y="9558"/>
                </a:lnTo>
                <a:lnTo>
                  <a:pt x="4145" y="7549"/>
                </a:lnTo>
                <a:lnTo>
                  <a:pt x="4145" y="5539"/>
                </a:lnTo>
                <a:lnTo>
                  <a:pt x="6981" y="0"/>
                </a:lnTo>
                <a:close/>
              </a:path>
            </a:pathLst>
          </a:custGeom>
          <a:solidFill>
            <a:srgbClr val="CFC8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64" name="bg object 1964"/>
          <p:cNvSpPr/>
          <p:nvPr/>
        </p:nvSpPr>
        <p:spPr>
          <a:xfrm>
            <a:off x="2105656" y="4033159"/>
            <a:ext cx="4445" cy="12700"/>
          </a:xfrm>
          <a:custGeom>
            <a:avLst/>
            <a:gdLst/>
            <a:ahLst/>
            <a:cxnLst/>
            <a:rect l="l" t="t" r="r" b="b"/>
            <a:pathLst>
              <a:path w="4444" h="12700">
                <a:moveTo>
                  <a:pt x="4129" y="0"/>
                </a:moveTo>
                <a:lnTo>
                  <a:pt x="39" y="23"/>
                </a:lnTo>
                <a:lnTo>
                  <a:pt x="0" y="12379"/>
                </a:lnTo>
                <a:lnTo>
                  <a:pt x="4097" y="12348"/>
                </a:lnTo>
                <a:lnTo>
                  <a:pt x="4168" y="8274"/>
                </a:lnTo>
                <a:lnTo>
                  <a:pt x="4129" y="0"/>
                </a:lnTo>
                <a:close/>
              </a:path>
            </a:pathLst>
          </a:custGeom>
          <a:solidFill>
            <a:srgbClr val="ACA4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65" name="bg object 1965"/>
          <p:cNvSpPr/>
          <p:nvPr/>
        </p:nvSpPr>
        <p:spPr>
          <a:xfrm>
            <a:off x="2119223" y="4018886"/>
            <a:ext cx="4445" cy="10795"/>
          </a:xfrm>
          <a:custGeom>
            <a:avLst/>
            <a:gdLst/>
            <a:ahLst/>
            <a:cxnLst/>
            <a:rect l="l" t="t" r="r" b="b"/>
            <a:pathLst>
              <a:path w="4444" h="10795">
                <a:moveTo>
                  <a:pt x="78" y="0"/>
                </a:moveTo>
                <a:lnTo>
                  <a:pt x="197" y="2734"/>
                </a:lnTo>
                <a:lnTo>
                  <a:pt x="0" y="8778"/>
                </a:lnTo>
                <a:lnTo>
                  <a:pt x="827" y="10559"/>
                </a:lnTo>
                <a:lnTo>
                  <a:pt x="4263" y="10157"/>
                </a:lnTo>
                <a:lnTo>
                  <a:pt x="4279" y="4641"/>
                </a:lnTo>
                <a:lnTo>
                  <a:pt x="4239" y="496"/>
                </a:lnTo>
                <a:lnTo>
                  <a:pt x="78" y="0"/>
                </a:lnTo>
                <a:close/>
              </a:path>
            </a:pathLst>
          </a:custGeom>
          <a:solidFill>
            <a:srgbClr val="B8B3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66" name="bg object 1966"/>
          <p:cNvSpPr/>
          <p:nvPr/>
        </p:nvSpPr>
        <p:spPr>
          <a:xfrm>
            <a:off x="2087719" y="4045662"/>
            <a:ext cx="10795" cy="13970"/>
          </a:xfrm>
          <a:custGeom>
            <a:avLst/>
            <a:gdLst/>
            <a:ahLst/>
            <a:cxnLst/>
            <a:rect l="l" t="t" r="r" b="b"/>
            <a:pathLst>
              <a:path w="10794" h="13970">
                <a:moveTo>
                  <a:pt x="2198" y="0"/>
                </a:moveTo>
                <a:lnTo>
                  <a:pt x="1158" y="772"/>
                </a:lnTo>
                <a:lnTo>
                  <a:pt x="244" y="1765"/>
                </a:lnTo>
                <a:lnTo>
                  <a:pt x="0" y="6296"/>
                </a:lnTo>
                <a:lnTo>
                  <a:pt x="102" y="9968"/>
                </a:lnTo>
                <a:lnTo>
                  <a:pt x="102" y="13632"/>
                </a:lnTo>
                <a:lnTo>
                  <a:pt x="3254" y="13089"/>
                </a:lnTo>
                <a:lnTo>
                  <a:pt x="3971" y="7675"/>
                </a:lnTo>
                <a:lnTo>
                  <a:pt x="8321" y="9511"/>
                </a:lnTo>
                <a:lnTo>
                  <a:pt x="10275" y="4980"/>
                </a:lnTo>
                <a:lnTo>
                  <a:pt x="4806" y="4436"/>
                </a:lnTo>
                <a:lnTo>
                  <a:pt x="3758" y="803"/>
                </a:lnTo>
                <a:lnTo>
                  <a:pt x="2198" y="0"/>
                </a:lnTo>
                <a:close/>
              </a:path>
            </a:pathLst>
          </a:custGeom>
          <a:solidFill>
            <a:srgbClr val="BDB6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67" name="bg object 1967"/>
          <p:cNvSpPr/>
          <p:nvPr/>
        </p:nvSpPr>
        <p:spPr>
          <a:xfrm>
            <a:off x="2087412" y="4053337"/>
            <a:ext cx="8890" cy="10795"/>
          </a:xfrm>
          <a:custGeom>
            <a:avLst/>
            <a:gdLst/>
            <a:ahLst/>
            <a:cxnLst/>
            <a:rect l="l" t="t" r="r" b="b"/>
            <a:pathLst>
              <a:path w="8889" h="10795">
                <a:moveTo>
                  <a:pt x="4279" y="0"/>
                </a:moveTo>
                <a:lnTo>
                  <a:pt x="3561" y="5413"/>
                </a:lnTo>
                <a:lnTo>
                  <a:pt x="409" y="5957"/>
                </a:lnTo>
                <a:lnTo>
                  <a:pt x="0" y="9117"/>
                </a:lnTo>
                <a:lnTo>
                  <a:pt x="1371" y="10488"/>
                </a:lnTo>
                <a:lnTo>
                  <a:pt x="4515" y="10094"/>
                </a:lnTo>
                <a:lnTo>
                  <a:pt x="8628" y="1836"/>
                </a:lnTo>
                <a:lnTo>
                  <a:pt x="4279" y="0"/>
                </a:lnTo>
                <a:close/>
              </a:path>
            </a:pathLst>
          </a:custGeom>
          <a:solidFill>
            <a:srgbClr val="C2BD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68" name="bg object 1968"/>
          <p:cNvSpPr/>
          <p:nvPr/>
        </p:nvSpPr>
        <p:spPr>
          <a:xfrm>
            <a:off x="2135852" y="3836370"/>
            <a:ext cx="5715" cy="23495"/>
          </a:xfrm>
          <a:custGeom>
            <a:avLst/>
            <a:gdLst/>
            <a:ahLst/>
            <a:cxnLst/>
            <a:rect l="l" t="t" r="r" b="b"/>
            <a:pathLst>
              <a:path w="5714" h="23495">
                <a:moveTo>
                  <a:pt x="5484" y="0"/>
                </a:moveTo>
                <a:lnTo>
                  <a:pt x="0" y="0"/>
                </a:lnTo>
                <a:lnTo>
                  <a:pt x="0" y="23396"/>
                </a:lnTo>
                <a:lnTo>
                  <a:pt x="2159" y="23436"/>
                </a:lnTo>
                <a:lnTo>
                  <a:pt x="4011" y="23365"/>
                </a:lnTo>
                <a:lnTo>
                  <a:pt x="4452" y="13538"/>
                </a:lnTo>
                <a:lnTo>
                  <a:pt x="5019" y="6777"/>
                </a:lnTo>
                <a:lnTo>
                  <a:pt x="5484" y="0"/>
                </a:lnTo>
                <a:close/>
              </a:path>
            </a:pathLst>
          </a:custGeom>
          <a:solidFill>
            <a:srgbClr val="C9C2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69" name="bg object 1969"/>
          <p:cNvSpPr/>
          <p:nvPr/>
        </p:nvSpPr>
        <p:spPr>
          <a:xfrm>
            <a:off x="2131714" y="3868025"/>
            <a:ext cx="8255" cy="13970"/>
          </a:xfrm>
          <a:custGeom>
            <a:avLst/>
            <a:gdLst/>
            <a:ahLst/>
            <a:cxnLst/>
            <a:rect l="l" t="t" r="r" b="b"/>
            <a:pathLst>
              <a:path w="8255" h="13970">
                <a:moveTo>
                  <a:pt x="8250" y="0"/>
                </a:moveTo>
                <a:lnTo>
                  <a:pt x="23" y="15"/>
                </a:lnTo>
                <a:lnTo>
                  <a:pt x="0" y="8274"/>
                </a:lnTo>
                <a:lnTo>
                  <a:pt x="39" y="13751"/>
                </a:lnTo>
                <a:lnTo>
                  <a:pt x="8234" y="13735"/>
                </a:lnTo>
                <a:lnTo>
                  <a:pt x="8250" y="0"/>
                </a:lnTo>
                <a:close/>
              </a:path>
            </a:pathLst>
          </a:custGeom>
          <a:solidFill>
            <a:srgbClr val="B1A7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70" name="bg object 1970"/>
          <p:cNvSpPr/>
          <p:nvPr/>
        </p:nvSpPr>
        <p:spPr>
          <a:xfrm>
            <a:off x="2145193" y="3828056"/>
            <a:ext cx="4445" cy="18415"/>
          </a:xfrm>
          <a:custGeom>
            <a:avLst/>
            <a:gdLst/>
            <a:ahLst/>
            <a:cxnLst/>
            <a:rect l="l" t="t" r="r" b="b"/>
            <a:pathLst>
              <a:path w="4444" h="18414">
                <a:moveTo>
                  <a:pt x="220" y="0"/>
                </a:moveTo>
                <a:lnTo>
                  <a:pt x="323" y="5232"/>
                </a:lnTo>
                <a:lnTo>
                  <a:pt x="267" y="7454"/>
                </a:lnTo>
                <a:lnTo>
                  <a:pt x="260" y="11237"/>
                </a:lnTo>
                <a:lnTo>
                  <a:pt x="370" y="12805"/>
                </a:lnTo>
                <a:lnTo>
                  <a:pt x="0" y="17502"/>
                </a:lnTo>
                <a:lnTo>
                  <a:pt x="1804" y="18140"/>
                </a:lnTo>
                <a:lnTo>
                  <a:pt x="4381" y="17951"/>
                </a:lnTo>
                <a:lnTo>
                  <a:pt x="4365" y="78"/>
                </a:lnTo>
                <a:lnTo>
                  <a:pt x="220" y="0"/>
                </a:lnTo>
                <a:close/>
              </a:path>
            </a:pathLst>
          </a:custGeom>
          <a:solidFill>
            <a:srgbClr val="B9AA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71" name="bg object 1971"/>
          <p:cNvSpPr/>
          <p:nvPr/>
        </p:nvSpPr>
        <p:spPr>
          <a:xfrm>
            <a:off x="2135852" y="3881764"/>
            <a:ext cx="5715" cy="13970"/>
          </a:xfrm>
          <a:custGeom>
            <a:avLst/>
            <a:gdLst/>
            <a:ahLst/>
            <a:cxnLst/>
            <a:rect l="l" t="t" r="r" b="b"/>
            <a:pathLst>
              <a:path w="5714" h="13970">
                <a:moveTo>
                  <a:pt x="4089" y="0"/>
                </a:moveTo>
                <a:lnTo>
                  <a:pt x="0" y="23"/>
                </a:lnTo>
                <a:lnTo>
                  <a:pt x="7" y="13798"/>
                </a:lnTo>
                <a:lnTo>
                  <a:pt x="4074" y="13806"/>
                </a:lnTo>
                <a:lnTo>
                  <a:pt x="5484" y="2765"/>
                </a:lnTo>
                <a:lnTo>
                  <a:pt x="4089" y="0"/>
                </a:lnTo>
                <a:close/>
              </a:path>
            </a:pathLst>
          </a:custGeom>
          <a:solidFill>
            <a:srgbClr val="BEB7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72" name="bg object 1972"/>
          <p:cNvSpPr/>
          <p:nvPr/>
        </p:nvSpPr>
        <p:spPr>
          <a:xfrm>
            <a:off x="2141087" y="4028861"/>
            <a:ext cx="18415" cy="13970"/>
          </a:xfrm>
          <a:custGeom>
            <a:avLst/>
            <a:gdLst/>
            <a:ahLst/>
            <a:cxnLst/>
            <a:rect l="l" t="t" r="r" b="b"/>
            <a:pathLst>
              <a:path w="18414" h="13970">
                <a:moveTo>
                  <a:pt x="1836" y="0"/>
                </a:moveTo>
                <a:lnTo>
                  <a:pt x="0" y="598"/>
                </a:lnTo>
                <a:lnTo>
                  <a:pt x="370" y="5303"/>
                </a:lnTo>
                <a:lnTo>
                  <a:pt x="252" y="6871"/>
                </a:lnTo>
                <a:lnTo>
                  <a:pt x="244" y="8424"/>
                </a:lnTo>
                <a:lnTo>
                  <a:pt x="236" y="13932"/>
                </a:lnTo>
                <a:lnTo>
                  <a:pt x="4365" y="13932"/>
                </a:lnTo>
                <a:lnTo>
                  <a:pt x="4365" y="11930"/>
                </a:lnTo>
                <a:lnTo>
                  <a:pt x="4113" y="9874"/>
                </a:lnTo>
                <a:lnTo>
                  <a:pt x="4696" y="6674"/>
                </a:lnTo>
                <a:lnTo>
                  <a:pt x="5807" y="5571"/>
                </a:lnTo>
                <a:lnTo>
                  <a:pt x="6532" y="4405"/>
                </a:lnTo>
                <a:lnTo>
                  <a:pt x="7651" y="5153"/>
                </a:lnTo>
                <a:lnTo>
                  <a:pt x="8802" y="5862"/>
                </a:lnTo>
                <a:lnTo>
                  <a:pt x="11276" y="7675"/>
                </a:lnTo>
                <a:lnTo>
                  <a:pt x="12600" y="8762"/>
                </a:lnTo>
                <a:lnTo>
                  <a:pt x="13956" y="9810"/>
                </a:lnTo>
                <a:lnTo>
                  <a:pt x="14216" y="7620"/>
                </a:lnTo>
                <a:lnTo>
                  <a:pt x="13089" y="4956"/>
                </a:lnTo>
                <a:lnTo>
                  <a:pt x="17376" y="3735"/>
                </a:lnTo>
                <a:lnTo>
                  <a:pt x="17612" y="1489"/>
                </a:lnTo>
                <a:lnTo>
                  <a:pt x="18108" y="181"/>
                </a:lnTo>
                <a:lnTo>
                  <a:pt x="4389" y="173"/>
                </a:lnTo>
                <a:lnTo>
                  <a:pt x="1836" y="0"/>
                </a:lnTo>
                <a:close/>
              </a:path>
            </a:pathLst>
          </a:custGeom>
          <a:solidFill>
            <a:srgbClr val="C1BA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73" name="bg object 1973"/>
          <p:cNvSpPr/>
          <p:nvPr/>
        </p:nvSpPr>
        <p:spPr>
          <a:xfrm>
            <a:off x="2145481" y="4001542"/>
            <a:ext cx="5715" cy="27940"/>
          </a:xfrm>
          <a:custGeom>
            <a:avLst/>
            <a:gdLst/>
            <a:ahLst/>
            <a:cxnLst/>
            <a:rect l="l" t="t" r="r" b="b"/>
            <a:pathLst>
              <a:path w="5714" h="27939">
                <a:moveTo>
                  <a:pt x="1394" y="0"/>
                </a:moveTo>
                <a:lnTo>
                  <a:pt x="1268" y="13703"/>
                </a:lnTo>
                <a:lnTo>
                  <a:pt x="0" y="27486"/>
                </a:lnTo>
                <a:lnTo>
                  <a:pt x="5461" y="27486"/>
                </a:lnTo>
                <a:lnTo>
                  <a:pt x="5429" y="1363"/>
                </a:lnTo>
                <a:lnTo>
                  <a:pt x="1394" y="0"/>
                </a:lnTo>
                <a:close/>
              </a:path>
            </a:pathLst>
          </a:custGeom>
          <a:solidFill>
            <a:srgbClr val="C7C0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74" name="bg object 1974"/>
          <p:cNvSpPr/>
          <p:nvPr/>
        </p:nvSpPr>
        <p:spPr>
          <a:xfrm>
            <a:off x="2154951" y="4011374"/>
            <a:ext cx="4445" cy="13970"/>
          </a:xfrm>
          <a:custGeom>
            <a:avLst/>
            <a:gdLst/>
            <a:ahLst/>
            <a:cxnLst/>
            <a:rect l="l" t="t" r="r" b="b"/>
            <a:pathLst>
              <a:path w="4444" h="13970">
                <a:moveTo>
                  <a:pt x="1970" y="0"/>
                </a:moveTo>
                <a:lnTo>
                  <a:pt x="1355" y="795"/>
                </a:lnTo>
                <a:lnTo>
                  <a:pt x="307" y="1568"/>
                </a:lnTo>
                <a:lnTo>
                  <a:pt x="0" y="5098"/>
                </a:lnTo>
                <a:lnTo>
                  <a:pt x="181" y="7809"/>
                </a:lnTo>
                <a:lnTo>
                  <a:pt x="47" y="13538"/>
                </a:lnTo>
                <a:lnTo>
                  <a:pt x="4223" y="13514"/>
                </a:lnTo>
                <a:lnTo>
                  <a:pt x="4247" y="9409"/>
                </a:lnTo>
                <a:lnTo>
                  <a:pt x="4231" y="7155"/>
                </a:lnTo>
                <a:lnTo>
                  <a:pt x="4436" y="4877"/>
                </a:lnTo>
                <a:lnTo>
                  <a:pt x="3955" y="1694"/>
                </a:lnTo>
                <a:lnTo>
                  <a:pt x="2710" y="882"/>
                </a:lnTo>
                <a:lnTo>
                  <a:pt x="1970" y="0"/>
                </a:lnTo>
                <a:close/>
              </a:path>
            </a:pathLst>
          </a:custGeom>
          <a:solidFill>
            <a:srgbClr val="ACA5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75" name="bg object 1975"/>
          <p:cNvSpPr/>
          <p:nvPr/>
        </p:nvSpPr>
        <p:spPr>
          <a:xfrm>
            <a:off x="2172952" y="4016897"/>
            <a:ext cx="5080" cy="8255"/>
          </a:xfrm>
          <a:custGeom>
            <a:avLst/>
            <a:gdLst/>
            <a:ahLst/>
            <a:cxnLst/>
            <a:rect l="l" t="t" r="r" b="b"/>
            <a:pathLst>
              <a:path w="5080" h="8254">
                <a:moveTo>
                  <a:pt x="2253" y="0"/>
                </a:moveTo>
                <a:lnTo>
                  <a:pt x="1489" y="1316"/>
                </a:lnTo>
                <a:lnTo>
                  <a:pt x="236" y="2600"/>
                </a:lnTo>
                <a:lnTo>
                  <a:pt x="0" y="5177"/>
                </a:lnTo>
                <a:lnTo>
                  <a:pt x="1166" y="6493"/>
                </a:lnTo>
                <a:lnTo>
                  <a:pt x="1773" y="7762"/>
                </a:lnTo>
                <a:lnTo>
                  <a:pt x="5043" y="3987"/>
                </a:lnTo>
                <a:lnTo>
                  <a:pt x="2253" y="0"/>
                </a:lnTo>
                <a:close/>
              </a:path>
            </a:pathLst>
          </a:custGeom>
          <a:solidFill>
            <a:srgbClr val="B1AC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76" name="bg object 1976"/>
          <p:cNvSpPr/>
          <p:nvPr/>
        </p:nvSpPr>
        <p:spPr>
          <a:xfrm>
            <a:off x="2167417" y="4046416"/>
            <a:ext cx="13970" cy="32384"/>
          </a:xfrm>
          <a:custGeom>
            <a:avLst/>
            <a:gdLst/>
            <a:ahLst/>
            <a:cxnLst/>
            <a:rect l="l" t="t" r="r" b="b"/>
            <a:pathLst>
              <a:path w="13969" h="32385">
                <a:moveTo>
                  <a:pt x="8077" y="0"/>
                </a:moveTo>
                <a:lnTo>
                  <a:pt x="2758" y="646"/>
                </a:lnTo>
                <a:lnTo>
                  <a:pt x="1371" y="504"/>
                </a:lnTo>
                <a:lnTo>
                  <a:pt x="7" y="504"/>
                </a:lnTo>
                <a:lnTo>
                  <a:pt x="0" y="32151"/>
                </a:lnTo>
                <a:lnTo>
                  <a:pt x="4121" y="32151"/>
                </a:lnTo>
                <a:lnTo>
                  <a:pt x="3719" y="29007"/>
                </a:lnTo>
                <a:lnTo>
                  <a:pt x="5090" y="27628"/>
                </a:lnTo>
                <a:lnTo>
                  <a:pt x="8227" y="28030"/>
                </a:lnTo>
                <a:lnTo>
                  <a:pt x="8912" y="24161"/>
                </a:lnTo>
                <a:lnTo>
                  <a:pt x="7273" y="18975"/>
                </a:lnTo>
                <a:lnTo>
                  <a:pt x="13695" y="18369"/>
                </a:lnTo>
                <a:lnTo>
                  <a:pt x="13735" y="10141"/>
                </a:lnTo>
                <a:lnTo>
                  <a:pt x="10331" y="10543"/>
                </a:lnTo>
                <a:lnTo>
                  <a:pt x="9172" y="8794"/>
                </a:lnTo>
                <a:lnTo>
                  <a:pt x="10252" y="1260"/>
                </a:lnTo>
                <a:lnTo>
                  <a:pt x="8077" y="0"/>
                </a:lnTo>
                <a:close/>
              </a:path>
            </a:pathLst>
          </a:custGeom>
          <a:solidFill>
            <a:srgbClr val="B4AD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77" name="bg object 1977"/>
          <p:cNvSpPr/>
          <p:nvPr/>
        </p:nvSpPr>
        <p:spPr>
          <a:xfrm>
            <a:off x="2141346" y="4042796"/>
            <a:ext cx="12700" cy="48895"/>
          </a:xfrm>
          <a:custGeom>
            <a:avLst/>
            <a:gdLst/>
            <a:ahLst/>
            <a:cxnLst/>
            <a:rect l="l" t="t" r="r" b="b"/>
            <a:pathLst>
              <a:path w="12700" h="48895">
                <a:moveTo>
                  <a:pt x="8069" y="17470"/>
                </a:moveTo>
                <a:lnTo>
                  <a:pt x="3451" y="17470"/>
                </a:lnTo>
                <a:lnTo>
                  <a:pt x="4223" y="19283"/>
                </a:lnTo>
                <a:lnTo>
                  <a:pt x="3995" y="29472"/>
                </a:lnTo>
                <a:lnTo>
                  <a:pt x="4014" y="30055"/>
                </a:lnTo>
                <a:lnTo>
                  <a:pt x="4129" y="40654"/>
                </a:lnTo>
                <a:lnTo>
                  <a:pt x="3987" y="46793"/>
                </a:lnTo>
                <a:lnTo>
                  <a:pt x="4783" y="48574"/>
                </a:lnTo>
                <a:lnTo>
                  <a:pt x="8227" y="48156"/>
                </a:lnTo>
                <a:lnTo>
                  <a:pt x="8333" y="36580"/>
                </a:lnTo>
                <a:lnTo>
                  <a:pt x="8045" y="30804"/>
                </a:lnTo>
                <a:lnTo>
                  <a:pt x="9684" y="30055"/>
                </a:lnTo>
                <a:lnTo>
                  <a:pt x="12364" y="30055"/>
                </a:lnTo>
                <a:lnTo>
                  <a:pt x="12356" y="18085"/>
                </a:lnTo>
                <a:lnTo>
                  <a:pt x="9763" y="18085"/>
                </a:lnTo>
                <a:lnTo>
                  <a:pt x="8069" y="17470"/>
                </a:lnTo>
                <a:close/>
              </a:path>
              <a:path w="12700" h="48895">
                <a:moveTo>
                  <a:pt x="12364" y="30055"/>
                </a:moveTo>
                <a:lnTo>
                  <a:pt x="9684" y="30055"/>
                </a:lnTo>
                <a:lnTo>
                  <a:pt x="12364" y="30260"/>
                </a:lnTo>
                <a:lnTo>
                  <a:pt x="12364" y="30055"/>
                </a:lnTo>
                <a:close/>
              </a:path>
              <a:path w="12700" h="48895">
                <a:moveTo>
                  <a:pt x="12356" y="17888"/>
                </a:moveTo>
                <a:lnTo>
                  <a:pt x="9763" y="18085"/>
                </a:lnTo>
                <a:lnTo>
                  <a:pt x="12356" y="18085"/>
                </a:lnTo>
                <a:lnTo>
                  <a:pt x="12356" y="17888"/>
                </a:lnTo>
                <a:close/>
              </a:path>
              <a:path w="12700" h="48895">
                <a:moveTo>
                  <a:pt x="4105" y="0"/>
                </a:moveTo>
                <a:lnTo>
                  <a:pt x="7" y="0"/>
                </a:lnTo>
                <a:lnTo>
                  <a:pt x="0" y="17888"/>
                </a:lnTo>
                <a:lnTo>
                  <a:pt x="3451" y="17470"/>
                </a:lnTo>
                <a:lnTo>
                  <a:pt x="7980" y="17470"/>
                </a:lnTo>
                <a:lnTo>
                  <a:pt x="8345" y="12277"/>
                </a:lnTo>
                <a:lnTo>
                  <a:pt x="8219" y="10268"/>
                </a:lnTo>
                <a:lnTo>
                  <a:pt x="8205" y="8455"/>
                </a:lnTo>
                <a:lnTo>
                  <a:pt x="5618" y="8455"/>
                </a:lnTo>
                <a:lnTo>
                  <a:pt x="3845" y="7785"/>
                </a:lnTo>
                <a:lnTo>
                  <a:pt x="4097" y="4657"/>
                </a:lnTo>
                <a:lnTo>
                  <a:pt x="4105" y="0"/>
                </a:lnTo>
                <a:close/>
              </a:path>
              <a:path w="12700" h="48895">
                <a:moveTo>
                  <a:pt x="8203" y="8250"/>
                </a:moveTo>
                <a:lnTo>
                  <a:pt x="5618" y="8455"/>
                </a:lnTo>
                <a:lnTo>
                  <a:pt x="8205" y="8455"/>
                </a:lnTo>
                <a:lnTo>
                  <a:pt x="8203" y="8250"/>
                </a:lnTo>
                <a:close/>
              </a:path>
            </a:pathLst>
          </a:custGeom>
          <a:solidFill>
            <a:srgbClr val="C6C1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78" name="bg object 1978"/>
          <p:cNvSpPr/>
          <p:nvPr/>
        </p:nvSpPr>
        <p:spPr>
          <a:xfrm>
            <a:off x="2158987" y="4046654"/>
            <a:ext cx="8890" cy="22860"/>
          </a:xfrm>
          <a:custGeom>
            <a:avLst/>
            <a:gdLst/>
            <a:ahLst/>
            <a:cxnLst/>
            <a:rect l="l" t="t" r="r" b="b"/>
            <a:pathLst>
              <a:path w="8889" h="22860">
                <a:moveTo>
                  <a:pt x="654" y="0"/>
                </a:moveTo>
                <a:lnTo>
                  <a:pt x="0" y="1788"/>
                </a:lnTo>
                <a:lnTo>
                  <a:pt x="189" y="4381"/>
                </a:lnTo>
                <a:lnTo>
                  <a:pt x="4342" y="3877"/>
                </a:lnTo>
                <a:lnTo>
                  <a:pt x="4286" y="6572"/>
                </a:lnTo>
                <a:lnTo>
                  <a:pt x="4468" y="12679"/>
                </a:lnTo>
                <a:lnTo>
                  <a:pt x="3624" y="14444"/>
                </a:lnTo>
                <a:lnTo>
                  <a:pt x="189" y="14034"/>
                </a:lnTo>
                <a:lnTo>
                  <a:pt x="204" y="22293"/>
                </a:lnTo>
                <a:lnTo>
                  <a:pt x="8424" y="22277"/>
                </a:lnTo>
                <a:lnTo>
                  <a:pt x="8439" y="267"/>
                </a:lnTo>
                <a:lnTo>
                  <a:pt x="6887" y="267"/>
                </a:lnTo>
                <a:lnTo>
                  <a:pt x="5327" y="378"/>
                </a:lnTo>
                <a:lnTo>
                  <a:pt x="654" y="0"/>
                </a:lnTo>
                <a:close/>
              </a:path>
            </a:pathLst>
          </a:custGeom>
          <a:solidFill>
            <a:srgbClr val="C2BD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79" name="bg object 1979"/>
          <p:cNvSpPr/>
          <p:nvPr/>
        </p:nvSpPr>
        <p:spPr>
          <a:xfrm>
            <a:off x="2154177" y="4028832"/>
            <a:ext cx="9525" cy="14604"/>
          </a:xfrm>
          <a:custGeom>
            <a:avLst/>
            <a:gdLst/>
            <a:ahLst/>
            <a:cxnLst/>
            <a:rect l="l" t="t" r="r" b="b"/>
            <a:pathLst>
              <a:path w="9525" h="14604">
                <a:moveTo>
                  <a:pt x="7620" y="0"/>
                </a:moveTo>
                <a:lnTo>
                  <a:pt x="5011" y="212"/>
                </a:lnTo>
                <a:lnTo>
                  <a:pt x="4523" y="1520"/>
                </a:lnTo>
                <a:lnTo>
                  <a:pt x="4286" y="3758"/>
                </a:lnTo>
                <a:lnTo>
                  <a:pt x="0" y="4988"/>
                </a:lnTo>
                <a:lnTo>
                  <a:pt x="1126" y="7643"/>
                </a:lnTo>
                <a:lnTo>
                  <a:pt x="866" y="9842"/>
                </a:lnTo>
                <a:lnTo>
                  <a:pt x="654" y="12576"/>
                </a:lnTo>
                <a:lnTo>
                  <a:pt x="1513" y="14042"/>
                </a:lnTo>
                <a:lnTo>
                  <a:pt x="7738" y="14026"/>
                </a:lnTo>
                <a:lnTo>
                  <a:pt x="9527" y="13262"/>
                </a:lnTo>
                <a:lnTo>
                  <a:pt x="9125" y="9834"/>
                </a:lnTo>
                <a:lnTo>
                  <a:pt x="9117" y="7833"/>
                </a:lnTo>
                <a:lnTo>
                  <a:pt x="8999" y="5815"/>
                </a:lnTo>
                <a:lnTo>
                  <a:pt x="9361" y="677"/>
                </a:lnTo>
                <a:lnTo>
                  <a:pt x="7620" y="0"/>
                </a:lnTo>
                <a:close/>
              </a:path>
            </a:pathLst>
          </a:custGeom>
          <a:solidFill>
            <a:srgbClr val="CCC4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80" name="bg object 1980"/>
          <p:cNvSpPr/>
          <p:nvPr/>
        </p:nvSpPr>
        <p:spPr>
          <a:xfrm>
            <a:off x="2153681" y="4050532"/>
            <a:ext cx="10160" cy="10795"/>
          </a:xfrm>
          <a:custGeom>
            <a:avLst/>
            <a:gdLst/>
            <a:ahLst/>
            <a:cxnLst/>
            <a:rect l="l" t="t" r="r" b="b"/>
            <a:pathLst>
              <a:path w="10160" h="10795">
                <a:moveTo>
                  <a:pt x="9647" y="0"/>
                </a:moveTo>
                <a:lnTo>
                  <a:pt x="5365" y="520"/>
                </a:lnTo>
                <a:lnTo>
                  <a:pt x="1389" y="520"/>
                </a:lnTo>
                <a:lnTo>
                  <a:pt x="0" y="10157"/>
                </a:lnTo>
                <a:lnTo>
                  <a:pt x="5494" y="10157"/>
                </a:lnTo>
                <a:lnTo>
                  <a:pt x="8930" y="10567"/>
                </a:lnTo>
                <a:lnTo>
                  <a:pt x="9773" y="8794"/>
                </a:lnTo>
                <a:lnTo>
                  <a:pt x="9647" y="0"/>
                </a:lnTo>
                <a:close/>
              </a:path>
            </a:pathLst>
          </a:custGeom>
          <a:solidFill>
            <a:srgbClr val="C9C3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81" name="bg object 1981"/>
          <p:cNvSpPr/>
          <p:nvPr/>
        </p:nvSpPr>
        <p:spPr>
          <a:xfrm>
            <a:off x="2149330" y="4051050"/>
            <a:ext cx="6350" cy="10160"/>
          </a:xfrm>
          <a:custGeom>
            <a:avLst/>
            <a:gdLst/>
            <a:ahLst/>
            <a:cxnLst/>
            <a:rect l="l" t="t" r="r" b="b"/>
            <a:pathLst>
              <a:path w="6350" h="10160">
                <a:moveTo>
                  <a:pt x="5736" y="0"/>
                </a:moveTo>
                <a:lnTo>
                  <a:pt x="220" y="0"/>
                </a:lnTo>
                <a:lnTo>
                  <a:pt x="228" y="2009"/>
                </a:lnTo>
                <a:lnTo>
                  <a:pt x="362" y="4026"/>
                </a:lnTo>
                <a:lnTo>
                  <a:pt x="0" y="9188"/>
                </a:lnTo>
                <a:lnTo>
                  <a:pt x="1780" y="9826"/>
                </a:lnTo>
                <a:lnTo>
                  <a:pt x="4373" y="9637"/>
                </a:lnTo>
                <a:lnTo>
                  <a:pt x="5736" y="0"/>
                </a:lnTo>
                <a:close/>
              </a:path>
            </a:pathLst>
          </a:custGeom>
          <a:solidFill>
            <a:srgbClr val="B5B0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82" name="bg object 1982"/>
          <p:cNvSpPr/>
          <p:nvPr/>
        </p:nvSpPr>
        <p:spPr>
          <a:xfrm>
            <a:off x="2157809" y="4086071"/>
            <a:ext cx="18415" cy="36830"/>
          </a:xfrm>
          <a:custGeom>
            <a:avLst/>
            <a:gdLst/>
            <a:ahLst/>
            <a:cxnLst/>
            <a:rect l="l" t="t" r="r" b="b"/>
            <a:pathLst>
              <a:path w="18414" h="36829">
                <a:moveTo>
                  <a:pt x="8042" y="22577"/>
                </a:moveTo>
                <a:lnTo>
                  <a:pt x="2639" y="22577"/>
                </a:lnTo>
                <a:lnTo>
                  <a:pt x="4310" y="23302"/>
                </a:lnTo>
                <a:lnTo>
                  <a:pt x="3979" y="29803"/>
                </a:lnTo>
                <a:lnTo>
                  <a:pt x="4113" y="33168"/>
                </a:lnTo>
                <a:lnTo>
                  <a:pt x="4113" y="36541"/>
                </a:lnTo>
                <a:lnTo>
                  <a:pt x="8234" y="36541"/>
                </a:lnTo>
                <a:lnTo>
                  <a:pt x="8134" y="23302"/>
                </a:lnTo>
                <a:lnTo>
                  <a:pt x="8042" y="22577"/>
                </a:lnTo>
                <a:close/>
              </a:path>
              <a:path w="18414" h="36829">
                <a:moveTo>
                  <a:pt x="6091" y="0"/>
                </a:moveTo>
                <a:lnTo>
                  <a:pt x="2624" y="819"/>
                </a:lnTo>
                <a:lnTo>
                  <a:pt x="0" y="819"/>
                </a:lnTo>
                <a:lnTo>
                  <a:pt x="15" y="22774"/>
                </a:lnTo>
                <a:lnTo>
                  <a:pt x="2639" y="22577"/>
                </a:lnTo>
                <a:lnTo>
                  <a:pt x="8042" y="22577"/>
                </a:lnTo>
                <a:lnTo>
                  <a:pt x="7769" y="20417"/>
                </a:lnTo>
                <a:lnTo>
                  <a:pt x="8676" y="17998"/>
                </a:lnTo>
                <a:lnTo>
                  <a:pt x="17904" y="17998"/>
                </a:lnTo>
                <a:lnTo>
                  <a:pt x="18125" y="15973"/>
                </a:lnTo>
                <a:lnTo>
                  <a:pt x="4113" y="15973"/>
                </a:lnTo>
                <a:lnTo>
                  <a:pt x="3987" y="5193"/>
                </a:lnTo>
                <a:lnTo>
                  <a:pt x="6091" y="0"/>
                </a:lnTo>
                <a:close/>
              </a:path>
              <a:path w="18414" h="36829">
                <a:moveTo>
                  <a:pt x="17904" y="17998"/>
                </a:moveTo>
                <a:lnTo>
                  <a:pt x="8676" y="17998"/>
                </a:lnTo>
                <a:lnTo>
                  <a:pt x="14696" y="18818"/>
                </a:lnTo>
                <a:lnTo>
                  <a:pt x="16280" y="18652"/>
                </a:lnTo>
                <a:lnTo>
                  <a:pt x="17833" y="18652"/>
                </a:lnTo>
                <a:lnTo>
                  <a:pt x="17904" y="17998"/>
                </a:lnTo>
                <a:close/>
              </a:path>
              <a:path w="18414" h="36829">
                <a:moveTo>
                  <a:pt x="18368" y="13743"/>
                </a:moveTo>
                <a:lnTo>
                  <a:pt x="14893" y="14539"/>
                </a:lnTo>
                <a:lnTo>
                  <a:pt x="3978" y="14539"/>
                </a:lnTo>
                <a:lnTo>
                  <a:pt x="4113" y="15973"/>
                </a:lnTo>
                <a:lnTo>
                  <a:pt x="18125" y="15973"/>
                </a:lnTo>
                <a:lnTo>
                  <a:pt x="18282" y="14539"/>
                </a:lnTo>
                <a:lnTo>
                  <a:pt x="18368" y="13743"/>
                </a:lnTo>
                <a:close/>
              </a:path>
            </a:pathLst>
          </a:custGeom>
          <a:solidFill>
            <a:srgbClr val="B6AE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83" name="bg object 1983"/>
          <p:cNvSpPr/>
          <p:nvPr/>
        </p:nvSpPr>
        <p:spPr>
          <a:xfrm>
            <a:off x="2171134" y="4074046"/>
            <a:ext cx="10160" cy="22225"/>
          </a:xfrm>
          <a:custGeom>
            <a:avLst/>
            <a:gdLst/>
            <a:ahLst/>
            <a:cxnLst/>
            <a:rect l="l" t="t" r="r" b="b"/>
            <a:pathLst>
              <a:path w="10160" h="22225">
                <a:moveTo>
                  <a:pt x="1371" y="0"/>
                </a:moveTo>
                <a:lnTo>
                  <a:pt x="0" y="1379"/>
                </a:lnTo>
                <a:lnTo>
                  <a:pt x="401" y="4523"/>
                </a:lnTo>
                <a:lnTo>
                  <a:pt x="409" y="9503"/>
                </a:lnTo>
                <a:lnTo>
                  <a:pt x="338" y="14484"/>
                </a:lnTo>
                <a:lnTo>
                  <a:pt x="520" y="20362"/>
                </a:lnTo>
                <a:lnTo>
                  <a:pt x="1449" y="21237"/>
                </a:lnTo>
                <a:lnTo>
                  <a:pt x="1962" y="22120"/>
                </a:lnTo>
                <a:lnTo>
                  <a:pt x="2789" y="21592"/>
                </a:lnTo>
                <a:lnTo>
                  <a:pt x="3687" y="21142"/>
                </a:lnTo>
                <a:lnTo>
                  <a:pt x="8148" y="17447"/>
                </a:lnTo>
                <a:lnTo>
                  <a:pt x="10039" y="13498"/>
                </a:lnTo>
                <a:lnTo>
                  <a:pt x="9976" y="409"/>
                </a:lnTo>
                <a:lnTo>
                  <a:pt x="4515" y="394"/>
                </a:lnTo>
                <a:lnTo>
                  <a:pt x="1371" y="0"/>
                </a:lnTo>
                <a:close/>
              </a:path>
            </a:pathLst>
          </a:custGeom>
          <a:solidFill>
            <a:srgbClr val="B9B3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84" name="bg object 1984"/>
          <p:cNvSpPr/>
          <p:nvPr/>
        </p:nvSpPr>
        <p:spPr>
          <a:xfrm>
            <a:off x="2149574" y="4073053"/>
            <a:ext cx="8255" cy="18415"/>
          </a:xfrm>
          <a:custGeom>
            <a:avLst/>
            <a:gdLst/>
            <a:ahLst/>
            <a:cxnLst/>
            <a:rect l="l" t="t" r="r" b="b"/>
            <a:pathLst>
              <a:path w="8255" h="18414">
                <a:moveTo>
                  <a:pt x="8234" y="7"/>
                </a:moveTo>
                <a:lnTo>
                  <a:pt x="4137" y="0"/>
                </a:lnTo>
                <a:lnTo>
                  <a:pt x="4105" y="3380"/>
                </a:lnTo>
                <a:lnTo>
                  <a:pt x="3979" y="6753"/>
                </a:lnTo>
                <a:lnTo>
                  <a:pt x="4310" y="13254"/>
                </a:lnTo>
                <a:lnTo>
                  <a:pt x="2639" y="13971"/>
                </a:lnTo>
                <a:lnTo>
                  <a:pt x="7" y="13759"/>
                </a:lnTo>
                <a:lnTo>
                  <a:pt x="0" y="17896"/>
                </a:lnTo>
                <a:lnTo>
                  <a:pt x="8219" y="17904"/>
                </a:lnTo>
                <a:lnTo>
                  <a:pt x="8234" y="13774"/>
                </a:lnTo>
                <a:lnTo>
                  <a:pt x="8234" y="7"/>
                </a:lnTo>
                <a:close/>
              </a:path>
            </a:pathLst>
          </a:custGeom>
          <a:solidFill>
            <a:srgbClr val="C3C0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85" name="bg object 1985"/>
          <p:cNvSpPr/>
          <p:nvPr/>
        </p:nvSpPr>
        <p:spPr>
          <a:xfrm>
            <a:off x="2157805" y="4068938"/>
            <a:ext cx="6350" cy="14604"/>
          </a:xfrm>
          <a:custGeom>
            <a:avLst/>
            <a:gdLst/>
            <a:ahLst/>
            <a:cxnLst/>
            <a:rect l="l" t="t" r="r" b="b"/>
            <a:pathLst>
              <a:path w="6350" h="14604">
                <a:moveTo>
                  <a:pt x="5492" y="0"/>
                </a:moveTo>
                <a:lnTo>
                  <a:pt x="1386" y="7"/>
                </a:lnTo>
                <a:lnTo>
                  <a:pt x="0" y="4121"/>
                </a:lnTo>
                <a:lnTo>
                  <a:pt x="7" y="13766"/>
                </a:lnTo>
                <a:lnTo>
                  <a:pt x="2939" y="13853"/>
                </a:lnTo>
                <a:lnTo>
                  <a:pt x="6059" y="14200"/>
                </a:lnTo>
                <a:lnTo>
                  <a:pt x="5492" y="9629"/>
                </a:lnTo>
                <a:lnTo>
                  <a:pt x="5492" y="0"/>
                </a:lnTo>
                <a:close/>
              </a:path>
            </a:pathLst>
          </a:custGeom>
          <a:solidFill>
            <a:srgbClr val="C7C0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86" name="bg object 1986"/>
          <p:cNvSpPr/>
          <p:nvPr/>
        </p:nvSpPr>
        <p:spPr>
          <a:xfrm>
            <a:off x="2171564" y="4110214"/>
            <a:ext cx="8255" cy="12700"/>
          </a:xfrm>
          <a:custGeom>
            <a:avLst/>
            <a:gdLst/>
            <a:ahLst/>
            <a:cxnLst/>
            <a:rect l="l" t="t" r="r" b="b"/>
            <a:pathLst>
              <a:path w="8255" h="12700">
                <a:moveTo>
                  <a:pt x="8203" y="7"/>
                </a:moveTo>
                <a:lnTo>
                  <a:pt x="4097" y="0"/>
                </a:lnTo>
                <a:lnTo>
                  <a:pt x="2687" y="2765"/>
                </a:lnTo>
                <a:lnTo>
                  <a:pt x="0" y="8305"/>
                </a:lnTo>
                <a:lnTo>
                  <a:pt x="8203" y="12379"/>
                </a:lnTo>
                <a:lnTo>
                  <a:pt x="8203" y="7"/>
                </a:lnTo>
                <a:close/>
              </a:path>
            </a:pathLst>
          </a:custGeom>
          <a:solidFill>
            <a:srgbClr val="ABA4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87" name="bg object 1987"/>
          <p:cNvSpPr/>
          <p:nvPr/>
        </p:nvSpPr>
        <p:spPr>
          <a:xfrm>
            <a:off x="2165578" y="4104074"/>
            <a:ext cx="10160" cy="6350"/>
          </a:xfrm>
          <a:custGeom>
            <a:avLst/>
            <a:gdLst/>
            <a:ahLst/>
            <a:cxnLst/>
            <a:rect l="l" t="t" r="r" b="b"/>
            <a:pathLst>
              <a:path w="10160" h="6350">
                <a:moveTo>
                  <a:pt x="906" y="0"/>
                </a:moveTo>
                <a:lnTo>
                  <a:pt x="0" y="2419"/>
                </a:lnTo>
                <a:lnTo>
                  <a:pt x="472" y="6154"/>
                </a:lnTo>
                <a:lnTo>
                  <a:pt x="10063" y="6154"/>
                </a:lnTo>
                <a:lnTo>
                  <a:pt x="10063" y="654"/>
                </a:lnTo>
                <a:lnTo>
                  <a:pt x="8510" y="646"/>
                </a:lnTo>
                <a:lnTo>
                  <a:pt x="6926" y="819"/>
                </a:lnTo>
                <a:lnTo>
                  <a:pt x="906" y="0"/>
                </a:lnTo>
                <a:close/>
              </a:path>
            </a:pathLst>
          </a:custGeom>
          <a:solidFill>
            <a:srgbClr val="ABA8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88" name="bg object 1988"/>
          <p:cNvSpPr/>
          <p:nvPr/>
        </p:nvSpPr>
        <p:spPr>
          <a:xfrm>
            <a:off x="2163301" y="4068932"/>
            <a:ext cx="4445" cy="10160"/>
          </a:xfrm>
          <a:custGeom>
            <a:avLst/>
            <a:gdLst/>
            <a:ahLst/>
            <a:cxnLst/>
            <a:rect l="l" t="t" r="r" b="b"/>
            <a:pathLst>
              <a:path w="4444" h="10160">
                <a:moveTo>
                  <a:pt x="4105" y="0"/>
                </a:moveTo>
                <a:lnTo>
                  <a:pt x="0" y="7"/>
                </a:lnTo>
                <a:lnTo>
                  <a:pt x="0" y="9637"/>
                </a:lnTo>
                <a:lnTo>
                  <a:pt x="4113" y="9637"/>
                </a:lnTo>
                <a:lnTo>
                  <a:pt x="4105" y="0"/>
                </a:lnTo>
                <a:close/>
              </a:path>
            </a:pathLst>
          </a:custGeom>
          <a:solidFill>
            <a:srgbClr val="B9B3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89" name="bg object 1989"/>
          <p:cNvSpPr/>
          <p:nvPr/>
        </p:nvSpPr>
        <p:spPr>
          <a:xfrm>
            <a:off x="2174691" y="4064786"/>
            <a:ext cx="6985" cy="10160"/>
          </a:xfrm>
          <a:custGeom>
            <a:avLst/>
            <a:gdLst/>
            <a:ahLst/>
            <a:cxnLst/>
            <a:rect l="l" t="t" r="r" b="b"/>
            <a:pathLst>
              <a:path w="6985" h="10160">
                <a:moveTo>
                  <a:pt x="6422" y="0"/>
                </a:moveTo>
                <a:lnTo>
                  <a:pt x="0" y="598"/>
                </a:lnTo>
                <a:lnTo>
                  <a:pt x="1639" y="5792"/>
                </a:lnTo>
                <a:lnTo>
                  <a:pt x="953" y="9653"/>
                </a:lnTo>
                <a:lnTo>
                  <a:pt x="6422" y="9669"/>
                </a:lnTo>
                <a:lnTo>
                  <a:pt x="6422" y="0"/>
                </a:lnTo>
                <a:close/>
              </a:path>
            </a:pathLst>
          </a:custGeom>
          <a:solidFill>
            <a:srgbClr val="C0B9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90" name="bg object 1990"/>
          <p:cNvSpPr/>
          <p:nvPr/>
        </p:nvSpPr>
        <p:spPr>
          <a:xfrm>
            <a:off x="2166046" y="4136377"/>
            <a:ext cx="18415" cy="40005"/>
          </a:xfrm>
          <a:custGeom>
            <a:avLst/>
            <a:gdLst/>
            <a:ahLst/>
            <a:cxnLst/>
            <a:rect l="l" t="t" r="r" b="b"/>
            <a:pathLst>
              <a:path w="18414" h="40004">
                <a:moveTo>
                  <a:pt x="8360" y="25934"/>
                </a:moveTo>
                <a:lnTo>
                  <a:pt x="2655" y="25934"/>
                </a:lnTo>
                <a:lnTo>
                  <a:pt x="4302" y="26666"/>
                </a:lnTo>
                <a:lnTo>
                  <a:pt x="4106" y="30615"/>
                </a:lnTo>
                <a:lnTo>
                  <a:pt x="4113" y="39898"/>
                </a:lnTo>
                <a:lnTo>
                  <a:pt x="16469" y="39898"/>
                </a:lnTo>
                <a:lnTo>
                  <a:pt x="16863" y="36738"/>
                </a:lnTo>
                <a:lnTo>
                  <a:pt x="16078" y="35965"/>
                </a:lnTo>
                <a:lnTo>
                  <a:pt x="9755" y="35965"/>
                </a:lnTo>
                <a:lnTo>
                  <a:pt x="8139" y="35374"/>
                </a:lnTo>
                <a:lnTo>
                  <a:pt x="7962" y="35374"/>
                </a:lnTo>
                <a:lnTo>
                  <a:pt x="8337" y="30615"/>
                </a:lnTo>
                <a:lnTo>
                  <a:pt x="8360" y="25934"/>
                </a:lnTo>
                <a:close/>
              </a:path>
              <a:path w="18414" h="40004">
                <a:moveTo>
                  <a:pt x="15476" y="35374"/>
                </a:moveTo>
                <a:lnTo>
                  <a:pt x="12340" y="35768"/>
                </a:lnTo>
                <a:lnTo>
                  <a:pt x="9755" y="35965"/>
                </a:lnTo>
                <a:lnTo>
                  <a:pt x="16078" y="35965"/>
                </a:lnTo>
                <a:lnTo>
                  <a:pt x="15476" y="35374"/>
                </a:lnTo>
                <a:close/>
              </a:path>
              <a:path w="18414" h="40004">
                <a:moveTo>
                  <a:pt x="0" y="4129"/>
                </a:moveTo>
                <a:lnTo>
                  <a:pt x="15" y="26146"/>
                </a:lnTo>
                <a:lnTo>
                  <a:pt x="2655" y="25934"/>
                </a:lnTo>
                <a:lnTo>
                  <a:pt x="8360" y="25934"/>
                </a:lnTo>
                <a:lnTo>
                  <a:pt x="8400" y="18022"/>
                </a:lnTo>
                <a:lnTo>
                  <a:pt x="6761" y="18022"/>
                </a:lnTo>
                <a:lnTo>
                  <a:pt x="8408" y="16540"/>
                </a:lnTo>
                <a:lnTo>
                  <a:pt x="17838" y="16540"/>
                </a:lnTo>
                <a:lnTo>
                  <a:pt x="17833" y="13948"/>
                </a:lnTo>
                <a:lnTo>
                  <a:pt x="15240" y="13948"/>
                </a:lnTo>
                <a:lnTo>
                  <a:pt x="13475" y="13286"/>
                </a:lnTo>
                <a:lnTo>
                  <a:pt x="13845" y="8140"/>
                </a:lnTo>
                <a:lnTo>
                  <a:pt x="13731" y="4515"/>
                </a:lnTo>
                <a:lnTo>
                  <a:pt x="3144" y="4515"/>
                </a:lnTo>
                <a:lnTo>
                  <a:pt x="0" y="4129"/>
                </a:lnTo>
                <a:close/>
              </a:path>
              <a:path w="18414" h="40004">
                <a:moveTo>
                  <a:pt x="8408" y="16540"/>
                </a:moveTo>
                <a:lnTo>
                  <a:pt x="6761" y="18022"/>
                </a:lnTo>
                <a:lnTo>
                  <a:pt x="8400" y="18022"/>
                </a:lnTo>
                <a:lnTo>
                  <a:pt x="8408" y="16540"/>
                </a:lnTo>
                <a:close/>
              </a:path>
              <a:path w="18414" h="40004">
                <a:moveTo>
                  <a:pt x="17838" y="16540"/>
                </a:moveTo>
                <a:lnTo>
                  <a:pt x="8408" y="16540"/>
                </a:lnTo>
                <a:lnTo>
                  <a:pt x="8400" y="18022"/>
                </a:lnTo>
                <a:lnTo>
                  <a:pt x="17841" y="18022"/>
                </a:lnTo>
                <a:lnTo>
                  <a:pt x="17838" y="16540"/>
                </a:lnTo>
                <a:close/>
              </a:path>
              <a:path w="18414" h="40004">
                <a:moveTo>
                  <a:pt x="17833" y="13751"/>
                </a:moveTo>
                <a:lnTo>
                  <a:pt x="15240" y="13948"/>
                </a:lnTo>
                <a:lnTo>
                  <a:pt x="17833" y="13948"/>
                </a:lnTo>
                <a:lnTo>
                  <a:pt x="17833" y="13751"/>
                </a:lnTo>
                <a:close/>
              </a:path>
              <a:path w="18414" h="40004">
                <a:moveTo>
                  <a:pt x="9582" y="0"/>
                </a:moveTo>
                <a:lnTo>
                  <a:pt x="4130" y="0"/>
                </a:lnTo>
                <a:lnTo>
                  <a:pt x="4515" y="3136"/>
                </a:lnTo>
                <a:lnTo>
                  <a:pt x="3144" y="4515"/>
                </a:lnTo>
                <a:lnTo>
                  <a:pt x="11024" y="4515"/>
                </a:lnTo>
                <a:lnTo>
                  <a:pt x="8022" y="4342"/>
                </a:lnTo>
                <a:lnTo>
                  <a:pt x="9582" y="0"/>
                </a:lnTo>
                <a:close/>
              </a:path>
              <a:path w="18414" h="40004">
                <a:moveTo>
                  <a:pt x="13719" y="4129"/>
                </a:moveTo>
                <a:lnTo>
                  <a:pt x="10412" y="4515"/>
                </a:lnTo>
                <a:lnTo>
                  <a:pt x="13731" y="4515"/>
                </a:lnTo>
                <a:lnTo>
                  <a:pt x="13719" y="4129"/>
                </a:lnTo>
                <a:close/>
              </a:path>
            </a:pathLst>
          </a:custGeom>
          <a:solidFill>
            <a:srgbClr val="A8A1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91" name="bg object 1991"/>
          <p:cNvSpPr/>
          <p:nvPr/>
        </p:nvSpPr>
        <p:spPr>
          <a:xfrm>
            <a:off x="2183885" y="4149867"/>
            <a:ext cx="8890" cy="10795"/>
          </a:xfrm>
          <a:custGeom>
            <a:avLst/>
            <a:gdLst/>
            <a:ahLst/>
            <a:cxnLst/>
            <a:rect l="l" t="t" r="r" b="b"/>
            <a:pathLst>
              <a:path w="8889" h="10795">
                <a:moveTo>
                  <a:pt x="7801" y="0"/>
                </a:moveTo>
                <a:lnTo>
                  <a:pt x="4352" y="267"/>
                </a:lnTo>
                <a:lnTo>
                  <a:pt x="7" y="267"/>
                </a:lnTo>
                <a:lnTo>
                  <a:pt x="0" y="8518"/>
                </a:lnTo>
                <a:lnTo>
                  <a:pt x="7667" y="10606"/>
                </a:lnTo>
                <a:lnTo>
                  <a:pt x="8242" y="4389"/>
                </a:lnTo>
                <a:lnTo>
                  <a:pt x="8424" y="1812"/>
                </a:lnTo>
                <a:lnTo>
                  <a:pt x="7893" y="267"/>
                </a:lnTo>
                <a:lnTo>
                  <a:pt x="7801" y="0"/>
                </a:lnTo>
                <a:close/>
              </a:path>
            </a:pathLst>
          </a:custGeom>
          <a:solidFill>
            <a:srgbClr val="AA9D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92" name="bg object 1992"/>
          <p:cNvSpPr/>
          <p:nvPr/>
        </p:nvSpPr>
        <p:spPr>
          <a:xfrm>
            <a:off x="2177711" y="4157668"/>
            <a:ext cx="6985" cy="11430"/>
          </a:xfrm>
          <a:custGeom>
            <a:avLst/>
            <a:gdLst/>
            <a:ahLst/>
            <a:cxnLst/>
            <a:rect l="l" t="t" r="r" b="b"/>
            <a:pathLst>
              <a:path w="6985" h="11429">
                <a:moveTo>
                  <a:pt x="1804" y="0"/>
                </a:moveTo>
                <a:lnTo>
                  <a:pt x="0" y="1875"/>
                </a:lnTo>
                <a:lnTo>
                  <a:pt x="669" y="6233"/>
                </a:lnTo>
                <a:lnTo>
                  <a:pt x="717" y="10331"/>
                </a:lnTo>
                <a:lnTo>
                  <a:pt x="4483" y="10843"/>
                </a:lnTo>
                <a:lnTo>
                  <a:pt x="6808" y="9834"/>
                </a:lnTo>
                <a:lnTo>
                  <a:pt x="5996" y="3861"/>
                </a:lnTo>
                <a:lnTo>
                  <a:pt x="6178" y="2277"/>
                </a:lnTo>
                <a:lnTo>
                  <a:pt x="6178" y="709"/>
                </a:lnTo>
                <a:lnTo>
                  <a:pt x="1804" y="0"/>
                </a:lnTo>
                <a:close/>
              </a:path>
            </a:pathLst>
          </a:custGeom>
          <a:solidFill>
            <a:srgbClr val="BCB9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93" name="bg object 1993"/>
          <p:cNvSpPr/>
          <p:nvPr/>
        </p:nvSpPr>
        <p:spPr>
          <a:xfrm>
            <a:off x="2174010" y="4163877"/>
            <a:ext cx="4445" cy="8890"/>
          </a:xfrm>
          <a:custGeom>
            <a:avLst/>
            <a:gdLst/>
            <a:ahLst/>
            <a:cxnLst/>
            <a:rect l="l" t="t" r="r" b="b"/>
            <a:pathLst>
              <a:path w="4444" h="8889">
                <a:moveTo>
                  <a:pt x="267" y="0"/>
                </a:moveTo>
                <a:lnTo>
                  <a:pt x="267" y="1552"/>
                </a:lnTo>
                <a:lnTo>
                  <a:pt x="378" y="3120"/>
                </a:lnTo>
                <a:lnTo>
                  <a:pt x="0" y="7809"/>
                </a:lnTo>
                <a:lnTo>
                  <a:pt x="1788" y="8471"/>
                </a:lnTo>
                <a:lnTo>
                  <a:pt x="4373" y="8274"/>
                </a:lnTo>
                <a:lnTo>
                  <a:pt x="4420" y="4121"/>
                </a:lnTo>
                <a:lnTo>
                  <a:pt x="4373" y="23"/>
                </a:lnTo>
                <a:lnTo>
                  <a:pt x="267" y="0"/>
                </a:lnTo>
                <a:close/>
              </a:path>
            </a:pathLst>
          </a:custGeom>
          <a:solidFill>
            <a:srgbClr val="9C9B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94" name="bg object 1994"/>
          <p:cNvSpPr/>
          <p:nvPr/>
        </p:nvSpPr>
        <p:spPr>
          <a:xfrm>
            <a:off x="2170161" y="4118518"/>
            <a:ext cx="10160" cy="22860"/>
          </a:xfrm>
          <a:custGeom>
            <a:avLst/>
            <a:gdLst/>
            <a:ahLst/>
            <a:cxnLst/>
            <a:rect l="l" t="t" r="r" b="b"/>
            <a:pathLst>
              <a:path w="10160" h="22860">
                <a:moveTo>
                  <a:pt x="1402" y="0"/>
                </a:moveTo>
                <a:lnTo>
                  <a:pt x="15" y="4097"/>
                </a:lnTo>
                <a:lnTo>
                  <a:pt x="0" y="13719"/>
                </a:lnTo>
                <a:lnTo>
                  <a:pt x="2939" y="13625"/>
                </a:lnTo>
                <a:lnTo>
                  <a:pt x="6075" y="13270"/>
                </a:lnTo>
                <a:lnTo>
                  <a:pt x="5461" y="17864"/>
                </a:lnTo>
                <a:lnTo>
                  <a:pt x="3908" y="22206"/>
                </a:lnTo>
                <a:lnTo>
                  <a:pt x="6501" y="22348"/>
                </a:lnTo>
                <a:lnTo>
                  <a:pt x="9606" y="21986"/>
                </a:lnTo>
                <a:lnTo>
                  <a:pt x="9606" y="4074"/>
                </a:lnTo>
                <a:lnTo>
                  <a:pt x="1402" y="0"/>
                </a:lnTo>
                <a:close/>
              </a:path>
            </a:pathLst>
          </a:custGeom>
          <a:solidFill>
            <a:srgbClr val="BFB7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95" name="bg object 1995"/>
          <p:cNvSpPr/>
          <p:nvPr/>
        </p:nvSpPr>
        <p:spPr>
          <a:xfrm>
            <a:off x="2113481" y="4042378"/>
            <a:ext cx="27940" cy="39370"/>
          </a:xfrm>
          <a:custGeom>
            <a:avLst/>
            <a:gdLst/>
            <a:ahLst/>
            <a:cxnLst/>
            <a:rect l="l" t="t" r="r" b="b"/>
            <a:pathLst>
              <a:path w="27939" h="39370">
                <a:moveTo>
                  <a:pt x="22057" y="12411"/>
                </a:moveTo>
                <a:lnTo>
                  <a:pt x="10098" y="12411"/>
                </a:lnTo>
                <a:lnTo>
                  <a:pt x="8479" y="12986"/>
                </a:lnTo>
                <a:lnTo>
                  <a:pt x="5841" y="12986"/>
                </a:lnTo>
                <a:lnTo>
                  <a:pt x="5119" y="15232"/>
                </a:lnTo>
                <a:lnTo>
                  <a:pt x="5043" y="15469"/>
                </a:lnTo>
                <a:lnTo>
                  <a:pt x="4925" y="19590"/>
                </a:lnTo>
                <a:lnTo>
                  <a:pt x="0" y="22096"/>
                </a:lnTo>
                <a:lnTo>
                  <a:pt x="380" y="23538"/>
                </a:lnTo>
                <a:lnTo>
                  <a:pt x="407" y="26603"/>
                </a:lnTo>
                <a:lnTo>
                  <a:pt x="4633" y="26603"/>
                </a:lnTo>
                <a:lnTo>
                  <a:pt x="4523" y="29669"/>
                </a:lnTo>
                <a:lnTo>
                  <a:pt x="4420" y="38944"/>
                </a:lnTo>
                <a:lnTo>
                  <a:pt x="8644" y="38944"/>
                </a:lnTo>
                <a:lnTo>
                  <a:pt x="10007" y="34815"/>
                </a:lnTo>
                <a:lnTo>
                  <a:pt x="10123" y="21182"/>
                </a:lnTo>
                <a:lnTo>
                  <a:pt x="10205" y="19858"/>
                </a:lnTo>
                <a:lnTo>
                  <a:pt x="11391" y="18613"/>
                </a:lnTo>
                <a:lnTo>
                  <a:pt x="11594" y="18305"/>
                </a:lnTo>
                <a:lnTo>
                  <a:pt x="12106" y="17336"/>
                </a:lnTo>
                <a:lnTo>
                  <a:pt x="12206" y="17147"/>
                </a:lnTo>
                <a:lnTo>
                  <a:pt x="18314" y="17147"/>
                </a:lnTo>
                <a:lnTo>
                  <a:pt x="18416" y="15232"/>
                </a:lnTo>
                <a:lnTo>
                  <a:pt x="19488" y="13514"/>
                </a:lnTo>
                <a:lnTo>
                  <a:pt x="20717" y="12986"/>
                </a:lnTo>
                <a:lnTo>
                  <a:pt x="8479" y="12986"/>
                </a:lnTo>
                <a:lnTo>
                  <a:pt x="5902" y="12797"/>
                </a:lnTo>
                <a:lnTo>
                  <a:pt x="21157" y="12797"/>
                </a:lnTo>
                <a:lnTo>
                  <a:pt x="22057" y="12411"/>
                </a:lnTo>
                <a:close/>
              </a:path>
              <a:path w="27939" h="39370">
                <a:moveTo>
                  <a:pt x="18314" y="17147"/>
                </a:moveTo>
                <a:lnTo>
                  <a:pt x="12206" y="17147"/>
                </a:lnTo>
                <a:lnTo>
                  <a:pt x="12844" y="18613"/>
                </a:lnTo>
                <a:lnTo>
                  <a:pt x="13686" y="19858"/>
                </a:lnTo>
                <a:lnTo>
                  <a:pt x="13798" y="20023"/>
                </a:lnTo>
                <a:lnTo>
                  <a:pt x="14373" y="23538"/>
                </a:lnTo>
                <a:lnTo>
                  <a:pt x="14317" y="24216"/>
                </a:lnTo>
                <a:lnTo>
                  <a:pt x="14200" y="25611"/>
                </a:lnTo>
                <a:lnTo>
                  <a:pt x="14173" y="26603"/>
                </a:lnTo>
                <a:lnTo>
                  <a:pt x="14050" y="30693"/>
                </a:lnTo>
                <a:lnTo>
                  <a:pt x="18242" y="30693"/>
                </a:lnTo>
                <a:lnTo>
                  <a:pt x="18314" y="17147"/>
                </a:lnTo>
                <a:close/>
              </a:path>
              <a:path w="27939" h="39370">
                <a:moveTo>
                  <a:pt x="14148" y="4546"/>
                </a:moveTo>
                <a:lnTo>
                  <a:pt x="10015" y="4546"/>
                </a:lnTo>
                <a:lnTo>
                  <a:pt x="10031" y="9204"/>
                </a:lnTo>
                <a:lnTo>
                  <a:pt x="10280" y="12411"/>
                </a:lnTo>
                <a:lnTo>
                  <a:pt x="22057" y="12411"/>
                </a:lnTo>
                <a:lnTo>
                  <a:pt x="22914" y="12797"/>
                </a:lnTo>
                <a:lnTo>
                  <a:pt x="23250" y="12986"/>
                </a:lnTo>
                <a:lnTo>
                  <a:pt x="23436" y="15232"/>
                </a:lnTo>
                <a:lnTo>
                  <a:pt x="23538" y="16461"/>
                </a:lnTo>
                <a:lnTo>
                  <a:pt x="26312" y="17336"/>
                </a:lnTo>
                <a:lnTo>
                  <a:pt x="27864" y="18305"/>
                </a:lnTo>
                <a:lnTo>
                  <a:pt x="27869" y="8558"/>
                </a:lnTo>
                <a:lnTo>
                  <a:pt x="21607" y="8558"/>
                </a:lnTo>
                <a:lnTo>
                  <a:pt x="20457" y="7777"/>
                </a:lnTo>
                <a:lnTo>
                  <a:pt x="19354" y="6903"/>
                </a:lnTo>
                <a:lnTo>
                  <a:pt x="16855" y="5571"/>
                </a:lnTo>
                <a:lnTo>
                  <a:pt x="15469" y="5098"/>
                </a:lnTo>
                <a:lnTo>
                  <a:pt x="14148" y="4546"/>
                </a:lnTo>
                <a:close/>
              </a:path>
              <a:path w="27939" h="39370">
                <a:moveTo>
                  <a:pt x="24405" y="0"/>
                </a:moveTo>
                <a:lnTo>
                  <a:pt x="23625" y="1828"/>
                </a:lnTo>
                <a:lnTo>
                  <a:pt x="23617" y="6123"/>
                </a:lnTo>
                <a:lnTo>
                  <a:pt x="22317" y="7336"/>
                </a:lnTo>
                <a:lnTo>
                  <a:pt x="21607" y="8558"/>
                </a:lnTo>
                <a:lnTo>
                  <a:pt x="27869" y="8558"/>
                </a:lnTo>
                <a:lnTo>
                  <a:pt x="27872" y="417"/>
                </a:lnTo>
                <a:lnTo>
                  <a:pt x="24405" y="0"/>
                </a:lnTo>
                <a:close/>
              </a:path>
            </a:pathLst>
          </a:custGeom>
          <a:solidFill>
            <a:srgbClr val="BEB9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96" name="bg object 1996"/>
          <p:cNvSpPr/>
          <p:nvPr/>
        </p:nvSpPr>
        <p:spPr>
          <a:xfrm>
            <a:off x="2119376" y="4037290"/>
            <a:ext cx="8255" cy="18415"/>
          </a:xfrm>
          <a:custGeom>
            <a:avLst/>
            <a:gdLst/>
            <a:ahLst/>
            <a:cxnLst/>
            <a:rect l="l" t="t" r="r" b="b"/>
            <a:pathLst>
              <a:path w="8255" h="18414">
                <a:moveTo>
                  <a:pt x="4381" y="17449"/>
                </a:moveTo>
                <a:lnTo>
                  <a:pt x="4013" y="12763"/>
                </a:lnTo>
                <a:lnTo>
                  <a:pt x="4114" y="11188"/>
                </a:lnTo>
                <a:lnTo>
                  <a:pt x="4114" y="9639"/>
                </a:lnTo>
                <a:lnTo>
                  <a:pt x="0" y="9144"/>
                </a:lnTo>
                <a:lnTo>
                  <a:pt x="0" y="17894"/>
                </a:lnTo>
                <a:lnTo>
                  <a:pt x="2578" y="18084"/>
                </a:lnTo>
                <a:lnTo>
                  <a:pt x="4381" y="17449"/>
                </a:lnTo>
                <a:close/>
              </a:path>
              <a:path w="8255" h="18414">
                <a:moveTo>
                  <a:pt x="8229" y="0"/>
                </a:moveTo>
                <a:lnTo>
                  <a:pt x="4127" y="0"/>
                </a:lnTo>
                <a:lnTo>
                  <a:pt x="4114" y="9626"/>
                </a:lnTo>
                <a:lnTo>
                  <a:pt x="8229" y="9626"/>
                </a:lnTo>
                <a:lnTo>
                  <a:pt x="8229" y="0"/>
                </a:lnTo>
                <a:close/>
              </a:path>
            </a:pathLst>
          </a:custGeom>
          <a:solidFill>
            <a:srgbClr val="C2BBD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97" name="bg object 1997"/>
          <p:cNvSpPr/>
          <p:nvPr/>
        </p:nvSpPr>
        <p:spPr>
          <a:xfrm>
            <a:off x="2108381" y="4086629"/>
            <a:ext cx="27940" cy="32384"/>
          </a:xfrm>
          <a:custGeom>
            <a:avLst/>
            <a:gdLst/>
            <a:ahLst/>
            <a:cxnLst/>
            <a:rect l="l" t="t" r="r" b="b"/>
            <a:pathLst>
              <a:path w="27939" h="32385">
                <a:moveTo>
                  <a:pt x="20285" y="26091"/>
                </a:moveTo>
                <a:lnTo>
                  <a:pt x="13309" y="26091"/>
                </a:lnTo>
                <a:lnTo>
                  <a:pt x="13940" y="27896"/>
                </a:lnTo>
                <a:lnTo>
                  <a:pt x="13743" y="30473"/>
                </a:lnTo>
                <a:lnTo>
                  <a:pt x="21986" y="31860"/>
                </a:lnTo>
                <a:lnTo>
                  <a:pt x="27462" y="31860"/>
                </a:lnTo>
                <a:lnTo>
                  <a:pt x="27458" y="26328"/>
                </a:lnTo>
                <a:lnTo>
                  <a:pt x="21392" y="26328"/>
                </a:lnTo>
                <a:lnTo>
                  <a:pt x="20285" y="26091"/>
                </a:lnTo>
                <a:close/>
              </a:path>
              <a:path w="27939" h="32385">
                <a:moveTo>
                  <a:pt x="2923" y="0"/>
                </a:moveTo>
                <a:lnTo>
                  <a:pt x="1126" y="646"/>
                </a:lnTo>
                <a:lnTo>
                  <a:pt x="1366" y="3640"/>
                </a:lnTo>
                <a:lnTo>
                  <a:pt x="1379" y="8471"/>
                </a:lnTo>
                <a:lnTo>
                  <a:pt x="69" y="12356"/>
                </a:lnTo>
                <a:lnTo>
                  <a:pt x="0" y="12561"/>
                </a:lnTo>
                <a:lnTo>
                  <a:pt x="323" y="13829"/>
                </a:lnTo>
                <a:lnTo>
                  <a:pt x="370" y="16044"/>
                </a:lnTo>
                <a:lnTo>
                  <a:pt x="6580" y="17904"/>
                </a:lnTo>
                <a:lnTo>
                  <a:pt x="5452" y="22206"/>
                </a:lnTo>
                <a:lnTo>
                  <a:pt x="5516" y="26328"/>
                </a:lnTo>
                <a:lnTo>
                  <a:pt x="10173" y="26328"/>
                </a:lnTo>
                <a:lnTo>
                  <a:pt x="13309" y="26091"/>
                </a:lnTo>
                <a:lnTo>
                  <a:pt x="20285" y="26091"/>
                </a:lnTo>
                <a:lnTo>
                  <a:pt x="18920" y="25800"/>
                </a:lnTo>
                <a:lnTo>
                  <a:pt x="18053" y="23664"/>
                </a:lnTo>
                <a:lnTo>
                  <a:pt x="17691" y="18975"/>
                </a:lnTo>
                <a:lnTo>
                  <a:pt x="17812" y="13829"/>
                </a:lnTo>
                <a:lnTo>
                  <a:pt x="17888" y="12356"/>
                </a:lnTo>
                <a:lnTo>
                  <a:pt x="12017" y="12356"/>
                </a:lnTo>
                <a:lnTo>
                  <a:pt x="11229" y="11268"/>
                </a:lnTo>
                <a:lnTo>
                  <a:pt x="9874" y="10236"/>
                </a:lnTo>
                <a:lnTo>
                  <a:pt x="9495" y="6721"/>
                </a:lnTo>
                <a:lnTo>
                  <a:pt x="9653" y="4602"/>
                </a:lnTo>
                <a:lnTo>
                  <a:pt x="5981" y="3640"/>
                </a:lnTo>
                <a:lnTo>
                  <a:pt x="5870" y="1457"/>
                </a:lnTo>
                <a:lnTo>
                  <a:pt x="5508" y="197"/>
                </a:lnTo>
                <a:lnTo>
                  <a:pt x="2923" y="0"/>
                </a:lnTo>
                <a:close/>
              </a:path>
              <a:path w="27939" h="32385">
                <a:moveTo>
                  <a:pt x="27455" y="22206"/>
                </a:moveTo>
                <a:lnTo>
                  <a:pt x="26509" y="23128"/>
                </a:lnTo>
                <a:lnTo>
                  <a:pt x="25697" y="24350"/>
                </a:lnTo>
                <a:lnTo>
                  <a:pt x="23089" y="25603"/>
                </a:lnTo>
                <a:lnTo>
                  <a:pt x="21161" y="26328"/>
                </a:lnTo>
                <a:lnTo>
                  <a:pt x="27458" y="26328"/>
                </a:lnTo>
                <a:lnTo>
                  <a:pt x="27455" y="22206"/>
                </a:lnTo>
                <a:close/>
              </a:path>
              <a:path w="27939" h="32385">
                <a:moveTo>
                  <a:pt x="16430" y="8250"/>
                </a:moveTo>
                <a:lnTo>
                  <a:pt x="13313" y="8471"/>
                </a:lnTo>
                <a:lnTo>
                  <a:pt x="13745" y="8471"/>
                </a:lnTo>
                <a:lnTo>
                  <a:pt x="12017" y="12356"/>
                </a:lnTo>
                <a:lnTo>
                  <a:pt x="17888" y="12356"/>
                </a:lnTo>
                <a:lnTo>
                  <a:pt x="17998" y="10236"/>
                </a:lnTo>
                <a:lnTo>
                  <a:pt x="18058" y="9078"/>
                </a:lnTo>
                <a:lnTo>
                  <a:pt x="16896" y="8471"/>
                </a:lnTo>
                <a:lnTo>
                  <a:pt x="16430" y="8250"/>
                </a:lnTo>
                <a:close/>
              </a:path>
            </a:pathLst>
          </a:custGeom>
          <a:solidFill>
            <a:srgbClr val="C1BC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98" name="bg object 1998"/>
          <p:cNvSpPr/>
          <p:nvPr/>
        </p:nvSpPr>
        <p:spPr>
          <a:xfrm>
            <a:off x="2113892" y="4068980"/>
            <a:ext cx="8255" cy="18415"/>
          </a:xfrm>
          <a:custGeom>
            <a:avLst/>
            <a:gdLst/>
            <a:ahLst/>
            <a:cxnLst/>
            <a:rect l="l" t="t" r="r" b="b"/>
            <a:pathLst>
              <a:path w="8255" h="18414">
                <a:moveTo>
                  <a:pt x="4215" y="0"/>
                </a:moveTo>
                <a:lnTo>
                  <a:pt x="0" y="0"/>
                </a:lnTo>
                <a:lnTo>
                  <a:pt x="0" y="17856"/>
                </a:lnTo>
                <a:lnTo>
                  <a:pt x="8250" y="17856"/>
                </a:lnTo>
                <a:lnTo>
                  <a:pt x="8234" y="12348"/>
                </a:lnTo>
                <a:lnTo>
                  <a:pt x="4009" y="12348"/>
                </a:lnTo>
                <a:lnTo>
                  <a:pt x="4121" y="9235"/>
                </a:lnTo>
                <a:lnTo>
                  <a:pt x="4215" y="0"/>
                </a:lnTo>
                <a:close/>
              </a:path>
            </a:pathLst>
          </a:custGeom>
          <a:solidFill>
            <a:srgbClr val="B4AC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99" name="bg object 1999"/>
          <p:cNvSpPr/>
          <p:nvPr/>
        </p:nvSpPr>
        <p:spPr>
          <a:xfrm>
            <a:off x="2108212" y="4117103"/>
            <a:ext cx="4445" cy="13970"/>
          </a:xfrm>
          <a:custGeom>
            <a:avLst/>
            <a:gdLst/>
            <a:ahLst/>
            <a:cxnLst/>
            <a:rect l="l" t="t" r="r" b="b"/>
            <a:pathLst>
              <a:path w="4444" h="13970">
                <a:moveTo>
                  <a:pt x="4302" y="0"/>
                </a:moveTo>
                <a:lnTo>
                  <a:pt x="189" y="7"/>
                </a:lnTo>
                <a:lnTo>
                  <a:pt x="189" y="3364"/>
                </a:lnTo>
                <a:lnTo>
                  <a:pt x="323" y="6729"/>
                </a:lnTo>
                <a:lnTo>
                  <a:pt x="0" y="13207"/>
                </a:lnTo>
                <a:lnTo>
                  <a:pt x="1623" y="13963"/>
                </a:lnTo>
                <a:lnTo>
                  <a:pt x="4271" y="13759"/>
                </a:lnTo>
                <a:lnTo>
                  <a:pt x="4302" y="0"/>
                </a:lnTo>
                <a:close/>
              </a:path>
            </a:pathLst>
          </a:custGeom>
          <a:solidFill>
            <a:srgbClr val="C1B4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00" name="bg object 2000"/>
          <p:cNvSpPr/>
          <p:nvPr/>
        </p:nvSpPr>
        <p:spPr>
          <a:xfrm>
            <a:off x="2112495" y="4112721"/>
            <a:ext cx="10160" cy="4445"/>
          </a:xfrm>
          <a:custGeom>
            <a:avLst/>
            <a:gdLst/>
            <a:ahLst/>
            <a:cxnLst/>
            <a:rect l="l" t="t" r="r" b="b"/>
            <a:pathLst>
              <a:path w="10160" h="4445">
                <a:moveTo>
                  <a:pt x="9196" y="0"/>
                </a:moveTo>
                <a:lnTo>
                  <a:pt x="4515" y="354"/>
                </a:lnTo>
                <a:lnTo>
                  <a:pt x="2955" y="236"/>
                </a:lnTo>
                <a:lnTo>
                  <a:pt x="1402" y="228"/>
                </a:lnTo>
                <a:lnTo>
                  <a:pt x="0" y="4389"/>
                </a:lnTo>
                <a:lnTo>
                  <a:pt x="9613" y="4389"/>
                </a:lnTo>
                <a:lnTo>
                  <a:pt x="9818" y="1804"/>
                </a:lnTo>
                <a:lnTo>
                  <a:pt x="9196" y="0"/>
                </a:lnTo>
                <a:close/>
              </a:path>
            </a:pathLst>
          </a:custGeom>
          <a:solidFill>
            <a:srgbClr val="B4AC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01" name="bg object 2001"/>
          <p:cNvSpPr/>
          <p:nvPr/>
        </p:nvSpPr>
        <p:spPr>
          <a:xfrm>
            <a:off x="2112484" y="4117111"/>
            <a:ext cx="10160" cy="27940"/>
          </a:xfrm>
          <a:custGeom>
            <a:avLst/>
            <a:gdLst/>
            <a:ahLst/>
            <a:cxnLst/>
            <a:rect l="l" t="t" r="r" b="b"/>
            <a:pathLst>
              <a:path w="10160" h="27939">
                <a:moveTo>
                  <a:pt x="9621" y="0"/>
                </a:moveTo>
                <a:lnTo>
                  <a:pt x="31" y="0"/>
                </a:lnTo>
                <a:lnTo>
                  <a:pt x="47" y="4137"/>
                </a:lnTo>
                <a:lnTo>
                  <a:pt x="1843" y="5240"/>
                </a:lnTo>
                <a:lnTo>
                  <a:pt x="4412" y="5933"/>
                </a:lnTo>
                <a:lnTo>
                  <a:pt x="6895" y="10630"/>
                </a:lnTo>
                <a:lnTo>
                  <a:pt x="4846" y="12781"/>
                </a:lnTo>
                <a:lnTo>
                  <a:pt x="0" y="13751"/>
                </a:lnTo>
                <a:lnTo>
                  <a:pt x="31" y="27518"/>
                </a:lnTo>
                <a:lnTo>
                  <a:pt x="9629" y="27518"/>
                </a:lnTo>
                <a:lnTo>
                  <a:pt x="9621" y="0"/>
                </a:lnTo>
                <a:close/>
              </a:path>
            </a:pathLst>
          </a:custGeom>
          <a:solidFill>
            <a:srgbClr val="ABA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02" name="bg object 2002"/>
          <p:cNvSpPr/>
          <p:nvPr/>
        </p:nvSpPr>
        <p:spPr>
          <a:xfrm>
            <a:off x="2107031" y="4166653"/>
            <a:ext cx="10160" cy="18415"/>
          </a:xfrm>
          <a:custGeom>
            <a:avLst/>
            <a:gdLst/>
            <a:ahLst/>
            <a:cxnLst/>
            <a:rect l="l" t="t" r="r" b="b"/>
            <a:pathLst>
              <a:path w="10160" h="18414">
                <a:moveTo>
                  <a:pt x="9598" y="0"/>
                </a:moveTo>
                <a:lnTo>
                  <a:pt x="5500" y="15"/>
                </a:lnTo>
                <a:lnTo>
                  <a:pt x="6036" y="4539"/>
                </a:lnTo>
                <a:lnTo>
                  <a:pt x="2939" y="4208"/>
                </a:lnTo>
                <a:lnTo>
                  <a:pt x="31" y="4137"/>
                </a:lnTo>
                <a:lnTo>
                  <a:pt x="0" y="17872"/>
                </a:lnTo>
                <a:lnTo>
                  <a:pt x="9598" y="17872"/>
                </a:lnTo>
                <a:lnTo>
                  <a:pt x="9598" y="0"/>
                </a:lnTo>
                <a:close/>
              </a:path>
            </a:pathLst>
          </a:custGeom>
          <a:solidFill>
            <a:srgbClr val="7F73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03" name="bg object 2003"/>
          <p:cNvSpPr/>
          <p:nvPr/>
        </p:nvSpPr>
        <p:spPr>
          <a:xfrm>
            <a:off x="2107039" y="4166669"/>
            <a:ext cx="6350" cy="5080"/>
          </a:xfrm>
          <a:custGeom>
            <a:avLst/>
            <a:gdLst/>
            <a:ahLst/>
            <a:cxnLst/>
            <a:rect l="l" t="t" r="r" b="b"/>
            <a:pathLst>
              <a:path w="6350" h="5079">
                <a:moveTo>
                  <a:pt x="5492" y="0"/>
                </a:moveTo>
                <a:lnTo>
                  <a:pt x="0" y="0"/>
                </a:lnTo>
                <a:lnTo>
                  <a:pt x="23" y="4121"/>
                </a:lnTo>
                <a:lnTo>
                  <a:pt x="2931" y="4192"/>
                </a:lnTo>
                <a:lnTo>
                  <a:pt x="6028" y="4523"/>
                </a:lnTo>
                <a:lnTo>
                  <a:pt x="5492" y="0"/>
                </a:lnTo>
                <a:close/>
              </a:path>
            </a:pathLst>
          </a:custGeom>
          <a:solidFill>
            <a:srgbClr val="8980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04" name="bg object 2004"/>
          <p:cNvSpPr/>
          <p:nvPr/>
        </p:nvSpPr>
        <p:spPr>
          <a:xfrm>
            <a:off x="2172761" y="4234076"/>
            <a:ext cx="4445" cy="18415"/>
          </a:xfrm>
          <a:custGeom>
            <a:avLst/>
            <a:gdLst/>
            <a:ahLst/>
            <a:cxnLst/>
            <a:rect l="l" t="t" r="r" b="b"/>
            <a:pathLst>
              <a:path w="4444" h="18414">
                <a:moveTo>
                  <a:pt x="4263" y="0"/>
                </a:moveTo>
                <a:lnTo>
                  <a:pt x="149" y="0"/>
                </a:lnTo>
                <a:lnTo>
                  <a:pt x="149" y="4728"/>
                </a:lnTo>
                <a:lnTo>
                  <a:pt x="275" y="9456"/>
                </a:lnTo>
                <a:lnTo>
                  <a:pt x="0" y="17313"/>
                </a:lnTo>
                <a:lnTo>
                  <a:pt x="1576" y="18093"/>
                </a:lnTo>
                <a:lnTo>
                  <a:pt x="4247" y="17872"/>
                </a:lnTo>
                <a:lnTo>
                  <a:pt x="4263" y="0"/>
                </a:lnTo>
                <a:close/>
              </a:path>
            </a:pathLst>
          </a:custGeom>
          <a:solidFill>
            <a:srgbClr val="B1A7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05" name="bg object 2005"/>
          <p:cNvSpPr/>
          <p:nvPr/>
        </p:nvSpPr>
        <p:spPr>
          <a:xfrm>
            <a:off x="2177025" y="4221671"/>
            <a:ext cx="5715" cy="13970"/>
          </a:xfrm>
          <a:custGeom>
            <a:avLst/>
            <a:gdLst/>
            <a:ahLst/>
            <a:cxnLst/>
            <a:rect l="l" t="t" r="r" b="b"/>
            <a:pathLst>
              <a:path w="5714" h="13970">
                <a:moveTo>
                  <a:pt x="5453" y="0"/>
                </a:moveTo>
                <a:lnTo>
                  <a:pt x="1363" y="15"/>
                </a:lnTo>
                <a:lnTo>
                  <a:pt x="0" y="12403"/>
                </a:lnTo>
                <a:lnTo>
                  <a:pt x="5382" y="13491"/>
                </a:lnTo>
                <a:lnTo>
                  <a:pt x="5516" y="6840"/>
                </a:lnTo>
                <a:lnTo>
                  <a:pt x="5500" y="4137"/>
                </a:lnTo>
                <a:lnTo>
                  <a:pt x="5453" y="0"/>
                </a:lnTo>
                <a:close/>
              </a:path>
            </a:pathLst>
          </a:custGeom>
          <a:solidFill>
            <a:srgbClr val="AB9F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06" name="bg object 2006"/>
          <p:cNvSpPr/>
          <p:nvPr/>
        </p:nvSpPr>
        <p:spPr>
          <a:xfrm>
            <a:off x="2182479" y="4217542"/>
            <a:ext cx="4445" cy="8890"/>
          </a:xfrm>
          <a:custGeom>
            <a:avLst/>
            <a:gdLst/>
            <a:ahLst/>
            <a:cxnLst/>
            <a:rect l="l" t="t" r="r" b="b"/>
            <a:pathLst>
              <a:path w="4444" h="8889">
                <a:moveTo>
                  <a:pt x="4129" y="0"/>
                </a:moveTo>
                <a:lnTo>
                  <a:pt x="63" y="31"/>
                </a:lnTo>
                <a:lnTo>
                  <a:pt x="0" y="4129"/>
                </a:lnTo>
                <a:lnTo>
                  <a:pt x="47" y="8266"/>
                </a:lnTo>
                <a:lnTo>
                  <a:pt x="4152" y="8274"/>
                </a:lnTo>
                <a:lnTo>
                  <a:pt x="4129" y="0"/>
                </a:lnTo>
                <a:close/>
              </a:path>
            </a:pathLst>
          </a:custGeom>
          <a:solidFill>
            <a:srgbClr val="9F92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07" name="bg object 2007"/>
          <p:cNvSpPr/>
          <p:nvPr/>
        </p:nvSpPr>
        <p:spPr>
          <a:xfrm>
            <a:off x="2160603" y="4198208"/>
            <a:ext cx="17780" cy="24130"/>
          </a:xfrm>
          <a:custGeom>
            <a:avLst/>
            <a:gdLst/>
            <a:ahLst/>
            <a:cxnLst/>
            <a:rect l="l" t="t" r="r" b="b"/>
            <a:pathLst>
              <a:path w="17780" h="24129">
                <a:moveTo>
                  <a:pt x="5957" y="0"/>
                </a:moveTo>
                <a:lnTo>
                  <a:pt x="4286" y="236"/>
                </a:lnTo>
                <a:lnTo>
                  <a:pt x="3703" y="4121"/>
                </a:lnTo>
                <a:lnTo>
                  <a:pt x="1347" y="4767"/>
                </a:lnTo>
                <a:lnTo>
                  <a:pt x="0" y="5571"/>
                </a:lnTo>
                <a:lnTo>
                  <a:pt x="0" y="9677"/>
                </a:lnTo>
                <a:lnTo>
                  <a:pt x="2742" y="9472"/>
                </a:lnTo>
                <a:lnTo>
                  <a:pt x="4412" y="10409"/>
                </a:lnTo>
                <a:lnTo>
                  <a:pt x="3719" y="16580"/>
                </a:lnTo>
                <a:lnTo>
                  <a:pt x="4751" y="18392"/>
                </a:lnTo>
                <a:lnTo>
                  <a:pt x="8171" y="17982"/>
                </a:lnTo>
                <a:lnTo>
                  <a:pt x="9495" y="18550"/>
                </a:lnTo>
                <a:lnTo>
                  <a:pt x="11938" y="19070"/>
                </a:lnTo>
                <a:lnTo>
                  <a:pt x="12151" y="23987"/>
                </a:lnTo>
                <a:lnTo>
                  <a:pt x="15059" y="23491"/>
                </a:lnTo>
                <a:lnTo>
                  <a:pt x="17785" y="23483"/>
                </a:lnTo>
                <a:lnTo>
                  <a:pt x="17785" y="13837"/>
                </a:lnTo>
                <a:lnTo>
                  <a:pt x="13420" y="13467"/>
                </a:lnTo>
                <a:lnTo>
                  <a:pt x="9290" y="9897"/>
                </a:lnTo>
                <a:lnTo>
                  <a:pt x="8203" y="5571"/>
                </a:lnTo>
                <a:lnTo>
                  <a:pt x="8156" y="78"/>
                </a:lnTo>
                <a:lnTo>
                  <a:pt x="5957" y="0"/>
                </a:lnTo>
                <a:close/>
              </a:path>
            </a:pathLst>
          </a:custGeom>
          <a:solidFill>
            <a:srgbClr val="AA9F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08" name="bg object 2008"/>
          <p:cNvSpPr/>
          <p:nvPr/>
        </p:nvSpPr>
        <p:spPr>
          <a:xfrm>
            <a:off x="2168775" y="4185852"/>
            <a:ext cx="13970" cy="18415"/>
          </a:xfrm>
          <a:custGeom>
            <a:avLst/>
            <a:gdLst/>
            <a:ahLst/>
            <a:cxnLst/>
            <a:rect l="l" t="t" r="r" b="b"/>
            <a:pathLst>
              <a:path w="13969" h="18414">
                <a:moveTo>
                  <a:pt x="3325" y="0"/>
                </a:moveTo>
                <a:lnTo>
                  <a:pt x="1442" y="70"/>
                </a:lnTo>
                <a:lnTo>
                  <a:pt x="1237" y="4862"/>
                </a:lnTo>
                <a:lnTo>
                  <a:pt x="457" y="6587"/>
                </a:lnTo>
                <a:lnTo>
                  <a:pt x="0" y="8329"/>
                </a:lnTo>
                <a:lnTo>
                  <a:pt x="31" y="17927"/>
                </a:lnTo>
                <a:lnTo>
                  <a:pt x="3624" y="17927"/>
                </a:lnTo>
                <a:lnTo>
                  <a:pt x="7226" y="18022"/>
                </a:lnTo>
                <a:lnTo>
                  <a:pt x="11718" y="17801"/>
                </a:lnTo>
                <a:lnTo>
                  <a:pt x="12576" y="16887"/>
                </a:lnTo>
                <a:lnTo>
                  <a:pt x="13459" y="16375"/>
                </a:lnTo>
                <a:lnTo>
                  <a:pt x="12931" y="15547"/>
                </a:lnTo>
                <a:lnTo>
                  <a:pt x="12569" y="14208"/>
                </a:lnTo>
                <a:lnTo>
                  <a:pt x="8660" y="12915"/>
                </a:lnTo>
                <a:lnTo>
                  <a:pt x="9937" y="10346"/>
                </a:lnTo>
                <a:lnTo>
                  <a:pt x="9645" y="8297"/>
                </a:lnTo>
                <a:lnTo>
                  <a:pt x="7060" y="8510"/>
                </a:lnTo>
                <a:lnTo>
                  <a:pt x="5248" y="7888"/>
                </a:lnTo>
                <a:lnTo>
                  <a:pt x="5610" y="3183"/>
                </a:lnTo>
                <a:lnTo>
                  <a:pt x="5500" y="1623"/>
                </a:lnTo>
                <a:lnTo>
                  <a:pt x="5492" y="70"/>
                </a:lnTo>
                <a:lnTo>
                  <a:pt x="3325" y="0"/>
                </a:lnTo>
                <a:close/>
              </a:path>
            </a:pathLst>
          </a:custGeom>
          <a:solidFill>
            <a:srgbClr val="9589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09" name="bg object 2009"/>
          <p:cNvSpPr/>
          <p:nvPr/>
        </p:nvSpPr>
        <p:spPr>
          <a:xfrm>
            <a:off x="2178391" y="4208149"/>
            <a:ext cx="4445" cy="13970"/>
          </a:xfrm>
          <a:custGeom>
            <a:avLst/>
            <a:gdLst/>
            <a:ahLst/>
            <a:cxnLst/>
            <a:rect l="l" t="t" r="r" b="b"/>
            <a:pathLst>
              <a:path w="4444" h="13970">
                <a:moveTo>
                  <a:pt x="1725" y="0"/>
                </a:moveTo>
                <a:lnTo>
                  <a:pt x="0" y="3900"/>
                </a:lnTo>
                <a:lnTo>
                  <a:pt x="15" y="13530"/>
                </a:lnTo>
                <a:lnTo>
                  <a:pt x="4089" y="13522"/>
                </a:lnTo>
                <a:lnTo>
                  <a:pt x="4129" y="10788"/>
                </a:lnTo>
                <a:lnTo>
                  <a:pt x="4137" y="7368"/>
                </a:lnTo>
                <a:lnTo>
                  <a:pt x="4397" y="5256"/>
                </a:lnTo>
                <a:lnTo>
                  <a:pt x="3774" y="2080"/>
                </a:lnTo>
                <a:lnTo>
                  <a:pt x="2521" y="1087"/>
                </a:lnTo>
                <a:lnTo>
                  <a:pt x="1725" y="0"/>
                </a:lnTo>
                <a:close/>
              </a:path>
            </a:pathLst>
          </a:custGeom>
          <a:solidFill>
            <a:srgbClr val="B4A9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10" name="bg object 2010"/>
          <p:cNvSpPr/>
          <p:nvPr/>
        </p:nvSpPr>
        <p:spPr>
          <a:xfrm>
            <a:off x="2156436" y="4180391"/>
            <a:ext cx="18415" cy="13970"/>
          </a:xfrm>
          <a:custGeom>
            <a:avLst/>
            <a:gdLst/>
            <a:ahLst/>
            <a:cxnLst/>
            <a:rect l="l" t="t" r="r" b="b"/>
            <a:pathLst>
              <a:path w="18414" h="13970">
                <a:moveTo>
                  <a:pt x="13727" y="0"/>
                </a:moveTo>
                <a:lnTo>
                  <a:pt x="8234" y="7"/>
                </a:lnTo>
                <a:lnTo>
                  <a:pt x="6871" y="819"/>
                </a:lnTo>
                <a:lnTo>
                  <a:pt x="4499" y="1473"/>
                </a:lnTo>
                <a:lnTo>
                  <a:pt x="3892" y="5398"/>
                </a:lnTo>
                <a:lnTo>
                  <a:pt x="2222" y="5610"/>
                </a:lnTo>
                <a:lnTo>
                  <a:pt x="7" y="5508"/>
                </a:lnTo>
                <a:lnTo>
                  <a:pt x="0" y="13774"/>
                </a:lnTo>
                <a:lnTo>
                  <a:pt x="12340" y="13790"/>
                </a:lnTo>
                <a:lnTo>
                  <a:pt x="12797" y="12049"/>
                </a:lnTo>
                <a:lnTo>
                  <a:pt x="13577" y="10323"/>
                </a:lnTo>
                <a:lnTo>
                  <a:pt x="13782" y="5531"/>
                </a:lnTo>
                <a:lnTo>
                  <a:pt x="15666" y="5461"/>
                </a:lnTo>
                <a:lnTo>
                  <a:pt x="17833" y="5524"/>
                </a:lnTo>
                <a:lnTo>
                  <a:pt x="17998" y="2537"/>
                </a:lnTo>
                <a:lnTo>
                  <a:pt x="17399" y="126"/>
                </a:lnTo>
                <a:lnTo>
                  <a:pt x="13727" y="0"/>
                </a:lnTo>
                <a:close/>
              </a:path>
            </a:pathLst>
          </a:custGeom>
          <a:solidFill>
            <a:srgbClr val="9D97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11" name="bg object 2011"/>
          <p:cNvSpPr/>
          <p:nvPr/>
        </p:nvSpPr>
        <p:spPr>
          <a:xfrm>
            <a:off x="2174025" y="4185718"/>
            <a:ext cx="5080" cy="8890"/>
          </a:xfrm>
          <a:custGeom>
            <a:avLst/>
            <a:gdLst/>
            <a:ahLst/>
            <a:cxnLst/>
            <a:rect l="l" t="t" r="r" b="b"/>
            <a:pathLst>
              <a:path w="5080" h="8889">
                <a:moveTo>
                  <a:pt x="2821" y="0"/>
                </a:moveTo>
                <a:lnTo>
                  <a:pt x="244" y="204"/>
                </a:lnTo>
                <a:lnTo>
                  <a:pt x="252" y="1757"/>
                </a:lnTo>
                <a:lnTo>
                  <a:pt x="354" y="3317"/>
                </a:lnTo>
                <a:lnTo>
                  <a:pt x="0" y="8022"/>
                </a:lnTo>
                <a:lnTo>
                  <a:pt x="1804" y="8644"/>
                </a:lnTo>
                <a:lnTo>
                  <a:pt x="4381" y="8431"/>
                </a:lnTo>
                <a:lnTo>
                  <a:pt x="4381" y="6879"/>
                </a:lnTo>
                <a:lnTo>
                  <a:pt x="4271" y="5319"/>
                </a:lnTo>
                <a:lnTo>
                  <a:pt x="4625" y="614"/>
                </a:lnTo>
                <a:lnTo>
                  <a:pt x="2821" y="0"/>
                </a:lnTo>
                <a:close/>
              </a:path>
            </a:pathLst>
          </a:custGeom>
          <a:solidFill>
            <a:srgbClr val="9B92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12" name="bg object 2012"/>
          <p:cNvSpPr/>
          <p:nvPr/>
        </p:nvSpPr>
        <p:spPr>
          <a:xfrm>
            <a:off x="2164110" y="4175824"/>
            <a:ext cx="6350" cy="5080"/>
          </a:xfrm>
          <a:custGeom>
            <a:avLst/>
            <a:gdLst/>
            <a:ahLst/>
            <a:cxnLst/>
            <a:rect l="l" t="t" r="r" b="b"/>
            <a:pathLst>
              <a:path w="6350" h="5079">
                <a:moveTo>
                  <a:pt x="0" y="0"/>
                </a:moveTo>
                <a:lnTo>
                  <a:pt x="559" y="4570"/>
                </a:lnTo>
                <a:lnTo>
                  <a:pt x="6052" y="4570"/>
                </a:lnTo>
                <a:lnTo>
                  <a:pt x="6052" y="449"/>
                </a:lnTo>
                <a:lnTo>
                  <a:pt x="3952" y="449"/>
                </a:lnTo>
                <a:lnTo>
                  <a:pt x="0" y="0"/>
                </a:lnTo>
                <a:close/>
              </a:path>
            </a:pathLst>
          </a:custGeom>
          <a:solidFill>
            <a:srgbClr val="A8A1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13" name="bg object 2013"/>
          <p:cNvSpPr/>
          <p:nvPr/>
        </p:nvSpPr>
        <p:spPr>
          <a:xfrm>
            <a:off x="2185185" y="4274955"/>
            <a:ext cx="4445" cy="9525"/>
          </a:xfrm>
          <a:custGeom>
            <a:avLst/>
            <a:gdLst/>
            <a:ahLst/>
            <a:cxnLst/>
            <a:rect l="l" t="t" r="r" b="b"/>
            <a:pathLst>
              <a:path w="4444" h="9525">
                <a:moveTo>
                  <a:pt x="717" y="0"/>
                </a:moveTo>
                <a:lnTo>
                  <a:pt x="0" y="1820"/>
                </a:lnTo>
                <a:lnTo>
                  <a:pt x="7" y="8014"/>
                </a:lnTo>
                <a:lnTo>
                  <a:pt x="1442" y="8904"/>
                </a:lnTo>
                <a:lnTo>
                  <a:pt x="4176" y="8668"/>
                </a:lnTo>
                <a:lnTo>
                  <a:pt x="4152" y="378"/>
                </a:lnTo>
                <a:lnTo>
                  <a:pt x="717" y="0"/>
                </a:lnTo>
                <a:close/>
              </a:path>
            </a:pathLst>
          </a:custGeom>
          <a:solidFill>
            <a:srgbClr val="8E87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14" name="bg object 2014"/>
          <p:cNvSpPr/>
          <p:nvPr/>
        </p:nvSpPr>
        <p:spPr>
          <a:xfrm>
            <a:off x="2137078" y="4180412"/>
            <a:ext cx="24130" cy="36195"/>
          </a:xfrm>
          <a:custGeom>
            <a:avLst/>
            <a:gdLst/>
            <a:ahLst/>
            <a:cxnLst/>
            <a:rect l="l" t="t" r="r" b="b"/>
            <a:pathLst>
              <a:path w="24130" h="36195">
                <a:moveTo>
                  <a:pt x="23489" y="26974"/>
                </a:moveTo>
                <a:lnTo>
                  <a:pt x="14105" y="26974"/>
                </a:lnTo>
                <a:lnTo>
                  <a:pt x="20441" y="28337"/>
                </a:lnTo>
                <a:lnTo>
                  <a:pt x="18227" y="30315"/>
                </a:lnTo>
                <a:lnTo>
                  <a:pt x="18124" y="31773"/>
                </a:lnTo>
                <a:lnTo>
                  <a:pt x="18038" y="33089"/>
                </a:lnTo>
                <a:lnTo>
                  <a:pt x="17990" y="35776"/>
                </a:lnTo>
                <a:lnTo>
                  <a:pt x="23412" y="35256"/>
                </a:lnTo>
                <a:lnTo>
                  <a:pt x="23489" y="26974"/>
                </a:lnTo>
                <a:close/>
              </a:path>
              <a:path w="24130" h="36195">
                <a:moveTo>
                  <a:pt x="23502" y="25555"/>
                </a:moveTo>
                <a:lnTo>
                  <a:pt x="6123" y="25555"/>
                </a:lnTo>
                <a:lnTo>
                  <a:pt x="5758" y="28337"/>
                </a:lnTo>
                <a:lnTo>
                  <a:pt x="5639" y="31773"/>
                </a:lnTo>
                <a:lnTo>
                  <a:pt x="13866" y="31773"/>
                </a:lnTo>
                <a:lnTo>
                  <a:pt x="13898" y="28337"/>
                </a:lnTo>
                <a:lnTo>
                  <a:pt x="14105" y="26974"/>
                </a:lnTo>
                <a:lnTo>
                  <a:pt x="23489" y="26974"/>
                </a:lnTo>
                <a:lnTo>
                  <a:pt x="23502" y="25555"/>
                </a:lnTo>
                <a:close/>
              </a:path>
              <a:path w="24130" h="36195">
                <a:moveTo>
                  <a:pt x="9763" y="0"/>
                </a:moveTo>
                <a:lnTo>
                  <a:pt x="1513" y="4113"/>
                </a:lnTo>
                <a:lnTo>
                  <a:pt x="2435" y="5996"/>
                </a:lnTo>
                <a:lnTo>
                  <a:pt x="3695" y="7793"/>
                </a:lnTo>
                <a:lnTo>
                  <a:pt x="4759" y="12167"/>
                </a:lnTo>
                <a:lnTo>
                  <a:pt x="5492" y="16548"/>
                </a:lnTo>
                <a:lnTo>
                  <a:pt x="0" y="18999"/>
                </a:lnTo>
                <a:lnTo>
                  <a:pt x="1587" y="22167"/>
                </a:lnTo>
                <a:lnTo>
                  <a:pt x="1950" y="22931"/>
                </a:lnTo>
                <a:lnTo>
                  <a:pt x="1607" y="25555"/>
                </a:lnTo>
                <a:lnTo>
                  <a:pt x="1528" y="26154"/>
                </a:lnTo>
                <a:lnTo>
                  <a:pt x="6123" y="25555"/>
                </a:lnTo>
                <a:lnTo>
                  <a:pt x="23502" y="25555"/>
                </a:lnTo>
                <a:lnTo>
                  <a:pt x="23522" y="23396"/>
                </a:lnTo>
                <a:lnTo>
                  <a:pt x="20126" y="22931"/>
                </a:lnTo>
                <a:lnTo>
                  <a:pt x="16816" y="22167"/>
                </a:lnTo>
                <a:lnTo>
                  <a:pt x="10446" y="22167"/>
                </a:lnTo>
                <a:lnTo>
                  <a:pt x="9519" y="20607"/>
                </a:lnTo>
                <a:lnTo>
                  <a:pt x="9663" y="18999"/>
                </a:lnTo>
                <a:lnTo>
                  <a:pt x="9763" y="0"/>
                </a:lnTo>
                <a:close/>
              </a:path>
            </a:pathLst>
          </a:custGeom>
          <a:solidFill>
            <a:srgbClr val="8178B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15" name="bg object 2015"/>
          <p:cNvSpPr/>
          <p:nvPr/>
        </p:nvSpPr>
        <p:spPr>
          <a:xfrm>
            <a:off x="2126216" y="4148737"/>
            <a:ext cx="12700" cy="15240"/>
          </a:xfrm>
          <a:custGeom>
            <a:avLst/>
            <a:gdLst/>
            <a:ahLst/>
            <a:cxnLst/>
            <a:rect l="l" t="t" r="r" b="b"/>
            <a:pathLst>
              <a:path w="12700" h="15239">
                <a:moveTo>
                  <a:pt x="12364" y="7"/>
                </a:moveTo>
                <a:lnTo>
                  <a:pt x="4184" y="0"/>
                </a:lnTo>
                <a:lnTo>
                  <a:pt x="4531" y="3112"/>
                </a:lnTo>
                <a:lnTo>
                  <a:pt x="3207" y="4554"/>
                </a:lnTo>
                <a:lnTo>
                  <a:pt x="39" y="4160"/>
                </a:lnTo>
                <a:lnTo>
                  <a:pt x="0" y="9645"/>
                </a:lnTo>
                <a:lnTo>
                  <a:pt x="3238" y="9251"/>
                </a:lnTo>
                <a:lnTo>
                  <a:pt x="4515" y="10677"/>
                </a:lnTo>
                <a:lnTo>
                  <a:pt x="4145" y="13766"/>
                </a:lnTo>
                <a:lnTo>
                  <a:pt x="9629" y="15169"/>
                </a:lnTo>
                <a:lnTo>
                  <a:pt x="12379" y="9661"/>
                </a:lnTo>
                <a:lnTo>
                  <a:pt x="12364" y="7"/>
                </a:lnTo>
                <a:close/>
              </a:path>
            </a:pathLst>
          </a:custGeom>
          <a:solidFill>
            <a:srgbClr val="948C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16" name="bg object 2016"/>
          <p:cNvSpPr/>
          <p:nvPr/>
        </p:nvSpPr>
        <p:spPr>
          <a:xfrm>
            <a:off x="2146842" y="4176276"/>
            <a:ext cx="10160" cy="22225"/>
          </a:xfrm>
          <a:custGeom>
            <a:avLst/>
            <a:gdLst/>
            <a:ahLst/>
            <a:cxnLst/>
            <a:rect l="l" t="t" r="r" b="b"/>
            <a:pathLst>
              <a:path w="10160" h="22225">
                <a:moveTo>
                  <a:pt x="9598" y="0"/>
                </a:moveTo>
                <a:lnTo>
                  <a:pt x="5500" y="7"/>
                </a:lnTo>
                <a:lnTo>
                  <a:pt x="5461" y="5650"/>
                </a:lnTo>
                <a:lnTo>
                  <a:pt x="5295" y="7242"/>
                </a:lnTo>
                <a:lnTo>
                  <a:pt x="6138" y="13231"/>
                </a:lnTo>
                <a:lnTo>
                  <a:pt x="3766" y="14223"/>
                </a:lnTo>
                <a:lnTo>
                  <a:pt x="15" y="13774"/>
                </a:lnTo>
                <a:lnTo>
                  <a:pt x="0" y="22009"/>
                </a:lnTo>
                <a:lnTo>
                  <a:pt x="1308" y="21521"/>
                </a:lnTo>
                <a:lnTo>
                  <a:pt x="3546" y="21300"/>
                </a:lnTo>
                <a:lnTo>
                  <a:pt x="4759" y="17021"/>
                </a:lnTo>
                <a:lnTo>
                  <a:pt x="7399" y="18116"/>
                </a:lnTo>
                <a:lnTo>
                  <a:pt x="9598" y="17888"/>
                </a:lnTo>
                <a:lnTo>
                  <a:pt x="9598" y="0"/>
                </a:lnTo>
                <a:close/>
              </a:path>
            </a:pathLst>
          </a:custGeom>
          <a:solidFill>
            <a:srgbClr val="9991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17" name="bg object 2017"/>
          <p:cNvSpPr/>
          <p:nvPr/>
        </p:nvSpPr>
        <p:spPr>
          <a:xfrm>
            <a:off x="2147816" y="4158392"/>
            <a:ext cx="8890" cy="18415"/>
          </a:xfrm>
          <a:custGeom>
            <a:avLst/>
            <a:gdLst/>
            <a:ahLst/>
            <a:cxnLst/>
            <a:rect l="l" t="t" r="r" b="b"/>
            <a:pathLst>
              <a:path w="8889" h="18414">
                <a:moveTo>
                  <a:pt x="8621" y="0"/>
                </a:moveTo>
                <a:lnTo>
                  <a:pt x="386" y="0"/>
                </a:lnTo>
                <a:lnTo>
                  <a:pt x="598" y="2466"/>
                </a:lnTo>
                <a:lnTo>
                  <a:pt x="0" y="6540"/>
                </a:lnTo>
                <a:lnTo>
                  <a:pt x="6398" y="9779"/>
                </a:lnTo>
                <a:lnTo>
                  <a:pt x="3829" y="14239"/>
                </a:lnTo>
                <a:lnTo>
                  <a:pt x="4523" y="17896"/>
                </a:lnTo>
                <a:lnTo>
                  <a:pt x="8613" y="17896"/>
                </a:lnTo>
                <a:lnTo>
                  <a:pt x="8621" y="0"/>
                </a:lnTo>
                <a:close/>
              </a:path>
            </a:pathLst>
          </a:custGeom>
          <a:solidFill>
            <a:srgbClr val="8981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18" name="bg object 2018"/>
          <p:cNvSpPr/>
          <p:nvPr/>
        </p:nvSpPr>
        <p:spPr>
          <a:xfrm>
            <a:off x="2146839" y="4180365"/>
            <a:ext cx="6350" cy="10160"/>
          </a:xfrm>
          <a:custGeom>
            <a:avLst/>
            <a:gdLst/>
            <a:ahLst/>
            <a:cxnLst/>
            <a:rect l="l" t="t" r="r" b="b"/>
            <a:pathLst>
              <a:path w="6350" h="10160">
                <a:moveTo>
                  <a:pt x="5453" y="0"/>
                </a:moveTo>
                <a:lnTo>
                  <a:pt x="0" y="47"/>
                </a:lnTo>
                <a:lnTo>
                  <a:pt x="23" y="9684"/>
                </a:lnTo>
                <a:lnTo>
                  <a:pt x="3766" y="10134"/>
                </a:lnTo>
                <a:lnTo>
                  <a:pt x="6138" y="9141"/>
                </a:lnTo>
                <a:lnTo>
                  <a:pt x="5295" y="3152"/>
                </a:lnTo>
                <a:lnTo>
                  <a:pt x="5461" y="1560"/>
                </a:lnTo>
                <a:lnTo>
                  <a:pt x="5453" y="0"/>
                </a:lnTo>
                <a:close/>
              </a:path>
            </a:pathLst>
          </a:custGeom>
          <a:solidFill>
            <a:srgbClr val="9188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19" name="bg object 2019"/>
          <p:cNvSpPr/>
          <p:nvPr/>
        </p:nvSpPr>
        <p:spPr>
          <a:xfrm>
            <a:off x="2138578" y="4166121"/>
            <a:ext cx="4445" cy="10795"/>
          </a:xfrm>
          <a:custGeom>
            <a:avLst/>
            <a:gdLst/>
            <a:ahLst/>
            <a:cxnLst/>
            <a:rect l="l" t="t" r="r" b="b"/>
            <a:pathLst>
              <a:path w="4444" h="10795">
                <a:moveTo>
                  <a:pt x="4168" y="0"/>
                </a:moveTo>
                <a:lnTo>
                  <a:pt x="15" y="520"/>
                </a:lnTo>
                <a:lnTo>
                  <a:pt x="0" y="6036"/>
                </a:lnTo>
                <a:lnTo>
                  <a:pt x="39" y="10141"/>
                </a:lnTo>
                <a:lnTo>
                  <a:pt x="3490" y="10575"/>
                </a:lnTo>
                <a:lnTo>
                  <a:pt x="4271" y="8739"/>
                </a:lnTo>
                <a:lnTo>
                  <a:pt x="4121" y="2687"/>
                </a:lnTo>
                <a:lnTo>
                  <a:pt x="4168" y="0"/>
                </a:lnTo>
                <a:close/>
              </a:path>
            </a:pathLst>
          </a:custGeom>
          <a:solidFill>
            <a:srgbClr val="8575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20" name="bg object 2020"/>
          <p:cNvSpPr/>
          <p:nvPr/>
        </p:nvSpPr>
        <p:spPr>
          <a:xfrm>
            <a:off x="2138598" y="4154237"/>
            <a:ext cx="10160" cy="4445"/>
          </a:xfrm>
          <a:custGeom>
            <a:avLst/>
            <a:gdLst/>
            <a:ahLst/>
            <a:cxnLst/>
            <a:rect l="l" t="t" r="r" b="b"/>
            <a:pathLst>
              <a:path w="10160" h="4445">
                <a:moveTo>
                  <a:pt x="9582" y="0"/>
                </a:moveTo>
                <a:lnTo>
                  <a:pt x="0" y="7"/>
                </a:lnTo>
                <a:lnTo>
                  <a:pt x="0" y="4160"/>
                </a:lnTo>
                <a:lnTo>
                  <a:pt x="9606" y="4145"/>
                </a:lnTo>
                <a:lnTo>
                  <a:pt x="9582" y="0"/>
                </a:lnTo>
                <a:close/>
              </a:path>
            </a:pathLst>
          </a:custGeom>
          <a:solidFill>
            <a:srgbClr val="9285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21" name="bg object 2021"/>
          <p:cNvSpPr/>
          <p:nvPr/>
        </p:nvSpPr>
        <p:spPr>
          <a:xfrm>
            <a:off x="2120056" y="4140489"/>
            <a:ext cx="6350" cy="19050"/>
          </a:xfrm>
          <a:custGeom>
            <a:avLst/>
            <a:gdLst/>
            <a:ahLst/>
            <a:cxnLst/>
            <a:rect l="l" t="t" r="r" b="b"/>
            <a:pathLst>
              <a:path w="6350" h="19050">
                <a:moveTo>
                  <a:pt x="6186" y="15"/>
                </a:moveTo>
                <a:lnTo>
                  <a:pt x="2072" y="0"/>
                </a:lnTo>
                <a:lnTo>
                  <a:pt x="2056" y="4145"/>
                </a:lnTo>
                <a:lnTo>
                  <a:pt x="0" y="17131"/>
                </a:lnTo>
                <a:lnTo>
                  <a:pt x="2182" y="18463"/>
                </a:lnTo>
                <a:lnTo>
                  <a:pt x="6162" y="17896"/>
                </a:lnTo>
                <a:lnTo>
                  <a:pt x="6201" y="12411"/>
                </a:lnTo>
                <a:lnTo>
                  <a:pt x="6186" y="15"/>
                </a:lnTo>
                <a:close/>
              </a:path>
            </a:pathLst>
          </a:custGeom>
          <a:solidFill>
            <a:srgbClr val="ACA7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22" name="bg object 2022"/>
          <p:cNvSpPr/>
          <p:nvPr/>
        </p:nvSpPr>
        <p:spPr>
          <a:xfrm>
            <a:off x="2155004" y="4207685"/>
            <a:ext cx="13970" cy="22860"/>
          </a:xfrm>
          <a:custGeom>
            <a:avLst/>
            <a:gdLst/>
            <a:ahLst/>
            <a:cxnLst/>
            <a:rect l="l" t="t" r="r" b="b"/>
            <a:pathLst>
              <a:path w="13969" h="22860">
                <a:moveTo>
                  <a:pt x="8345" y="0"/>
                </a:moveTo>
                <a:lnTo>
                  <a:pt x="5595" y="204"/>
                </a:lnTo>
                <a:lnTo>
                  <a:pt x="5492" y="7982"/>
                </a:lnTo>
                <a:lnTo>
                  <a:pt x="63" y="8510"/>
                </a:lnTo>
                <a:lnTo>
                  <a:pt x="0" y="22254"/>
                </a:lnTo>
                <a:lnTo>
                  <a:pt x="13774" y="22254"/>
                </a:lnTo>
                <a:lnTo>
                  <a:pt x="13774" y="8920"/>
                </a:lnTo>
                <a:lnTo>
                  <a:pt x="10346" y="8920"/>
                </a:lnTo>
                <a:lnTo>
                  <a:pt x="9322" y="7108"/>
                </a:lnTo>
                <a:lnTo>
                  <a:pt x="10016" y="937"/>
                </a:lnTo>
                <a:lnTo>
                  <a:pt x="8345" y="0"/>
                </a:lnTo>
                <a:close/>
              </a:path>
              <a:path w="13969" h="22860">
                <a:moveTo>
                  <a:pt x="13774" y="8510"/>
                </a:moveTo>
                <a:lnTo>
                  <a:pt x="10346" y="8920"/>
                </a:lnTo>
                <a:lnTo>
                  <a:pt x="13774" y="8920"/>
                </a:lnTo>
                <a:lnTo>
                  <a:pt x="13774" y="8510"/>
                </a:lnTo>
                <a:close/>
              </a:path>
            </a:pathLst>
          </a:custGeom>
          <a:solidFill>
            <a:srgbClr val="958A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23" name="bg object 2023"/>
          <p:cNvSpPr/>
          <p:nvPr/>
        </p:nvSpPr>
        <p:spPr>
          <a:xfrm>
            <a:off x="2168780" y="4216191"/>
            <a:ext cx="10160" cy="18415"/>
          </a:xfrm>
          <a:custGeom>
            <a:avLst/>
            <a:gdLst/>
            <a:ahLst/>
            <a:cxnLst/>
            <a:rect l="l" t="t" r="r" b="b"/>
            <a:pathLst>
              <a:path w="10160" h="18414">
                <a:moveTo>
                  <a:pt x="0" y="0"/>
                </a:moveTo>
                <a:lnTo>
                  <a:pt x="23" y="9629"/>
                </a:lnTo>
                <a:lnTo>
                  <a:pt x="2608" y="9424"/>
                </a:lnTo>
                <a:lnTo>
                  <a:pt x="4389" y="10086"/>
                </a:lnTo>
                <a:lnTo>
                  <a:pt x="4018" y="14767"/>
                </a:lnTo>
                <a:lnTo>
                  <a:pt x="4129" y="16335"/>
                </a:lnTo>
                <a:lnTo>
                  <a:pt x="4129" y="17888"/>
                </a:lnTo>
                <a:lnTo>
                  <a:pt x="8242" y="17880"/>
                </a:lnTo>
                <a:lnTo>
                  <a:pt x="9613" y="5500"/>
                </a:lnTo>
                <a:lnTo>
                  <a:pt x="6879" y="5508"/>
                </a:lnTo>
                <a:lnTo>
                  <a:pt x="3979" y="6004"/>
                </a:lnTo>
                <a:lnTo>
                  <a:pt x="3766" y="1087"/>
                </a:lnTo>
                <a:lnTo>
                  <a:pt x="1323" y="567"/>
                </a:lnTo>
                <a:lnTo>
                  <a:pt x="0" y="0"/>
                </a:lnTo>
                <a:close/>
              </a:path>
            </a:pathLst>
          </a:custGeom>
          <a:solidFill>
            <a:srgbClr val="A196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24" name="bg object 2024"/>
          <p:cNvSpPr/>
          <p:nvPr/>
        </p:nvSpPr>
        <p:spPr>
          <a:xfrm>
            <a:off x="2150844" y="4207386"/>
            <a:ext cx="6985" cy="8890"/>
          </a:xfrm>
          <a:custGeom>
            <a:avLst/>
            <a:gdLst/>
            <a:ahLst/>
            <a:cxnLst/>
            <a:rect l="l" t="t" r="r" b="b"/>
            <a:pathLst>
              <a:path w="6985" h="8889">
                <a:moveTo>
                  <a:pt x="338" y="0"/>
                </a:moveTo>
                <a:lnTo>
                  <a:pt x="0" y="2230"/>
                </a:lnTo>
                <a:lnTo>
                  <a:pt x="94" y="4673"/>
                </a:lnTo>
                <a:lnTo>
                  <a:pt x="141" y="8786"/>
                </a:lnTo>
                <a:lnTo>
                  <a:pt x="4192" y="8747"/>
                </a:lnTo>
                <a:lnTo>
                  <a:pt x="4247" y="7431"/>
                </a:lnTo>
                <a:lnTo>
                  <a:pt x="4271" y="6107"/>
                </a:lnTo>
                <a:lnTo>
                  <a:pt x="4460" y="3341"/>
                </a:lnTo>
                <a:lnTo>
                  <a:pt x="6674" y="1363"/>
                </a:lnTo>
                <a:lnTo>
                  <a:pt x="338" y="0"/>
                </a:lnTo>
                <a:close/>
              </a:path>
            </a:pathLst>
          </a:custGeom>
          <a:solidFill>
            <a:srgbClr val="7567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25" name="bg object 2025"/>
          <p:cNvSpPr/>
          <p:nvPr/>
        </p:nvSpPr>
        <p:spPr>
          <a:xfrm>
            <a:off x="2142688" y="4212059"/>
            <a:ext cx="8890" cy="4445"/>
          </a:xfrm>
          <a:custGeom>
            <a:avLst/>
            <a:gdLst/>
            <a:ahLst/>
            <a:cxnLst/>
            <a:rect l="l" t="t" r="r" b="b"/>
            <a:pathLst>
              <a:path w="8889" h="4445">
                <a:moveTo>
                  <a:pt x="8250" y="0"/>
                </a:moveTo>
                <a:lnTo>
                  <a:pt x="31" y="0"/>
                </a:lnTo>
                <a:lnTo>
                  <a:pt x="0" y="4121"/>
                </a:lnTo>
                <a:lnTo>
                  <a:pt x="8297" y="4113"/>
                </a:lnTo>
                <a:lnTo>
                  <a:pt x="8250" y="0"/>
                </a:lnTo>
                <a:close/>
              </a:path>
            </a:pathLst>
          </a:custGeom>
          <a:solidFill>
            <a:srgbClr val="8D7F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26" name="bg object 2026"/>
          <p:cNvSpPr/>
          <p:nvPr/>
        </p:nvSpPr>
        <p:spPr>
          <a:xfrm>
            <a:off x="2127611" y="4037288"/>
            <a:ext cx="13970" cy="13970"/>
          </a:xfrm>
          <a:custGeom>
            <a:avLst/>
            <a:gdLst/>
            <a:ahLst/>
            <a:cxnLst/>
            <a:rect l="l" t="t" r="r" b="b"/>
            <a:pathLst>
              <a:path w="13969" h="13970">
                <a:moveTo>
                  <a:pt x="13719" y="0"/>
                </a:moveTo>
                <a:lnTo>
                  <a:pt x="0" y="0"/>
                </a:lnTo>
                <a:lnTo>
                  <a:pt x="0" y="9629"/>
                </a:lnTo>
                <a:lnTo>
                  <a:pt x="1339" y="10189"/>
                </a:lnTo>
                <a:lnTo>
                  <a:pt x="2726" y="10662"/>
                </a:lnTo>
                <a:lnTo>
                  <a:pt x="5224" y="11993"/>
                </a:lnTo>
                <a:lnTo>
                  <a:pt x="6327" y="12868"/>
                </a:lnTo>
                <a:lnTo>
                  <a:pt x="7478" y="13648"/>
                </a:lnTo>
                <a:lnTo>
                  <a:pt x="8187" y="12427"/>
                </a:lnTo>
                <a:lnTo>
                  <a:pt x="9487" y="11213"/>
                </a:lnTo>
                <a:lnTo>
                  <a:pt x="9495" y="6918"/>
                </a:lnTo>
                <a:lnTo>
                  <a:pt x="10275" y="5090"/>
                </a:lnTo>
                <a:lnTo>
                  <a:pt x="13711" y="5500"/>
                </a:lnTo>
                <a:lnTo>
                  <a:pt x="13719" y="0"/>
                </a:lnTo>
                <a:close/>
              </a:path>
            </a:pathLst>
          </a:custGeom>
          <a:solidFill>
            <a:srgbClr val="B5AD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27" name="bg object 2027"/>
          <p:cNvSpPr/>
          <p:nvPr/>
        </p:nvSpPr>
        <p:spPr>
          <a:xfrm>
            <a:off x="2132874" y="4015234"/>
            <a:ext cx="9525" cy="10160"/>
          </a:xfrm>
          <a:custGeom>
            <a:avLst/>
            <a:gdLst/>
            <a:ahLst/>
            <a:cxnLst/>
            <a:rect l="l" t="t" r="r" b="b"/>
            <a:pathLst>
              <a:path w="9525" h="10160">
                <a:moveTo>
                  <a:pt x="4381" y="0"/>
                </a:moveTo>
                <a:lnTo>
                  <a:pt x="4704" y="3089"/>
                </a:lnTo>
                <a:lnTo>
                  <a:pt x="3451" y="4594"/>
                </a:lnTo>
                <a:lnTo>
                  <a:pt x="252" y="4145"/>
                </a:lnTo>
                <a:lnTo>
                  <a:pt x="0" y="7580"/>
                </a:lnTo>
                <a:lnTo>
                  <a:pt x="1111" y="9684"/>
                </a:lnTo>
                <a:lnTo>
                  <a:pt x="9448" y="9684"/>
                </a:lnTo>
                <a:lnTo>
                  <a:pt x="8290" y="6485"/>
                </a:lnTo>
                <a:lnTo>
                  <a:pt x="8542" y="2710"/>
                </a:lnTo>
                <a:lnTo>
                  <a:pt x="8471" y="1371"/>
                </a:lnTo>
                <a:lnTo>
                  <a:pt x="8471" y="39"/>
                </a:lnTo>
                <a:lnTo>
                  <a:pt x="4381" y="0"/>
                </a:lnTo>
                <a:close/>
              </a:path>
            </a:pathLst>
          </a:custGeom>
          <a:solidFill>
            <a:srgbClr val="B7AE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28" name="bg object 2028"/>
          <p:cNvSpPr/>
          <p:nvPr/>
        </p:nvSpPr>
        <p:spPr>
          <a:xfrm>
            <a:off x="2139945" y="4060263"/>
            <a:ext cx="13970" cy="40640"/>
          </a:xfrm>
          <a:custGeom>
            <a:avLst/>
            <a:gdLst/>
            <a:ahLst/>
            <a:cxnLst/>
            <a:rect l="l" t="t" r="r" b="b"/>
            <a:pathLst>
              <a:path w="13969" h="40639">
                <a:moveTo>
                  <a:pt x="4854" y="0"/>
                </a:moveTo>
                <a:lnTo>
                  <a:pt x="1402" y="417"/>
                </a:lnTo>
                <a:lnTo>
                  <a:pt x="1386" y="12789"/>
                </a:lnTo>
                <a:lnTo>
                  <a:pt x="0" y="23814"/>
                </a:lnTo>
                <a:lnTo>
                  <a:pt x="31" y="40433"/>
                </a:lnTo>
                <a:lnTo>
                  <a:pt x="2450" y="40433"/>
                </a:lnTo>
                <a:lnTo>
                  <a:pt x="5067" y="34830"/>
                </a:lnTo>
                <a:lnTo>
                  <a:pt x="13719" y="34830"/>
                </a:lnTo>
                <a:lnTo>
                  <a:pt x="13740" y="31103"/>
                </a:lnTo>
                <a:lnTo>
                  <a:pt x="6178" y="31103"/>
                </a:lnTo>
                <a:lnTo>
                  <a:pt x="5390" y="29322"/>
                </a:lnTo>
                <a:lnTo>
                  <a:pt x="5516" y="23814"/>
                </a:lnTo>
                <a:lnTo>
                  <a:pt x="5626" y="19109"/>
                </a:lnTo>
                <a:lnTo>
                  <a:pt x="5423" y="12789"/>
                </a:lnTo>
                <a:lnTo>
                  <a:pt x="5398" y="12009"/>
                </a:lnTo>
                <a:lnTo>
                  <a:pt x="5626" y="1812"/>
                </a:lnTo>
                <a:lnTo>
                  <a:pt x="4854" y="0"/>
                </a:lnTo>
                <a:close/>
              </a:path>
              <a:path w="13969" h="40639">
                <a:moveTo>
                  <a:pt x="13719" y="34830"/>
                </a:moveTo>
                <a:lnTo>
                  <a:pt x="5067" y="34830"/>
                </a:lnTo>
                <a:lnTo>
                  <a:pt x="9645" y="36320"/>
                </a:lnTo>
                <a:lnTo>
                  <a:pt x="13711" y="36320"/>
                </a:lnTo>
                <a:lnTo>
                  <a:pt x="13719" y="34830"/>
                </a:lnTo>
                <a:close/>
              </a:path>
              <a:path w="13969" h="40639">
                <a:moveTo>
                  <a:pt x="13743" y="30693"/>
                </a:moveTo>
                <a:lnTo>
                  <a:pt x="9564" y="30693"/>
                </a:lnTo>
                <a:lnTo>
                  <a:pt x="6178" y="31103"/>
                </a:lnTo>
                <a:lnTo>
                  <a:pt x="13740" y="31103"/>
                </a:lnTo>
                <a:lnTo>
                  <a:pt x="13743" y="30693"/>
                </a:lnTo>
                <a:close/>
              </a:path>
            </a:pathLst>
          </a:custGeom>
          <a:solidFill>
            <a:srgbClr val="B7B4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29" name="bg object 2029"/>
          <p:cNvSpPr/>
          <p:nvPr/>
        </p:nvSpPr>
        <p:spPr>
          <a:xfrm>
            <a:off x="2153687" y="4060678"/>
            <a:ext cx="5715" cy="12700"/>
          </a:xfrm>
          <a:custGeom>
            <a:avLst/>
            <a:gdLst/>
            <a:ahLst/>
            <a:cxnLst/>
            <a:rect l="l" t="t" r="r" b="b"/>
            <a:pathLst>
              <a:path w="5714" h="12700">
                <a:moveTo>
                  <a:pt x="0" y="0"/>
                </a:moveTo>
                <a:lnTo>
                  <a:pt x="23" y="12379"/>
                </a:lnTo>
                <a:lnTo>
                  <a:pt x="4121" y="12387"/>
                </a:lnTo>
                <a:lnTo>
                  <a:pt x="5508" y="8266"/>
                </a:lnTo>
                <a:lnTo>
                  <a:pt x="5492" y="15"/>
                </a:lnTo>
                <a:lnTo>
                  <a:pt x="0" y="0"/>
                </a:lnTo>
                <a:close/>
              </a:path>
            </a:pathLst>
          </a:custGeom>
          <a:solidFill>
            <a:srgbClr val="B9B3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30" name="bg object 2030"/>
          <p:cNvSpPr/>
          <p:nvPr/>
        </p:nvSpPr>
        <p:spPr>
          <a:xfrm>
            <a:off x="2149391" y="4072847"/>
            <a:ext cx="5080" cy="14604"/>
          </a:xfrm>
          <a:custGeom>
            <a:avLst/>
            <a:gdLst/>
            <a:ahLst/>
            <a:cxnLst/>
            <a:rect l="l" t="t" r="r" b="b"/>
            <a:pathLst>
              <a:path w="5080" h="14604">
                <a:moveTo>
                  <a:pt x="1639" y="0"/>
                </a:moveTo>
                <a:lnTo>
                  <a:pt x="0" y="748"/>
                </a:lnTo>
                <a:lnTo>
                  <a:pt x="323" y="7242"/>
                </a:lnTo>
                <a:lnTo>
                  <a:pt x="189" y="10606"/>
                </a:lnTo>
                <a:lnTo>
                  <a:pt x="189" y="13971"/>
                </a:lnTo>
                <a:lnTo>
                  <a:pt x="2821" y="14176"/>
                </a:lnTo>
                <a:lnTo>
                  <a:pt x="4491" y="13459"/>
                </a:lnTo>
                <a:lnTo>
                  <a:pt x="4160" y="6958"/>
                </a:lnTo>
                <a:lnTo>
                  <a:pt x="4286" y="3593"/>
                </a:lnTo>
                <a:lnTo>
                  <a:pt x="4286" y="228"/>
                </a:lnTo>
                <a:lnTo>
                  <a:pt x="1639" y="0"/>
                </a:lnTo>
                <a:close/>
              </a:path>
            </a:pathLst>
          </a:custGeom>
          <a:solidFill>
            <a:srgbClr val="D5D4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31" name="bg object 2031"/>
          <p:cNvSpPr/>
          <p:nvPr/>
        </p:nvSpPr>
        <p:spPr>
          <a:xfrm>
            <a:off x="2143827" y="4100545"/>
            <a:ext cx="18415" cy="26670"/>
          </a:xfrm>
          <a:custGeom>
            <a:avLst/>
            <a:gdLst/>
            <a:ahLst/>
            <a:cxnLst/>
            <a:rect l="l" t="t" r="r" b="b"/>
            <a:pathLst>
              <a:path w="18414" h="26670">
                <a:moveTo>
                  <a:pt x="9834" y="0"/>
                </a:moveTo>
                <a:lnTo>
                  <a:pt x="8487" y="811"/>
                </a:lnTo>
                <a:lnTo>
                  <a:pt x="6225" y="1394"/>
                </a:lnTo>
                <a:lnTo>
                  <a:pt x="5051" y="6154"/>
                </a:lnTo>
                <a:lnTo>
                  <a:pt x="4846" y="10007"/>
                </a:lnTo>
                <a:lnTo>
                  <a:pt x="4365" y="13798"/>
                </a:lnTo>
                <a:lnTo>
                  <a:pt x="4775" y="16950"/>
                </a:lnTo>
                <a:lnTo>
                  <a:pt x="3396" y="18329"/>
                </a:lnTo>
                <a:lnTo>
                  <a:pt x="252" y="17935"/>
                </a:lnTo>
                <a:lnTo>
                  <a:pt x="260" y="19488"/>
                </a:lnTo>
                <a:lnTo>
                  <a:pt x="362" y="21048"/>
                </a:lnTo>
                <a:lnTo>
                  <a:pt x="0" y="25705"/>
                </a:lnTo>
                <a:lnTo>
                  <a:pt x="1749" y="26399"/>
                </a:lnTo>
                <a:lnTo>
                  <a:pt x="4349" y="26170"/>
                </a:lnTo>
                <a:lnTo>
                  <a:pt x="3829" y="21647"/>
                </a:lnTo>
                <a:lnTo>
                  <a:pt x="6887" y="21946"/>
                </a:lnTo>
                <a:lnTo>
                  <a:pt x="9834" y="22088"/>
                </a:lnTo>
                <a:lnTo>
                  <a:pt x="18101" y="22064"/>
                </a:lnTo>
                <a:lnTo>
                  <a:pt x="18101" y="18692"/>
                </a:lnTo>
                <a:lnTo>
                  <a:pt x="17967" y="15327"/>
                </a:lnTo>
                <a:lnTo>
                  <a:pt x="18290" y="8825"/>
                </a:lnTo>
                <a:lnTo>
                  <a:pt x="16627" y="8100"/>
                </a:lnTo>
                <a:lnTo>
                  <a:pt x="13995" y="8297"/>
                </a:lnTo>
                <a:lnTo>
                  <a:pt x="11394" y="8502"/>
                </a:lnTo>
                <a:lnTo>
                  <a:pt x="9598" y="7848"/>
                </a:lnTo>
                <a:lnTo>
                  <a:pt x="9968" y="3136"/>
                </a:lnTo>
                <a:lnTo>
                  <a:pt x="9850" y="1568"/>
                </a:lnTo>
                <a:lnTo>
                  <a:pt x="9834" y="0"/>
                </a:lnTo>
                <a:close/>
              </a:path>
            </a:pathLst>
          </a:custGeom>
          <a:solidFill>
            <a:srgbClr val="B7B0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32" name="bg object 2032"/>
          <p:cNvSpPr/>
          <p:nvPr/>
        </p:nvSpPr>
        <p:spPr>
          <a:xfrm>
            <a:off x="2166041" y="4110228"/>
            <a:ext cx="10160" cy="12700"/>
          </a:xfrm>
          <a:custGeom>
            <a:avLst/>
            <a:gdLst/>
            <a:ahLst/>
            <a:cxnLst/>
            <a:rect l="l" t="t" r="r" b="b"/>
            <a:pathLst>
              <a:path w="10160" h="12700">
                <a:moveTo>
                  <a:pt x="9598" y="0"/>
                </a:moveTo>
                <a:lnTo>
                  <a:pt x="7" y="0"/>
                </a:lnTo>
                <a:lnTo>
                  <a:pt x="0" y="12379"/>
                </a:lnTo>
                <a:lnTo>
                  <a:pt x="4129" y="12387"/>
                </a:lnTo>
                <a:lnTo>
                  <a:pt x="5524" y="8290"/>
                </a:lnTo>
                <a:lnTo>
                  <a:pt x="6847" y="5508"/>
                </a:lnTo>
                <a:lnTo>
                  <a:pt x="9598" y="0"/>
                </a:lnTo>
                <a:close/>
              </a:path>
            </a:pathLst>
          </a:custGeom>
          <a:solidFill>
            <a:srgbClr val="A4A0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33" name="bg object 2033"/>
          <p:cNvSpPr/>
          <p:nvPr/>
        </p:nvSpPr>
        <p:spPr>
          <a:xfrm>
            <a:off x="2153426" y="4090955"/>
            <a:ext cx="4445" cy="18415"/>
          </a:xfrm>
          <a:custGeom>
            <a:avLst/>
            <a:gdLst/>
            <a:ahLst/>
            <a:cxnLst/>
            <a:rect l="l" t="t" r="r" b="b"/>
            <a:pathLst>
              <a:path w="4444" h="18414">
                <a:moveTo>
                  <a:pt x="4365" y="0"/>
                </a:moveTo>
                <a:lnTo>
                  <a:pt x="260" y="0"/>
                </a:lnTo>
                <a:lnTo>
                  <a:pt x="252" y="11158"/>
                </a:lnTo>
                <a:lnTo>
                  <a:pt x="370" y="12726"/>
                </a:lnTo>
                <a:lnTo>
                  <a:pt x="0" y="17439"/>
                </a:lnTo>
                <a:lnTo>
                  <a:pt x="1796" y="18093"/>
                </a:lnTo>
                <a:lnTo>
                  <a:pt x="4397" y="17888"/>
                </a:lnTo>
                <a:lnTo>
                  <a:pt x="4365" y="0"/>
                </a:lnTo>
                <a:close/>
              </a:path>
            </a:pathLst>
          </a:custGeom>
          <a:solidFill>
            <a:srgbClr val="C1B8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34" name="bg object 2034"/>
          <p:cNvSpPr/>
          <p:nvPr/>
        </p:nvSpPr>
        <p:spPr>
          <a:xfrm>
            <a:off x="2161923" y="4122600"/>
            <a:ext cx="8255" cy="10160"/>
          </a:xfrm>
          <a:custGeom>
            <a:avLst/>
            <a:gdLst/>
            <a:ahLst/>
            <a:cxnLst/>
            <a:rect l="l" t="t" r="r" b="b"/>
            <a:pathLst>
              <a:path w="8255" h="10160">
                <a:moveTo>
                  <a:pt x="8250" y="15"/>
                </a:moveTo>
                <a:lnTo>
                  <a:pt x="4121" y="7"/>
                </a:lnTo>
                <a:lnTo>
                  <a:pt x="0" y="0"/>
                </a:lnTo>
                <a:lnTo>
                  <a:pt x="7" y="4145"/>
                </a:lnTo>
                <a:lnTo>
                  <a:pt x="4578" y="3554"/>
                </a:lnTo>
                <a:lnTo>
                  <a:pt x="4192" y="6714"/>
                </a:lnTo>
                <a:lnTo>
                  <a:pt x="4129" y="9629"/>
                </a:lnTo>
                <a:lnTo>
                  <a:pt x="8242" y="9637"/>
                </a:lnTo>
                <a:lnTo>
                  <a:pt x="8250" y="15"/>
                </a:lnTo>
                <a:close/>
              </a:path>
            </a:pathLst>
          </a:custGeom>
          <a:solidFill>
            <a:srgbClr val="ADA8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35" name="bg object 2035"/>
          <p:cNvSpPr/>
          <p:nvPr/>
        </p:nvSpPr>
        <p:spPr>
          <a:xfrm>
            <a:off x="2147657" y="4122196"/>
            <a:ext cx="19050" cy="36195"/>
          </a:xfrm>
          <a:custGeom>
            <a:avLst/>
            <a:gdLst/>
            <a:ahLst/>
            <a:cxnLst/>
            <a:rect l="l" t="t" r="r" b="b"/>
            <a:pathLst>
              <a:path w="19050" h="36195">
                <a:moveTo>
                  <a:pt x="0" y="0"/>
                </a:moveTo>
                <a:lnTo>
                  <a:pt x="512" y="4523"/>
                </a:lnTo>
                <a:lnTo>
                  <a:pt x="591" y="22435"/>
                </a:lnTo>
                <a:lnTo>
                  <a:pt x="4673" y="22427"/>
                </a:lnTo>
                <a:lnTo>
                  <a:pt x="7163" y="21048"/>
                </a:lnTo>
                <a:lnTo>
                  <a:pt x="8526" y="21954"/>
                </a:lnTo>
                <a:lnTo>
                  <a:pt x="8888" y="27076"/>
                </a:lnTo>
                <a:lnTo>
                  <a:pt x="8794" y="29566"/>
                </a:lnTo>
                <a:lnTo>
                  <a:pt x="8818" y="32033"/>
                </a:lnTo>
                <a:lnTo>
                  <a:pt x="10725" y="32585"/>
                </a:lnTo>
                <a:lnTo>
                  <a:pt x="14145" y="30481"/>
                </a:lnTo>
                <a:lnTo>
                  <a:pt x="13932" y="35358"/>
                </a:lnTo>
                <a:lnTo>
                  <a:pt x="16832" y="35808"/>
                </a:lnTo>
                <a:lnTo>
                  <a:pt x="18376" y="36194"/>
                </a:lnTo>
                <a:lnTo>
                  <a:pt x="18463" y="7115"/>
                </a:lnTo>
                <a:lnTo>
                  <a:pt x="18841" y="3955"/>
                </a:lnTo>
                <a:lnTo>
                  <a:pt x="14271" y="4546"/>
                </a:lnTo>
                <a:lnTo>
                  <a:pt x="14271" y="6367"/>
                </a:lnTo>
                <a:lnTo>
                  <a:pt x="14176" y="8203"/>
                </a:lnTo>
                <a:lnTo>
                  <a:pt x="14436" y="12781"/>
                </a:lnTo>
                <a:lnTo>
                  <a:pt x="13562" y="14350"/>
                </a:lnTo>
                <a:lnTo>
                  <a:pt x="7565" y="14042"/>
                </a:lnTo>
                <a:lnTo>
                  <a:pt x="4121" y="14909"/>
                </a:lnTo>
                <a:lnTo>
                  <a:pt x="4680" y="10031"/>
                </a:lnTo>
                <a:lnTo>
                  <a:pt x="6004" y="433"/>
                </a:lnTo>
                <a:lnTo>
                  <a:pt x="3057" y="299"/>
                </a:lnTo>
                <a:lnTo>
                  <a:pt x="0" y="0"/>
                </a:lnTo>
                <a:close/>
              </a:path>
            </a:pathLst>
          </a:custGeom>
          <a:solidFill>
            <a:srgbClr val="9A93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36" name="bg object 2036"/>
          <p:cNvSpPr/>
          <p:nvPr/>
        </p:nvSpPr>
        <p:spPr>
          <a:xfrm>
            <a:off x="2156440" y="4162316"/>
            <a:ext cx="13970" cy="24130"/>
          </a:xfrm>
          <a:custGeom>
            <a:avLst/>
            <a:gdLst/>
            <a:ahLst/>
            <a:cxnLst/>
            <a:rect l="l" t="t" r="r" b="b"/>
            <a:pathLst>
              <a:path w="13969" h="24129">
                <a:moveTo>
                  <a:pt x="0" y="13956"/>
                </a:moveTo>
                <a:lnTo>
                  <a:pt x="0" y="23585"/>
                </a:lnTo>
                <a:lnTo>
                  <a:pt x="3876" y="23585"/>
                </a:lnTo>
                <a:lnTo>
                  <a:pt x="4491" y="19543"/>
                </a:lnTo>
                <a:lnTo>
                  <a:pt x="6871" y="18889"/>
                </a:lnTo>
                <a:lnTo>
                  <a:pt x="8227" y="18085"/>
                </a:lnTo>
                <a:lnTo>
                  <a:pt x="7770" y="14350"/>
                </a:lnTo>
                <a:lnTo>
                  <a:pt x="3120" y="14350"/>
                </a:lnTo>
                <a:lnTo>
                  <a:pt x="0" y="13956"/>
                </a:lnTo>
                <a:close/>
              </a:path>
              <a:path w="13969" h="24129">
                <a:moveTo>
                  <a:pt x="4121" y="9842"/>
                </a:moveTo>
                <a:lnTo>
                  <a:pt x="4507" y="12986"/>
                </a:lnTo>
                <a:lnTo>
                  <a:pt x="3120" y="14350"/>
                </a:lnTo>
                <a:lnTo>
                  <a:pt x="7770" y="14350"/>
                </a:lnTo>
                <a:lnTo>
                  <a:pt x="7667" y="13506"/>
                </a:lnTo>
                <a:lnTo>
                  <a:pt x="13719" y="13506"/>
                </a:lnTo>
                <a:lnTo>
                  <a:pt x="13707" y="10291"/>
                </a:lnTo>
                <a:lnTo>
                  <a:pt x="7848" y="10291"/>
                </a:lnTo>
                <a:lnTo>
                  <a:pt x="4121" y="9842"/>
                </a:lnTo>
                <a:close/>
              </a:path>
              <a:path w="13969" h="24129">
                <a:moveTo>
                  <a:pt x="13719" y="13506"/>
                </a:moveTo>
                <a:lnTo>
                  <a:pt x="7667" y="13506"/>
                </a:lnTo>
                <a:lnTo>
                  <a:pt x="11630" y="13956"/>
                </a:lnTo>
                <a:lnTo>
                  <a:pt x="13719" y="13956"/>
                </a:lnTo>
                <a:lnTo>
                  <a:pt x="13719" y="13506"/>
                </a:lnTo>
                <a:close/>
              </a:path>
              <a:path w="13969" h="24129">
                <a:moveTo>
                  <a:pt x="12261" y="0"/>
                </a:moveTo>
                <a:lnTo>
                  <a:pt x="9598" y="189"/>
                </a:lnTo>
                <a:lnTo>
                  <a:pt x="9598" y="1757"/>
                </a:lnTo>
                <a:lnTo>
                  <a:pt x="9432" y="3341"/>
                </a:lnTo>
                <a:lnTo>
                  <a:pt x="10252" y="9346"/>
                </a:lnTo>
                <a:lnTo>
                  <a:pt x="7848" y="10291"/>
                </a:lnTo>
                <a:lnTo>
                  <a:pt x="13707" y="10291"/>
                </a:lnTo>
                <a:lnTo>
                  <a:pt x="13585" y="7226"/>
                </a:lnTo>
                <a:lnTo>
                  <a:pt x="13778" y="3341"/>
                </a:lnTo>
                <a:lnTo>
                  <a:pt x="13857" y="1757"/>
                </a:lnTo>
                <a:lnTo>
                  <a:pt x="13908" y="732"/>
                </a:lnTo>
                <a:lnTo>
                  <a:pt x="12261" y="0"/>
                </a:lnTo>
                <a:close/>
              </a:path>
            </a:pathLst>
          </a:custGeom>
          <a:solidFill>
            <a:srgbClr val="AFA6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37" name="bg object 2037"/>
          <p:cNvSpPr/>
          <p:nvPr/>
        </p:nvSpPr>
        <p:spPr>
          <a:xfrm>
            <a:off x="2172805" y="4152923"/>
            <a:ext cx="11430" cy="11430"/>
          </a:xfrm>
          <a:custGeom>
            <a:avLst/>
            <a:gdLst/>
            <a:ahLst/>
            <a:cxnLst/>
            <a:rect l="l" t="t" r="r" b="b"/>
            <a:pathLst>
              <a:path w="11430" h="11429">
                <a:moveTo>
                  <a:pt x="11079" y="1473"/>
                </a:moveTo>
                <a:lnTo>
                  <a:pt x="1623" y="1473"/>
                </a:lnTo>
                <a:lnTo>
                  <a:pt x="1571" y="4743"/>
                </a:lnTo>
                <a:lnTo>
                  <a:pt x="1473" y="10977"/>
                </a:lnTo>
                <a:lnTo>
                  <a:pt x="5579" y="10977"/>
                </a:lnTo>
                <a:lnTo>
                  <a:pt x="4909" y="6619"/>
                </a:lnTo>
                <a:lnTo>
                  <a:pt x="6714" y="4743"/>
                </a:lnTo>
                <a:lnTo>
                  <a:pt x="11086" y="4743"/>
                </a:lnTo>
                <a:lnTo>
                  <a:pt x="11079" y="1473"/>
                </a:lnTo>
                <a:close/>
              </a:path>
              <a:path w="11430" h="11429">
                <a:moveTo>
                  <a:pt x="11086" y="4743"/>
                </a:moveTo>
                <a:lnTo>
                  <a:pt x="6714" y="4743"/>
                </a:lnTo>
                <a:lnTo>
                  <a:pt x="11087" y="5453"/>
                </a:lnTo>
                <a:lnTo>
                  <a:pt x="11086" y="4743"/>
                </a:lnTo>
                <a:close/>
              </a:path>
              <a:path w="11430" h="11429">
                <a:moveTo>
                  <a:pt x="1646" y="0"/>
                </a:moveTo>
                <a:lnTo>
                  <a:pt x="0" y="1473"/>
                </a:lnTo>
                <a:lnTo>
                  <a:pt x="1623" y="1473"/>
                </a:lnTo>
                <a:lnTo>
                  <a:pt x="1646" y="0"/>
                </a:lnTo>
                <a:close/>
              </a:path>
            </a:pathLst>
          </a:custGeom>
          <a:solidFill>
            <a:srgbClr val="B1A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38" name="bg object 2038"/>
          <p:cNvSpPr/>
          <p:nvPr/>
        </p:nvSpPr>
        <p:spPr>
          <a:xfrm>
            <a:off x="2156433" y="4152678"/>
            <a:ext cx="10160" cy="10160"/>
          </a:xfrm>
          <a:custGeom>
            <a:avLst/>
            <a:gdLst/>
            <a:ahLst/>
            <a:cxnLst/>
            <a:rect l="l" t="t" r="r" b="b"/>
            <a:pathLst>
              <a:path w="10160" h="10160">
                <a:moveTo>
                  <a:pt x="5366" y="0"/>
                </a:moveTo>
                <a:lnTo>
                  <a:pt x="1954" y="2104"/>
                </a:lnTo>
                <a:lnTo>
                  <a:pt x="39" y="1552"/>
                </a:lnTo>
                <a:lnTo>
                  <a:pt x="0" y="5713"/>
                </a:lnTo>
                <a:lnTo>
                  <a:pt x="15" y="9842"/>
                </a:lnTo>
                <a:lnTo>
                  <a:pt x="2758" y="9850"/>
                </a:lnTo>
                <a:lnTo>
                  <a:pt x="9606" y="9826"/>
                </a:lnTo>
                <a:lnTo>
                  <a:pt x="9598" y="5713"/>
                </a:lnTo>
                <a:lnTo>
                  <a:pt x="8053" y="5327"/>
                </a:lnTo>
                <a:lnTo>
                  <a:pt x="5153" y="4877"/>
                </a:lnTo>
                <a:lnTo>
                  <a:pt x="5366" y="0"/>
                </a:lnTo>
                <a:close/>
              </a:path>
            </a:pathLst>
          </a:custGeom>
          <a:solidFill>
            <a:srgbClr val="8E84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39" name="bg object 2039"/>
          <p:cNvSpPr/>
          <p:nvPr/>
        </p:nvSpPr>
        <p:spPr>
          <a:xfrm>
            <a:off x="2166047" y="4132230"/>
            <a:ext cx="5080" cy="8890"/>
          </a:xfrm>
          <a:custGeom>
            <a:avLst/>
            <a:gdLst/>
            <a:ahLst/>
            <a:cxnLst/>
            <a:rect l="l" t="t" r="r" b="b"/>
            <a:pathLst>
              <a:path w="5080" h="8889">
                <a:moveTo>
                  <a:pt x="4121" y="0"/>
                </a:moveTo>
                <a:lnTo>
                  <a:pt x="0" y="0"/>
                </a:lnTo>
                <a:lnTo>
                  <a:pt x="0" y="8274"/>
                </a:lnTo>
                <a:lnTo>
                  <a:pt x="3144" y="8668"/>
                </a:lnTo>
                <a:lnTo>
                  <a:pt x="4507" y="7281"/>
                </a:lnTo>
                <a:lnTo>
                  <a:pt x="4121" y="4137"/>
                </a:lnTo>
                <a:lnTo>
                  <a:pt x="4121" y="0"/>
                </a:lnTo>
                <a:close/>
              </a:path>
            </a:pathLst>
          </a:custGeom>
          <a:solidFill>
            <a:srgbClr val="9FA0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40" name="bg object 2040"/>
          <p:cNvSpPr/>
          <p:nvPr/>
        </p:nvSpPr>
        <p:spPr>
          <a:xfrm>
            <a:off x="2170173" y="4131787"/>
            <a:ext cx="6350" cy="5080"/>
          </a:xfrm>
          <a:custGeom>
            <a:avLst/>
            <a:gdLst/>
            <a:ahLst/>
            <a:cxnLst/>
            <a:rect l="l" t="t" r="r" b="b"/>
            <a:pathLst>
              <a:path w="6350" h="5079">
                <a:moveTo>
                  <a:pt x="6067" y="0"/>
                </a:moveTo>
                <a:lnTo>
                  <a:pt x="2931" y="354"/>
                </a:lnTo>
                <a:lnTo>
                  <a:pt x="0" y="441"/>
                </a:lnTo>
                <a:lnTo>
                  <a:pt x="0" y="4578"/>
                </a:lnTo>
                <a:lnTo>
                  <a:pt x="5453" y="4594"/>
                </a:lnTo>
                <a:lnTo>
                  <a:pt x="6067" y="0"/>
                </a:lnTo>
                <a:close/>
              </a:path>
            </a:pathLst>
          </a:custGeom>
          <a:solidFill>
            <a:srgbClr val="ACAE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41" name="bg object 2041"/>
          <p:cNvSpPr/>
          <p:nvPr/>
        </p:nvSpPr>
        <p:spPr>
          <a:xfrm>
            <a:off x="2131584" y="4054794"/>
            <a:ext cx="10160" cy="18415"/>
          </a:xfrm>
          <a:custGeom>
            <a:avLst/>
            <a:gdLst/>
            <a:ahLst/>
            <a:cxnLst/>
            <a:rect l="l" t="t" r="r" b="b"/>
            <a:pathLst>
              <a:path w="10160" h="18414">
                <a:moveTo>
                  <a:pt x="3955" y="0"/>
                </a:moveTo>
                <a:lnTo>
                  <a:pt x="1386" y="1103"/>
                </a:lnTo>
                <a:lnTo>
                  <a:pt x="315" y="2821"/>
                </a:lnTo>
                <a:lnTo>
                  <a:pt x="0" y="8762"/>
                </a:lnTo>
                <a:lnTo>
                  <a:pt x="141" y="13522"/>
                </a:lnTo>
                <a:lnTo>
                  <a:pt x="141" y="18282"/>
                </a:lnTo>
                <a:lnTo>
                  <a:pt x="9747" y="18258"/>
                </a:lnTo>
                <a:lnTo>
                  <a:pt x="9763" y="5886"/>
                </a:lnTo>
                <a:lnTo>
                  <a:pt x="8203" y="4917"/>
                </a:lnTo>
                <a:lnTo>
                  <a:pt x="5437" y="4050"/>
                </a:lnTo>
                <a:lnTo>
                  <a:pt x="5145" y="527"/>
                </a:lnTo>
                <a:lnTo>
                  <a:pt x="3955" y="0"/>
                </a:lnTo>
                <a:close/>
              </a:path>
            </a:pathLst>
          </a:custGeom>
          <a:solidFill>
            <a:srgbClr val="CBC9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42" name="bg object 2042"/>
          <p:cNvSpPr/>
          <p:nvPr/>
        </p:nvSpPr>
        <p:spPr>
          <a:xfrm>
            <a:off x="2123324" y="4059527"/>
            <a:ext cx="8890" cy="17780"/>
          </a:xfrm>
          <a:custGeom>
            <a:avLst/>
            <a:gdLst/>
            <a:ahLst/>
            <a:cxnLst/>
            <a:rect l="l" t="t" r="r" b="b"/>
            <a:pathLst>
              <a:path w="8889" h="17779">
                <a:moveTo>
                  <a:pt x="2364" y="0"/>
                </a:moveTo>
                <a:lnTo>
                  <a:pt x="1639" y="1371"/>
                </a:lnTo>
                <a:lnTo>
                  <a:pt x="362" y="2710"/>
                </a:lnTo>
                <a:lnTo>
                  <a:pt x="0" y="8621"/>
                </a:lnTo>
                <a:lnTo>
                  <a:pt x="165" y="13152"/>
                </a:lnTo>
                <a:lnTo>
                  <a:pt x="165" y="17667"/>
                </a:lnTo>
                <a:lnTo>
                  <a:pt x="8376" y="17651"/>
                </a:lnTo>
                <a:lnTo>
                  <a:pt x="8416" y="13538"/>
                </a:lnTo>
                <a:lnTo>
                  <a:pt x="4208" y="13530"/>
                </a:lnTo>
                <a:lnTo>
                  <a:pt x="4357" y="8463"/>
                </a:lnTo>
                <a:lnTo>
                  <a:pt x="4531" y="6390"/>
                </a:lnTo>
                <a:lnTo>
                  <a:pt x="3955" y="2876"/>
                </a:lnTo>
                <a:lnTo>
                  <a:pt x="3002" y="1465"/>
                </a:lnTo>
                <a:lnTo>
                  <a:pt x="2364" y="0"/>
                </a:lnTo>
                <a:close/>
              </a:path>
            </a:pathLst>
          </a:custGeom>
          <a:solidFill>
            <a:srgbClr val="AAAA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43" name="bg object 2043"/>
          <p:cNvSpPr/>
          <p:nvPr/>
        </p:nvSpPr>
        <p:spPr>
          <a:xfrm>
            <a:off x="2122126" y="4077195"/>
            <a:ext cx="10160" cy="5715"/>
          </a:xfrm>
          <a:custGeom>
            <a:avLst/>
            <a:gdLst/>
            <a:ahLst/>
            <a:cxnLst/>
            <a:rect l="l" t="t" r="r" b="b"/>
            <a:pathLst>
              <a:path w="10160" h="5714">
                <a:moveTo>
                  <a:pt x="9574" y="0"/>
                </a:moveTo>
                <a:lnTo>
                  <a:pt x="1363" y="0"/>
                </a:lnTo>
                <a:lnTo>
                  <a:pt x="0" y="4121"/>
                </a:lnTo>
                <a:lnTo>
                  <a:pt x="5500" y="5539"/>
                </a:lnTo>
                <a:lnTo>
                  <a:pt x="9606" y="5539"/>
                </a:lnTo>
                <a:lnTo>
                  <a:pt x="9574" y="0"/>
                </a:lnTo>
                <a:close/>
              </a:path>
            </a:pathLst>
          </a:custGeom>
          <a:solidFill>
            <a:srgbClr val="B0AD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44" name="bg object 2044"/>
          <p:cNvSpPr/>
          <p:nvPr/>
        </p:nvSpPr>
        <p:spPr>
          <a:xfrm>
            <a:off x="2122135" y="4082716"/>
            <a:ext cx="14604" cy="30480"/>
          </a:xfrm>
          <a:custGeom>
            <a:avLst/>
            <a:gdLst/>
            <a:ahLst/>
            <a:cxnLst/>
            <a:rect l="l" t="t" r="r" b="b"/>
            <a:pathLst>
              <a:path w="14605" h="30479">
                <a:moveTo>
                  <a:pt x="9590" y="0"/>
                </a:moveTo>
                <a:lnTo>
                  <a:pt x="5492" y="15"/>
                </a:lnTo>
                <a:lnTo>
                  <a:pt x="6028" y="4570"/>
                </a:lnTo>
                <a:lnTo>
                  <a:pt x="2907" y="4200"/>
                </a:lnTo>
                <a:lnTo>
                  <a:pt x="0" y="4121"/>
                </a:lnTo>
                <a:lnTo>
                  <a:pt x="0" y="12356"/>
                </a:lnTo>
                <a:lnTo>
                  <a:pt x="2679" y="12159"/>
                </a:lnTo>
                <a:lnTo>
                  <a:pt x="4310" y="12939"/>
                </a:lnTo>
                <a:lnTo>
                  <a:pt x="3963" y="19472"/>
                </a:lnTo>
                <a:lnTo>
                  <a:pt x="3940" y="22884"/>
                </a:lnTo>
                <a:lnTo>
                  <a:pt x="4294" y="27581"/>
                </a:lnTo>
                <a:lnTo>
                  <a:pt x="5161" y="29716"/>
                </a:lnTo>
                <a:lnTo>
                  <a:pt x="7494" y="30205"/>
                </a:lnTo>
                <a:lnTo>
                  <a:pt x="9330" y="29511"/>
                </a:lnTo>
                <a:lnTo>
                  <a:pt x="11946" y="28258"/>
                </a:lnTo>
                <a:lnTo>
                  <a:pt x="12750" y="27037"/>
                </a:lnTo>
                <a:lnTo>
                  <a:pt x="13703" y="26123"/>
                </a:lnTo>
                <a:lnTo>
                  <a:pt x="13680" y="8037"/>
                </a:lnTo>
                <a:lnTo>
                  <a:pt x="14547" y="4491"/>
                </a:lnTo>
                <a:lnTo>
                  <a:pt x="9669" y="2978"/>
                </a:lnTo>
                <a:lnTo>
                  <a:pt x="9747" y="1079"/>
                </a:lnTo>
                <a:lnTo>
                  <a:pt x="9590" y="0"/>
                </a:lnTo>
                <a:close/>
              </a:path>
            </a:pathLst>
          </a:custGeom>
          <a:solidFill>
            <a:srgbClr val="CBC5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45" name="bg object 2045"/>
          <p:cNvSpPr/>
          <p:nvPr/>
        </p:nvSpPr>
        <p:spPr>
          <a:xfrm>
            <a:off x="2122122" y="4117105"/>
            <a:ext cx="10160" cy="23495"/>
          </a:xfrm>
          <a:custGeom>
            <a:avLst/>
            <a:gdLst/>
            <a:ahLst/>
            <a:cxnLst/>
            <a:rect l="l" t="t" r="r" b="b"/>
            <a:pathLst>
              <a:path w="10160" h="23495">
                <a:moveTo>
                  <a:pt x="0" y="0"/>
                </a:moveTo>
                <a:lnTo>
                  <a:pt x="7" y="23388"/>
                </a:lnTo>
                <a:lnTo>
                  <a:pt x="4113" y="23380"/>
                </a:lnTo>
                <a:lnTo>
                  <a:pt x="4074" y="16966"/>
                </a:lnTo>
                <a:lnTo>
                  <a:pt x="4255" y="10803"/>
                </a:lnTo>
                <a:lnTo>
                  <a:pt x="9653" y="8825"/>
                </a:lnTo>
                <a:lnTo>
                  <a:pt x="7951" y="4759"/>
                </a:lnTo>
                <a:lnTo>
                  <a:pt x="8242" y="1386"/>
                </a:lnTo>
                <a:lnTo>
                  <a:pt x="0" y="0"/>
                </a:lnTo>
                <a:close/>
              </a:path>
            </a:pathLst>
          </a:custGeom>
          <a:solidFill>
            <a:srgbClr val="BEB6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46" name="bg object 2046"/>
          <p:cNvSpPr/>
          <p:nvPr/>
        </p:nvSpPr>
        <p:spPr>
          <a:xfrm>
            <a:off x="2135836" y="4100562"/>
            <a:ext cx="13335" cy="18415"/>
          </a:xfrm>
          <a:custGeom>
            <a:avLst/>
            <a:gdLst/>
            <a:ahLst/>
            <a:cxnLst/>
            <a:rect l="l" t="t" r="r" b="b"/>
            <a:pathLst>
              <a:path w="13335" h="18414">
                <a:moveTo>
                  <a:pt x="4113" y="0"/>
                </a:moveTo>
                <a:lnTo>
                  <a:pt x="31" y="47"/>
                </a:lnTo>
                <a:lnTo>
                  <a:pt x="0" y="8274"/>
                </a:lnTo>
                <a:lnTo>
                  <a:pt x="7" y="17911"/>
                </a:lnTo>
                <a:lnTo>
                  <a:pt x="8242" y="17919"/>
                </a:lnTo>
                <a:lnTo>
                  <a:pt x="11387" y="18305"/>
                </a:lnTo>
                <a:lnTo>
                  <a:pt x="12766" y="16934"/>
                </a:lnTo>
                <a:lnTo>
                  <a:pt x="12356" y="13782"/>
                </a:lnTo>
                <a:lnTo>
                  <a:pt x="6911" y="10835"/>
                </a:lnTo>
                <a:lnTo>
                  <a:pt x="3152" y="6863"/>
                </a:lnTo>
                <a:lnTo>
                  <a:pt x="4137" y="39"/>
                </a:lnTo>
                <a:close/>
              </a:path>
            </a:pathLst>
          </a:custGeom>
          <a:solidFill>
            <a:srgbClr val="B4AD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47" name="bg object 2047"/>
          <p:cNvSpPr/>
          <p:nvPr/>
        </p:nvSpPr>
        <p:spPr>
          <a:xfrm>
            <a:off x="2126196" y="4118492"/>
            <a:ext cx="10160" cy="22225"/>
          </a:xfrm>
          <a:custGeom>
            <a:avLst/>
            <a:gdLst/>
            <a:ahLst/>
            <a:cxnLst/>
            <a:rect l="l" t="t" r="r" b="b"/>
            <a:pathLst>
              <a:path w="10160" h="22225">
                <a:moveTo>
                  <a:pt x="9669" y="0"/>
                </a:moveTo>
                <a:lnTo>
                  <a:pt x="4168" y="0"/>
                </a:lnTo>
                <a:lnTo>
                  <a:pt x="3877" y="3372"/>
                </a:lnTo>
                <a:lnTo>
                  <a:pt x="5579" y="7439"/>
                </a:lnTo>
                <a:lnTo>
                  <a:pt x="181" y="9416"/>
                </a:lnTo>
                <a:lnTo>
                  <a:pt x="0" y="15579"/>
                </a:lnTo>
                <a:lnTo>
                  <a:pt x="47" y="22009"/>
                </a:lnTo>
                <a:lnTo>
                  <a:pt x="4160" y="22001"/>
                </a:lnTo>
                <a:lnTo>
                  <a:pt x="4176" y="16509"/>
                </a:lnTo>
                <a:lnTo>
                  <a:pt x="3766" y="13357"/>
                </a:lnTo>
                <a:lnTo>
                  <a:pt x="5130" y="11978"/>
                </a:lnTo>
                <a:lnTo>
                  <a:pt x="8282" y="12372"/>
                </a:lnTo>
                <a:lnTo>
                  <a:pt x="9669" y="0"/>
                </a:lnTo>
                <a:close/>
              </a:path>
            </a:pathLst>
          </a:custGeom>
          <a:solidFill>
            <a:srgbClr val="B4AA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48" name="bg object 2048"/>
          <p:cNvSpPr/>
          <p:nvPr/>
        </p:nvSpPr>
        <p:spPr>
          <a:xfrm>
            <a:off x="2113889" y="4086825"/>
            <a:ext cx="8255" cy="12700"/>
          </a:xfrm>
          <a:custGeom>
            <a:avLst/>
            <a:gdLst/>
            <a:ahLst/>
            <a:cxnLst/>
            <a:rect l="l" t="t" r="r" b="b"/>
            <a:pathLst>
              <a:path w="8255" h="12700">
                <a:moveTo>
                  <a:pt x="8227" y="0"/>
                </a:moveTo>
                <a:lnTo>
                  <a:pt x="0" y="0"/>
                </a:lnTo>
                <a:lnTo>
                  <a:pt x="354" y="1260"/>
                </a:lnTo>
                <a:lnTo>
                  <a:pt x="464" y="3443"/>
                </a:lnTo>
                <a:lnTo>
                  <a:pt x="4145" y="4412"/>
                </a:lnTo>
                <a:lnTo>
                  <a:pt x="3987" y="6524"/>
                </a:lnTo>
                <a:lnTo>
                  <a:pt x="4365" y="10047"/>
                </a:lnTo>
                <a:lnTo>
                  <a:pt x="5721" y="11071"/>
                </a:lnTo>
                <a:lnTo>
                  <a:pt x="6509" y="12159"/>
                </a:lnTo>
                <a:lnTo>
                  <a:pt x="8242" y="8250"/>
                </a:lnTo>
                <a:lnTo>
                  <a:pt x="8227" y="0"/>
                </a:lnTo>
                <a:close/>
              </a:path>
            </a:pathLst>
          </a:custGeom>
          <a:solidFill>
            <a:srgbClr val="B9B7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49" name="bg object 2049"/>
          <p:cNvSpPr/>
          <p:nvPr/>
        </p:nvSpPr>
        <p:spPr>
          <a:xfrm>
            <a:off x="2122119" y="4081321"/>
            <a:ext cx="6350" cy="6350"/>
          </a:xfrm>
          <a:custGeom>
            <a:avLst/>
            <a:gdLst/>
            <a:ahLst/>
            <a:cxnLst/>
            <a:rect l="l" t="t" r="r" b="b"/>
            <a:pathLst>
              <a:path w="6350" h="6350">
                <a:moveTo>
                  <a:pt x="0" y="0"/>
                </a:moveTo>
                <a:lnTo>
                  <a:pt x="15" y="5516"/>
                </a:lnTo>
                <a:lnTo>
                  <a:pt x="2923" y="5595"/>
                </a:lnTo>
                <a:lnTo>
                  <a:pt x="6044" y="5965"/>
                </a:lnTo>
                <a:lnTo>
                  <a:pt x="5508" y="1410"/>
                </a:lnTo>
                <a:lnTo>
                  <a:pt x="0" y="0"/>
                </a:lnTo>
                <a:close/>
              </a:path>
            </a:pathLst>
          </a:custGeom>
          <a:solidFill>
            <a:srgbClr val="C3BC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50" name="bg object 2050"/>
          <p:cNvSpPr/>
          <p:nvPr/>
        </p:nvSpPr>
        <p:spPr>
          <a:xfrm>
            <a:off x="2112531" y="4121248"/>
            <a:ext cx="6985" cy="10160"/>
          </a:xfrm>
          <a:custGeom>
            <a:avLst/>
            <a:gdLst/>
            <a:ahLst/>
            <a:cxnLst/>
            <a:rect l="l" t="t" r="r" b="b"/>
            <a:pathLst>
              <a:path w="6985" h="10160">
                <a:moveTo>
                  <a:pt x="0" y="0"/>
                </a:moveTo>
                <a:lnTo>
                  <a:pt x="47" y="9613"/>
                </a:lnTo>
                <a:lnTo>
                  <a:pt x="4799" y="8644"/>
                </a:lnTo>
                <a:lnTo>
                  <a:pt x="6847" y="6493"/>
                </a:lnTo>
                <a:lnTo>
                  <a:pt x="4357" y="1796"/>
                </a:lnTo>
                <a:lnTo>
                  <a:pt x="1796" y="1103"/>
                </a:lnTo>
                <a:lnTo>
                  <a:pt x="0" y="0"/>
                </a:lnTo>
                <a:close/>
              </a:path>
            </a:pathLst>
          </a:custGeom>
          <a:solidFill>
            <a:srgbClr val="9C95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51" name="bg object 2051"/>
          <p:cNvSpPr/>
          <p:nvPr/>
        </p:nvSpPr>
        <p:spPr>
          <a:xfrm>
            <a:off x="2160512" y="4194169"/>
            <a:ext cx="8255" cy="10160"/>
          </a:xfrm>
          <a:custGeom>
            <a:avLst/>
            <a:gdLst/>
            <a:ahLst/>
            <a:cxnLst/>
            <a:rect l="l" t="t" r="r" b="b"/>
            <a:pathLst>
              <a:path w="8255" h="10160">
                <a:moveTo>
                  <a:pt x="23" y="0"/>
                </a:moveTo>
                <a:lnTo>
                  <a:pt x="0" y="9637"/>
                </a:lnTo>
                <a:lnTo>
                  <a:pt x="1434" y="8810"/>
                </a:lnTo>
                <a:lnTo>
                  <a:pt x="3790" y="8164"/>
                </a:lnTo>
                <a:lnTo>
                  <a:pt x="4373" y="4271"/>
                </a:lnTo>
                <a:lnTo>
                  <a:pt x="6044" y="4034"/>
                </a:lnTo>
                <a:lnTo>
                  <a:pt x="8242" y="4113"/>
                </a:lnTo>
                <a:lnTo>
                  <a:pt x="8258" y="15"/>
                </a:lnTo>
                <a:lnTo>
                  <a:pt x="23" y="0"/>
                </a:lnTo>
                <a:close/>
              </a:path>
            </a:pathLst>
          </a:custGeom>
          <a:solidFill>
            <a:srgbClr val="ADA6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52" name="bg object 2052"/>
          <p:cNvSpPr/>
          <p:nvPr/>
        </p:nvSpPr>
        <p:spPr>
          <a:xfrm>
            <a:off x="2146596" y="4193302"/>
            <a:ext cx="13970" cy="10795"/>
          </a:xfrm>
          <a:custGeom>
            <a:avLst/>
            <a:gdLst/>
            <a:ahLst/>
            <a:cxnLst/>
            <a:rect l="l" t="t" r="r" b="b"/>
            <a:pathLst>
              <a:path w="13969" h="10795">
                <a:moveTo>
                  <a:pt x="5011" y="0"/>
                </a:moveTo>
                <a:lnTo>
                  <a:pt x="3790" y="4279"/>
                </a:lnTo>
                <a:lnTo>
                  <a:pt x="1552" y="4499"/>
                </a:lnTo>
                <a:lnTo>
                  <a:pt x="244" y="4980"/>
                </a:lnTo>
                <a:lnTo>
                  <a:pt x="0" y="7714"/>
                </a:lnTo>
                <a:lnTo>
                  <a:pt x="843" y="9133"/>
                </a:lnTo>
                <a:lnTo>
                  <a:pt x="7305" y="9275"/>
                </a:lnTo>
                <a:lnTo>
                  <a:pt x="10606" y="10047"/>
                </a:lnTo>
                <a:lnTo>
                  <a:pt x="13916" y="10504"/>
                </a:lnTo>
                <a:lnTo>
                  <a:pt x="13940" y="866"/>
                </a:lnTo>
                <a:lnTo>
                  <a:pt x="9842" y="858"/>
                </a:lnTo>
                <a:lnTo>
                  <a:pt x="7643" y="1087"/>
                </a:lnTo>
                <a:lnTo>
                  <a:pt x="5011" y="0"/>
                </a:lnTo>
                <a:close/>
              </a:path>
            </a:pathLst>
          </a:custGeom>
          <a:solidFill>
            <a:srgbClr val="8E87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53" name="bg object 2053"/>
          <p:cNvSpPr/>
          <p:nvPr/>
        </p:nvSpPr>
        <p:spPr>
          <a:xfrm>
            <a:off x="2138585" y="4144616"/>
            <a:ext cx="10160" cy="10160"/>
          </a:xfrm>
          <a:custGeom>
            <a:avLst/>
            <a:gdLst/>
            <a:ahLst/>
            <a:cxnLst/>
            <a:rect l="l" t="t" r="r" b="b"/>
            <a:pathLst>
              <a:path w="10160" h="10160">
                <a:moveTo>
                  <a:pt x="5500" y="7"/>
                </a:moveTo>
                <a:lnTo>
                  <a:pt x="55" y="0"/>
                </a:lnTo>
                <a:lnTo>
                  <a:pt x="0" y="4129"/>
                </a:lnTo>
                <a:lnTo>
                  <a:pt x="15" y="9629"/>
                </a:lnTo>
                <a:lnTo>
                  <a:pt x="9598" y="9621"/>
                </a:lnTo>
                <a:lnTo>
                  <a:pt x="9574" y="4113"/>
                </a:lnTo>
                <a:lnTo>
                  <a:pt x="6398" y="4562"/>
                </a:lnTo>
                <a:lnTo>
                  <a:pt x="5137" y="3096"/>
                </a:lnTo>
                <a:lnTo>
                  <a:pt x="5500" y="7"/>
                </a:lnTo>
                <a:close/>
              </a:path>
            </a:pathLst>
          </a:custGeom>
          <a:solidFill>
            <a:srgbClr val="A59A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54" name="bg object 2054"/>
          <p:cNvSpPr/>
          <p:nvPr/>
        </p:nvSpPr>
        <p:spPr>
          <a:xfrm>
            <a:off x="2130327" y="4140469"/>
            <a:ext cx="10160" cy="8890"/>
          </a:xfrm>
          <a:custGeom>
            <a:avLst/>
            <a:gdLst/>
            <a:ahLst/>
            <a:cxnLst/>
            <a:rect l="l" t="t" r="r" b="b"/>
            <a:pathLst>
              <a:path w="10160" h="8889">
                <a:moveTo>
                  <a:pt x="4168" y="0"/>
                </a:moveTo>
                <a:lnTo>
                  <a:pt x="31" y="23"/>
                </a:lnTo>
                <a:lnTo>
                  <a:pt x="70" y="8266"/>
                </a:lnTo>
                <a:lnTo>
                  <a:pt x="8258" y="8274"/>
                </a:lnTo>
                <a:lnTo>
                  <a:pt x="8313" y="4145"/>
                </a:lnTo>
                <a:lnTo>
                  <a:pt x="9621" y="55"/>
                </a:lnTo>
                <a:lnTo>
                  <a:pt x="4168" y="0"/>
                </a:lnTo>
                <a:close/>
              </a:path>
            </a:pathLst>
          </a:custGeom>
          <a:solidFill>
            <a:srgbClr val="9084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55" name="bg object 2055"/>
          <p:cNvSpPr/>
          <p:nvPr/>
        </p:nvSpPr>
        <p:spPr>
          <a:xfrm>
            <a:off x="2126243" y="4140478"/>
            <a:ext cx="5080" cy="13335"/>
          </a:xfrm>
          <a:custGeom>
            <a:avLst/>
            <a:gdLst/>
            <a:ahLst/>
            <a:cxnLst/>
            <a:rect l="l" t="t" r="r" b="b"/>
            <a:pathLst>
              <a:path w="5080" h="13335">
                <a:moveTo>
                  <a:pt x="4082" y="0"/>
                </a:moveTo>
                <a:lnTo>
                  <a:pt x="0" y="23"/>
                </a:lnTo>
                <a:lnTo>
                  <a:pt x="15" y="12419"/>
                </a:lnTo>
                <a:lnTo>
                  <a:pt x="3175" y="12813"/>
                </a:lnTo>
                <a:lnTo>
                  <a:pt x="4499" y="11371"/>
                </a:lnTo>
                <a:lnTo>
                  <a:pt x="4152" y="8258"/>
                </a:lnTo>
                <a:lnTo>
                  <a:pt x="4082" y="0"/>
                </a:lnTo>
                <a:close/>
              </a:path>
            </a:pathLst>
          </a:custGeom>
          <a:solidFill>
            <a:srgbClr val="A6A1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56" name="bg object 2056"/>
          <p:cNvSpPr/>
          <p:nvPr/>
        </p:nvSpPr>
        <p:spPr>
          <a:xfrm>
            <a:off x="2148159" y="4143244"/>
            <a:ext cx="8890" cy="15240"/>
          </a:xfrm>
          <a:custGeom>
            <a:avLst/>
            <a:gdLst/>
            <a:ahLst/>
            <a:cxnLst/>
            <a:rect l="l" t="t" r="r" b="b"/>
            <a:pathLst>
              <a:path w="8889" h="15239">
                <a:moveTo>
                  <a:pt x="6658" y="0"/>
                </a:moveTo>
                <a:lnTo>
                  <a:pt x="4168" y="1379"/>
                </a:lnTo>
                <a:lnTo>
                  <a:pt x="4468" y="4405"/>
                </a:lnTo>
                <a:lnTo>
                  <a:pt x="4476" y="7139"/>
                </a:lnTo>
                <a:lnTo>
                  <a:pt x="94" y="5539"/>
                </a:lnTo>
                <a:lnTo>
                  <a:pt x="23" y="10993"/>
                </a:lnTo>
                <a:lnTo>
                  <a:pt x="39" y="15138"/>
                </a:lnTo>
                <a:lnTo>
                  <a:pt x="8274" y="15145"/>
                </a:lnTo>
                <a:lnTo>
                  <a:pt x="8313" y="10985"/>
                </a:lnTo>
                <a:lnTo>
                  <a:pt x="8290" y="8518"/>
                </a:lnTo>
                <a:lnTo>
                  <a:pt x="8384" y="6028"/>
                </a:lnTo>
                <a:lnTo>
                  <a:pt x="8030" y="906"/>
                </a:lnTo>
                <a:lnTo>
                  <a:pt x="6658" y="0"/>
                </a:lnTo>
                <a:close/>
              </a:path>
            </a:pathLst>
          </a:custGeom>
          <a:solidFill>
            <a:srgbClr val="8172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57" name="bg object 2057"/>
          <p:cNvSpPr/>
          <p:nvPr/>
        </p:nvSpPr>
        <p:spPr>
          <a:xfrm>
            <a:off x="2156430" y="4162524"/>
            <a:ext cx="5080" cy="14604"/>
          </a:xfrm>
          <a:custGeom>
            <a:avLst/>
            <a:gdLst/>
            <a:ahLst/>
            <a:cxnLst/>
            <a:rect l="l" t="t" r="r" b="b"/>
            <a:pathLst>
              <a:path w="5080" h="14604">
                <a:moveTo>
                  <a:pt x="4137" y="0"/>
                </a:moveTo>
                <a:lnTo>
                  <a:pt x="15" y="0"/>
                </a:lnTo>
                <a:lnTo>
                  <a:pt x="0" y="13743"/>
                </a:lnTo>
                <a:lnTo>
                  <a:pt x="3128" y="14145"/>
                </a:lnTo>
                <a:lnTo>
                  <a:pt x="4515" y="12781"/>
                </a:lnTo>
                <a:lnTo>
                  <a:pt x="4129" y="9629"/>
                </a:lnTo>
                <a:lnTo>
                  <a:pt x="4137" y="0"/>
                </a:lnTo>
                <a:close/>
              </a:path>
            </a:pathLst>
          </a:custGeom>
          <a:solidFill>
            <a:srgbClr val="978D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58" name="bg object 2058"/>
          <p:cNvSpPr/>
          <p:nvPr/>
        </p:nvSpPr>
        <p:spPr>
          <a:xfrm>
            <a:off x="2138983" y="4095093"/>
            <a:ext cx="15240" cy="19685"/>
          </a:xfrm>
          <a:custGeom>
            <a:avLst/>
            <a:gdLst/>
            <a:ahLst/>
            <a:cxnLst/>
            <a:rect l="l" t="t" r="r" b="b"/>
            <a:pathLst>
              <a:path w="15239" h="19685">
                <a:moveTo>
                  <a:pt x="6028" y="0"/>
                </a:moveTo>
                <a:lnTo>
                  <a:pt x="3412" y="5610"/>
                </a:lnTo>
                <a:lnTo>
                  <a:pt x="1899" y="5413"/>
                </a:lnTo>
                <a:lnTo>
                  <a:pt x="992" y="5508"/>
                </a:lnTo>
                <a:lnTo>
                  <a:pt x="0" y="12332"/>
                </a:lnTo>
                <a:lnTo>
                  <a:pt x="3766" y="16304"/>
                </a:lnTo>
                <a:lnTo>
                  <a:pt x="9212" y="19251"/>
                </a:lnTo>
                <a:lnTo>
                  <a:pt x="9684" y="15461"/>
                </a:lnTo>
                <a:lnTo>
                  <a:pt x="9889" y="11607"/>
                </a:lnTo>
                <a:lnTo>
                  <a:pt x="11063" y="6847"/>
                </a:lnTo>
                <a:lnTo>
                  <a:pt x="13333" y="6264"/>
                </a:lnTo>
                <a:lnTo>
                  <a:pt x="14681" y="5453"/>
                </a:lnTo>
                <a:lnTo>
                  <a:pt x="14673" y="1394"/>
                </a:lnTo>
                <a:lnTo>
                  <a:pt x="10614" y="1497"/>
                </a:lnTo>
                <a:lnTo>
                  <a:pt x="6028" y="0"/>
                </a:lnTo>
                <a:close/>
              </a:path>
            </a:pathLst>
          </a:custGeom>
          <a:solidFill>
            <a:srgbClr val="A69F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59" name="bg object 2059"/>
          <p:cNvSpPr/>
          <p:nvPr/>
        </p:nvSpPr>
        <p:spPr>
          <a:xfrm>
            <a:off x="2131699" y="4073053"/>
            <a:ext cx="10160" cy="11430"/>
          </a:xfrm>
          <a:custGeom>
            <a:avLst/>
            <a:gdLst/>
            <a:ahLst/>
            <a:cxnLst/>
            <a:rect l="l" t="t" r="r" b="b"/>
            <a:pathLst>
              <a:path w="10160" h="11429">
                <a:moveTo>
                  <a:pt x="9629" y="0"/>
                </a:moveTo>
                <a:lnTo>
                  <a:pt x="39" y="7"/>
                </a:lnTo>
                <a:lnTo>
                  <a:pt x="0" y="4121"/>
                </a:lnTo>
                <a:lnTo>
                  <a:pt x="31" y="9645"/>
                </a:lnTo>
                <a:lnTo>
                  <a:pt x="8250" y="11024"/>
                </a:lnTo>
                <a:close/>
              </a:path>
            </a:pathLst>
          </a:custGeom>
          <a:solidFill>
            <a:srgbClr val="BAB6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60" name="bg object 2060"/>
          <p:cNvSpPr/>
          <p:nvPr/>
        </p:nvSpPr>
        <p:spPr>
          <a:xfrm>
            <a:off x="2131724" y="4082715"/>
            <a:ext cx="8255" cy="18415"/>
          </a:xfrm>
          <a:custGeom>
            <a:avLst/>
            <a:gdLst/>
            <a:ahLst/>
            <a:cxnLst/>
            <a:rect l="l" t="t" r="r" b="b"/>
            <a:pathLst>
              <a:path w="8255" h="18414">
                <a:moveTo>
                  <a:pt x="0" y="0"/>
                </a:moveTo>
                <a:lnTo>
                  <a:pt x="165" y="1079"/>
                </a:lnTo>
                <a:lnTo>
                  <a:pt x="78" y="2978"/>
                </a:lnTo>
                <a:lnTo>
                  <a:pt x="4964" y="4491"/>
                </a:lnTo>
                <a:lnTo>
                  <a:pt x="4089" y="8037"/>
                </a:lnTo>
                <a:lnTo>
                  <a:pt x="4145" y="17896"/>
                </a:lnTo>
                <a:lnTo>
                  <a:pt x="8227" y="17848"/>
                </a:lnTo>
                <a:lnTo>
                  <a:pt x="8227" y="1363"/>
                </a:lnTo>
                <a:lnTo>
                  <a:pt x="0" y="0"/>
                </a:lnTo>
                <a:close/>
              </a:path>
            </a:pathLst>
          </a:custGeom>
          <a:solidFill>
            <a:srgbClr val="C3BC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61" name="bg object 2061"/>
          <p:cNvSpPr/>
          <p:nvPr/>
        </p:nvSpPr>
        <p:spPr>
          <a:xfrm>
            <a:off x="2138640" y="4118483"/>
            <a:ext cx="10160" cy="26670"/>
          </a:xfrm>
          <a:custGeom>
            <a:avLst/>
            <a:gdLst/>
            <a:ahLst/>
            <a:cxnLst/>
            <a:rect l="l" t="t" r="r" b="b"/>
            <a:pathLst>
              <a:path w="10160" h="26670">
                <a:moveTo>
                  <a:pt x="5437" y="0"/>
                </a:moveTo>
                <a:lnTo>
                  <a:pt x="1331" y="0"/>
                </a:lnTo>
                <a:lnTo>
                  <a:pt x="1308" y="22041"/>
                </a:lnTo>
                <a:lnTo>
                  <a:pt x="0" y="26131"/>
                </a:lnTo>
                <a:lnTo>
                  <a:pt x="5445" y="26146"/>
                </a:lnTo>
                <a:lnTo>
                  <a:pt x="5445" y="22789"/>
                </a:lnTo>
                <a:lnTo>
                  <a:pt x="5579" y="19424"/>
                </a:lnTo>
                <a:lnTo>
                  <a:pt x="5264" y="12970"/>
                </a:lnTo>
                <a:lnTo>
                  <a:pt x="6840" y="12159"/>
                </a:lnTo>
                <a:lnTo>
                  <a:pt x="9519" y="12403"/>
                </a:lnTo>
                <a:lnTo>
                  <a:pt x="9535" y="8234"/>
                </a:lnTo>
                <a:lnTo>
                  <a:pt x="6934" y="8455"/>
                </a:lnTo>
                <a:lnTo>
                  <a:pt x="5193" y="7762"/>
                </a:lnTo>
                <a:lnTo>
                  <a:pt x="5547" y="3104"/>
                </a:lnTo>
                <a:lnTo>
                  <a:pt x="5445" y="1552"/>
                </a:lnTo>
                <a:lnTo>
                  <a:pt x="5437" y="0"/>
                </a:lnTo>
                <a:close/>
              </a:path>
            </a:pathLst>
          </a:custGeom>
          <a:solidFill>
            <a:srgbClr val="B0A2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62" name="bg object 2062"/>
          <p:cNvSpPr/>
          <p:nvPr/>
        </p:nvSpPr>
        <p:spPr>
          <a:xfrm>
            <a:off x="2151779" y="4122614"/>
            <a:ext cx="10795" cy="14604"/>
          </a:xfrm>
          <a:custGeom>
            <a:avLst/>
            <a:gdLst/>
            <a:ahLst/>
            <a:cxnLst/>
            <a:rect l="l" t="t" r="r" b="b"/>
            <a:pathLst>
              <a:path w="10794" h="14604">
                <a:moveTo>
                  <a:pt x="10149" y="0"/>
                </a:moveTo>
                <a:lnTo>
                  <a:pt x="6036" y="7"/>
                </a:lnTo>
                <a:lnTo>
                  <a:pt x="6036" y="1560"/>
                </a:lnTo>
                <a:lnTo>
                  <a:pt x="5855" y="3144"/>
                </a:lnTo>
                <a:lnTo>
                  <a:pt x="6666" y="9141"/>
                </a:lnTo>
                <a:lnTo>
                  <a:pt x="4294" y="10102"/>
                </a:lnTo>
                <a:lnTo>
                  <a:pt x="559" y="9613"/>
                </a:lnTo>
                <a:lnTo>
                  <a:pt x="0" y="14491"/>
                </a:lnTo>
                <a:lnTo>
                  <a:pt x="3443" y="13625"/>
                </a:lnTo>
                <a:lnTo>
                  <a:pt x="9440" y="13932"/>
                </a:lnTo>
                <a:lnTo>
                  <a:pt x="10315" y="12364"/>
                </a:lnTo>
                <a:lnTo>
                  <a:pt x="10055" y="7785"/>
                </a:lnTo>
                <a:lnTo>
                  <a:pt x="10149" y="5949"/>
                </a:lnTo>
                <a:lnTo>
                  <a:pt x="10149" y="4129"/>
                </a:lnTo>
                <a:lnTo>
                  <a:pt x="10149" y="0"/>
                </a:lnTo>
                <a:close/>
              </a:path>
            </a:pathLst>
          </a:custGeom>
          <a:solidFill>
            <a:srgbClr val="A49B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63" name="bg object 2063"/>
          <p:cNvSpPr/>
          <p:nvPr/>
        </p:nvSpPr>
        <p:spPr>
          <a:xfrm>
            <a:off x="2152331" y="4122618"/>
            <a:ext cx="6350" cy="10160"/>
          </a:xfrm>
          <a:custGeom>
            <a:avLst/>
            <a:gdLst/>
            <a:ahLst/>
            <a:cxnLst/>
            <a:rect l="l" t="t" r="r" b="b"/>
            <a:pathLst>
              <a:path w="6350" h="10160">
                <a:moveTo>
                  <a:pt x="5484" y="0"/>
                </a:moveTo>
                <a:lnTo>
                  <a:pt x="1323" y="15"/>
                </a:lnTo>
                <a:lnTo>
                  <a:pt x="0" y="9613"/>
                </a:lnTo>
                <a:lnTo>
                  <a:pt x="3743" y="10102"/>
                </a:lnTo>
                <a:lnTo>
                  <a:pt x="6115" y="9141"/>
                </a:lnTo>
                <a:lnTo>
                  <a:pt x="5303" y="3144"/>
                </a:lnTo>
                <a:lnTo>
                  <a:pt x="5484" y="1560"/>
                </a:lnTo>
                <a:lnTo>
                  <a:pt x="5484" y="0"/>
                </a:lnTo>
                <a:close/>
              </a:path>
            </a:pathLst>
          </a:custGeom>
          <a:solidFill>
            <a:srgbClr val="ACA2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64" name="bg object 2064"/>
          <p:cNvSpPr/>
          <p:nvPr/>
        </p:nvSpPr>
        <p:spPr>
          <a:xfrm>
            <a:off x="2143721" y="4130639"/>
            <a:ext cx="5080" cy="19050"/>
          </a:xfrm>
          <a:custGeom>
            <a:avLst/>
            <a:gdLst/>
            <a:ahLst/>
            <a:cxnLst/>
            <a:rect l="l" t="t" r="r" b="b"/>
            <a:pathLst>
              <a:path w="5080" h="19050">
                <a:moveTo>
                  <a:pt x="1757" y="0"/>
                </a:moveTo>
                <a:lnTo>
                  <a:pt x="181" y="819"/>
                </a:lnTo>
                <a:lnTo>
                  <a:pt x="496" y="7273"/>
                </a:lnTo>
                <a:lnTo>
                  <a:pt x="362" y="10630"/>
                </a:lnTo>
                <a:lnTo>
                  <a:pt x="362" y="13987"/>
                </a:lnTo>
                <a:lnTo>
                  <a:pt x="0" y="17076"/>
                </a:lnTo>
                <a:lnTo>
                  <a:pt x="1260" y="18542"/>
                </a:lnTo>
                <a:lnTo>
                  <a:pt x="4436" y="18085"/>
                </a:lnTo>
                <a:lnTo>
                  <a:pt x="4436" y="244"/>
                </a:lnTo>
                <a:lnTo>
                  <a:pt x="1757" y="0"/>
                </a:lnTo>
                <a:close/>
              </a:path>
            </a:pathLst>
          </a:custGeom>
          <a:solidFill>
            <a:srgbClr val="B6AB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65" name="bg object 2065"/>
          <p:cNvSpPr/>
          <p:nvPr/>
        </p:nvSpPr>
        <p:spPr>
          <a:xfrm>
            <a:off x="2148243" y="4144628"/>
            <a:ext cx="4445" cy="6350"/>
          </a:xfrm>
          <a:custGeom>
            <a:avLst/>
            <a:gdLst/>
            <a:ahLst/>
            <a:cxnLst/>
            <a:rect l="l" t="t" r="r" b="b"/>
            <a:pathLst>
              <a:path w="4444" h="6350">
                <a:moveTo>
                  <a:pt x="4089" y="0"/>
                </a:moveTo>
                <a:lnTo>
                  <a:pt x="0" y="0"/>
                </a:lnTo>
                <a:lnTo>
                  <a:pt x="7" y="4152"/>
                </a:lnTo>
                <a:lnTo>
                  <a:pt x="4389" y="5752"/>
                </a:lnTo>
                <a:lnTo>
                  <a:pt x="4389" y="3018"/>
                </a:lnTo>
                <a:lnTo>
                  <a:pt x="4089" y="0"/>
                </a:lnTo>
                <a:close/>
              </a:path>
            </a:pathLst>
          </a:custGeom>
          <a:solidFill>
            <a:srgbClr val="887C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66" name="bg object 2066"/>
          <p:cNvSpPr/>
          <p:nvPr/>
        </p:nvSpPr>
        <p:spPr>
          <a:xfrm>
            <a:off x="2160559" y="4162511"/>
            <a:ext cx="6350" cy="10160"/>
          </a:xfrm>
          <a:custGeom>
            <a:avLst/>
            <a:gdLst/>
            <a:ahLst/>
            <a:cxnLst/>
            <a:rect l="l" t="t" r="r" b="b"/>
            <a:pathLst>
              <a:path w="6350" h="10160">
                <a:moveTo>
                  <a:pt x="5484" y="0"/>
                </a:moveTo>
                <a:lnTo>
                  <a:pt x="7" y="15"/>
                </a:lnTo>
                <a:lnTo>
                  <a:pt x="0" y="9645"/>
                </a:lnTo>
                <a:lnTo>
                  <a:pt x="3727" y="10102"/>
                </a:lnTo>
                <a:lnTo>
                  <a:pt x="6130" y="9149"/>
                </a:lnTo>
                <a:lnTo>
                  <a:pt x="5311" y="3144"/>
                </a:lnTo>
                <a:lnTo>
                  <a:pt x="5484" y="1560"/>
                </a:lnTo>
                <a:lnTo>
                  <a:pt x="5484" y="0"/>
                </a:lnTo>
                <a:close/>
              </a:path>
            </a:pathLst>
          </a:custGeom>
          <a:solidFill>
            <a:srgbClr val="A096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67" name="bg object 2067"/>
          <p:cNvSpPr/>
          <p:nvPr/>
        </p:nvSpPr>
        <p:spPr>
          <a:xfrm>
            <a:off x="2134482" y="4118486"/>
            <a:ext cx="5715" cy="12700"/>
          </a:xfrm>
          <a:custGeom>
            <a:avLst/>
            <a:gdLst/>
            <a:ahLst/>
            <a:cxnLst/>
            <a:rect l="l" t="t" r="r" b="b"/>
            <a:pathLst>
              <a:path w="5714" h="12700">
                <a:moveTo>
                  <a:pt x="5492" y="0"/>
                </a:moveTo>
                <a:lnTo>
                  <a:pt x="1379" y="7"/>
                </a:lnTo>
                <a:lnTo>
                  <a:pt x="0" y="12372"/>
                </a:lnTo>
                <a:lnTo>
                  <a:pt x="5476" y="12372"/>
                </a:lnTo>
                <a:lnTo>
                  <a:pt x="5492" y="0"/>
                </a:lnTo>
                <a:close/>
              </a:path>
            </a:pathLst>
          </a:custGeom>
          <a:solidFill>
            <a:srgbClr val="AAA3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68" name="bg object 2068"/>
          <p:cNvSpPr/>
          <p:nvPr/>
        </p:nvSpPr>
        <p:spPr>
          <a:xfrm>
            <a:off x="2129964" y="4130468"/>
            <a:ext cx="10160" cy="10160"/>
          </a:xfrm>
          <a:custGeom>
            <a:avLst/>
            <a:gdLst/>
            <a:ahLst/>
            <a:cxnLst/>
            <a:rect l="l" t="t" r="r" b="b"/>
            <a:pathLst>
              <a:path w="10160" h="10160">
                <a:moveTo>
                  <a:pt x="1363" y="0"/>
                </a:moveTo>
                <a:lnTo>
                  <a:pt x="0" y="1379"/>
                </a:lnTo>
                <a:lnTo>
                  <a:pt x="409" y="4531"/>
                </a:lnTo>
                <a:lnTo>
                  <a:pt x="4082" y="4609"/>
                </a:lnTo>
                <a:lnTo>
                  <a:pt x="4657" y="7045"/>
                </a:lnTo>
                <a:lnTo>
                  <a:pt x="4531" y="10007"/>
                </a:lnTo>
                <a:lnTo>
                  <a:pt x="9984" y="10055"/>
                </a:lnTo>
                <a:lnTo>
                  <a:pt x="9992" y="394"/>
                </a:lnTo>
                <a:lnTo>
                  <a:pt x="4515" y="394"/>
                </a:lnTo>
                <a:lnTo>
                  <a:pt x="1363" y="0"/>
                </a:lnTo>
                <a:close/>
              </a:path>
            </a:pathLst>
          </a:custGeom>
          <a:solidFill>
            <a:srgbClr val="AA9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69" name="bg object 2069"/>
          <p:cNvSpPr/>
          <p:nvPr/>
        </p:nvSpPr>
        <p:spPr>
          <a:xfrm>
            <a:off x="2130362" y="4135000"/>
            <a:ext cx="4445" cy="5715"/>
          </a:xfrm>
          <a:custGeom>
            <a:avLst/>
            <a:gdLst/>
            <a:ahLst/>
            <a:cxnLst/>
            <a:rect l="l" t="t" r="r" b="b"/>
            <a:pathLst>
              <a:path w="4444" h="5714">
                <a:moveTo>
                  <a:pt x="7" y="0"/>
                </a:moveTo>
                <a:lnTo>
                  <a:pt x="0" y="5492"/>
                </a:lnTo>
                <a:lnTo>
                  <a:pt x="1371" y="5492"/>
                </a:lnTo>
                <a:lnTo>
                  <a:pt x="4129" y="5468"/>
                </a:lnTo>
                <a:lnTo>
                  <a:pt x="4255" y="2513"/>
                </a:lnTo>
                <a:lnTo>
                  <a:pt x="3687" y="78"/>
                </a:lnTo>
                <a:lnTo>
                  <a:pt x="7" y="0"/>
                </a:lnTo>
                <a:close/>
              </a:path>
            </a:pathLst>
          </a:custGeom>
          <a:solidFill>
            <a:srgbClr val="9E92C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070" name="bg object 207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87579" y="5911530"/>
            <a:ext cx="278205" cy="948816"/>
          </a:xfrm>
          <a:prstGeom prst="rect">
            <a:avLst/>
          </a:prstGeom>
        </p:spPr>
      </p:pic>
      <p:pic>
        <p:nvPicPr>
          <p:cNvPr id="2071" name="bg object 207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590799" y="3443140"/>
            <a:ext cx="401142" cy="903919"/>
          </a:xfrm>
          <a:prstGeom prst="rect">
            <a:avLst/>
          </a:prstGeom>
        </p:spPr>
      </p:pic>
      <p:pic>
        <p:nvPicPr>
          <p:cNvPr id="2072" name="bg object 207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685189" y="5215909"/>
            <a:ext cx="307660" cy="970349"/>
          </a:xfrm>
          <a:prstGeom prst="rect">
            <a:avLst/>
          </a:prstGeom>
        </p:spPr>
      </p:pic>
      <p:pic>
        <p:nvPicPr>
          <p:cNvPr id="2073" name="bg object 207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9143" y="749043"/>
            <a:ext cx="5219839" cy="2745664"/>
          </a:xfrm>
          <a:prstGeom prst="rect">
            <a:avLst/>
          </a:prstGeom>
        </p:spPr>
      </p:pic>
      <p:pic>
        <p:nvPicPr>
          <p:cNvPr id="2074" name="bg object 2074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0866120" y="4592923"/>
            <a:ext cx="268519" cy="798655"/>
          </a:xfrm>
          <a:prstGeom prst="rect">
            <a:avLst/>
          </a:prstGeom>
        </p:spPr>
      </p:pic>
      <p:pic>
        <p:nvPicPr>
          <p:cNvPr id="2075" name="bg object 2075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1379666" y="3827653"/>
            <a:ext cx="906217" cy="1101445"/>
          </a:xfrm>
          <a:prstGeom prst="rect">
            <a:avLst/>
          </a:prstGeom>
        </p:spPr>
      </p:pic>
      <p:pic>
        <p:nvPicPr>
          <p:cNvPr id="2076" name="bg object 2076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9262469" y="3998895"/>
            <a:ext cx="413860" cy="1161894"/>
          </a:xfrm>
          <a:prstGeom prst="rect">
            <a:avLst/>
          </a:prstGeom>
        </p:spPr>
      </p:pic>
      <p:pic>
        <p:nvPicPr>
          <p:cNvPr id="2077" name="bg object 2077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0040722" y="3655954"/>
            <a:ext cx="266853" cy="803512"/>
          </a:xfrm>
          <a:prstGeom prst="rect">
            <a:avLst/>
          </a:prstGeom>
        </p:spPr>
      </p:pic>
      <p:pic>
        <p:nvPicPr>
          <p:cNvPr id="2078" name="bg object 2078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323779" y="567177"/>
            <a:ext cx="4963018" cy="3579250"/>
          </a:xfrm>
          <a:prstGeom prst="rect">
            <a:avLst/>
          </a:prstGeom>
        </p:spPr>
      </p:pic>
      <p:pic>
        <p:nvPicPr>
          <p:cNvPr id="2079" name="bg object 2079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1439762" y="5401104"/>
            <a:ext cx="317845" cy="1002472"/>
          </a:xfrm>
          <a:prstGeom prst="rect">
            <a:avLst/>
          </a:prstGeom>
        </p:spPr>
      </p:pic>
      <p:pic>
        <p:nvPicPr>
          <p:cNvPr id="2080" name="bg object 2080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4307845" y="15735715"/>
            <a:ext cx="3161359" cy="2480130"/>
          </a:xfrm>
          <a:prstGeom prst="rect">
            <a:avLst/>
          </a:prstGeom>
        </p:spPr>
      </p:pic>
      <p:pic>
        <p:nvPicPr>
          <p:cNvPr id="2081" name="bg object 2081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-71" y="9011789"/>
            <a:ext cx="2006146" cy="2157309"/>
          </a:xfrm>
          <a:prstGeom prst="rect">
            <a:avLst/>
          </a:prstGeom>
        </p:spPr>
      </p:pic>
      <p:pic>
        <p:nvPicPr>
          <p:cNvPr id="2082" name="bg object 2082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0072396" y="12117916"/>
            <a:ext cx="2214562" cy="1982869"/>
          </a:xfrm>
          <a:prstGeom prst="rect">
            <a:avLst/>
          </a:prstGeom>
        </p:spPr>
      </p:pic>
      <p:pic>
        <p:nvPicPr>
          <p:cNvPr id="2083" name="bg object 2083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7395192" y="19026088"/>
            <a:ext cx="241754" cy="319902"/>
          </a:xfrm>
          <a:prstGeom prst="rect">
            <a:avLst/>
          </a:prstGeom>
        </p:spPr>
      </p:pic>
      <p:pic>
        <p:nvPicPr>
          <p:cNvPr id="2084" name="bg object 2084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5187034" y="19065107"/>
            <a:ext cx="325098" cy="430180"/>
          </a:xfrm>
          <a:prstGeom prst="rect">
            <a:avLst/>
          </a:prstGeom>
        </p:spPr>
      </p:pic>
      <p:pic>
        <p:nvPicPr>
          <p:cNvPr id="2085" name="bg object 2085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8139614" y="16584431"/>
            <a:ext cx="325098" cy="430180"/>
          </a:xfrm>
          <a:prstGeom prst="rect">
            <a:avLst/>
          </a:prstGeom>
        </p:spPr>
      </p:pic>
      <p:pic>
        <p:nvPicPr>
          <p:cNvPr id="2086" name="bg object 2086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0165948" y="16533059"/>
            <a:ext cx="424801" cy="56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07581" y="6142299"/>
            <a:ext cx="7071359" cy="17894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50" b="0" i="1">
                <a:solidFill>
                  <a:srgbClr val="7B84C0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577447" y="8801658"/>
            <a:ext cx="7132354" cy="5832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rgbClr val="80B1E0"/>
                </a:solidFill>
                <a:latin typeface="Georgia" panose="02040502050405020303"/>
                <a:cs typeface="Georgia" panose="02040502050405020303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77665" y="18696814"/>
            <a:ext cx="3931920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14362" y="18696814"/>
            <a:ext cx="2826067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46820" y="18696814"/>
            <a:ext cx="2826067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78277" y="5556537"/>
            <a:ext cx="4998720" cy="382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879600" algn="l"/>
              </a:tabLst>
            </a:pPr>
            <a:r>
              <a:rPr sz="2400" spc="135" dirty="0">
                <a:solidFill>
                  <a:srgbClr val="80B1E0"/>
                </a:solidFill>
                <a:latin typeface="思源宋体 CN Heavy" panose="02020900000000000000" charset="-122"/>
                <a:ea typeface="思源宋体 CN Heavy" panose="02020900000000000000" charset="-122"/>
                <a:cs typeface="Georgia" panose="02040502050405020303"/>
              </a:rPr>
              <a:t>PLEASE</a:t>
            </a:r>
            <a:r>
              <a:rPr sz="2400" dirty="0">
                <a:solidFill>
                  <a:srgbClr val="80B1E0"/>
                </a:solidFill>
                <a:latin typeface="思源宋体 CN Heavy" panose="02020900000000000000" charset="-122"/>
                <a:ea typeface="思源宋体 CN Heavy" panose="02020900000000000000" charset="-122"/>
                <a:cs typeface="Georgia" panose="02040502050405020303"/>
              </a:rPr>
              <a:t>	</a:t>
            </a:r>
            <a:r>
              <a:rPr sz="2400" spc="50" dirty="0">
                <a:solidFill>
                  <a:srgbClr val="80B1E0"/>
                </a:solidFill>
                <a:latin typeface="思源宋体 CN Heavy" panose="02020900000000000000" charset="-122"/>
                <a:ea typeface="思源宋体 CN Heavy" panose="02020900000000000000" charset="-122"/>
                <a:cs typeface="Georgia" panose="02040502050405020303"/>
              </a:rPr>
              <a:t>JOIN</a:t>
            </a:r>
            <a:r>
              <a:rPr sz="2400" spc="25" dirty="0">
                <a:solidFill>
                  <a:srgbClr val="80B1E0"/>
                </a:solidFill>
                <a:latin typeface="思源宋体 CN Heavy" panose="02020900000000000000" charset="-122"/>
                <a:ea typeface="思源宋体 CN Heavy" panose="02020900000000000000" charset="-122"/>
                <a:cs typeface="Georgia" panose="02040502050405020303"/>
              </a:rPr>
              <a:t>  </a:t>
            </a:r>
            <a:r>
              <a:rPr sz="2400" spc="170" dirty="0">
                <a:solidFill>
                  <a:srgbClr val="80B1E0"/>
                </a:solidFill>
                <a:latin typeface="思源宋体 CN Heavy" panose="02020900000000000000" charset="-122"/>
                <a:ea typeface="思源宋体 CN Heavy" panose="02020900000000000000" charset="-122"/>
                <a:cs typeface="Georgia" panose="02040502050405020303"/>
              </a:rPr>
              <a:t>US</a:t>
            </a:r>
            <a:r>
              <a:rPr sz="2400" spc="30" dirty="0">
                <a:solidFill>
                  <a:srgbClr val="80B1E0"/>
                </a:solidFill>
                <a:latin typeface="思源宋体 CN Heavy" panose="02020900000000000000" charset="-122"/>
                <a:ea typeface="思源宋体 CN Heavy" panose="02020900000000000000" charset="-122"/>
                <a:cs typeface="Georgia" panose="02040502050405020303"/>
              </a:rPr>
              <a:t>  </a:t>
            </a:r>
            <a:r>
              <a:rPr sz="2400" spc="155" dirty="0">
                <a:solidFill>
                  <a:srgbClr val="80B1E0"/>
                </a:solidFill>
                <a:latin typeface="思源宋体 CN Heavy" panose="02020900000000000000" charset="-122"/>
                <a:ea typeface="思源宋体 CN Heavy" panose="02020900000000000000" charset="-122"/>
                <a:cs typeface="Georgia" panose="02040502050405020303"/>
              </a:rPr>
              <a:t>FOR</a:t>
            </a:r>
            <a:r>
              <a:rPr sz="2400" spc="30" dirty="0">
                <a:solidFill>
                  <a:srgbClr val="80B1E0"/>
                </a:solidFill>
                <a:latin typeface="思源宋体 CN Heavy" panose="02020900000000000000" charset="-122"/>
                <a:ea typeface="思源宋体 CN Heavy" panose="02020900000000000000" charset="-122"/>
                <a:cs typeface="Georgia" panose="02040502050405020303"/>
              </a:rPr>
              <a:t>  </a:t>
            </a:r>
            <a:r>
              <a:rPr sz="2400" spc="200" dirty="0">
                <a:solidFill>
                  <a:srgbClr val="80B1E0"/>
                </a:solidFill>
                <a:latin typeface="思源宋体 CN Heavy" panose="02020900000000000000" charset="-122"/>
                <a:ea typeface="思源宋体 CN Heavy" panose="02020900000000000000" charset="-122"/>
                <a:cs typeface="Georgia" panose="02040502050405020303"/>
              </a:rPr>
              <a:t>A</a:t>
            </a:r>
            <a:endParaRPr sz="2400">
              <a:latin typeface="思源宋体 CN Heavy" panose="02020900000000000000" charset="-122"/>
              <a:ea typeface="思源宋体 CN Heavy" panose="02020900000000000000" charset="-122"/>
              <a:cs typeface="Georgia" panose="02040502050405020303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393950" y="6142355"/>
            <a:ext cx="7493000" cy="178498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0" spc="100" dirty="0">
                <a:solidFill>
                  <a:srgbClr val="7B84C0"/>
                </a:solidFill>
                <a:uFillTx/>
                <a:latin typeface="Arizonia" panose="02000507060000020003" charset="0"/>
                <a:cs typeface="Arizonia" panose="02000507060000020003" charset="0"/>
              </a:rPr>
              <a:t>Baby</a:t>
            </a:r>
            <a:r>
              <a:rPr lang="en-US" sz="11500" spc="100" dirty="0">
                <a:solidFill>
                  <a:srgbClr val="7B84C0"/>
                </a:solidFill>
                <a:uFillTx/>
                <a:latin typeface="Arizonia" panose="02000507060000020003" charset="0"/>
                <a:cs typeface="Arizonia" panose="02000507060000020003" charset="0"/>
              </a:rPr>
              <a:t> </a:t>
            </a:r>
            <a:r>
              <a:rPr sz="11500" spc="100" dirty="0">
                <a:solidFill>
                  <a:srgbClr val="7B84C0"/>
                </a:solidFill>
                <a:uFillTx/>
                <a:latin typeface="Arizonia" panose="02000507060000020003" charset="0"/>
                <a:cs typeface="Arizonia" panose="02000507060000020003" charset="0"/>
              </a:rPr>
              <a:t>Shower</a:t>
            </a:r>
            <a:endParaRPr sz="11500" spc="100" dirty="0">
              <a:solidFill>
                <a:srgbClr val="7B84C0"/>
              </a:solidFill>
              <a:uFillTx/>
              <a:latin typeface="Arizonia" panose="02000507060000020003" charset="0"/>
              <a:cs typeface="Arizonia" panose="02000507060000020003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2006600" y="8801735"/>
            <a:ext cx="7880350" cy="2243455"/>
          </a:xfrm>
          <a:prstGeom prst="rect">
            <a:avLst/>
          </a:prstGeom>
        </p:spPr>
        <p:txBody>
          <a:bodyPr vert="horz" wrap="square" lIns="0" tIns="13335" rIns="0" bIns="0" rtlCol="0">
            <a:noAutofit/>
          </a:bodyPr>
          <a:lstStyle/>
          <a:p>
            <a:pPr marL="78740" algn="ctr">
              <a:lnSpc>
                <a:spcPts val="2925"/>
              </a:lnSpc>
              <a:spcBef>
                <a:spcPts val="105"/>
              </a:spcBef>
            </a:pPr>
            <a:r>
              <a:rPr spc="150" dirty="0">
                <a:latin typeface="思源宋体 CN Heavy" panose="02020900000000000000" charset="-122"/>
                <a:ea typeface="思源宋体 CN Heavy" panose="02020900000000000000" charset="-122"/>
              </a:rPr>
              <a:t>IN</a:t>
            </a:r>
            <a:r>
              <a:rPr spc="25" dirty="0">
                <a:latin typeface="思源宋体 CN Heavy" panose="02020900000000000000" charset="-122"/>
                <a:ea typeface="思源宋体 CN Heavy" panose="02020900000000000000" charset="-122"/>
              </a:rPr>
              <a:t>  </a:t>
            </a:r>
            <a:r>
              <a:rPr spc="150" dirty="0">
                <a:latin typeface="思源宋体 CN Heavy" panose="02020900000000000000" charset="-122"/>
                <a:ea typeface="思源宋体 CN Heavy" panose="02020900000000000000" charset="-122"/>
              </a:rPr>
              <a:t>HONOR</a:t>
            </a:r>
            <a:r>
              <a:rPr spc="30" dirty="0">
                <a:latin typeface="思源宋体 CN Heavy" panose="02020900000000000000" charset="-122"/>
                <a:ea typeface="思源宋体 CN Heavy" panose="02020900000000000000" charset="-122"/>
              </a:rPr>
              <a:t>  </a:t>
            </a:r>
            <a:r>
              <a:rPr spc="130" dirty="0">
                <a:latin typeface="思源宋体 CN Heavy" panose="02020900000000000000" charset="-122"/>
                <a:ea typeface="思源宋体 CN Heavy" panose="02020900000000000000" charset="-122"/>
              </a:rPr>
              <a:t>OF</a:t>
            </a:r>
            <a:endParaRPr spc="130" dirty="0">
              <a:latin typeface="思源宋体 CN Heavy" panose="02020900000000000000" charset="-122"/>
              <a:ea typeface="思源宋体 CN Heavy" panose="02020900000000000000" charset="-122"/>
            </a:endParaRPr>
          </a:p>
          <a:p>
            <a:pPr marL="9525" algn="ctr">
              <a:lnSpc>
                <a:spcPts val="13305"/>
              </a:lnSpc>
            </a:pPr>
            <a:r>
              <a:rPr sz="11550" i="1" spc="-125" dirty="0">
                <a:solidFill>
                  <a:srgbClr val="7B84C0"/>
                </a:solidFill>
                <a:latin typeface="Arizonia" panose="02000507060000020003" charset="0"/>
                <a:cs typeface="Arizonia" panose="02000507060000020003" charset="0"/>
              </a:rPr>
              <a:t>A</a:t>
            </a:r>
            <a:r>
              <a:rPr sz="11500" i="1" spc="100" dirty="0">
                <a:solidFill>
                  <a:srgbClr val="7B84C0"/>
                </a:solidFill>
                <a:latin typeface="Arizonia" panose="02000507060000020003" charset="0"/>
                <a:cs typeface="Arizonia" panose="02000507060000020003" charset="0"/>
              </a:rPr>
              <a:t>ngel Jones</a:t>
            </a:r>
            <a:endParaRPr sz="11500" spc="100">
              <a:latin typeface="Arizonia" panose="02000507060000020003" charset="0"/>
              <a:cs typeface="Arizonia" panose="02000507060000020003" charset="0"/>
            </a:endParaRPr>
          </a:p>
          <a:p>
            <a:pPr marL="960755" marR="861695" algn="ctr">
              <a:lnSpc>
                <a:spcPct val="100000"/>
              </a:lnSpc>
              <a:spcBef>
                <a:spcPts val="9730"/>
              </a:spcBef>
            </a:pPr>
            <a:endParaRPr sz="11500" spc="100">
              <a:latin typeface="思源宋体 CN Heavy" panose="02020900000000000000" charset="-122"/>
              <a:ea typeface="思源宋体 CN Heavy" panose="02020900000000000000" charset="-122"/>
              <a:cs typeface="Times New Roman" panose="02020603050405020304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948305" y="14014450"/>
            <a:ext cx="6391275" cy="17335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sz="4000" i="1" u="none" strike="noStrike" kern="0" cap="none" spc="100" normalizeH="0" dirty="0">
                <a:solidFill>
                  <a:srgbClr val="7B84C0"/>
                </a:solidFill>
                <a:latin typeface="Parisienne" panose="03020507000000020002" charset="0"/>
                <a:cs typeface="Parisienne" panose="03020507000000020002" charset="0"/>
                <a:sym typeface="+mn-ea"/>
              </a:rPr>
              <a:t>Lorem </a:t>
            </a:r>
            <a:r>
              <a:rPr sz="4000" i="1" u="none" strike="noStrike" kern="0" cap="none" spc="100" normalizeH="0" dirty="0">
                <a:solidFill>
                  <a:srgbClr val="7B84C0"/>
                </a:solidFill>
                <a:latin typeface="Parisienne" panose="03020507000000020002" charset="0"/>
                <a:cs typeface="Parisienne" panose="03020507000000020002" charset="0"/>
                <a:sym typeface="+mn-ea"/>
              </a:rPr>
              <a:t>ipsum dolor </a:t>
            </a:r>
            <a:r>
              <a:rPr sz="4000" i="1" u="none" strike="noStrike" kern="0" cap="none" spc="100" normalizeH="0" dirty="0">
                <a:solidFill>
                  <a:srgbClr val="7B84C0"/>
                </a:solidFill>
                <a:latin typeface="Parisienne" panose="03020507000000020002" charset="0"/>
                <a:cs typeface="Parisienne" panose="03020507000000020002" charset="0"/>
                <a:sym typeface="+mn-ea"/>
              </a:rPr>
              <a:t>sit amet, consectelur</a:t>
            </a:r>
            <a:r>
              <a:rPr sz="4000" i="1" u="none" strike="noStrike" kern="0" cap="none" spc="100" normalizeH="0" dirty="0">
                <a:solidFill>
                  <a:srgbClr val="7B84C0"/>
                </a:solidFill>
                <a:latin typeface="Parisienne" panose="03020507000000020002" charset="0"/>
                <a:cs typeface="Parisienne" panose="03020507000000020002" charset="0"/>
                <a:sym typeface="+mn-ea"/>
              </a:rPr>
              <a:t> adipi elit</a:t>
            </a:r>
            <a:endParaRPr sz="4000" u="none" strike="noStrike" kern="0" cap="none" spc="100" normalizeH="0">
              <a:latin typeface="Parisienne" panose="03020507000000020002" charset="0"/>
              <a:cs typeface="Parisienne" panose="03020507000000020002" charset="0"/>
            </a:endParaRPr>
          </a:p>
          <a:p>
            <a:pPr algn="ctr"/>
            <a:endParaRPr lang="zh-CN" altLang="en-US" sz="4000" u="none" strike="noStrike" kern="0" cap="none" spc="100" normalizeH="0">
              <a:latin typeface="Parisienne" panose="03020507000000020002" charset="0"/>
              <a:cs typeface="Parisienne" panose="03020507000000020002" charset="0"/>
            </a:endParaRPr>
          </a:p>
        </p:txBody>
      </p:sp>
      <p:sp>
        <p:nvSpPr>
          <p:cNvPr id="11" name="object 4"/>
          <p:cNvSpPr txBox="1">
            <a:spLocks noGrp="1"/>
          </p:cNvSpPr>
          <p:nvPr/>
        </p:nvSpPr>
        <p:spPr>
          <a:xfrm>
            <a:off x="3168650" y="12566650"/>
            <a:ext cx="5995035" cy="1194435"/>
          </a:xfrm>
          <a:prstGeom prst="rect">
            <a:avLst/>
          </a:prstGeom>
        </p:spPr>
        <p:txBody>
          <a:bodyPr vert="horz" wrap="square" lIns="0" tIns="13335" rIns="0" bIns="0" rtlCol="0">
            <a:noAutofit/>
          </a:bodyPr>
          <a:lstStyle>
            <a:lvl1pPr marL="0">
              <a:defRPr sz="2900" b="0" i="0">
                <a:solidFill>
                  <a:srgbClr val="80B1E0"/>
                </a:solidFill>
                <a:latin typeface="Georgia" panose="02040502050405020303"/>
                <a:ea typeface="+mn-ea"/>
                <a:cs typeface="Georgia" panose="02040502050405020303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78740" algn="ctr">
              <a:lnSpc>
                <a:spcPts val="2925"/>
              </a:lnSpc>
              <a:spcBef>
                <a:spcPts val="105"/>
              </a:spcBef>
            </a:pPr>
            <a:r>
              <a:rPr sz="2800" spc="220" dirty="0">
                <a:latin typeface="思源宋体 CN Heavy" panose="02020900000000000000" charset="-122"/>
                <a:ea typeface="思源宋体 CN Heavy" panose="02020900000000000000" charset="-122"/>
              </a:rPr>
              <a:t>AUGUST</a:t>
            </a:r>
            <a:r>
              <a:rPr sz="2800" spc="35" dirty="0">
                <a:latin typeface="思源宋体 CN Heavy" panose="02020900000000000000" charset="-122"/>
                <a:ea typeface="思源宋体 CN Heavy" panose="02020900000000000000" charset="-122"/>
              </a:rPr>
              <a:t>  </a:t>
            </a:r>
            <a:r>
              <a:rPr sz="2800" spc="330" dirty="0">
                <a:latin typeface="思源宋体 CN Heavy" panose="02020900000000000000" charset="-122"/>
                <a:ea typeface="思源宋体 CN Heavy" panose="02020900000000000000" charset="-122"/>
              </a:rPr>
              <a:t>21th</a:t>
            </a:r>
            <a:r>
              <a:rPr sz="2800" spc="30" dirty="0">
                <a:latin typeface="思源宋体 CN Heavy" panose="02020900000000000000" charset="-122"/>
                <a:ea typeface="思源宋体 CN Heavy" panose="02020900000000000000" charset="-122"/>
              </a:rPr>
              <a:t>  </a:t>
            </a:r>
            <a:r>
              <a:rPr sz="2800" spc="295" dirty="0">
                <a:latin typeface="思源宋体 CN Heavy" panose="02020900000000000000" charset="-122"/>
                <a:ea typeface="思源宋体 CN Heavy" panose="02020900000000000000" charset="-122"/>
              </a:rPr>
              <a:t>AT</a:t>
            </a:r>
            <a:r>
              <a:rPr sz="2800" spc="35" dirty="0">
                <a:latin typeface="思源宋体 CN Heavy" panose="02020900000000000000" charset="-122"/>
                <a:ea typeface="思源宋体 CN Heavy" panose="02020900000000000000" charset="-122"/>
              </a:rPr>
              <a:t>  </a:t>
            </a:r>
            <a:r>
              <a:rPr sz="2800" spc="130" dirty="0">
                <a:latin typeface="思源宋体 CN Heavy" panose="02020900000000000000" charset="-122"/>
                <a:ea typeface="思源宋体 CN Heavy" panose="02020900000000000000" charset="-122"/>
              </a:rPr>
              <a:t>4</a:t>
            </a:r>
            <a:r>
              <a:rPr sz="2800" spc="35" dirty="0">
                <a:latin typeface="思源宋体 CN Heavy" panose="02020900000000000000" charset="-122"/>
                <a:ea typeface="思源宋体 CN Heavy" panose="02020900000000000000" charset="-122"/>
              </a:rPr>
              <a:t>  </a:t>
            </a:r>
            <a:r>
              <a:rPr sz="2800" spc="220" dirty="0">
                <a:latin typeface="思源宋体 CN Heavy" panose="02020900000000000000" charset="-122"/>
                <a:ea typeface="思源宋体 CN Heavy" panose="02020900000000000000" charset="-122"/>
              </a:rPr>
              <a:t>PM </a:t>
            </a:r>
            <a:r>
              <a:rPr sz="2800" spc="229" dirty="0">
                <a:latin typeface="思源宋体 CN Heavy" panose="02020900000000000000" charset="-122"/>
                <a:ea typeface="思源宋体 CN Heavy" panose="02020900000000000000" charset="-122"/>
              </a:rPr>
              <a:t>YOUR</a:t>
            </a:r>
            <a:r>
              <a:rPr sz="2800" spc="30" dirty="0">
                <a:latin typeface="思源宋体 CN Heavy" panose="02020900000000000000" charset="-122"/>
                <a:ea typeface="思源宋体 CN Heavy" panose="02020900000000000000" charset="-122"/>
              </a:rPr>
              <a:t>  </a:t>
            </a:r>
            <a:r>
              <a:rPr sz="2800" spc="175" dirty="0">
                <a:latin typeface="思源宋体 CN Heavy" panose="02020900000000000000" charset="-122"/>
                <a:ea typeface="思源宋体 CN Heavy" panose="02020900000000000000" charset="-122"/>
              </a:rPr>
              <a:t>PLACE</a:t>
            </a:r>
            <a:endParaRPr sz="2800">
              <a:latin typeface="思源宋体 CN Heavy" panose="02020900000000000000" charset="-122"/>
              <a:ea typeface="思源宋体 CN Heavy" panose="02020900000000000000" charset="-122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</Words>
  <Application>WPS 演示</Application>
  <PresentationFormat>On-screen Show (4:3)</PresentationFormat>
  <Paragraphs>13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7" baseType="lpstr">
      <vt:lpstr>Arial</vt:lpstr>
      <vt:lpstr>宋体</vt:lpstr>
      <vt:lpstr>Wingdings</vt:lpstr>
      <vt:lpstr>Arial</vt:lpstr>
      <vt:lpstr>Georgia</vt:lpstr>
      <vt:lpstr>Times New Roman</vt:lpstr>
      <vt:lpstr>微软雅黑</vt:lpstr>
      <vt:lpstr>Arial Unicode MS</vt:lpstr>
      <vt:lpstr>Calibri</vt:lpstr>
      <vt:lpstr>Arizonia</vt:lpstr>
      <vt:lpstr>Parisienne</vt:lpstr>
      <vt:lpstr>SoukouMincho</vt:lpstr>
      <vt:lpstr>Great Sejagad</vt:lpstr>
      <vt:lpstr>High Empathy</vt:lpstr>
      <vt:lpstr>Hotel Lorint -demo version-</vt:lpstr>
      <vt:lpstr>Impact</vt:lpstr>
      <vt:lpstr>钟齐志莽行书</vt:lpstr>
      <vt:lpstr>庞门正道标题体免费版</vt:lpstr>
      <vt:lpstr>平方公子体</vt:lpstr>
      <vt:lpstr>平方迎风体</vt:lpstr>
      <vt:lpstr>庞门正道粗书体</vt:lpstr>
      <vt:lpstr>平方相思体</vt:lpstr>
      <vt:lpstr>平方手书体</vt:lpstr>
      <vt:lpstr>平方赖江湖飞扬体</vt:lpstr>
      <vt:lpstr>云峰静龙行书</vt:lpstr>
      <vt:lpstr>一点明体异体CP</vt:lpstr>
      <vt:lpstr>一点明体</vt:lpstr>
      <vt:lpstr>一点明体CP</vt:lpstr>
      <vt:lpstr>南西初夏宋</vt:lpstr>
      <vt:lpstr>字体传奇南安体-免费商用</vt:lpstr>
      <vt:lpstr>字体家AI造字吉草</vt:lpstr>
      <vt:lpstr>字体视界法棍体拼音版</vt:lpstr>
      <vt:lpstr>字玩哥特黑白无常 免费 超黑</vt:lpstr>
      <vt:lpstr>小箱子荣耀体</vt:lpstr>
      <vt:lpstr>平方战狼体</vt:lpstr>
      <vt:lpstr>檎风黑体 Alt JP</vt:lpstr>
      <vt:lpstr>檎风黑体 Alt MN</vt:lpstr>
      <vt:lpstr>檎风黑体 Alt TC Heavy</vt:lpstr>
      <vt:lpstr>檎风黑体 Alt HC Medium</vt:lpstr>
      <vt:lpstr>檎风黑体 Alt HC</vt:lpstr>
      <vt:lpstr>檎风黑体 Alt HC Heavy</vt:lpstr>
      <vt:lpstr>思源宋体 CN Heavy</vt:lpstr>
      <vt:lpstr>一点明体异体</vt:lpstr>
      <vt:lpstr>三极行楷简体-粗</vt:lpstr>
      <vt:lpstr>Bigbesty</vt:lpstr>
      <vt:lpstr>仿宋</vt:lpstr>
      <vt:lpstr>全字庫說文解字</vt:lpstr>
      <vt:lpstr>品如手写体</vt:lpstr>
      <vt:lpstr>司源赢宋</vt:lpstr>
      <vt:lpstr>字体家AI造字艺空</vt:lpstr>
      <vt:lpstr>平方上上谦体</vt:lpstr>
      <vt:lpstr>思源宋体 CN Medium</vt:lpstr>
      <vt:lpstr>思源宋体 CN ExtraLight</vt:lpstr>
      <vt:lpstr>思源宋体 CN Light</vt:lpstr>
      <vt:lpstr>思源宋體 TW</vt:lpstr>
      <vt:lpstr>思源宋体 CN SemiBold</vt:lpstr>
      <vt:lpstr>思源宋體 TW Light</vt:lpstr>
      <vt:lpstr>手书体</vt:lpstr>
      <vt:lpstr>文泉驿微米黑</vt:lpstr>
      <vt:lpstr>思源黑體 Heavy</vt:lpstr>
      <vt:lpstr>文泉驿点阵宋体12px</vt:lpstr>
      <vt:lpstr>未来熒黑Compressed ExtraBold</vt:lpstr>
      <vt:lpstr>未来熒黑Compressed Thin</vt:lpstr>
      <vt:lpstr>未来熒黑Condensed ExtraBold</vt:lpstr>
      <vt:lpstr>未来熒黑Extended</vt:lpstr>
      <vt:lpstr>檎风黑体 Alt GB</vt:lpstr>
      <vt:lpstr>檎风黑体 Alt GB Light</vt:lpstr>
      <vt:lpstr>檎风黑体 Alt JP Light</vt:lpstr>
      <vt:lpstr>檎风黑体 Alt JP Heavy</vt:lpstr>
      <vt:lpstr>江城知音体 400W</vt:lpstr>
      <vt:lpstr>江城正义体 600W</vt:lpstr>
      <vt:lpstr>江城黑体 Italic 600W</vt:lpstr>
      <vt:lpstr>檎风黑体 TC Heavy</vt:lpstr>
      <vt:lpstr>GenYoMin JP Heavy</vt:lpstr>
      <vt:lpstr>GRATY SANS</vt:lpstr>
      <vt:lpstr>HarmonyOS Sans Light</vt:lpstr>
      <vt:lpstr>HarmonyOS Sans Thin</vt:lpstr>
      <vt:lpstr>HarmonyOS Sans Black</vt:lpstr>
      <vt:lpstr>HoloLens MDL2 Assets</vt:lpstr>
      <vt:lpstr>Harshita</vt:lpstr>
      <vt:lpstr>I AM TELEFONO</vt:lpstr>
      <vt:lpstr>Italiana</vt:lpstr>
      <vt:lpstr>JakAs</vt:lpstr>
      <vt:lpstr>Jolly Sweater</vt:lpstr>
      <vt:lpstr>Jufatti</vt:lpstr>
      <vt:lpstr>Sansita Swashed Black</vt:lpstr>
      <vt:lpstr>Sansita Swashed</vt:lpstr>
      <vt:lpstr>Sansita Swashed Light</vt:lpstr>
      <vt:lpstr>鼎猎珠海体</vt:lpstr>
      <vt:lpstr>12×16莫妮卡圆像素</vt:lpstr>
      <vt:lpstr>黑体</vt:lpstr>
      <vt:lpstr>阿里巴巴普惠体 M</vt:lpstr>
      <vt:lpstr>阿里巴巴普惠体 2.0 75 SemiBold</vt:lpstr>
      <vt:lpstr>长坂点宋 12</vt:lpstr>
      <vt:lpstr>联盟起艺卢帅正锐黑体</vt:lpstr>
      <vt:lpstr>花園肉丸-Medium</vt:lpstr>
      <vt:lpstr>阿里巴巴普惠体 2.0 55 Regular</vt:lpstr>
      <vt:lpstr>猫啃网故障宋</vt:lpstr>
      <vt:lpstr>甜橙点阵体</vt:lpstr>
      <vt:lpstr>瑞美加张清平硬笔行书</vt:lpstr>
      <vt:lpstr>站酷快乐体 </vt:lpstr>
      <vt:lpstr>站酷高端黑</vt:lpstr>
      <vt:lpstr>江城黑体 Italic 200W</vt:lpstr>
      <vt:lpstr>江城黑体 Italic 500W</vt:lpstr>
      <vt:lpstr>江城黑体 500W</vt:lpstr>
      <vt:lpstr>昆明海鸥体</vt:lpstr>
      <vt:lpstr>新宋体</vt:lpstr>
      <vt:lpstr>未来熒黑Compressed</vt:lpstr>
      <vt:lpstr>未来熒黑Compressed Book</vt:lpstr>
      <vt:lpstr>思源黑体 CN Light</vt:lpstr>
      <vt:lpstr>思源宋体 CN</vt:lpstr>
      <vt:lpstr>微软雅黑 Light</vt:lpstr>
      <vt:lpstr>思源宋體 TW Heavy</vt:lpstr>
      <vt:lpstr>Gen</vt:lpstr>
      <vt:lpstr>Highwind</vt:lpstr>
      <vt:lpstr>Office Theme</vt:lpstr>
      <vt:lpstr>Baby Shower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Baby Shower</dc:title>
  <dc:creator/>
  <cp:lastModifiedBy>Administrator</cp:lastModifiedBy>
  <cp:revision>3</cp:revision>
  <dcterms:created xsi:type="dcterms:W3CDTF">2026-04-16T08:26:45Z</dcterms:created>
  <dcterms:modified xsi:type="dcterms:W3CDTF">2026-04-16T08:33:15Z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2026-04-03T08:00:00Z</vt:filetime>
  </property>
  <property fmtid="{D5CDD505-2E9C-101B-9397-08002B2CF9AE}" pid="4" name="Creator">
    <vt:lpwstr>Adobe Illustrator 29.4 (Windows)</vt:lpwstr>
  </property>
  <property fmtid="{D5CDD505-2E9C-101B-9397-08002B2CF9AE}" pid="5" name="LastSaved">
    <vt:filetime>2026-04-16T08:00:00Z</vt:filetime>
  </property>
  <property fmtid="{D5CDD505-2E9C-101B-9397-08002B2CF9AE}" pid="6" name="Producer">
    <vt:lpwstr>Adobe PDF library 17.00</vt:lpwstr>
  </property>
  <property fmtid="{D5CDD505-2E9C-101B-9397-08002B2CF9AE}" pid="7" name="KSOProductBuildVer">
    <vt:lpwstr>2052-12.1.0.25225</vt:lpwstr>
  </property>
  <property fmtid="{D5CDD505-2E9C-101B-9397-08002B2CF9AE}" pid="8" name="ICV">
    <vt:lpwstr>C3972756B23F4A8EA24ED02FA306AF27_13</vt:lpwstr>
  </property>
</Properties>
</file>