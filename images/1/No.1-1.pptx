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Great Vibes" panose="02000507080000020002" charset="0"/>
      <p:regular r:id="rId7"/>
    </p:embeddedFont>
    <p:embeddedFont>
      <p:font typeface="Candara" panose="020E0502030303020204"/>
      <p:regular r:id="rId8"/>
      <p:bold r:id="rId9"/>
      <p:italic r:id="rId10"/>
      <p:boldItalic r:id="rId11"/>
    </p:embeddedFont>
    <p:embeddedFont>
      <p:font typeface="Lucida Sans Unicode" panose="020B0602030504020204"/>
      <p:regular r:id="rId12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2191" y="-2214"/>
            <a:ext cx="12290564" cy="201086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362" y="804164"/>
            <a:ext cx="1105852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2410" y="15405735"/>
            <a:ext cx="5299710" cy="982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300" i="1" u="none" strike="noStrike" kern="0" cap="none" spc="100" normalizeH="0" dirty="0">
                <a:solidFill>
                  <a:srgbClr val="B29E7F"/>
                </a:solidFill>
                <a:uFillTx/>
                <a:latin typeface="Great Vibes" panose="02000507080000020002" charset="0"/>
                <a:cs typeface="Great Vibes" panose="02000507080000020002" charset="0"/>
              </a:rPr>
              <a:t>reception</a:t>
            </a:r>
            <a:r>
              <a:rPr sz="6300" i="1" u="none" strike="noStrike" kern="0" cap="none" spc="100" normalizeH="0" dirty="0">
                <a:solidFill>
                  <a:srgbClr val="B29E7F"/>
                </a:solidFill>
                <a:uFillTx/>
                <a:latin typeface="Great Vibes" panose="02000507080000020002" charset="0"/>
                <a:cs typeface="Great Vibes" panose="02000507080000020002" charset="0"/>
              </a:rPr>
              <a:t> to follow</a:t>
            </a:r>
            <a:endParaRPr sz="6300" i="1" u="none" strike="noStrike" kern="0" cap="none" spc="100" normalizeH="0" dirty="0">
              <a:solidFill>
                <a:srgbClr val="B29E7F"/>
              </a:solidFill>
              <a:uFillTx/>
              <a:latin typeface="Great Vibes" panose="02000507080000020002" charset="0"/>
              <a:cs typeface="Great Vibes" panose="0200050708000002000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25291" y="12421099"/>
            <a:ext cx="90805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AT</a:t>
            </a:r>
            <a:r>
              <a:rPr sz="1750" b="1" spc="28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75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5</a:t>
            </a:r>
            <a:r>
              <a:rPr sz="1750" b="1" spc="28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750" b="1" spc="9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PM</a:t>
            </a:r>
            <a:endParaRPr sz="175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4918" y="12421099"/>
            <a:ext cx="100393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8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MONDAY</a:t>
            </a:r>
            <a:endParaRPr sz="175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5" name="object 5"/>
          <p:cNvSpPr txBox="1"/>
          <p:nvPr/>
        </p:nvSpPr>
        <p:spPr>
          <a:xfrm rot="21360000">
            <a:off x="2441575" y="5360670"/>
            <a:ext cx="7567930" cy="212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70"/>
              </a:lnSpc>
            </a:pPr>
            <a:r>
              <a:rPr sz="19100" i="1" u="none" strike="noStrike" kern="0" cap="none" spc="1300" normalizeH="0" dirty="0">
                <a:solidFill>
                  <a:srgbClr val="B29E7F"/>
                </a:solidFill>
                <a:uFillTx/>
                <a:latin typeface="Great Vibes" panose="02000507080000020002" charset="0"/>
                <a:cs typeface="Great Vibes" panose="02000507080000020002" charset="0"/>
              </a:rPr>
              <a:t>Tumijo</a:t>
            </a:r>
            <a:endParaRPr sz="19100" i="1" u="none" strike="noStrike" kern="0" cap="none" spc="1300" normalizeH="0" dirty="0">
              <a:solidFill>
                <a:srgbClr val="B29E7F"/>
              </a:solidFill>
              <a:uFillTx/>
              <a:latin typeface="Great Vibes" panose="02000507080000020002" charset="0"/>
              <a:cs typeface="Great Vibes" panose="02000507080000020002" charset="0"/>
            </a:endParaRPr>
          </a:p>
        </p:txBody>
      </p:sp>
      <p:sp>
        <p:nvSpPr>
          <p:cNvPr id="6" name="object 6"/>
          <p:cNvSpPr txBox="1"/>
          <p:nvPr/>
        </p:nvSpPr>
        <p:spPr>
          <a:xfrm rot="21360000">
            <a:off x="2319020" y="8101330"/>
            <a:ext cx="7494270" cy="2111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465"/>
              </a:lnSpc>
            </a:pPr>
            <a:r>
              <a:rPr sz="19100" i="1" u="none" strike="noStrike" kern="0" cap="none" spc="1360" normalizeH="0" dirty="0">
                <a:solidFill>
                  <a:srgbClr val="B29E7F"/>
                </a:solidFill>
                <a:uFillTx/>
                <a:latin typeface="Great Vibes" panose="02000507080000020002" charset="0"/>
                <a:cs typeface="Great Vibes" panose="02000507080000020002" charset="0"/>
              </a:rPr>
              <a:t>Susana</a:t>
            </a:r>
            <a:endParaRPr sz="19100" i="1" u="none" strike="noStrike" kern="0" cap="none" spc="1360" normalizeH="0" dirty="0">
              <a:solidFill>
                <a:srgbClr val="B29E7F"/>
              </a:solidFill>
              <a:uFillTx/>
              <a:latin typeface="Great Vibes" panose="02000507080000020002" charset="0"/>
              <a:cs typeface="Great Vibes" panose="02000507080000020002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0517" y="7313042"/>
            <a:ext cx="967105" cy="48640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3900" baseline="1000" dirty="0">
                <a:solidFill>
                  <a:srgbClr val="444445"/>
                </a:solidFill>
                <a:latin typeface="Lucida Sans Unicode" panose="020B0602030504020204"/>
                <a:cs typeface="Lucida Sans Unicode" panose="020B0602030504020204"/>
              </a:rPr>
              <a:t>A</a:t>
            </a:r>
            <a:r>
              <a:rPr sz="3900" spc="-52" baseline="1000" dirty="0">
                <a:solidFill>
                  <a:srgbClr val="444445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3900" spc="82" baseline="1000" dirty="0">
                <a:solidFill>
                  <a:srgbClr val="444445"/>
                </a:solidFill>
                <a:latin typeface="Lucida Sans Unicode" panose="020B0602030504020204"/>
                <a:cs typeface="Lucida Sans Unicode" panose="020B0602030504020204"/>
              </a:rPr>
              <a:t>N</a:t>
            </a:r>
            <a:r>
              <a:rPr sz="3900" spc="-44" baseline="1000" dirty="0">
                <a:solidFill>
                  <a:srgbClr val="444445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600" spc="-60" dirty="0">
                <a:solidFill>
                  <a:srgbClr val="444445"/>
                </a:solidFill>
                <a:latin typeface="Lucida Sans Unicode" panose="020B0602030504020204"/>
                <a:cs typeface="Lucida Sans Unicode" panose="020B0602030504020204"/>
              </a:rPr>
              <a:t>D</a:t>
            </a:r>
            <a:endParaRPr sz="2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9210" y="3386885"/>
            <a:ext cx="4271010" cy="97853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T</a:t>
            </a:r>
            <a:r>
              <a:rPr sz="2200" b="1" spc="21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O</a:t>
            </a:r>
            <a:r>
              <a:rPr sz="2200" b="1" spc="23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G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E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T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H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E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spc="-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R</a:t>
            </a:r>
            <a:endParaRPr sz="2200">
              <a:latin typeface="Candara" panose="020E0502030303020204"/>
              <a:cs typeface="Candara" panose="020E0502030303020204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  <a:tabLst>
                <a:tab pos="1169670" algn="l"/>
                <a:tab pos="2486660" algn="l"/>
              </a:tabLst>
            </a:pP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W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I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T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spc="-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H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	T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H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E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I</a:t>
            </a:r>
            <a:r>
              <a:rPr sz="2200" b="1" spc="21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spc="-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R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	F</a:t>
            </a:r>
            <a:r>
              <a:rPr sz="2200" b="1" spc="16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A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M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I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L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I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E</a:t>
            </a:r>
            <a:r>
              <a:rPr sz="2200" b="1" spc="22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2200" b="1" spc="-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S</a:t>
            </a:r>
            <a:endParaRPr sz="220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8960" y="11740260"/>
            <a:ext cx="839469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10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MARCH</a:t>
            </a:r>
            <a:endParaRPr sz="175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1112" y="13024786"/>
            <a:ext cx="3136265" cy="1289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750" b="1" spc="10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2021</a:t>
            </a:r>
            <a:endParaRPr sz="1750">
              <a:latin typeface="Candara" panose="020E0502030303020204"/>
              <a:cs typeface="Candara" panose="020E0502030303020204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750">
              <a:latin typeface="Candara" panose="020E0502030303020204"/>
              <a:cs typeface="Candara" panose="020E0502030303020204"/>
            </a:endParaRPr>
          </a:p>
          <a:p>
            <a:pPr marL="12065" marR="5080" algn="ctr">
              <a:lnSpc>
                <a:spcPct val="136000"/>
              </a:lnSpc>
            </a:pPr>
            <a:r>
              <a:rPr sz="1600" b="1" spc="8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401</a:t>
            </a:r>
            <a:r>
              <a:rPr sz="1600" b="1" spc="24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600" b="1" spc="10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YOUR</a:t>
            </a:r>
            <a:r>
              <a:rPr sz="1600" b="1" spc="2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600" b="1" spc="7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CITY,</a:t>
            </a:r>
            <a:r>
              <a:rPr sz="1600" b="1" spc="24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600" b="1" spc="10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YOUR</a:t>
            </a:r>
            <a:r>
              <a:rPr sz="1600" b="1" spc="2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600" b="1" spc="10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DISTRIC, </a:t>
            </a:r>
            <a:r>
              <a:rPr sz="1600" b="1" spc="10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YOUR</a:t>
            </a:r>
            <a:r>
              <a:rPr sz="1600" b="1" spc="25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 </a:t>
            </a:r>
            <a:r>
              <a:rPr sz="1600" b="1" spc="114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COUNTRY</a:t>
            </a:r>
            <a:endParaRPr sz="160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89631" y="11920668"/>
            <a:ext cx="893444" cy="1133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250" b="1" spc="480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1</a:t>
            </a:r>
            <a:r>
              <a:rPr sz="7250" b="1" spc="-25" dirty="0">
                <a:solidFill>
                  <a:srgbClr val="7C7C80"/>
                </a:solidFill>
                <a:latin typeface="Candara" panose="020E0502030303020204"/>
                <a:cs typeface="Candara" panose="020E0502030303020204"/>
              </a:rPr>
              <a:t>8</a:t>
            </a:r>
            <a:endParaRPr sz="7250">
              <a:latin typeface="Candara" panose="020E0502030303020204"/>
              <a:cs typeface="Candara" panose="020E0502030303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97250" y="10567035"/>
            <a:ext cx="6075045" cy="7429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800" spc="7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ARE</a:t>
            </a:r>
            <a:r>
              <a:rPr sz="1800" spc="16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0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DELIGHTED</a:t>
            </a:r>
            <a:r>
              <a:rPr sz="1800" spc="16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1800" spc="16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8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INVITE</a:t>
            </a:r>
            <a:r>
              <a:rPr sz="1800" spc="16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0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YOU</a:t>
            </a:r>
            <a:endParaRPr sz="1800">
              <a:latin typeface="Lucida Sans Unicode" panose="020B0602030504020204"/>
              <a:cs typeface="Lucida Sans Unicode" panose="020B0602030504020204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1800" spc="16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0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CELEBRATE</a:t>
            </a:r>
            <a:r>
              <a:rPr sz="1800" spc="17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8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THEIR</a:t>
            </a:r>
            <a:r>
              <a:rPr sz="1800" spc="17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0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MARRIAGE</a:t>
            </a:r>
            <a:r>
              <a:rPr sz="1800" spc="165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TO</a:t>
            </a:r>
            <a:r>
              <a:rPr sz="1800" spc="17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4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BE</a:t>
            </a:r>
            <a:r>
              <a:rPr sz="1800" spc="17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800" spc="110" dirty="0">
                <a:solidFill>
                  <a:srgbClr val="7C7C80"/>
                </a:solidFill>
                <a:latin typeface="Lucida Sans Unicode" panose="020B0602030504020204"/>
                <a:cs typeface="Lucida Sans Unicode" panose="020B0602030504020204"/>
              </a:rPr>
              <a:t>HELD</a:t>
            </a:r>
            <a:endParaRPr sz="18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On-screen Show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Great Vibes</vt:lpstr>
      <vt:lpstr>Candara</vt:lpstr>
      <vt:lpstr>Lucida Sans Unicode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/>
  <cp:lastModifiedBy>Werty～</cp:lastModifiedBy>
  <cp:revision>2</cp:revision>
  <dcterms:created xsi:type="dcterms:W3CDTF">2026-04-16T08:01:00Z</dcterms:created>
  <dcterms:modified xsi:type="dcterms:W3CDTF">2026-04-16T08:49:59Z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2026-04-16T16:00:00Z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2026-04-16T16:00:00Z</vt:filetime>
  </property>
  <property fmtid="{D5CDD505-2E9C-101B-9397-08002B2CF9AE}" pid="5" name="Producer">
    <vt:lpwstr>Adobe PDF library 16.07</vt:lpwstr>
  </property>
  <property fmtid="{D5CDD505-2E9C-101B-9397-08002B2CF9AE}" pid="6" name="KSOProductBuildVer">
    <vt:lpwstr>2052-12.1.0.25865</vt:lpwstr>
  </property>
  <property fmtid="{D5CDD505-2E9C-101B-9397-08002B2CF9AE}" pid="7" name="ICV">
    <vt:lpwstr>F8830C7F64CA45E7A42427E97C7222DB_12</vt:lpwstr>
  </property>
</Properties>
</file>