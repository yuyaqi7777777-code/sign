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3"/>
  </p:sldIdLst>
  <p:sldSz cx="12280900" cy="20104100"/>
  <p:notesSz cx="12280900" cy="20104100"/>
  <p:embeddedFontLst>
    <p:embeddedFont>
      <p:font typeface="Trebuchet MS" panose="020B0603020202020204"/>
      <p:regular r:id="rId7"/>
      <p:bold r:id="rId8"/>
      <p:italic r:id="rId9"/>
      <p:boldItalic r:id="rId10"/>
    </p:embeddedFont>
    <p:embeddedFont>
      <p:font typeface="Petit Formal Script" panose="03020602040807080B06" charset="0"/>
      <p:regular r:id="rId11"/>
    </p:embeddedFont>
  </p:embeddedFontLst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3.fntdata"/><Relationship Id="rId8" Type="http://schemas.openxmlformats.org/officeDocument/2006/relationships/font" Target="fonts/font2.fntdata"/><Relationship Id="rId7" Type="http://schemas.openxmlformats.org/officeDocument/2006/relationships/font" Target="fonts/font1.fntdata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font" Target="fonts/font5.fntdata"/><Relationship Id="rId10" Type="http://schemas.openxmlformats.org/officeDocument/2006/relationships/font" Target="fonts/font4.fntdata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21543" y="6232271"/>
            <a:ext cx="10444163" cy="422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43087" y="11258296"/>
            <a:ext cx="8601075" cy="502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14362" y="4623943"/>
            <a:ext cx="5344954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327933" y="4623943"/>
            <a:ext cx="5344954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9" y="0"/>
            <a:ext cx="12285725" cy="201041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393098" y="3555812"/>
            <a:ext cx="5857997" cy="585470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3393121" y="3552571"/>
            <a:ext cx="5858510" cy="5858510"/>
          </a:xfrm>
          <a:custGeom>
            <a:avLst/>
            <a:gdLst/>
            <a:ahLst/>
            <a:cxnLst/>
            <a:rect l="l" t="t" r="r" b="b"/>
            <a:pathLst>
              <a:path w="5858509" h="5858509">
                <a:moveTo>
                  <a:pt x="5857973" y="2928986"/>
                </a:moveTo>
                <a:lnTo>
                  <a:pt x="5857581" y="2977422"/>
                </a:lnTo>
                <a:lnTo>
                  <a:pt x="5856408" y="3025669"/>
                </a:lnTo>
                <a:lnTo>
                  <a:pt x="5854460" y="3073719"/>
                </a:lnTo>
                <a:lnTo>
                  <a:pt x="5851743" y="3121568"/>
                </a:lnTo>
                <a:lnTo>
                  <a:pt x="5848264" y="3169208"/>
                </a:lnTo>
                <a:lnTo>
                  <a:pt x="5844028" y="3216635"/>
                </a:lnTo>
                <a:lnTo>
                  <a:pt x="5839041" y="3263842"/>
                </a:lnTo>
                <a:lnTo>
                  <a:pt x="5833310" y="3310823"/>
                </a:lnTo>
                <a:lnTo>
                  <a:pt x="5826840" y="3357572"/>
                </a:lnTo>
                <a:lnTo>
                  <a:pt x="5819638" y="3404083"/>
                </a:lnTo>
                <a:lnTo>
                  <a:pt x="5811709" y="3450349"/>
                </a:lnTo>
                <a:lnTo>
                  <a:pt x="5803060" y="3496366"/>
                </a:lnTo>
                <a:lnTo>
                  <a:pt x="5793696" y="3542126"/>
                </a:lnTo>
                <a:lnTo>
                  <a:pt x="5783624" y="3587625"/>
                </a:lnTo>
                <a:lnTo>
                  <a:pt x="5772849" y="3632855"/>
                </a:lnTo>
                <a:lnTo>
                  <a:pt x="5761378" y="3677811"/>
                </a:lnTo>
                <a:lnTo>
                  <a:pt x="5749217" y="3722486"/>
                </a:lnTo>
                <a:lnTo>
                  <a:pt x="5736371" y="3766876"/>
                </a:lnTo>
                <a:lnTo>
                  <a:pt x="5722847" y="3810973"/>
                </a:lnTo>
                <a:lnTo>
                  <a:pt x="5708651" y="3854772"/>
                </a:lnTo>
                <a:lnTo>
                  <a:pt x="5693789" y="3898266"/>
                </a:lnTo>
                <a:lnTo>
                  <a:pt x="5678267" y="3941450"/>
                </a:lnTo>
                <a:lnTo>
                  <a:pt x="5662090" y="3984317"/>
                </a:lnTo>
                <a:lnTo>
                  <a:pt x="5645265" y="4026862"/>
                </a:lnTo>
                <a:lnTo>
                  <a:pt x="5627799" y="4069079"/>
                </a:lnTo>
                <a:lnTo>
                  <a:pt x="5609696" y="4110961"/>
                </a:lnTo>
                <a:lnTo>
                  <a:pt x="5590963" y="4152502"/>
                </a:lnTo>
                <a:lnTo>
                  <a:pt x="5571606" y="4193697"/>
                </a:lnTo>
                <a:lnTo>
                  <a:pt x="5551631" y="4234540"/>
                </a:lnTo>
                <a:lnTo>
                  <a:pt x="5531045" y="4275023"/>
                </a:lnTo>
                <a:lnTo>
                  <a:pt x="5509852" y="4315142"/>
                </a:lnTo>
                <a:lnTo>
                  <a:pt x="5488059" y="4354890"/>
                </a:lnTo>
                <a:lnTo>
                  <a:pt x="5465673" y="4394262"/>
                </a:lnTo>
                <a:lnTo>
                  <a:pt x="5442699" y="4433250"/>
                </a:lnTo>
                <a:lnTo>
                  <a:pt x="5419143" y="4471850"/>
                </a:lnTo>
                <a:lnTo>
                  <a:pt x="5395011" y="4510055"/>
                </a:lnTo>
                <a:lnTo>
                  <a:pt x="5370310" y="4547860"/>
                </a:lnTo>
                <a:lnTo>
                  <a:pt x="5345045" y="4585257"/>
                </a:lnTo>
                <a:lnTo>
                  <a:pt x="5319222" y="4622241"/>
                </a:lnTo>
                <a:lnTo>
                  <a:pt x="5292848" y="4658807"/>
                </a:lnTo>
                <a:lnTo>
                  <a:pt x="5265928" y="4694947"/>
                </a:lnTo>
                <a:lnTo>
                  <a:pt x="5238468" y="4730657"/>
                </a:lnTo>
                <a:lnTo>
                  <a:pt x="5210475" y="4765929"/>
                </a:lnTo>
                <a:lnTo>
                  <a:pt x="5181955" y="4800758"/>
                </a:lnTo>
                <a:lnTo>
                  <a:pt x="5152913" y="4835138"/>
                </a:lnTo>
                <a:lnTo>
                  <a:pt x="5123355" y="4869063"/>
                </a:lnTo>
                <a:lnTo>
                  <a:pt x="5093288" y="4902527"/>
                </a:lnTo>
                <a:lnTo>
                  <a:pt x="5062718" y="4935524"/>
                </a:lnTo>
                <a:lnTo>
                  <a:pt x="5031651" y="4968048"/>
                </a:lnTo>
                <a:lnTo>
                  <a:pt x="5000092" y="5000092"/>
                </a:lnTo>
                <a:lnTo>
                  <a:pt x="4968048" y="5031651"/>
                </a:lnTo>
                <a:lnTo>
                  <a:pt x="4935524" y="5062718"/>
                </a:lnTo>
                <a:lnTo>
                  <a:pt x="4902527" y="5093288"/>
                </a:lnTo>
                <a:lnTo>
                  <a:pt x="4869063" y="5123355"/>
                </a:lnTo>
                <a:lnTo>
                  <a:pt x="4835138" y="5152913"/>
                </a:lnTo>
                <a:lnTo>
                  <a:pt x="4800758" y="5181955"/>
                </a:lnTo>
                <a:lnTo>
                  <a:pt x="4765929" y="5210475"/>
                </a:lnTo>
                <a:lnTo>
                  <a:pt x="4730657" y="5238468"/>
                </a:lnTo>
                <a:lnTo>
                  <a:pt x="4694947" y="5265928"/>
                </a:lnTo>
                <a:lnTo>
                  <a:pt x="4658807" y="5292848"/>
                </a:lnTo>
                <a:lnTo>
                  <a:pt x="4622241" y="5319222"/>
                </a:lnTo>
                <a:lnTo>
                  <a:pt x="4585257" y="5345045"/>
                </a:lnTo>
                <a:lnTo>
                  <a:pt x="4547860" y="5370310"/>
                </a:lnTo>
                <a:lnTo>
                  <a:pt x="4510055" y="5395011"/>
                </a:lnTo>
                <a:lnTo>
                  <a:pt x="4471850" y="5419143"/>
                </a:lnTo>
                <a:lnTo>
                  <a:pt x="4433250" y="5442699"/>
                </a:lnTo>
                <a:lnTo>
                  <a:pt x="4394262" y="5465673"/>
                </a:lnTo>
                <a:lnTo>
                  <a:pt x="4354890" y="5488059"/>
                </a:lnTo>
                <a:lnTo>
                  <a:pt x="4315142" y="5509852"/>
                </a:lnTo>
                <a:lnTo>
                  <a:pt x="4275023" y="5531045"/>
                </a:lnTo>
                <a:lnTo>
                  <a:pt x="4234540" y="5551631"/>
                </a:lnTo>
                <a:lnTo>
                  <a:pt x="4193697" y="5571606"/>
                </a:lnTo>
                <a:lnTo>
                  <a:pt x="4152502" y="5590963"/>
                </a:lnTo>
                <a:lnTo>
                  <a:pt x="4110961" y="5609696"/>
                </a:lnTo>
                <a:lnTo>
                  <a:pt x="4069079" y="5627799"/>
                </a:lnTo>
                <a:lnTo>
                  <a:pt x="4026862" y="5645265"/>
                </a:lnTo>
                <a:lnTo>
                  <a:pt x="3984317" y="5662090"/>
                </a:lnTo>
                <a:lnTo>
                  <a:pt x="3941450" y="5678267"/>
                </a:lnTo>
                <a:lnTo>
                  <a:pt x="3898266" y="5693789"/>
                </a:lnTo>
                <a:lnTo>
                  <a:pt x="3854772" y="5708651"/>
                </a:lnTo>
                <a:lnTo>
                  <a:pt x="3810973" y="5722847"/>
                </a:lnTo>
                <a:lnTo>
                  <a:pt x="3766876" y="5736371"/>
                </a:lnTo>
                <a:lnTo>
                  <a:pt x="3722486" y="5749217"/>
                </a:lnTo>
                <a:lnTo>
                  <a:pt x="3677811" y="5761378"/>
                </a:lnTo>
                <a:lnTo>
                  <a:pt x="3632855" y="5772849"/>
                </a:lnTo>
                <a:lnTo>
                  <a:pt x="3587625" y="5783624"/>
                </a:lnTo>
                <a:lnTo>
                  <a:pt x="3542126" y="5793696"/>
                </a:lnTo>
                <a:lnTo>
                  <a:pt x="3496366" y="5803060"/>
                </a:lnTo>
                <a:lnTo>
                  <a:pt x="3450349" y="5811709"/>
                </a:lnTo>
                <a:lnTo>
                  <a:pt x="3404083" y="5819638"/>
                </a:lnTo>
                <a:lnTo>
                  <a:pt x="3357572" y="5826840"/>
                </a:lnTo>
                <a:lnTo>
                  <a:pt x="3310823" y="5833310"/>
                </a:lnTo>
                <a:lnTo>
                  <a:pt x="3263842" y="5839041"/>
                </a:lnTo>
                <a:lnTo>
                  <a:pt x="3216635" y="5844028"/>
                </a:lnTo>
                <a:lnTo>
                  <a:pt x="3169208" y="5848264"/>
                </a:lnTo>
                <a:lnTo>
                  <a:pt x="3121568" y="5851743"/>
                </a:lnTo>
                <a:lnTo>
                  <a:pt x="3073719" y="5854460"/>
                </a:lnTo>
                <a:lnTo>
                  <a:pt x="3025669" y="5856408"/>
                </a:lnTo>
                <a:lnTo>
                  <a:pt x="2977422" y="5857581"/>
                </a:lnTo>
                <a:lnTo>
                  <a:pt x="2928986" y="5857973"/>
                </a:lnTo>
                <a:lnTo>
                  <a:pt x="2880550" y="5857581"/>
                </a:lnTo>
                <a:lnTo>
                  <a:pt x="2832304" y="5856408"/>
                </a:lnTo>
                <a:lnTo>
                  <a:pt x="2784254" y="5854460"/>
                </a:lnTo>
                <a:lnTo>
                  <a:pt x="2736405" y="5851743"/>
                </a:lnTo>
                <a:lnTo>
                  <a:pt x="2688764" y="5848264"/>
                </a:lnTo>
                <a:lnTo>
                  <a:pt x="2641338" y="5844028"/>
                </a:lnTo>
                <a:lnTo>
                  <a:pt x="2594131" y="5839041"/>
                </a:lnTo>
                <a:lnTo>
                  <a:pt x="2547150" y="5833310"/>
                </a:lnTo>
                <a:lnTo>
                  <a:pt x="2500401" y="5826840"/>
                </a:lnTo>
                <a:lnTo>
                  <a:pt x="2453890" y="5819638"/>
                </a:lnTo>
                <a:lnTo>
                  <a:pt x="2407624" y="5811709"/>
                </a:lnTo>
                <a:lnTo>
                  <a:pt x="2361607" y="5803060"/>
                </a:lnTo>
                <a:lnTo>
                  <a:pt x="2315846" y="5793696"/>
                </a:lnTo>
                <a:lnTo>
                  <a:pt x="2270348" y="5783624"/>
                </a:lnTo>
                <a:lnTo>
                  <a:pt x="2225118" y="5772849"/>
                </a:lnTo>
                <a:lnTo>
                  <a:pt x="2180162" y="5761378"/>
                </a:lnTo>
                <a:lnTo>
                  <a:pt x="2135486" y="5749217"/>
                </a:lnTo>
                <a:lnTo>
                  <a:pt x="2091097" y="5736371"/>
                </a:lnTo>
                <a:lnTo>
                  <a:pt x="2047000" y="5722847"/>
                </a:lnTo>
                <a:lnTo>
                  <a:pt x="2003201" y="5708651"/>
                </a:lnTo>
                <a:lnTo>
                  <a:pt x="1959707" y="5693789"/>
                </a:lnTo>
                <a:lnTo>
                  <a:pt x="1916523" y="5678267"/>
                </a:lnTo>
                <a:lnTo>
                  <a:pt x="1873655" y="5662090"/>
                </a:lnTo>
                <a:lnTo>
                  <a:pt x="1831110" y="5645265"/>
                </a:lnTo>
                <a:lnTo>
                  <a:pt x="1788894" y="5627799"/>
                </a:lnTo>
                <a:lnTo>
                  <a:pt x="1747012" y="5609696"/>
                </a:lnTo>
                <a:lnTo>
                  <a:pt x="1705470" y="5590963"/>
                </a:lnTo>
                <a:lnTo>
                  <a:pt x="1664276" y="5571606"/>
                </a:lnTo>
                <a:lnTo>
                  <a:pt x="1623433" y="5551631"/>
                </a:lnTo>
                <a:lnTo>
                  <a:pt x="1582950" y="5531045"/>
                </a:lnTo>
                <a:lnTo>
                  <a:pt x="1542831" y="5509852"/>
                </a:lnTo>
                <a:lnTo>
                  <a:pt x="1503083" y="5488059"/>
                </a:lnTo>
                <a:lnTo>
                  <a:pt x="1463711" y="5465673"/>
                </a:lnTo>
                <a:lnTo>
                  <a:pt x="1424722" y="5442699"/>
                </a:lnTo>
                <a:lnTo>
                  <a:pt x="1386123" y="5419143"/>
                </a:lnTo>
                <a:lnTo>
                  <a:pt x="1347917" y="5395011"/>
                </a:lnTo>
                <a:lnTo>
                  <a:pt x="1310113" y="5370310"/>
                </a:lnTo>
                <a:lnTo>
                  <a:pt x="1272716" y="5345045"/>
                </a:lnTo>
                <a:lnTo>
                  <a:pt x="1235732" y="5319222"/>
                </a:lnTo>
                <a:lnTo>
                  <a:pt x="1199166" y="5292848"/>
                </a:lnTo>
                <a:lnTo>
                  <a:pt x="1163026" y="5265928"/>
                </a:lnTo>
                <a:lnTo>
                  <a:pt x="1127316" y="5238468"/>
                </a:lnTo>
                <a:lnTo>
                  <a:pt x="1092044" y="5210475"/>
                </a:lnTo>
                <a:lnTo>
                  <a:pt x="1057215" y="5181955"/>
                </a:lnTo>
                <a:lnTo>
                  <a:pt x="1022834" y="5152913"/>
                </a:lnTo>
                <a:lnTo>
                  <a:pt x="988909" y="5123355"/>
                </a:lnTo>
                <a:lnTo>
                  <a:pt x="955445" y="5093288"/>
                </a:lnTo>
                <a:lnTo>
                  <a:pt x="922449" y="5062718"/>
                </a:lnTo>
                <a:lnTo>
                  <a:pt x="889925" y="5031651"/>
                </a:lnTo>
                <a:lnTo>
                  <a:pt x="857881" y="5000092"/>
                </a:lnTo>
                <a:lnTo>
                  <a:pt x="826322" y="4968048"/>
                </a:lnTo>
                <a:lnTo>
                  <a:pt x="795255" y="4935524"/>
                </a:lnTo>
                <a:lnTo>
                  <a:pt x="764684" y="4902527"/>
                </a:lnTo>
                <a:lnTo>
                  <a:pt x="734617" y="4869063"/>
                </a:lnTo>
                <a:lnTo>
                  <a:pt x="705060" y="4835138"/>
                </a:lnTo>
                <a:lnTo>
                  <a:pt x="676018" y="4800758"/>
                </a:lnTo>
                <a:lnTo>
                  <a:pt x="647497" y="4765929"/>
                </a:lnTo>
                <a:lnTo>
                  <a:pt x="619504" y="4730657"/>
                </a:lnTo>
                <a:lnTo>
                  <a:pt x="592045" y="4694947"/>
                </a:lnTo>
                <a:lnTo>
                  <a:pt x="565125" y="4658807"/>
                </a:lnTo>
                <a:lnTo>
                  <a:pt x="538751" y="4622241"/>
                </a:lnTo>
                <a:lnTo>
                  <a:pt x="512928" y="4585257"/>
                </a:lnTo>
                <a:lnTo>
                  <a:pt x="487663" y="4547860"/>
                </a:lnTo>
                <a:lnTo>
                  <a:pt x="462961" y="4510055"/>
                </a:lnTo>
                <a:lnTo>
                  <a:pt x="438830" y="4471850"/>
                </a:lnTo>
                <a:lnTo>
                  <a:pt x="415274" y="4433250"/>
                </a:lnTo>
                <a:lnTo>
                  <a:pt x="392300" y="4394262"/>
                </a:lnTo>
                <a:lnTo>
                  <a:pt x="369913" y="4354890"/>
                </a:lnTo>
                <a:lnTo>
                  <a:pt x="348121" y="4315142"/>
                </a:lnTo>
                <a:lnTo>
                  <a:pt x="326928" y="4275023"/>
                </a:lnTo>
                <a:lnTo>
                  <a:pt x="306342" y="4234540"/>
                </a:lnTo>
                <a:lnTo>
                  <a:pt x="286367" y="4193697"/>
                </a:lnTo>
                <a:lnTo>
                  <a:pt x="267010" y="4152502"/>
                </a:lnTo>
                <a:lnTo>
                  <a:pt x="248277" y="4110961"/>
                </a:lnTo>
                <a:lnTo>
                  <a:pt x="230174" y="4069079"/>
                </a:lnTo>
                <a:lnTo>
                  <a:pt x="212707" y="4026862"/>
                </a:lnTo>
                <a:lnTo>
                  <a:pt x="195883" y="3984317"/>
                </a:lnTo>
                <a:lnTo>
                  <a:pt x="179706" y="3941450"/>
                </a:lnTo>
                <a:lnTo>
                  <a:pt x="164184" y="3898266"/>
                </a:lnTo>
                <a:lnTo>
                  <a:pt x="149322" y="3854772"/>
                </a:lnTo>
                <a:lnTo>
                  <a:pt x="135125" y="3810973"/>
                </a:lnTo>
                <a:lnTo>
                  <a:pt x="121602" y="3766876"/>
                </a:lnTo>
                <a:lnTo>
                  <a:pt x="108756" y="3722486"/>
                </a:lnTo>
                <a:lnTo>
                  <a:pt x="96595" y="3677811"/>
                </a:lnTo>
                <a:lnTo>
                  <a:pt x="85124" y="3632855"/>
                </a:lnTo>
                <a:lnTo>
                  <a:pt x="74349" y="3587625"/>
                </a:lnTo>
                <a:lnTo>
                  <a:pt x="64277" y="3542126"/>
                </a:lnTo>
                <a:lnTo>
                  <a:pt x="54913" y="3496366"/>
                </a:lnTo>
                <a:lnTo>
                  <a:pt x="46264" y="3450349"/>
                </a:lnTo>
                <a:lnTo>
                  <a:pt x="38335" y="3404083"/>
                </a:lnTo>
                <a:lnTo>
                  <a:pt x="31133" y="3357572"/>
                </a:lnTo>
                <a:lnTo>
                  <a:pt x="24663" y="3310823"/>
                </a:lnTo>
                <a:lnTo>
                  <a:pt x="18932" y="3263842"/>
                </a:lnTo>
                <a:lnTo>
                  <a:pt x="13945" y="3216635"/>
                </a:lnTo>
                <a:lnTo>
                  <a:pt x="9709" y="3169208"/>
                </a:lnTo>
                <a:lnTo>
                  <a:pt x="6230" y="3121568"/>
                </a:lnTo>
                <a:lnTo>
                  <a:pt x="3513" y="3073719"/>
                </a:lnTo>
                <a:lnTo>
                  <a:pt x="1565" y="3025669"/>
                </a:lnTo>
                <a:lnTo>
                  <a:pt x="392" y="2977422"/>
                </a:lnTo>
                <a:lnTo>
                  <a:pt x="0" y="2928986"/>
                </a:lnTo>
                <a:lnTo>
                  <a:pt x="392" y="2880550"/>
                </a:lnTo>
                <a:lnTo>
                  <a:pt x="1565" y="2832304"/>
                </a:lnTo>
                <a:lnTo>
                  <a:pt x="3513" y="2784254"/>
                </a:lnTo>
                <a:lnTo>
                  <a:pt x="6230" y="2736405"/>
                </a:lnTo>
                <a:lnTo>
                  <a:pt x="9709" y="2688764"/>
                </a:lnTo>
                <a:lnTo>
                  <a:pt x="13945" y="2641338"/>
                </a:lnTo>
                <a:lnTo>
                  <a:pt x="18932" y="2594131"/>
                </a:lnTo>
                <a:lnTo>
                  <a:pt x="24663" y="2547150"/>
                </a:lnTo>
                <a:lnTo>
                  <a:pt x="31133" y="2500401"/>
                </a:lnTo>
                <a:lnTo>
                  <a:pt x="38335" y="2453890"/>
                </a:lnTo>
                <a:lnTo>
                  <a:pt x="46264" y="2407624"/>
                </a:lnTo>
                <a:lnTo>
                  <a:pt x="54913" y="2361607"/>
                </a:lnTo>
                <a:lnTo>
                  <a:pt x="64277" y="2315846"/>
                </a:lnTo>
                <a:lnTo>
                  <a:pt x="74349" y="2270348"/>
                </a:lnTo>
                <a:lnTo>
                  <a:pt x="85124" y="2225118"/>
                </a:lnTo>
                <a:lnTo>
                  <a:pt x="96595" y="2180162"/>
                </a:lnTo>
                <a:lnTo>
                  <a:pt x="108756" y="2135486"/>
                </a:lnTo>
                <a:lnTo>
                  <a:pt x="121602" y="2091097"/>
                </a:lnTo>
                <a:lnTo>
                  <a:pt x="135125" y="2047000"/>
                </a:lnTo>
                <a:lnTo>
                  <a:pt x="149322" y="2003201"/>
                </a:lnTo>
                <a:lnTo>
                  <a:pt x="164184" y="1959707"/>
                </a:lnTo>
                <a:lnTo>
                  <a:pt x="179706" y="1916523"/>
                </a:lnTo>
                <a:lnTo>
                  <a:pt x="195883" y="1873655"/>
                </a:lnTo>
                <a:lnTo>
                  <a:pt x="212707" y="1831110"/>
                </a:lnTo>
                <a:lnTo>
                  <a:pt x="230174" y="1788894"/>
                </a:lnTo>
                <a:lnTo>
                  <a:pt x="248277" y="1747012"/>
                </a:lnTo>
                <a:lnTo>
                  <a:pt x="267010" y="1705470"/>
                </a:lnTo>
                <a:lnTo>
                  <a:pt x="286367" y="1664276"/>
                </a:lnTo>
                <a:lnTo>
                  <a:pt x="306342" y="1623433"/>
                </a:lnTo>
                <a:lnTo>
                  <a:pt x="326928" y="1582950"/>
                </a:lnTo>
                <a:lnTo>
                  <a:pt x="348121" y="1542831"/>
                </a:lnTo>
                <a:lnTo>
                  <a:pt x="369913" y="1503083"/>
                </a:lnTo>
                <a:lnTo>
                  <a:pt x="392300" y="1463711"/>
                </a:lnTo>
                <a:lnTo>
                  <a:pt x="415274" y="1424722"/>
                </a:lnTo>
                <a:lnTo>
                  <a:pt x="438830" y="1386123"/>
                </a:lnTo>
                <a:lnTo>
                  <a:pt x="462961" y="1347917"/>
                </a:lnTo>
                <a:lnTo>
                  <a:pt x="487663" y="1310113"/>
                </a:lnTo>
                <a:lnTo>
                  <a:pt x="512928" y="1272716"/>
                </a:lnTo>
                <a:lnTo>
                  <a:pt x="538751" y="1235732"/>
                </a:lnTo>
                <a:lnTo>
                  <a:pt x="565125" y="1199166"/>
                </a:lnTo>
                <a:lnTo>
                  <a:pt x="592045" y="1163026"/>
                </a:lnTo>
                <a:lnTo>
                  <a:pt x="619504" y="1127316"/>
                </a:lnTo>
                <a:lnTo>
                  <a:pt x="647497" y="1092044"/>
                </a:lnTo>
                <a:lnTo>
                  <a:pt x="676018" y="1057215"/>
                </a:lnTo>
                <a:lnTo>
                  <a:pt x="705060" y="1022834"/>
                </a:lnTo>
                <a:lnTo>
                  <a:pt x="734617" y="988909"/>
                </a:lnTo>
                <a:lnTo>
                  <a:pt x="764684" y="955445"/>
                </a:lnTo>
                <a:lnTo>
                  <a:pt x="795255" y="922449"/>
                </a:lnTo>
                <a:lnTo>
                  <a:pt x="826322" y="889925"/>
                </a:lnTo>
                <a:lnTo>
                  <a:pt x="857881" y="857881"/>
                </a:lnTo>
                <a:lnTo>
                  <a:pt x="889925" y="826322"/>
                </a:lnTo>
                <a:lnTo>
                  <a:pt x="922449" y="795255"/>
                </a:lnTo>
                <a:lnTo>
                  <a:pt x="955445" y="764684"/>
                </a:lnTo>
                <a:lnTo>
                  <a:pt x="988909" y="734617"/>
                </a:lnTo>
                <a:lnTo>
                  <a:pt x="1022834" y="705060"/>
                </a:lnTo>
                <a:lnTo>
                  <a:pt x="1057215" y="676018"/>
                </a:lnTo>
                <a:lnTo>
                  <a:pt x="1092044" y="647497"/>
                </a:lnTo>
                <a:lnTo>
                  <a:pt x="1127316" y="619504"/>
                </a:lnTo>
                <a:lnTo>
                  <a:pt x="1163026" y="592045"/>
                </a:lnTo>
                <a:lnTo>
                  <a:pt x="1199166" y="565125"/>
                </a:lnTo>
                <a:lnTo>
                  <a:pt x="1235732" y="538751"/>
                </a:lnTo>
                <a:lnTo>
                  <a:pt x="1272716" y="512928"/>
                </a:lnTo>
                <a:lnTo>
                  <a:pt x="1310113" y="487663"/>
                </a:lnTo>
                <a:lnTo>
                  <a:pt x="1347917" y="462961"/>
                </a:lnTo>
                <a:lnTo>
                  <a:pt x="1386123" y="438830"/>
                </a:lnTo>
                <a:lnTo>
                  <a:pt x="1424722" y="415274"/>
                </a:lnTo>
                <a:lnTo>
                  <a:pt x="1463711" y="392300"/>
                </a:lnTo>
                <a:lnTo>
                  <a:pt x="1503083" y="369913"/>
                </a:lnTo>
                <a:lnTo>
                  <a:pt x="1542831" y="348121"/>
                </a:lnTo>
                <a:lnTo>
                  <a:pt x="1582950" y="326928"/>
                </a:lnTo>
                <a:lnTo>
                  <a:pt x="1623433" y="306342"/>
                </a:lnTo>
                <a:lnTo>
                  <a:pt x="1664276" y="286367"/>
                </a:lnTo>
                <a:lnTo>
                  <a:pt x="1705470" y="267010"/>
                </a:lnTo>
                <a:lnTo>
                  <a:pt x="1747012" y="248277"/>
                </a:lnTo>
                <a:lnTo>
                  <a:pt x="1788894" y="230174"/>
                </a:lnTo>
                <a:lnTo>
                  <a:pt x="1831110" y="212707"/>
                </a:lnTo>
                <a:lnTo>
                  <a:pt x="1873655" y="195883"/>
                </a:lnTo>
                <a:lnTo>
                  <a:pt x="1916523" y="179706"/>
                </a:lnTo>
                <a:lnTo>
                  <a:pt x="1959707" y="164184"/>
                </a:lnTo>
                <a:lnTo>
                  <a:pt x="2003201" y="149322"/>
                </a:lnTo>
                <a:lnTo>
                  <a:pt x="2047000" y="135125"/>
                </a:lnTo>
                <a:lnTo>
                  <a:pt x="2091097" y="121602"/>
                </a:lnTo>
                <a:lnTo>
                  <a:pt x="2135486" y="108756"/>
                </a:lnTo>
                <a:lnTo>
                  <a:pt x="2180162" y="96595"/>
                </a:lnTo>
                <a:lnTo>
                  <a:pt x="2225118" y="85124"/>
                </a:lnTo>
                <a:lnTo>
                  <a:pt x="2270348" y="74349"/>
                </a:lnTo>
                <a:lnTo>
                  <a:pt x="2315846" y="64277"/>
                </a:lnTo>
                <a:lnTo>
                  <a:pt x="2361607" y="54913"/>
                </a:lnTo>
                <a:lnTo>
                  <a:pt x="2407624" y="46264"/>
                </a:lnTo>
                <a:lnTo>
                  <a:pt x="2453890" y="38335"/>
                </a:lnTo>
                <a:lnTo>
                  <a:pt x="2500401" y="31133"/>
                </a:lnTo>
                <a:lnTo>
                  <a:pt x="2547150" y="24663"/>
                </a:lnTo>
                <a:lnTo>
                  <a:pt x="2594131" y="18932"/>
                </a:lnTo>
                <a:lnTo>
                  <a:pt x="2641338" y="13945"/>
                </a:lnTo>
                <a:lnTo>
                  <a:pt x="2688764" y="9709"/>
                </a:lnTo>
                <a:lnTo>
                  <a:pt x="2736405" y="6230"/>
                </a:lnTo>
                <a:lnTo>
                  <a:pt x="2784254" y="3513"/>
                </a:lnTo>
                <a:lnTo>
                  <a:pt x="2832304" y="1565"/>
                </a:lnTo>
                <a:lnTo>
                  <a:pt x="2880550" y="392"/>
                </a:lnTo>
                <a:lnTo>
                  <a:pt x="2928986" y="0"/>
                </a:lnTo>
                <a:lnTo>
                  <a:pt x="2977422" y="392"/>
                </a:lnTo>
                <a:lnTo>
                  <a:pt x="3025669" y="1565"/>
                </a:lnTo>
                <a:lnTo>
                  <a:pt x="3073719" y="3513"/>
                </a:lnTo>
                <a:lnTo>
                  <a:pt x="3121568" y="6230"/>
                </a:lnTo>
                <a:lnTo>
                  <a:pt x="3169208" y="9709"/>
                </a:lnTo>
                <a:lnTo>
                  <a:pt x="3216635" y="13945"/>
                </a:lnTo>
                <a:lnTo>
                  <a:pt x="3263842" y="18932"/>
                </a:lnTo>
                <a:lnTo>
                  <a:pt x="3310823" y="24663"/>
                </a:lnTo>
                <a:lnTo>
                  <a:pt x="3357572" y="31133"/>
                </a:lnTo>
                <a:lnTo>
                  <a:pt x="3404083" y="38335"/>
                </a:lnTo>
                <a:lnTo>
                  <a:pt x="3450349" y="46264"/>
                </a:lnTo>
                <a:lnTo>
                  <a:pt x="3496366" y="54913"/>
                </a:lnTo>
                <a:lnTo>
                  <a:pt x="3542126" y="64277"/>
                </a:lnTo>
                <a:lnTo>
                  <a:pt x="3587625" y="74349"/>
                </a:lnTo>
                <a:lnTo>
                  <a:pt x="3632855" y="85124"/>
                </a:lnTo>
                <a:lnTo>
                  <a:pt x="3677811" y="96595"/>
                </a:lnTo>
                <a:lnTo>
                  <a:pt x="3722486" y="108756"/>
                </a:lnTo>
                <a:lnTo>
                  <a:pt x="3766876" y="121602"/>
                </a:lnTo>
                <a:lnTo>
                  <a:pt x="3810973" y="135125"/>
                </a:lnTo>
                <a:lnTo>
                  <a:pt x="3854772" y="149322"/>
                </a:lnTo>
                <a:lnTo>
                  <a:pt x="3898266" y="164184"/>
                </a:lnTo>
                <a:lnTo>
                  <a:pt x="3941450" y="179706"/>
                </a:lnTo>
                <a:lnTo>
                  <a:pt x="3984317" y="195883"/>
                </a:lnTo>
                <a:lnTo>
                  <a:pt x="4026862" y="212707"/>
                </a:lnTo>
                <a:lnTo>
                  <a:pt x="4069079" y="230174"/>
                </a:lnTo>
                <a:lnTo>
                  <a:pt x="4110961" y="248277"/>
                </a:lnTo>
                <a:lnTo>
                  <a:pt x="4152502" y="267010"/>
                </a:lnTo>
                <a:lnTo>
                  <a:pt x="4193697" y="286367"/>
                </a:lnTo>
                <a:lnTo>
                  <a:pt x="4234540" y="306342"/>
                </a:lnTo>
                <a:lnTo>
                  <a:pt x="4275023" y="326928"/>
                </a:lnTo>
                <a:lnTo>
                  <a:pt x="4315142" y="348121"/>
                </a:lnTo>
                <a:lnTo>
                  <a:pt x="4354890" y="369913"/>
                </a:lnTo>
                <a:lnTo>
                  <a:pt x="4394262" y="392300"/>
                </a:lnTo>
                <a:lnTo>
                  <a:pt x="4433250" y="415274"/>
                </a:lnTo>
                <a:lnTo>
                  <a:pt x="4471850" y="438830"/>
                </a:lnTo>
                <a:lnTo>
                  <a:pt x="4510055" y="462961"/>
                </a:lnTo>
                <a:lnTo>
                  <a:pt x="4547860" y="487663"/>
                </a:lnTo>
                <a:lnTo>
                  <a:pt x="4585257" y="512928"/>
                </a:lnTo>
                <a:lnTo>
                  <a:pt x="4622241" y="538751"/>
                </a:lnTo>
                <a:lnTo>
                  <a:pt x="4658807" y="565125"/>
                </a:lnTo>
                <a:lnTo>
                  <a:pt x="4694947" y="592045"/>
                </a:lnTo>
                <a:lnTo>
                  <a:pt x="4730657" y="619504"/>
                </a:lnTo>
                <a:lnTo>
                  <a:pt x="4765929" y="647497"/>
                </a:lnTo>
                <a:lnTo>
                  <a:pt x="4800758" y="676018"/>
                </a:lnTo>
                <a:lnTo>
                  <a:pt x="4835138" y="705060"/>
                </a:lnTo>
                <a:lnTo>
                  <a:pt x="4869063" y="734617"/>
                </a:lnTo>
                <a:lnTo>
                  <a:pt x="4902527" y="764684"/>
                </a:lnTo>
                <a:lnTo>
                  <a:pt x="4935524" y="795255"/>
                </a:lnTo>
                <a:lnTo>
                  <a:pt x="4968048" y="826322"/>
                </a:lnTo>
                <a:lnTo>
                  <a:pt x="5000092" y="857881"/>
                </a:lnTo>
                <a:lnTo>
                  <a:pt x="5031651" y="889925"/>
                </a:lnTo>
                <a:lnTo>
                  <a:pt x="5062718" y="922449"/>
                </a:lnTo>
                <a:lnTo>
                  <a:pt x="5093288" y="955445"/>
                </a:lnTo>
                <a:lnTo>
                  <a:pt x="5123355" y="988909"/>
                </a:lnTo>
                <a:lnTo>
                  <a:pt x="5152913" y="1022834"/>
                </a:lnTo>
                <a:lnTo>
                  <a:pt x="5181955" y="1057215"/>
                </a:lnTo>
                <a:lnTo>
                  <a:pt x="5210475" y="1092044"/>
                </a:lnTo>
                <a:lnTo>
                  <a:pt x="5238468" y="1127316"/>
                </a:lnTo>
                <a:lnTo>
                  <a:pt x="5265928" y="1163026"/>
                </a:lnTo>
                <a:lnTo>
                  <a:pt x="5292848" y="1199166"/>
                </a:lnTo>
                <a:lnTo>
                  <a:pt x="5319222" y="1235732"/>
                </a:lnTo>
                <a:lnTo>
                  <a:pt x="5345045" y="1272716"/>
                </a:lnTo>
                <a:lnTo>
                  <a:pt x="5370310" y="1310113"/>
                </a:lnTo>
                <a:lnTo>
                  <a:pt x="5395011" y="1347917"/>
                </a:lnTo>
                <a:lnTo>
                  <a:pt x="5419143" y="1386123"/>
                </a:lnTo>
                <a:lnTo>
                  <a:pt x="5442699" y="1424722"/>
                </a:lnTo>
                <a:lnTo>
                  <a:pt x="5465673" y="1463711"/>
                </a:lnTo>
                <a:lnTo>
                  <a:pt x="5488059" y="1503083"/>
                </a:lnTo>
                <a:lnTo>
                  <a:pt x="5509852" y="1542831"/>
                </a:lnTo>
                <a:lnTo>
                  <a:pt x="5531045" y="1582950"/>
                </a:lnTo>
                <a:lnTo>
                  <a:pt x="5551631" y="1623433"/>
                </a:lnTo>
                <a:lnTo>
                  <a:pt x="5571606" y="1664276"/>
                </a:lnTo>
                <a:lnTo>
                  <a:pt x="5590963" y="1705470"/>
                </a:lnTo>
                <a:lnTo>
                  <a:pt x="5609696" y="1747012"/>
                </a:lnTo>
                <a:lnTo>
                  <a:pt x="5627799" y="1788894"/>
                </a:lnTo>
                <a:lnTo>
                  <a:pt x="5645265" y="1831110"/>
                </a:lnTo>
                <a:lnTo>
                  <a:pt x="5662090" y="1873655"/>
                </a:lnTo>
                <a:lnTo>
                  <a:pt x="5678267" y="1916523"/>
                </a:lnTo>
                <a:lnTo>
                  <a:pt x="5693789" y="1959707"/>
                </a:lnTo>
                <a:lnTo>
                  <a:pt x="5708651" y="2003201"/>
                </a:lnTo>
                <a:lnTo>
                  <a:pt x="5722847" y="2047000"/>
                </a:lnTo>
                <a:lnTo>
                  <a:pt x="5736371" y="2091097"/>
                </a:lnTo>
                <a:lnTo>
                  <a:pt x="5749217" y="2135486"/>
                </a:lnTo>
                <a:lnTo>
                  <a:pt x="5761378" y="2180162"/>
                </a:lnTo>
                <a:lnTo>
                  <a:pt x="5772849" y="2225118"/>
                </a:lnTo>
                <a:lnTo>
                  <a:pt x="5783624" y="2270348"/>
                </a:lnTo>
                <a:lnTo>
                  <a:pt x="5793696" y="2315846"/>
                </a:lnTo>
                <a:lnTo>
                  <a:pt x="5803060" y="2361607"/>
                </a:lnTo>
                <a:lnTo>
                  <a:pt x="5811709" y="2407624"/>
                </a:lnTo>
                <a:lnTo>
                  <a:pt x="5819638" y="2453890"/>
                </a:lnTo>
                <a:lnTo>
                  <a:pt x="5826840" y="2500401"/>
                </a:lnTo>
                <a:lnTo>
                  <a:pt x="5833310" y="2547150"/>
                </a:lnTo>
                <a:lnTo>
                  <a:pt x="5839041" y="2594131"/>
                </a:lnTo>
                <a:lnTo>
                  <a:pt x="5844028" y="2641338"/>
                </a:lnTo>
                <a:lnTo>
                  <a:pt x="5848264" y="2688764"/>
                </a:lnTo>
                <a:lnTo>
                  <a:pt x="5851743" y="2736405"/>
                </a:lnTo>
                <a:lnTo>
                  <a:pt x="5854460" y="2784254"/>
                </a:lnTo>
                <a:lnTo>
                  <a:pt x="5856408" y="2832304"/>
                </a:lnTo>
                <a:lnTo>
                  <a:pt x="5857581" y="2880550"/>
                </a:lnTo>
                <a:lnTo>
                  <a:pt x="5857973" y="2928986"/>
                </a:lnTo>
                <a:close/>
              </a:path>
            </a:pathLst>
          </a:custGeom>
          <a:ln w="36367">
            <a:solidFill>
              <a:srgbClr val="C6824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187923" y="3551768"/>
            <a:ext cx="5859780" cy="5859780"/>
          </a:xfrm>
          <a:custGeom>
            <a:avLst/>
            <a:gdLst/>
            <a:ahLst/>
            <a:cxnLst/>
            <a:rect l="l" t="t" r="r" b="b"/>
            <a:pathLst>
              <a:path w="5859780" h="5859780">
                <a:moveTo>
                  <a:pt x="5709503" y="2006689"/>
                </a:moveTo>
                <a:lnTo>
                  <a:pt x="5724395" y="2052780"/>
                </a:lnTo>
                <a:lnTo>
                  <a:pt x="5738487" y="2098937"/>
                </a:lnTo>
                <a:lnTo>
                  <a:pt x="5751782" y="2145153"/>
                </a:lnTo>
                <a:lnTo>
                  <a:pt x="5764284" y="2191419"/>
                </a:lnTo>
                <a:lnTo>
                  <a:pt x="5775996" y="2237729"/>
                </a:lnTo>
                <a:lnTo>
                  <a:pt x="5786923" y="2284074"/>
                </a:lnTo>
                <a:lnTo>
                  <a:pt x="5797068" y="2330446"/>
                </a:lnTo>
                <a:lnTo>
                  <a:pt x="5806435" y="2376839"/>
                </a:lnTo>
                <a:lnTo>
                  <a:pt x="5815028" y="2423245"/>
                </a:lnTo>
                <a:lnTo>
                  <a:pt x="5822851" y="2469655"/>
                </a:lnTo>
                <a:lnTo>
                  <a:pt x="5829908" y="2516063"/>
                </a:lnTo>
                <a:lnTo>
                  <a:pt x="5836202" y="2562461"/>
                </a:lnTo>
                <a:lnTo>
                  <a:pt x="5841737" y="2608840"/>
                </a:lnTo>
                <a:lnTo>
                  <a:pt x="5846517" y="2655194"/>
                </a:lnTo>
                <a:lnTo>
                  <a:pt x="5850546" y="2701515"/>
                </a:lnTo>
                <a:lnTo>
                  <a:pt x="5853828" y="2747795"/>
                </a:lnTo>
                <a:lnTo>
                  <a:pt x="5856367" y="2794027"/>
                </a:lnTo>
                <a:lnTo>
                  <a:pt x="5858165" y="2840203"/>
                </a:lnTo>
                <a:lnTo>
                  <a:pt x="5859228" y="2886315"/>
                </a:lnTo>
                <a:lnTo>
                  <a:pt x="5859559" y="2932355"/>
                </a:lnTo>
                <a:lnTo>
                  <a:pt x="5859162" y="2978317"/>
                </a:lnTo>
                <a:lnTo>
                  <a:pt x="5858040" y="3024192"/>
                </a:lnTo>
                <a:lnTo>
                  <a:pt x="5856198" y="3069974"/>
                </a:lnTo>
                <a:lnTo>
                  <a:pt x="5853639" y="3115653"/>
                </a:lnTo>
                <a:lnTo>
                  <a:pt x="5850367" y="3161223"/>
                </a:lnTo>
                <a:lnTo>
                  <a:pt x="5846387" y="3206676"/>
                </a:lnTo>
                <a:lnTo>
                  <a:pt x="5841701" y="3252004"/>
                </a:lnTo>
                <a:lnTo>
                  <a:pt x="5836313" y="3297200"/>
                </a:lnTo>
                <a:lnTo>
                  <a:pt x="5830228" y="3342256"/>
                </a:lnTo>
                <a:lnTo>
                  <a:pt x="5823449" y="3387165"/>
                </a:lnTo>
                <a:lnTo>
                  <a:pt x="5815980" y="3431918"/>
                </a:lnTo>
                <a:lnTo>
                  <a:pt x="5807825" y="3476509"/>
                </a:lnTo>
                <a:lnTo>
                  <a:pt x="5798988" y="3520929"/>
                </a:lnTo>
                <a:lnTo>
                  <a:pt x="5789472" y="3565172"/>
                </a:lnTo>
                <a:lnTo>
                  <a:pt x="5779282" y="3609228"/>
                </a:lnTo>
                <a:lnTo>
                  <a:pt x="5768421" y="3653092"/>
                </a:lnTo>
                <a:lnTo>
                  <a:pt x="5756893" y="3696754"/>
                </a:lnTo>
                <a:lnTo>
                  <a:pt x="5744701" y="3740208"/>
                </a:lnTo>
                <a:lnTo>
                  <a:pt x="5731850" y="3783446"/>
                </a:lnTo>
                <a:lnTo>
                  <a:pt x="5718344" y="3826460"/>
                </a:lnTo>
                <a:lnTo>
                  <a:pt x="5704186" y="3869243"/>
                </a:lnTo>
                <a:lnTo>
                  <a:pt x="5689380" y="3911787"/>
                </a:lnTo>
                <a:lnTo>
                  <a:pt x="5673930" y="3954084"/>
                </a:lnTo>
                <a:lnTo>
                  <a:pt x="5657839" y="3996127"/>
                </a:lnTo>
                <a:lnTo>
                  <a:pt x="5641112" y="4037908"/>
                </a:lnTo>
                <a:lnTo>
                  <a:pt x="5623753" y="4079419"/>
                </a:lnTo>
                <a:lnTo>
                  <a:pt x="5605765" y="4120654"/>
                </a:lnTo>
                <a:lnTo>
                  <a:pt x="5587152" y="4161603"/>
                </a:lnTo>
                <a:lnTo>
                  <a:pt x="5567917" y="4202260"/>
                </a:lnTo>
                <a:lnTo>
                  <a:pt x="5548066" y="4242618"/>
                </a:lnTo>
                <a:lnTo>
                  <a:pt x="5527601" y="4282667"/>
                </a:lnTo>
                <a:lnTo>
                  <a:pt x="5506526" y="4322402"/>
                </a:lnTo>
                <a:lnTo>
                  <a:pt x="5484845" y="4361813"/>
                </a:lnTo>
                <a:lnTo>
                  <a:pt x="5462562" y="4400894"/>
                </a:lnTo>
                <a:lnTo>
                  <a:pt x="5439681" y="4439637"/>
                </a:lnTo>
                <a:lnTo>
                  <a:pt x="5416206" y="4478035"/>
                </a:lnTo>
                <a:lnTo>
                  <a:pt x="5392140" y="4516078"/>
                </a:lnTo>
                <a:lnTo>
                  <a:pt x="5367487" y="4553761"/>
                </a:lnTo>
                <a:lnTo>
                  <a:pt x="5342252" y="4591076"/>
                </a:lnTo>
                <a:lnTo>
                  <a:pt x="5316437" y="4628014"/>
                </a:lnTo>
                <a:lnTo>
                  <a:pt x="5290047" y="4664568"/>
                </a:lnTo>
                <a:lnTo>
                  <a:pt x="5263086" y="4700731"/>
                </a:lnTo>
                <a:lnTo>
                  <a:pt x="5235557" y="4736494"/>
                </a:lnTo>
                <a:lnTo>
                  <a:pt x="5207464" y="4771851"/>
                </a:lnTo>
                <a:lnTo>
                  <a:pt x="5178811" y="4806794"/>
                </a:lnTo>
                <a:lnTo>
                  <a:pt x="5149602" y="4841314"/>
                </a:lnTo>
                <a:lnTo>
                  <a:pt x="5119841" y="4875405"/>
                </a:lnTo>
                <a:lnTo>
                  <a:pt x="5089531" y="4909059"/>
                </a:lnTo>
                <a:lnTo>
                  <a:pt x="5058676" y="4942268"/>
                </a:lnTo>
                <a:lnTo>
                  <a:pt x="5027281" y="4975024"/>
                </a:lnTo>
                <a:lnTo>
                  <a:pt x="4995348" y="5007321"/>
                </a:lnTo>
                <a:lnTo>
                  <a:pt x="4962882" y="5039149"/>
                </a:lnTo>
                <a:lnTo>
                  <a:pt x="4929887" y="5070503"/>
                </a:lnTo>
                <a:lnTo>
                  <a:pt x="4896367" y="5101373"/>
                </a:lnTo>
                <a:lnTo>
                  <a:pt x="4862324" y="5131753"/>
                </a:lnTo>
                <a:lnTo>
                  <a:pt x="4827764" y="5161634"/>
                </a:lnTo>
                <a:lnTo>
                  <a:pt x="4792689" y="5191010"/>
                </a:lnTo>
                <a:lnTo>
                  <a:pt x="4757104" y="5219872"/>
                </a:lnTo>
                <a:lnTo>
                  <a:pt x="4721013" y="5248213"/>
                </a:lnTo>
                <a:lnTo>
                  <a:pt x="4684419" y="5276026"/>
                </a:lnTo>
                <a:lnTo>
                  <a:pt x="4647326" y="5303302"/>
                </a:lnTo>
                <a:lnTo>
                  <a:pt x="4609738" y="5330034"/>
                </a:lnTo>
                <a:lnTo>
                  <a:pt x="4571659" y="5356215"/>
                </a:lnTo>
                <a:lnTo>
                  <a:pt x="4533093" y="5381836"/>
                </a:lnTo>
                <a:lnTo>
                  <a:pt x="4494043" y="5406891"/>
                </a:lnTo>
                <a:lnTo>
                  <a:pt x="4454513" y="5431371"/>
                </a:lnTo>
                <a:lnTo>
                  <a:pt x="4414508" y="5455269"/>
                </a:lnTo>
                <a:lnTo>
                  <a:pt x="4374030" y="5478577"/>
                </a:lnTo>
                <a:lnTo>
                  <a:pt x="4333084" y="5501288"/>
                </a:lnTo>
                <a:lnTo>
                  <a:pt x="4291674" y="5523395"/>
                </a:lnTo>
                <a:lnTo>
                  <a:pt x="4249803" y="5544888"/>
                </a:lnTo>
                <a:lnTo>
                  <a:pt x="4207476" y="5565762"/>
                </a:lnTo>
                <a:lnTo>
                  <a:pt x="4164695" y="5586007"/>
                </a:lnTo>
                <a:lnTo>
                  <a:pt x="4121465" y="5605617"/>
                </a:lnTo>
                <a:lnTo>
                  <a:pt x="4077790" y="5624584"/>
                </a:lnTo>
                <a:lnTo>
                  <a:pt x="4033674" y="5642901"/>
                </a:lnTo>
                <a:lnTo>
                  <a:pt x="3989120" y="5660559"/>
                </a:lnTo>
                <a:lnTo>
                  <a:pt x="3944131" y="5677551"/>
                </a:lnTo>
                <a:lnTo>
                  <a:pt x="3898713" y="5693869"/>
                </a:lnTo>
                <a:lnTo>
                  <a:pt x="3852869" y="5709507"/>
                </a:lnTo>
                <a:lnTo>
                  <a:pt x="3806778" y="5724399"/>
                </a:lnTo>
                <a:lnTo>
                  <a:pt x="3760620" y="5738491"/>
                </a:lnTo>
                <a:lnTo>
                  <a:pt x="3714405" y="5751786"/>
                </a:lnTo>
                <a:lnTo>
                  <a:pt x="3668138" y="5764288"/>
                </a:lnTo>
                <a:lnTo>
                  <a:pt x="3621829" y="5776000"/>
                </a:lnTo>
                <a:lnTo>
                  <a:pt x="3575484" y="5786927"/>
                </a:lnTo>
                <a:lnTo>
                  <a:pt x="3529111" y="5797072"/>
                </a:lnTo>
                <a:lnTo>
                  <a:pt x="3482719" y="5806439"/>
                </a:lnTo>
                <a:lnTo>
                  <a:pt x="3436313" y="5815032"/>
                </a:lnTo>
                <a:lnTo>
                  <a:pt x="3389903" y="5822855"/>
                </a:lnTo>
                <a:lnTo>
                  <a:pt x="3343495" y="5829912"/>
                </a:lnTo>
                <a:lnTo>
                  <a:pt x="3297098" y="5836206"/>
                </a:lnTo>
                <a:lnTo>
                  <a:pt x="3250718" y="5841741"/>
                </a:lnTo>
                <a:lnTo>
                  <a:pt x="3204364" y="5846521"/>
                </a:lnTo>
                <a:lnTo>
                  <a:pt x="3158043" y="5850550"/>
                </a:lnTo>
                <a:lnTo>
                  <a:pt x="3111763" y="5853832"/>
                </a:lnTo>
                <a:lnTo>
                  <a:pt x="3065532" y="5856371"/>
                </a:lnTo>
                <a:lnTo>
                  <a:pt x="3019356" y="5858169"/>
                </a:lnTo>
                <a:lnTo>
                  <a:pt x="2973244" y="5859232"/>
                </a:lnTo>
                <a:lnTo>
                  <a:pt x="2927203" y="5859563"/>
                </a:lnTo>
                <a:lnTo>
                  <a:pt x="2881242" y="5859166"/>
                </a:lnTo>
                <a:lnTo>
                  <a:pt x="2835366" y="5858044"/>
                </a:lnTo>
                <a:lnTo>
                  <a:pt x="2789585" y="5856202"/>
                </a:lnTo>
                <a:lnTo>
                  <a:pt x="2743906" y="5853643"/>
                </a:lnTo>
                <a:lnTo>
                  <a:pt x="2698336" y="5850372"/>
                </a:lnTo>
                <a:lnTo>
                  <a:pt x="2652883" y="5846391"/>
                </a:lnTo>
                <a:lnTo>
                  <a:pt x="2607555" y="5841705"/>
                </a:lnTo>
                <a:lnTo>
                  <a:pt x="2562359" y="5836317"/>
                </a:lnTo>
                <a:lnTo>
                  <a:pt x="2517303" y="5830232"/>
                </a:lnTo>
                <a:lnTo>
                  <a:pt x="2472395" y="5823453"/>
                </a:lnTo>
                <a:lnTo>
                  <a:pt x="2427641" y="5815984"/>
                </a:lnTo>
                <a:lnTo>
                  <a:pt x="2383051" y="5807829"/>
                </a:lnTo>
                <a:lnTo>
                  <a:pt x="2338631" y="5798992"/>
                </a:lnTo>
                <a:lnTo>
                  <a:pt x="2294388" y="5789476"/>
                </a:lnTo>
                <a:lnTo>
                  <a:pt x="2250332" y="5779286"/>
                </a:lnTo>
                <a:lnTo>
                  <a:pt x="2206469" y="5768425"/>
                </a:lnTo>
                <a:lnTo>
                  <a:pt x="2162806" y="5756897"/>
                </a:lnTo>
                <a:lnTo>
                  <a:pt x="2119352" y="5744705"/>
                </a:lnTo>
                <a:lnTo>
                  <a:pt x="2076114" y="5731854"/>
                </a:lnTo>
                <a:lnTo>
                  <a:pt x="2033100" y="5718348"/>
                </a:lnTo>
                <a:lnTo>
                  <a:pt x="1990318" y="5704190"/>
                </a:lnTo>
                <a:lnTo>
                  <a:pt x="1947774" y="5689384"/>
                </a:lnTo>
                <a:lnTo>
                  <a:pt x="1905477" y="5673934"/>
                </a:lnTo>
                <a:lnTo>
                  <a:pt x="1863434" y="5657843"/>
                </a:lnTo>
                <a:lnTo>
                  <a:pt x="1821654" y="5641117"/>
                </a:lnTo>
                <a:lnTo>
                  <a:pt x="1780142" y="5623757"/>
                </a:lnTo>
                <a:lnTo>
                  <a:pt x="1738908" y="5605769"/>
                </a:lnTo>
                <a:lnTo>
                  <a:pt x="1697958" y="5587156"/>
                </a:lnTo>
                <a:lnTo>
                  <a:pt x="1657301" y="5567921"/>
                </a:lnTo>
                <a:lnTo>
                  <a:pt x="1616944" y="5548070"/>
                </a:lnTo>
                <a:lnTo>
                  <a:pt x="1576895" y="5527605"/>
                </a:lnTo>
                <a:lnTo>
                  <a:pt x="1537160" y="5506530"/>
                </a:lnTo>
                <a:lnTo>
                  <a:pt x="1497749" y="5484849"/>
                </a:lnTo>
                <a:lnTo>
                  <a:pt x="1458668" y="5462566"/>
                </a:lnTo>
                <a:lnTo>
                  <a:pt x="1419925" y="5439685"/>
                </a:lnTo>
                <a:lnTo>
                  <a:pt x="1381528" y="5416210"/>
                </a:lnTo>
                <a:lnTo>
                  <a:pt x="1343484" y="5392144"/>
                </a:lnTo>
                <a:lnTo>
                  <a:pt x="1305801" y="5367491"/>
                </a:lnTo>
                <a:lnTo>
                  <a:pt x="1268487" y="5342256"/>
                </a:lnTo>
                <a:lnTo>
                  <a:pt x="1231549" y="5316441"/>
                </a:lnTo>
                <a:lnTo>
                  <a:pt x="1194995" y="5290051"/>
                </a:lnTo>
                <a:lnTo>
                  <a:pt x="1158833" y="5263090"/>
                </a:lnTo>
                <a:lnTo>
                  <a:pt x="1123069" y="5235561"/>
                </a:lnTo>
                <a:lnTo>
                  <a:pt x="1087712" y="5207468"/>
                </a:lnTo>
                <a:lnTo>
                  <a:pt x="1052770" y="5178815"/>
                </a:lnTo>
                <a:lnTo>
                  <a:pt x="1018249" y="5149606"/>
                </a:lnTo>
                <a:lnTo>
                  <a:pt x="984159" y="5119845"/>
                </a:lnTo>
                <a:lnTo>
                  <a:pt x="950505" y="5089535"/>
                </a:lnTo>
                <a:lnTo>
                  <a:pt x="917296" y="5058680"/>
                </a:lnTo>
                <a:lnTo>
                  <a:pt x="884540" y="5027285"/>
                </a:lnTo>
                <a:lnTo>
                  <a:pt x="852243" y="4995352"/>
                </a:lnTo>
                <a:lnTo>
                  <a:pt x="820415" y="4962886"/>
                </a:lnTo>
                <a:lnTo>
                  <a:pt x="789062" y="4929891"/>
                </a:lnTo>
                <a:lnTo>
                  <a:pt x="758191" y="4896371"/>
                </a:lnTo>
                <a:lnTo>
                  <a:pt x="727812" y="4862328"/>
                </a:lnTo>
                <a:lnTo>
                  <a:pt x="697930" y="4827768"/>
                </a:lnTo>
                <a:lnTo>
                  <a:pt x="668555" y="4792693"/>
                </a:lnTo>
                <a:lnTo>
                  <a:pt x="639693" y="4757108"/>
                </a:lnTo>
                <a:lnTo>
                  <a:pt x="611351" y="4721017"/>
                </a:lnTo>
                <a:lnTo>
                  <a:pt x="583539" y="4684423"/>
                </a:lnTo>
                <a:lnTo>
                  <a:pt x="556263" y="4647330"/>
                </a:lnTo>
                <a:lnTo>
                  <a:pt x="529531" y="4609742"/>
                </a:lnTo>
                <a:lnTo>
                  <a:pt x="503350" y="4571663"/>
                </a:lnTo>
                <a:lnTo>
                  <a:pt x="477729" y="4533097"/>
                </a:lnTo>
                <a:lnTo>
                  <a:pt x="452674" y="4494047"/>
                </a:lnTo>
                <a:lnTo>
                  <a:pt x="428194" y="4454517"/>
                </a:lnTo>
                <a:lnTo>
                  <a:pt x="404296" y="4414512"/>
                </a:lnTo>
                <a:lnTo>
                  <a:pt x="380988" y="4374034"/>
                </a:lnTo>
                <a:lnTo>
                  <a:pt x="358277" y="4333088"/>
                </a:lnTo>
                <a:lnTo>
                  <a:pt x="336171" y="4291678"/>
                </a:lnTo>
                <a:lnTo>
                  <a:pt x="314677" y="4249807"/>
                </a:lnTo>
                <a:lnTo>
                  <a:pt x="293804" y="4207480"/>
                </a:lnTo>
                <a:lnTo>
                  <a:pt x="273559" y="4164699"/>
                </a:lnTo>
                <a:lnTo>
                  <a:pt x="253948" y="4121469"/>
                </a:lnTo>
                <a:lnTo>
                  <a:pt x="234981" y="4077794"/>
                </a:lnTo>
                <a:lnTo>
                  <a:pt x="216665" y="4033678"/>
                </a:lnTo>
                <a:lnTo>
                  <a:pt x="199007" y="3989124"/>
                </a:lnTo>
                <a:lnTo>
                  <a:pt x="182015" y="3944135"/>
                </a:lnTo>
                <a:lnTo>
                  <a:pt x="165696" y="3898717"/>
                </a:lnTo>
                <a:lnTo>
                  <a:pt x="150059" y="3852873"/>
                </a:lnTo>
                <a:lnTo>
                  <a:pt x="135166" y="3806782"/>
                </a:lnTo>
                <a:lnTo>
                  <a:pt x="121074" y="3760624"/>
                </a:lnTo>
                <a:lnTo>
                  <a:pt x="107779" y="3714409"/>
                </a:lnTo>
                <a:lnTo>
                  <a:pt x="95277" y="3668142"/>
                </a:lnTo>
                <a:lnTo>
                  <a:pt x="83565" y="3621833"/>
                </a:lnTo>
                <a:lnTo>
                  <a:pt x="72638" y="3575488"/>
                </a:lnTo>
                <a:lnTo>
                  <a:pt x="62492" y="3529115"/>
                </a:lnTo>
                <a:lnTo>
                  <a:pt x="53125" y="3482722"/>
                </a:lnTo>
                <a:lnTo>
                  <a:pt x="44532" y="3436317"/>
                </a:lnTo>
                <a:lnTo>
                  <a:pt x="36709" y="3389907"/>
                </a:lnTo>
                <a:lnTo>
                  <a:pt x="29652" y="3343499"/>
                </a:lnTo>
                <a:lnTo>
                  <a:pt x="23358" y="3297101"/>
                </a:lnTo>
                <a:lnTo>
                  <a:pt x="17823" y="3250722"/>
                </a:lnTo>
                <a:lnTo>
                  <a:pt x="13042" y="3204368"/>
                </a:lnTo>
                <a:lnTo>
                  <a:pt x="9013" y="3158047"/>
                </a:lnTo>
                <a:lnTo>
                  <a:pt x="5731" y="3111767"/>
                </a:lnTo>
                <a:lnTo>
                  <a:pt x="3192" y="3065535"/>
                </a:lnTo>
                <a:lnTo>
                  <a:pt x="1394" y="3019359"/>
                </a:lnTo>
                <a:lnTo>
                  <a:pt x="331" y="2973247"/>
                </a:lnTo>
                <a:lnTo>
                  <a:pt x="0" y="2927207"/>
                </a:lnTo>
                <a:lnTo>
                  <a:pt x="397" y="2881245"/>
                </a:lnTo>
                <a:lnTo>
                  <a:pt x="1518" y="2835370"/>
                </a:lnTo>
                <a:lnTo>
                  <a:pt x="3360" y="2789588"/>
                </a:lnTo>
                <a:lnTo>
                  <a:pt x="5919" y="2743909"/>
                </a:lnTo>
                <a:lnTo>
                  <a:pt x="9191" y="2698339"/>
                </a:lnTo>
                <a:lnTo>
                  <a:pt x="13172" y="2652886"/>
                </a:lnTo>
                <a:lnTo>
                  <a:pt x="17858" y="2607558"/>
                </a:lnTo>
                <a:lnTo>
                  <a:pt x="23245" y="2562362"/>
                </a:lnTo>
                <a:lnTo>
                  <a:pt x="29330" y="2517306"/>
                </a:lnTo>
                <a:lnTo>
                  <a:pt x="36109" y="2472397"/>
                </a:lnTo>
                <a:lnTo>
                  <a:pt x="43578" y="2427644"/>
                </a:lnTo>
                <a:lnTo>
                  <a:pt x="51733" y="2383053"/>
                </a:lnTo>
                <a:lnTo>
                  <a:pt x="60570" y="2338633"/>
                </a:lnTo>
                <a:lnTo>
                  <a:pt x="70085" y="2294390"/>
                </a:lnTo>
                <a:lnTo>
                  <a:pt x="80276" y="2250334"/>
                </a:lnTo>
                <a:lnTo>
                  <a:pt x="91137" y="2206470"/>
                </a:lnTo>
                <a:lnTo>
                  <a:pt x="102665" y="2162808"/>
                </a:lnTo>
                <a:lnTo>
                  <a:pt x="114857" y="2119354"/>
                </a:lnTo>
                <a:lnTo>
                  <a:pt x="127708" y="2076116"/>
                </a:lnTo>
                <a:lnTo>
                  <a:pt x="141214" y="2033102"/>
                </a:lnTo>
                <a:lnTo>
                  <a:pt x="155372" y="1990319"/>
                </a:lnTo>
                <a:lnTo>
                  <a:pt x="170178" y="1947775"/>
                </a:lnTo>
                <a:lnTo>
                  <a:pt x="185628" y="1905478"/>
                </a:lnTo>
                <a:lnTo>
                  <a:pt x="201718" y="1863435"/>
                </a:lnTo>
                <a:lnTo>
                  <a:pt x="218445" y="1821654"/>
                </a:lnTo>
                <a:lnTo>
                  <a:pt x="235805" y="1780143"/>
                </a:lnTo>
                <a:lnTo>
                  <a:pt x="253793" y="1738908"/>
                </a:lnTo>
                <a:lnTo>
                  <a:pt x="272406" y="1697959"/>
                </a:lnTo>
                <a:lnTo>
                  <a:pt x="291640" y="1657301"/>
                </a:lnTo>
                <a:lnTo>
                  <a:pt x="311492" y="1616944"/>
                </a:lnTo>
                <a:lnTo>
                  <a:pt x="331957" y="1576894"/>
                </a:lnTo>
                <a:lnTo>
                  <a:pt x="353032" y="1537160"/>
                </a:lnTo>
                <a:lnTo>
                  <a:pt x="374713" y="1497749"/>
                </a:lnTo>
                <a:lnTo>
                  <a:pt x="396996" y="1458667"/>
                </a:lnTo>
                <a:lnTo>
                  <a:pt x="419876" y="1419924"/>
                </a:lnTo>
                <a:lnTo>
                  <a:pt x="443352" y="1381527"/>
                </a:lnTo>
                <a:lnTo>
                  <a:pt x="467418" y="1343483"/>
                </a:lnTo>
                <a:lnTo>
                  <a:pt x="492070" y="1305801"/>
                </a:lnTo>
                <a:lnTo>
                  <a:pt x="517306" y="1268486"/>
                </a:lnTo>
                <a:lnTo>
                  <a:pt x="543121" y="1231548"/>
                </a:lnTo>
                <a:lnTo>
                  <a:pt x="569511" y="1194994"/>
                </a:lnTo>
                <a:lnTo>
                  <a:pt x="596472" y="1158831"/>
                </a:lnTo>
                <a:lnTo>
                  <a:pt x="624001" y="1123068"/>
                </a:lnTo>
                <a:lnTo>
                  <a:pt x="652094" y="1087711"/>
                </a:lnTo>
                <a:lnTo>
                  <a:pt x="680747" y="1052768"/>
                </a:lnTo>
                <a:lnTo>
                  <a:pt x="709956" y="1018248"/>
                </a:lnTo>
                <a:lnTo>
                  <a:pt x="739717" y="984157"/>
                </a:lnTo>
                <a:lnTo>
                  <a:pt x="770027" y="950503"/>
                </a:lnTo>
                <a:lnTo>
                  <a:pt x="800881" y="917294"/>
                </a:lnTo>
                <a:lnTo>
                  <a:pt x="832277" y="884538"/>
                </a:lnTo>
                <a:lnTo>
                  <a:pt x="864209" y="852241"/>
                </a:lnTo>
                <a:lnTo>
                  <a:pt x="896675" y="820413"/>
                </a:lnTo>
                <a:lnTo>
                  <a:pt x="929670" y="789059"/>
                </a:lnTo>
                <a:lnTo>
                  <a:pt x="963191" y="758189"/>
                </a:lnTo>
                <a:lnTo>
                  <a:pt x="997233" y="727809"/>
                </a:lnTo>
                <a:lnTo>
                  <a:pt x="1031794" y="697928"/>
                </a:lnTo>
                <a:lnTo>
                  <a:pt x="1066868" y="668552"/>
                </a:lnTo>
                <a:lnTo>
                  <a:pt x="1102453" y="639690"/>
                </a:lnTo>
                <a:lnTo>
                  <a:pt x="1138544" y="611349"/>
                </a:lnTo>
                <a:lnTo>
                  <a:pt x="1175138" y="583536"/>
                </a:lnTo>
                <a:lnTo>
                  <a:pt x="1212231" y="556260"/>
                </a:lnTo>
                <a:lnTo>
                  <a:pt x="1249819" y="529528"/>
                </a:lnTo>
                <a:lnTo>
                  <a:pt x="1287897" y="503347"/>
                </a:lnTo>
                <a:lnTo>
                  <a:pt x="1326464" y="477726"/>
                </a:lnTo>
                <a:lnTo>
                  <a:pt x="1365513" y="452671"/>
                </a:lnTo>
                <a:lnTo>
                  <a:pt x="1405043" y="428191"/>
                </a:lnTo>
                <a:lnTo>
                  <a:pt x="1445048" y="404293"/>
                </a:lnTo>
                <a:lnTo>
                  <a:pt x="1485526" y="380984"/>
                </a:lnTo>
                <a:lnTo>
                  <a:pt x="1526471" y="358273"/>
                </a:lnTo>
                <a:lnTo>
                  <a:pt x="1567882" y="336167"/>
                </a:lnTo>
                <a:lnTo>
                  <a:pt x="1609752" y="314674"/>
                </a:lnTo>
                <a:lnTo>
                  <a:pt x="1652080" y="293800"/>
                </a:lnTo>
                <a:lnTo>
                  <a:pt x="1694860" y="273555"/>
                </a:lnTo>
                <a:lnTo>
                  <a:pt x="1738090" y="253945"/>
                </a:lnTo>
                <a:lnTo>
                  <a:pt x="1781765" y="234978"/>
                </a:lnTo>
                <a:lnTo>
                  <a:pt x="1825881" y="216661"/>
                </a:lnTo>
                <a:lnTo>
                  <a:pt x="1870435" y="199003"/>
                </a:lnTo>
                <a:lnTo>
                  <a:pt x="1915423" y="182011"/>
                </a:lnTo>
                <a:lnTo>
                  <a:pt x="1960841" y="165692"/>
                </a:lnTo>
                <a:lnTo>
                  <a:pt x="2006685" y="150055"/>
                </a:lnTo>
                <a:lnTo>
                  <a:pt x="2052776" y="135162"/>
                </a:lnTo>
                <a:lnTo>
                  <a:pt x="2098934" y="121071"/>
                </a:lnTo>
                <a:lnTo>
                  <a:pt x="2145150" y="107776"/>
                </a:lnTo>
                <a:lnTo>
                  <a:pt x="2191416" y="95274"/>
                </a:lnTo>
                <a:lnTo>
                  <a:pt x="2237726" y="83562"/>
                </a:lnTo>
                <a:lnTo>
                  <a:pt x="2284071" y="72635"/>
                </a:lnTo>
                <a:lnTo>
                  <a:pt x="2330444" y="62490"/>
                </a:lnTo>
                <a:lnTo>
                  <a:pt x="2376837" y="53123"/>
                </a:lnTo>
                <a:lnTo>
                  <a:pt x="2423243" y="44530"/>
                </a:lnTo>
                <a:lnTo>
                  <a:pt x="2469653" y="36707"/>
                </a:lnTo>
                <a:lnTo>
                  <a:pt x="2516061" y="29650"/>
                </a:lnTo>
                <a:lnTo>
                  <a:pt x="2562459" y="23357"/>
                </a:lnTo>
                <a:lnTo>
                  <a:pt x="2608839" y="17821"/>
                </a:lnTo>
                <a:lnTo>
                  <a:pt x="2655193" y="13041"/>
                </a:lnTo>
                <a:lnTo>
                  <a:pt x="2701514" y="9012"/>
                </a:lnTo>
                <a:lnTo>
                  <a:pt x="2747794" y="5730"/>
                </a:lnTo>
                <a:lnTo>
                  <a:pt x="2794026" y="3192"/>
                </a:lnTo>
                <a:lnTo>
                  <a:pt x="2840201" y="1393"/>
                </a:lnTo>
                <a:lnTo>
                  <a:pt x="2886313" y="330"/>
                </a:lnTo>
                <a:lnTo>
                  <a:pt x="2932354" y="0"/>
                </a:lnTo>
                <a:lnTo>
                  <a:pt x="2978316" y="397"/>
                </a:lnTo>
                <a:lnTo>
                  <a:pt x="3024192" y="1519"/>
                </a:lnTo>
                <a:lnTo>
                  <a:pt x="3069973" y="3361"/>
                </a:lnTo>
                <a:lnTo>
                  <a:pt x="3115652" y="5920"/>
                </a:lnTo>
                <a:lnTo>
                  <a:pt x="3161222" y="9191"/>
                </a:lnTo>
                <a:lnTo>
                  <a:pt x="3206675" y="13172"/>
                </a:lnTo>
                <a:lnTo>
                  <a:pt x="3252003" y="17859"/>
                </a:lnTo>
                <a:lnTo>
                  <a:pt x="3297199" y="23246"/>
                </a:lnTo>
                <a:lnTo>
                  <a:pt x="3342256" y="29331"/>
                </a:lnTo>
                <a:lnTo>
                  <a:pt x="3387164" y="36110"/>
                </a:lnTo>
                <a:lnTo>
                  <a:pt x="3431918" y="43579"/>
                </a:lnTo>
                <a:lnTo>
                  <a:pt x="3476508" y="51734"/>
                </a:lnTo>
                <a:lnTo>
                  <a:pt x="3520929" y="60571"/>
                </a:lnTo>
                <a:lnTo>
                  <a:pt x="3565171" y="70087"/>
                </a:lnTo>
                <a:lnTo>
                  <a:pt x="3609228" y="80278"/>
                </a:lnTo>
                <a:lnTo>
                  <a:pt x="3653091" y="91139"/>
                </a:lnTo>
                <a:lnTo>
                  <a:pt x="3696754" y="102667"/>
                </a:lnTo>
                <a:lnTo>
                  <a:pt x="3740208" y="114859"/>
                </a:lnTo>
                <a:lnTo>
                  <a:pt x="3783445" y="127710"/>
                </a:lnTo>
                <a:lnTo>
                  <a:pt x="3826460" y="141216"/>
                </a:lnTo>
                <a:lnTo>
                  <a:pt x="3869242" y="155374"/>
                </a:lnTo>
                <a:lnTo>
                  <a:pt x="3911786" y="170181"/>
                </a:lnTo>
                <a:lnTo>
                  <a:pt x="3954083" y="185631"/>
                </a:lnTo>
                <a:lnTo>
                  <a:pt x="3996126" y="201721"/>
                </a:lnTo>
                <a:lnTo>
                  <a:pt x="4037907" y="218448"/>
                </a:lnTo>
                <a:lnTo>
                  <a:pt x="4079418" y="235807"/>
                </a:lnTo>
                <a:lnTo>
                  <a:pt x="4120653" y="253796"/>
                </a:lnTo>
                <a:lnTo>
                  <a:pt x="4161602" y="272409"/>
                </a:lnTo>
                <a:lnTo>
                  <a:pt x="4202259" y="291643"/>
                </a:lnTo>
                <a:lnTo>
                  <a:pt x="4242617" y="311495"/>
                </a:lnTo>
                <a:lnTo>
                  <a:pt x="4282666" y="331960"/>
                </a:lnTo>
                <a:lnTo>
                  <a:pt x="4322401" y="353035"/>
                </a:lnTo>
                <a:lnTo>
                  <a:pt x="4361812" y="374716"/>
                </a:lnTo>
                <a:lnTo>
                  <a:pt x="4400893" y="396999"/>
                </a:lnTo>
                <a:lnTo>
                  <a:pt x="4439636" y="419880"/>
                </a:lnTo>
                <a:lnTo>
                  <a:pt x="4478033" y="443355"/>
                </a:lnTo>
                <a:lnTo>
                  <a:pt x="4516077" y="467421"/>
                </a:lnTo>
                <a:lnTo>
                  <a:pt x="4553760" y="492074"/>
                </a:lnTo>
                <a:lnTo>
                  <a:pt x="4591074" y="517309"/>
                </a:lnTo>
                <a:lnTo>
                  <a:pt x="4628012" y="543124"/>
                </a:lnTo>
                <a:lnTo>
                  <a:pt x="4664566" y="569514"/>
                </a:lnTo>
                <a:lnTo>
                  <a:pt x="4700729" y="596476"/>
                </a:lnTo>
                <a:lnTo>
                  <a:pt x="4736492" y="624005"/>
                </a:lnTo>
                <a:lnTo>
                  <a:pt x="4771849" y="652098"/>
                </a:lnTo>
                <a:lnTo>
                  <a:pt x="4806791" y="680750"/>
                </a:lnTo>
                <a:lnTo>
                  <a:pt x="4841312" y="709959"/>
                </a:lnTo>
                <a:lnTo>
                  <a:pt x="4875403" y="739721"/>
                </a:lnTo>
                <a:lnTo>
                  <a:pt x="4909057" y="770031"/>
                </a:lnTo>
                <a:lnTo>
                  <a:pt x="4942265" y="800885"/>
                </a:lnTo>
                <a:lnTo>
                  <a:pt x="4975022" y="832281"/>
                </a:lnTo>
                <a:lnTo>
                  <a:pt x="5007318" y="864213"/>
                </a:lnTo>
                <a:lnTo>
                  <a:pt x="5039147" y="896679"/>
                </a:lnTo>
                <a:lnTo>
                  <a:pt x="5070500" y="929674"/>
                </a:lnTo>
                <a:lnTo>
                  <a:pt x="5101370" y="963195"/>
                </a:lnTo>
                <a:lnTo>
                  <a:pt x="5131750" y="997237"/>
                </a:lnTo>
                <a:lnTo>
                  <a:pt x="5161631" y="1031798"/>
                </a:lnTo>
                <a:lnTo>
                  <a:pt x="5191007" y="1066872"/>
                </a:lnTo>
                <a:lnTo>
                  <a:pt x="5219869" y="1102457"/>
                </a:lnTo>
                <a:lnTo>
                  <a:pt x="5248210" y="1138548"/>
                </a:lnTo>
                <a:lnTo>
                  <a:pt x="5276023" y="1175142"/>
                </a:lnTo>
                <a:lnTo>
                  <a:pt x="5303299" y="1212235"/>
                </a:lnTo>
                <a:lnTo>
                  <a:pt x="5330031" y="1249823"/>
                </a:lnTo>
                <a:lnTo>
                  <a:pt x="5356211" y="1287901"/>
                </a:lnTo>
                <a:lnTo>
                  <a:pt x="5381833" y="1326468"/>
                </a:lnTo>
                <a:lnTo>
                  <a:pt x="5406887" y="1365517"/>
                </a:lnTo>
                <a:lnTo>
                  <a:pt x="5431367" y="1405047"/>
                </a:lnTo>
                <a:lnTo>
                  <a:pt x="5455265" y="1445052"/>
                </a:lnTo>
                <a:lnTo>
                  <a:pt x="5478574" y="1485530"/>
                </a:lnTo>
                <a:lnTo>
                  <a:pt x="5501285" y="1526476"/>
                </a:lnTo>
                <a:lnTo>
                  <a:pt x="5523391" y="1567886"/>
                </a:lnTo>
                <a:lnTo>
                  <a:pt x="5544884" y="1609756"/>
                </a:lnTo>
                <a:lnTo>
                  <a:pt x="5565758" y="1652084"/>
                </a:lnTo>
                <a:lnTo>
                  <a:pt x="5586003" y="1694864"/>
                </a:lnTo>
                <a:lnTo>
                  <a:pt x="5605613" y="1738094"/>
                </a:lnTo>
                <a:lnTo>
                  <a:pt x="5624580" y="1781769"/>
                </a:lnTo>
                <a:lnTo>
                  <a:pt x="5642897" y="1825885"/>
                </a:lnTo>
                <a:lnTo>
                  <a:pt x="5660555" y="1870439"/>
                </a:lnTo>
                <a:lnTo>
                  <a:pt x="5677547" y="1915427"/>
                </a:lnTo>
                <a:lnTo>
                  <a:pt x="5693865" y="1960845"/>
                </a:lnTo>
                <a:lnTo>
                  <a:pt x="5709503" y="2006689"/>
                </a:lnTo>
                <a:close/>
              </a:path>
            </a:pathLst>
          </a:custGeom>
          <a:ln w="36367">
            <a:solidFill>
              <a:srgbClr val="C6824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4362" y="804164"/>
            <a:ext cx="11058525" cy="32166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4362" y="4623943"/>
            <a:ext cx="11058525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77665" y="18696814"/>
            <a:ext cx="3931920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14362" y="18696814"/>
            <a:ext cx="2826067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46820" y="18696814"/>
            <a:ext cx="2826067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01850" y="9834880"/>
            <a:ext cx="8674735" cy="1196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700" i="0" spc="560" dirty="0">
                <a:solidFill>
                  <a:srgbClr val="9A751B"/>
                </a:solidFill>
                <a:latin typeface="Petit Formal Script" panose="03020602040807080B06" charset="0"/>
                <a:cs typeface="Petit Formal Script" panose="03020602040807080B06" charset="0"/>
              </a:rPr>
              <a:t>Andrea</a:t>
            </a:r>
            <a:r>
              <a:rPr lang="en-US" altLang="" sz="7700" i="0" spc="560" dirty="0">
                <a:solidFill>
                  <a:srgbClr val="9A751B"/>
                </a:solidFill>
                <a:latin typeface="Petit Formal Script" panose="03020602040807080B06" charset="0"/>
                <a:cs typeface="Petit Formal Script" panose="03020602040807080B06" charset="0"/>
              </a:rPr>
              <a:t>&amp;</a:t>
            </a:r>
            <a:r>
              <a:rPr sz="7700" i="0" spc="560" dirty="0">
                <a:solidFill>
                  <a:srgbClr val="9A751B"/>
                </a:solidFill>
                <a:latin typeface="Petit Formal Script" panose="03020602040807080B06" charset="0"/>
                <a:cs typeface="Petit Formal Script" panose="03020602040807080B06" charset="0"/>
              </a:rPr>
              <a:t>Sean</a:t>
            </a:r>
            <a:endParaRPr sz="7700" i="0" spc="560" dirty="0">
              <a:solidFill>
                <a:srgbClr val="9A751B"/>
              </a:solidFill>
              <a:latin typeface="Petit Formal Script" panose="03020602040807080B06" charset="0"/>
              <a:cs typeface="Petit Formal Script" panose="03020602040807080B06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94189" y="11464690"/>
            <a:ext cx="6766559" cy="38207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R="21590" algn="ctr">
              <a:lnSpc>
                <a:spcPts val="3775"/>
              </a:lnSpc>
              <a:spcBef>
                <a:spcPts val="130"/>
              </a:spcBef>
            </a:pPr>
            <a:r>
              <a:rPr sz="330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S</a:t>
            </a:r>
            <a:r>
              <a:rPr sz="3300" spc="-305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30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u</a:t>
            </a:r>
            <a:r>
              <a:rPr sz="3300" spc="-30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30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n</a:t>
            </a:r>
            <a:r>
              <a:rPr sz="3300" spc="-30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30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d</a:t>
            </a:r>
            <a:r>
              <a:rPr sz="3300" spc="-30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300" spc="-145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3300" spc="-33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300" spc="-5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y</a:t>
            </a:r>
            <a:endParaRPr sz="3300">
              <a:latin typeface="Trebuchet MS" panose="020B0603020202020204"/>
              <a:cs typeface="Trebuchet MS" panose="020B0603020202020204"/>
            </a:endParaRPr>
          </a:p>
          <a:p>
            <a:pPr marR="36195" algn="ctr">
              <a:lnSpc>
                <a:spcPts val="8095"/>
              </a:lnSpc>
            </a:pPr>
            <a:r>
              <a:rPr sz="6900" i="0" spc="-470" dirty="0">
                <a:solidFill>
                  <a:srgbClr val="9A751B"/>
                </a:solidFill>
                <a:latin typeface="Petit Formal Script" panose="03020602040807080B06" charset="0"/>
                <a:cs typeface="Petit Formal Script" panose="03020602040807080B06" charset="0"/>
              </a:rPr>
              <a:t>25/11/2025</a:t>
            </a:r>
            <a:endParaRPr sz="6900" i="0">
              <a:latin typeface="Petit Formal Script" panose="03020602040807080B06" charset="0"/>
              <a:cs typeface="Petit Formal Script" panose="03020602040807080B06" charset="0"/>
            </a:endParaRPr>
          </a:p>
          <a:p>
            <a:pPr algn="ctr">
              <a:lnSpc>
                <a:spcPct val="100000"/>
              </a:lnSpc>
              <a:spcBef>
                <a:spcPts val="30"/>
              </a:spcBef>
              <a:tabLst>
                <a:tab pos="685800" algn="l"/>
                <a:tab pos="1161415" algn="l"/>
                <a:tab pos="3111500" algn="l"/>
                <a:tab pos="3789045" algn="l"/>
                <a:tab pos="4803775" algn="l"/>
              </a:tabLst>
            </a:pPr>
            <a:r>
              <a:rPr sz="3300" spc="-145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3300" spc="-34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300" spc="-5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t</a:t>
            </a:r>
            <a:r>
              <a:rPr sz="330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	</a:t>
            </a:r>
            <a:r>
              <a:rPr sz="3300" spc="-5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7</a:t>
            </a:r>
            <a:r>
              <a:rPr sz="330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	</a:t>
            </a:r>
            <a:r>
              <a:rPr sz="3300" spc="5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o</a:t>
            </a:r>
            <a:r>
              <a:rPr sz="3300" spc="-44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300" spc="-535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’</a:t>
            </a:r>
            <a:r>
              <a:rPr sz="3300" spc="-58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300" spc="-155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c</a:t>
            </a:r>
            <a:r>
              <a:rPr sz="3300" spc="-325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300" spc="-195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l</a:t>
            </a:r>
            <a:r>
              <a:rPr sz="3300" spc="-33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300" spc="5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o</a:t>
            </a:r>
            <a:r>
              <a:rPr sz="3300" spc="-325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300" spc="-155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c</a:t>
            </a:r>
            <a:r>
              <a:rPr sz="3300" spc="-325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300" spc="-5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k</a:t>
            </a:r>
            <a:r>
              <a:rPr sz="330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	</a:t>
            </a:r>
            <a:r>
              <a:rPr sz="3300" spc="-165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i</a:t>
            </a:r>
            <a:r>
              <a:rPr sz="3300" spc="-325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300" spc="-5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n</a:t>
            </a:r>
            <a:r>
              <a:rPr sz="330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	</a:t>
            </a:r>
            <a:r>
              <a:rPr sz="3300" spc="-21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t</a:t>
            </a:r>
            <a:r>
              <a:rPr sz="3300" spc="-315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30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h</a:t>
            </a:r>
            <a:r>
              <a:rPr sz="3300" spc="-31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300" spc="-5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e</a:t>
            </a:r>
            <a:r>
              <a:rPr sz="330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	</a:t>
            </a:r>
            <a:r>
              <a:rPr sz="3300" spc="-15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e</a:t>
            </a:r>
            <a:r>
              <a:rPr sz="3300" spc="-315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300" spc="-25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v</a:t>
            </a:r>
            <a:r>
              <a:rPr sz="3300" spc="-35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300" spc="-15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e</a:t>
            </a:r>
            <a:r>
              <a:rPr sz="3300" spc="-315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30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n</a:t>
            </a:r>
            <a:r>
              <a:rPr sz="3300" spc="-31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300" spc="-165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i</a:t>
            </a:r>
            <a:r>
              <a:rPr sz="3300" spc="-315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30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n</a:t>
            </a:r>
            <a:r>
              <a:rPr sz="3300" spc="-315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300" spc="145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g</a:t>
            </a:r>
            <a:endParaRPr sz="3300">
              <a:latin typeface="Trebuchet MS" panose="020B0603020202020204"/>
              <a:cs typeface="Trebuchet MS" panose="020B0603020202020204"/>
            </a:endParaRPr>
          </a:p>
          <a:p>
            <a:pPr>
              <a:lnSpc>
                <a:spcPct val="100000"/>
              </a:lnSpc>
              <a:spcBef>
                <a:spcPts val="1485"/>
              </a:spcBef>
            </a:pPr>
            <a:endParaRPr sz="3300">
              <a:latin typeface="Trebuchet MS" panose="020B0603020202020204"/>
              <a:cs typeface="Trebuchet MS" panose="020B0603020202020204"/>
            </a:endParaRPr>
          </a:p>
          <a:p>
            <a:pPr marR="252730" algn="ctr">
              <a:lnSpc>
                <a:spcPts val="4180"/>
              </a:lnSpc>
              <a:tabLst>
                <a:tab pos="1769110" algn="l"/>
                <a:tab pos="3184525" algn="l"/>
              </a:tabLst>
            </a:pPr>
            <a:r>
              <a:rPr sz="3500" spc="-125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G</a:t>
            </a:r>
            <a:r>
              <a:rPr sz="3500" spc="-345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500" spc="-225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r</a:t>
            </a:r>
            <a:r>
              <a:rPr sz="3500" spc="-365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500" spc="-175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3500" spc="-345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50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n</a:t>
            </a:r>
            <a:r>
              <a:rPr sz="3500" spc="-345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500" spc="-5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d</a:t>
            </a:r>
            <a:r>
              <a:rPr sz="350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	</a:t>
            </a:r>
            <a:r>
              <a:rPr sz="3500" spc="-13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L</a:t>
            </a:r>
            <a:r>
              <a:rPr sz="3500" spc="-39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50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o</a:t>
            </a:r>
            <a:r>
              <a:rPr sz="3500" spc="-365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500" spc="-4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v</a:t>
            </a:r>
            <a:r>
              <a:rPr sz="3500" spc="-375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500" spc="-5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e</a:t>
            </a:r>
            <a:r>
              <a:rPr sz="350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	</a:t>
            </a:r>
            <a:r>
              <a:rPr sz="3500" spc="-3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H</a:t>
            </a:r>
            <a:r>
              <a:rPr sz="3500" spc="-35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500" spc="-175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3500" spc="-345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500" spc="-225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l</a:t>
            </a:r>
            <a:r>
              <a:rPr sz="3500" spc="-35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500" spc="-225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l</a:t>
            </a:r>
            <a:r>
              <a:rPr sz="3500" spc="-38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500" spc="-62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,</a:t>
            </a:r>
            <a:endParaRPr sz="3500">
              <a:latin typeface="Trebuchet MS" panose="020B0603020202020204"/>
              <a:cs typeface="Trebuchet MS" panose="020B0603020202020204"/>
            </a:endParaRPr>
          </a:p>
          <a:p>
            <a:pPr marR="377825" algn="ctr">
              <a:lnSpc>
                <a:spcPts val="4180"/>
              </a:lnSpc>
              <a:tabLst>
                <a:tab pos="1637030" algn="l"/>
                <a:tab pos="3632200" algn="l"/>
                <a:tab pos="5415915" algn="l"/>
              </a:tabLst>
            </a:pPr>
            <a:r>
              <a:rPr sz="3500" spc="-125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G</a:t>
            </a:r>
            <a:r>
              <a:rPr sz="3500" spc="-35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500" spc="-225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r</a:t>
            </a:r>
            <a:r>
              <a:rPr sz="3500" spc="-38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500" spc="-18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e</a:t>
            </a:r>
            <a:r>
              <a:rPr sz="3500" spc="-35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500" spc="-175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3500" spc="-36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500" spc="-5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t</a:t>
            </a:r>
            <a:r>
              <a:rPr sz="350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	S</a:t>
            </a:r>
            <a:r>
              <a:rPr sz="3500" spc="-355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500" spc="-245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t</a:t>
            </a:r>
            <a:r>
              <a:rPr sz="3500" spc="-34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500" spc="-225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r</a:t>
            </a:r>
            <a:r>
              <a:rPr sz="3500" spc="-38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500" spc="-18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e</a:t>
            </a:r>
            <a:r>
              <a:rPr sz="3500" spc="-345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500" spc="-18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e</a:t>
            </a:r>
            <a:r>
              <a:rPr sz="3500" spc="-34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500" spc="-245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t</a:t>
            </a:r>
            <a:r>
              <a:rPr sz="3500" spc="-355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500" spc="-62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,</a:t>
            </a:r>
            <a:r>
              <a:rPr sz="350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	</a:t>
            </a:r>
            <a:r>
              <a:rPr sz="3500" spc="32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M</a:t>
            </a:r>
            <a:r>
              <a:rPr sz="3500" spc="-315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500" spc="-19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i</a:t>
            </a:r>
            <a:r>
              <a:rPr sz="3500" spc="-35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500" spc="-175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3500" spc="-355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50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m</a:t>
            </a:r>
            <a:r>
              <a:rPr sz="3500" spc="-35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500" spc="-5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i</a:t>
            </a:r>
            <a:r>
              <a:rPr sz="350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	</a:t>
            </a:r>
            <a:r>
              <a:rPr sz="3500" spc="-155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F</a:t>
            </a:r>
            <a:r>
              <a:rPr sz="3500" spc="-35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500" spc="-50" dirty="0">
                <a:solidFill>
                  <a:srgbClr val="9A751B"/>
                </a:solidFill>
                <a:latin typeface="Trebuchet MS" panose="020B0603020202020204"/>
                <a:cs typeface="Trebuchet MS" panose="020B0603020202020204"/>
              </a:rPr>
              <a:t>L</a:t>
            </a:r>
            <a:endParaRPr sz="35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</Words>
  <Application>WPS 演示</Application>
  <PresentationFormat>On-screen Show (4:3)</PresentationFormat>
  <Paragraphs>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Verdana</vt:lpstr>
      <vt:lpstr>Trebuchet MS</vt:lpstr>
      <vt:lpstr>微软雅黑</vt:lpstr>
      <vt:lpstr>Arial Unicode MS</vt:lpstr>
      <vt:lpstr>Calibri</vt:lpstr>
      <vt:lpstr>Petit Formal Script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婚礼</dc:title>
  <dc:creator/>
  <cp:lastModifiedBy>平面设计师.张倩/金畅</cp:lastModifiedBy>
  <cp:revision>1</cp:revision>
  <dcterms:created xsi:type="dcterms:W3CDTF">2026-04-16T09:45:13Z</dcterms:created>
  <dcterms:modified xsi:type="dcterms:W3CDTF">2026-04-16T09:45:14Z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2026-04-16T08:00:00Z</vt:filetime>
  </property>
  <property fmtid="{D5CDD505-2E9C-101B-9397-08002B2CF9AE}" pid="3" name="Creator">
    <vt:lpwstr>Adobe Illustrator 27.0 (Windows)</vt:lpwstr>
  </property>
  <property fmtid="{D5CDD505-2E9C-101B-9397-08002B2CF9AE}" pid="4" name="LastSaved">
    <vt:filetime>2026-04-16T08:00:00Z</vt:filetime>
  </property>
  <property fmtid="{D5CDD505-2E9C-101B-9397-08002B2CF9AE}" pid="5" name="Producer">
    <vt:lpwstr>iLovePDF</vt:lpwstr>
  </property>
  <property fmtid="{D5CDD505-2E9C-101B-9397-08002B2CF9AE}" pid="6" name="ICV">
    <vt:lpwstr>263076D9549048E080D43C7CFF6D7E56_12</vt:lpwstr>
  </property>
  <property fmtid="{D5CDD505-2E9C-101B-9397-08002B2CF9AE}" pid="7" name="KSOProductBuildVer">
    <vt:lpwstr>2052-12.1.0.25225</vt:lpwstr>
  </property>
</Properties>
</file>