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sldIdLst>
    <p:sldId id="256" r:id="rId3"/>
  </p:sldIdLst>
  <p:sldSz cx="12280900" cy="20104100"/>
  <p:notesSz cx="12280900" cy="20104100"/>
  <p:embeddedFontLst>
    <p:embeddedFont>
      <p:font typeface="Trebuchet MS" panose="020B0603020202020204"/>
      <p:regular r:id="rId7"/>
      <p:bold r:id="rId8"/>
      <p:italic r:id="rId9"/>
      <p:boldItalic r:id="rId10"/>
    </p:embeddedFont>
    <p:embeddedFont>
      <p:font typeface="Great Vibes" panose="02000507080000020002" charset="0"/>
      <p:regular r:id="rId11"/>
    </p:embeddedFont>
  </p:embeddedFontLst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 userDrawn="1">
          <p15:clr>
            <a:srgbClr val="A4A3A4"/>
          </p15:clr>
        </p15:guide>
        <p15:guide id="2" pos="219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96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font" Target="fonts/font3.fntdata"/><Relationship Id="rId8" Type="http://schemas.openxmlformats.org/officeDocument/2006/relationships/font" Target="fonts/font2.fntdata"/><Relationship Id="rId7" Type="http://schemas.openxmlformats.org/officeDocument/2006/relationships/font" Target="fonts/font1.fntdata"/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1" Type="http://schemas.openxmlformats.org/officeDocument/2006/relationships/font" Target="fonts/font5.fntdata"/><Relationship Id="rId10" Type="http://schemas.openxmlformats.org/officeDocument/2006/relationships/font" Target="fonts/font4.fntdata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21543" y="6232271"/>
            <a:ext cx="10444163" cy="422186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600" b="0" i="1">
                <a:solidFill>
                  <a:srgbClr val="484848"/>
                </a:solidFill>
                <a:latin typeface="Palatino Linotype" panose="02040502050505030304"/>
                <a:cs typeface="Palatino Linotype" panose="020405020505050303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43087" y="11258296"/>
            <a:ext cx="8601075" cy="50260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8600" b="0" i="1">
                <a:solidFill>
                  <a:srgbClr val="484848"/>
                </a:solidFill>
                <a:latin typeface="Palatino Linotype" panose="02040502050505030304"/>
                <a:cs typeface="Palatino Linotype" panose="020405020505050303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8600" b="0" i="1">
                <a:solidFill>
                  <a:srgbClr val="484848"/>
                </a:solidFill>
                <a:latin typeface="Palatino Linotype" panose="02040502050505030304"/>
                <a:cs typeface="Palatino Linotype" panose="020405020505050303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14362" y="4623943"/>
            <a:ext cx="5344954" cy="1326870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327933" y="4623943"/>
            <a:ext cx="5344954" cy="1326870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8600" b="0" i="1">
                <a:solidFill>
                  <a:srgbClr val="484848"/>
                </a:solidFill>
                <a:latin typeface="Palatino Linotype" panose="02040502050505030304"/>
                <a:cs typeface="Palatino Linotype" panose="020405020505050303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7" Type="http://schemas.openxmlformats.org/officeDocument/2006/relationships/theme" Target="../theme/theme1.xml"/><Relationship Id="rId6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595841" y="806759"/>
            <a:ext cx="11062402" cy="1782375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487637" y="8127578"/>
            <a:ext cx="5553075" cy="286257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600" b="0" i="1">
                <a:solidFill>
                  <a:srgbClr val="484848"/>
                </a:solidFill>
                <a:latin typeface="Palatino Linotype" panose="02040502050505030304"/>
                <a:cs typeface="Palatino Linotype" panose="020405020505050303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14362" y="4623943"/>
            <a:ext cx="11058525" cy="1326870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77665" y="18696814"/>
            <a:ext cx="3931920" cy="100520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14362" y="18696814"/>
            <a:ext cx="2826067" cy="100520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846820" y="18696814"/>
            <a:ext cx="2826067" cy="100520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808095" y="6699250"/>
            <a:ext cx="4955540" cy="12306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11505" marR="5080" indent="-599440">
              <a:lnSpc>
                <a:spcPts val="4800"/>
              </a:lnSpc>
            </a:pPr>
            <a:r>
              <a:rPr sz="3800" u="none" strike="noStrike" kern="0" cap="none" spc="100" normalizeH="0" dirty="0">
                <a:solidFill>
                  <a:srgbClr val="484848"/>
                </a:solidFill>
                <a:uFillTx/>
                <a:latin typeface="Trebuchet MS" panose="020B0603020202020204"/>
                <a:cs typeface="Trebuchet MS" panose="020B0603020202020204"/>
              </a:rPr>
              <a:t>PLEASE </a:t>
            </a:r>
            <a:r>
              <a:rPr sz="3800" u="none" strike="noStrike" kern="0" cap="none" spc="100" normalizeH="0" dirty="0">
                <a:solidFill>
                  <a:srgbClr val="484848"/>
                </a:solidFill>
                <a:uFillTx/>
                <a:latin typeface="Trebuchet MS" panose="020B0603020202020204"/>
                <a:cs typeface="Trebuchet MS" panose="020B0603020202020204"/>
              </a:rPr>
              <a:t>JOIN US FOR </a:t>
            </a:r>
            <a:r>
              <a:rPr lang="en-US" altLang="" sz="3800" u="none" strike="noStrike" kern="0" cap="none" spc="100" normalizeH="0" dirty="0">
                <a:solidFill>
                  <a:srgbClr val="484848"/>
                </a:solidFill>
                <a:uFillTx/>
                <a:latin typeface="Trebuchet MS" panose="020B0603020202020204"/>
                <a:cs typeface="Trebuchet MS" panose="020B0603020202020204"/>
              </a:rPr>
              <a:t>   </a:t>
            </a:r>
            <a:r>
              <a:rPr sz="3800" u="none" strike="noStrike" kern="0" cap="none" spc="100" normalizeH="0" dirty="0">
                <a:solidFill>
                  <a:srgbClr val="484848"/>
                </a:solidFill>
                <a:uFillTx/>
                <a:latin typeface="Trebuchet MS" panose="020B0603020202020204"/>
                <a:cs typeface="Trebuchet MS" panose="020B0603020202020204"/>
              </a:rPr>
              <a:t>THE WEDDING</a:t>
            </a:r>
            <a:endParaRPr sz="3800" u="none" strike="noStrike" kern="0" cap="none" spc="100" normalizeH="0" dirty="0">
              <a:solidFill>
                <a:srgbClr val="484848"/>
              </a:solidFill>
              <a:uFillTx/>
              <a:latin typeface="Trebuchet MS" panose="020B0603020202020204"/>
              <a:cs typeface="Trebuchet MS" panose="020B0603020202020204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487420" y="8451850"/>
            <a:ext cx="6163310" cy="287655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i="0" spc="190" dirty="0">
                <a:latin typeface="Great Vibes" panose="02000507080000020002" charset="0"/>
                <a:cs typeface="Great Vibes" panose="02000507080000020002" charset="0"/>
              </a:rPr>
              <a:t>Mary</a:t>
            </a:r>
            <a:endParaRPr i="0" spc="190" dirty="0">
              <a:latin typeface="Great Vibes" panose="02000507080000020002" charset="0"/>
              <a:cs typeface="Great Vibes" panose="02000507080000020002" charset="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464588" y="10890181"/>
            <a:ext cx="1326515" cy="823594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5200" b="1" spc="254" dirty="0">
                <a:solidFill>
                  <a:srgbClr val="484848"/>
                </a:solidFill>
                <a:latin typeface="Trebuchet MS" panose="020B0603020202020204"/>
                <a:cs typeface="Trebuchet MS" panose="020B0603020202020204"/>
              </a:rPr>
              <a:t>And</a:t>
            </a:r>
            <a:endParaRPr sz="5200">
              <a:latin typeface="Trebuchet MS" panose="020B0603020202020204"/>
              <a:cs typeface="Trebuchet MS" panose="020B0603020202020204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316480" y="11564620"/>
            <a:ext cx="7938770" cy="39935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9800" i="0" u="none" strike="noStrike" kern="0" cap="none" spc="100" normalizeH="0" dirty="0">
                <a:solidFill>
                  <a:srgbClr val="484848"/>
                </a:solidFill>
                <a:latin typeface="Great Vibes" panose="02000507080000020002" charset="0"/>
                <a:cs typeface="Great Vibes" panose="02000507080000020002" charset="0"/>
              </a:rPr>
              <a:t>Richard</a:t>
            </a:r>
            <a:endParaRPr sz="19800" i="0" u="none" strike="noStrike" kern="0" cap="none" spc="100" normalizeH="0">
              <a:latin typeface="Great Vibes" panose="02000507080000020002" charset="0"/>
              <a:cs typeface="Great Vibes" panose="02000507080000020002" charset="0"/>
            </a:endParaRPr>
          </a:p>
          <a:p>
            <a:pPr marL="823595" algn="ctr">
              <a:lnSpc>
                <a:spcPct val="100000"/>
              </a:lnSpc>
              <a:spcBef>
                <a:spcPts val="3500"/>
              </a:spcBef>
            </a:pPr>
            <a:endParaRPr sz="3150" i="0">
              <a:latin typeface="Trebuchet MS" panose="020B0603020202020204"/>
              <a:cs typeface="Trebuchet MS" panose="020B0603020202020204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486509" y="408261"/>
            <a:ext cx="11355070" cy="11827510"/>
            <a:chOff x="486509" y="408261"/>
            <a:chExt cx="11355070" cy="11827510"/>
          </a:xfrm>
        </p:grpSpPr>
        <p:sp>
          <p:nvSpPr>
            <p:cNvPr id="7" name="object 7"/>
            <p:cNvSpPr/>
            <p:nvPr/>
          </p:nvSpPr>
          <p:spPr>
            <a:xfrm>
              <a:off x="486498" y="592111"/>
              <a:ext cx="11353165" cy="11643995"/>
            </a:xfrm>
            <a:custGeom>
              <a:avLst/>
              <a:gdLst/>
              <a:ahLst/>
              <a:cxnLst/>
              <a:rect l="l" t="t" r="r" b="b"/>
              <a:pathLst>
                <a:path w="11353165" h="11643995">
                  <a:moveTo>
                    <a:pt x="313321" y="7976819"/>
                  </a:moveTo>
                  <a:lnTo>
                    <a:pt x="312229" y="7963636"/>
                  </a:lnTo>
                  <a:lnTo>
                    <a:pt x="310743" y="7951038"/>
                  </a:lnTo>
                  <a:lnTo>
                    <a:pt x="310438" y="7947025"/>
                  </a:lnTo>
                  <a:lnTo>
                    <a:pt x="308724" y="7944193"/>
                  </a:lnTo>
                  <a:lnTo>
                    <a:pt x="306501" y="7942034"/>
                  </a:lnTo>
                  <a:lnTo>
                    <a:pt x="295160" y="7901699"/>
                  </a:lnTo>
                  <a:lnTo>
                    <a:pt x="279057" y="7858341"/>
                  </a:lnTo>
                  <a:lnTo>
                    <a:pt x="257937" y="7816075"/>
                  </a:lnTo>
                  <a:lnTo>
                    <a:pt x="231533" y="7779004"/>
                  </a:lnTo>
                  <a:lnTo>
                    <a:pt x="199593" y="7751267"/>
                  </a:lnTo>
                  <a:lnTo>
                    <a:pt x="161886" y="7736967"/>
                  </a:lnTo>
                  <a:lnTo>
                    <a:pt x="119557" y="7740599"/>
                  </a:lnTo>
                  <a:lnTo>
                    <a:pt x="97269" y="7763269"/>
                  </a:lnTo>
                  <a:lnTo>
                    <a:pt x="90754" y="7797990"/>
                  </a:lnTo>
                  <a:lnTo>
                    <a:pt x="95783" y="7837792"/>
                  </a:lnTo>
                  <a:lnTo>
                    <a:pt x="108077" y="7875702"/>
                  </a:lnTo>
                  <a:lnTo>
                    <a:pt x="78803" y="7877175"/>
                  </a:lnTo>
                  <a:lnTo>
                    <a:pt x="50101" y="7883322"/>
                  </a:lnTo>
                  <a:lnTo>
                    <a:pt x="25146" y="7895717"/>
                  </a:lnTo>
                  <a:lnTo>
                    <a:pt x="7112" y="7915948"/>
                  </a:lnTo>
                  <a:lnTo>
                    <a:pt x="0" y="7945031"/>
                  </a:lnTo>
                  <a:lnTo>
                    <a:pt x="7581" y="7972692"/>
                  </a:lnTo>
                  <a:lnTo>
                    <a:pt x="25755" y="7996047"/>
                  </a:lnTo>
                  <a:lnTo>
                    <a:pt x="50457" y="8012252"/>
                  </a:lnTo>
                  <a:lnTo>
                    <a:pt x="94640" y="8024317"/>
                  </a:lnTo>
                  <a:lnTo>
                    <a:pt x="143357" y="8027035"/>
                  </a:lnTo>
                  <a:lnTo>
                    <a:pt x="192455" y="8023542"/>
                  </a:lnTo>
                  <a:lnTo>
                    <a:pt x="237756" y="8017015"/>
                  </a:lnTo>
                  <a:lnTo>
                    <a:pt x="253682" y="8014995"/>
                  </a:lnTo>
                  <a:lnTo>
                    <a:pt x="273126" y="8012341"/>
                  </a:lnTo>
                  <a:lnTo>
                    <a:pt x="291807" y="8007807"/>
                  </a:lnTo>
                  <a:lnTo>
                    <a:pt x="305473" y="8000136"/>
                  </a:lnTo>
                  <a:lnTo>
                    <a:pt x="311823" y="7989379"/>
                  </a:lnTo>
                  <a:lnTo>
                    <a:pt x="313321" y="7976819"/>
                  </a:lnTo>
                  <a:close/>
                </a:path>
                <a:path w="11353165" h="11643995">
                  <a:moveTo>
                    <a:pt x="5981192" y="95669"/>
                  </a:moveTo>
                  <a:lnTo>
                    <a:pt x="5976645" y="55600"/>
                  </a:lnTo>
                  <a:lnTo>
                    <a:pt x="5954014" y="19646"/>
                  </a:lnTo>
                  <a:lnTo>
                    <a:pt x="5923648" y="10210"/>
                  </a:lnTo>
                  <a:lnTo>
                    <a:pt x="5889803" y="20332"/>
                  </a:lnTo>
                  <a:lnTo>
                    <a:pt x="5856732" y="43027"/>
                  </a:lnTo>
                  <a:lnTo>
                    <a:pt x="5828677" y="71310"/>
                  </a:lnTo>
                  <a:lnTo>
                    <a:pt x="5813945" y="45974"/>
                  </a:lnTo>
                  <a:lnTo>
                    <a:pt x="5795327" y="23279"/>
                  </a:lnTo>
                  <a:lnTo>
                    <a:pt x="5772874" y="6769"/>
                  </a:lnTo>
                  <a:lnTo>
                    <a:pt x="5746635" y="0"/>
                  </a:lnTo>
                  <a:lnTo>
                    <a:pt x="5717514" y="7010"/>
                  </a:lnTo>
                  <a:lnTo>
                    <a:pt x="5696407" y="26403"/>
                  </a:lnTo>
                  <a:lnTo>
                    <a:pt x="5683974" y="53263"/>
                  </a:lnTo>
                  <a:lnTo>
                    <a:pt x="5680888" y="82651"/>
                  </a:lnTo>
                  <a:lnTo>
                    <a:pt x="5690400" y="127444"/>
                  </a:lnTo>
                  <a:lnTo>
                    <a:pt x="5710301" y="171996"/>
                  </a:lnTo>
                  <a:lnTo>
                    <a:pt x="5735879" y="214045"/>
                  </a:lnTo>
                  <a:lnTo>
                    <a:pt x="5762447" y="251320"/>
                  </a:lnTo>
                  <a:lnTo>
                    <a:pt x="5771527" y="264553"/>
                  </a:lnTo>
                  <a:lnTo>
                    <a:pt x="5782792" y="280619"/>
                  </a:lnTo>
                  <a:lnTo>
                    <a:pt x="5795378" y="295160"/>
                  </a:lnTo>
                  <a:lnTo>
                    <a:pt x="5808459" y="303784"/>
                  </a:lnTo>
                  <a:lnTo>
                    <a:pt x="5820930" y="304495"/>
                  </a:lnTo>
                  <a:lnTo>
                    <a:pt x="5832780" y="300088"/>
                  </a:lnTo>
                  <a:lnTo>
                    <a:pt x="5843994" y="293065"/>
                  </a:lnTo>
                  <a:lnTo>
                    <a:pt x="5854522" y="285978"/>
                  </a:lnTo>
                  <a:lnTo>
                    <a:pt x="5857951" y="283870"/>
                  </a:lnTo>
                  <a:lnTo>
                    <a:pt x="5859678" y="281051"/>
                  </a:lnTo>
                  <a:lnTo>
                    <a:pt x="5860593" y="278091"/>
                  </a:lnTo>
                  <a:lnTo>
                    <a:pt x="5891250" y="249529"/>
                  </a:lnTo>
                  <a:lnTo>
                    <a:pt x="5922403" y="215353"/>
                  </a:lnTo>
                  <a:lnTo>
                    <a:pt x="5950305" y="177203"/>
                  </a:lnTo>
                  <a:lnTo>
                    <a:pt x="5971159" y="136766"/>
                  </a:lnTo>
                  <a:lnTo>
                    <a:pt x="5981192" y="95669"/>
                  </a:lnTo>
                  <a:close/>
                </a:path>
                <a:path w="11353165" h="11643995">
                  <a:moveTo>
                    <a:pt x="11352809" y="11434826"/>
                  </a:moveTo>
                  <a:lnTo>
                    <a:pt x="11348250" y="11394745"/>
                  </a:lnTo>
                  <a:lnTo>
                    <a:pt x="11325631" y="11358791"/>
                  </a:lnTo>
                  <a:lnTo>
                    <a:pt x="11295266" y="11349355"/>
                  </a:lnTo>
                  <a:lnTo>
                    <a:pt x="11261420" y="11359477"/>
                  </a:lnTo>
                  <a:lnTo>
                    <a:pt x="11228337" y="11382172"/>
                  </a:lnTo>
                  <a:lnTo>
                    <a:pt x="11200282" y="11410467"/>
                  </a:lnTo>
                  <a:lnTo>
                    <a:pt x="11185550" y="11385118"/>
                  </a:lnTo>
                  <a:lnTo>
                    <a:pt x="11166932" y="11362423"/>
                  </a:lnTo>
                  <a:lnTo>
                    <a:pt x="11144479" y="11345913"/>
                  </a:lnTo>
                  <a:lnTo>
                    <a:pt x="11118240" y="11339144"/>
                  </a:lnTo>
                  <a:lnTo>
                    <a:pt x="11089132" y="11346155"/>
                  </a:lnTo>
                  <a:lnTo>
                    <a:pt x="11068025" y="11365548"/>
                  </a:lnTo>
                  <a:lnTo>
                    <a:pt x="11055579" y="11392408"/>
                  </a:lnTo>
                  <a:lnTo>
                    <a:pt x="11052493" y="11421796"/>
                  </a:lnTo>
                  <a:lnTo>
                    <a:pt x="11062005" y="11466589"/>
                  </a:lnTo>
                  <a:lnTo>
                    <a:pt x="11081906" y="11511140"/>
                  </a:lnTo>
                  <a:lnTo>
                    <a:pt x="11107496" y="11553190"/>
                  </a:lnTo>
                  <a:lnTo>
                    <a:pt x="11134052" y="11590477"/>
                  </a:lnTo>
                  <a:lnTo>
                    <a:pt x="11143145" y="11603698"/>
                  </a:lnTo>
                  <a:lnTo>
                    <a:pt x="11154397" y="11619776"/>
                  </a:lnTo>
                  <a:lnTo>
                    <a:pt x="11166996" y="11634305"/>
                  </a:lnTo>
                  <a:lnTo>
                    <a:pt x="11180064" y="11642928"/>
                  </a:lnTo>
                  <a:lnTo>
                    <a:pt x="11192535" y="11643652"/>
                  </a:lnTo>
                  <a:lnTo>
                    <a:pt x="11204397" y="11639233"/>
                  </a:lnTo>
                  <a:lnTo>
                    <a:pt x="11215611" y="11632222"/>
                  </a:lnTo>
                  <a:lnTo>
                    <a:pt x="11226127" y="11625136"/>
                  </a:lnTo>
                  <a:lnTo>
                    <a:pt x="11229556" y="11623015"/>
                  </a:lnTo>
                  <a:lnTo>
                    <a:pt x="11231296" y="11620195"/>
                  </a:lnTo>
                  <a:lnTo>
                    <a:pt x="11232198" y="11617236"/>
                  </a:lnTo>
                  <a:lnTo>
                    <a:pt x="11262855" y="11588687"/>
                  </a:lnTo>
                  <a:lnTo>
                    <a:pt x="11294021" y="11554498"/>
                  </a:lnTo>
                  <a:lnTo>
                    <a:pt x="11321923" y="11516360"/>
                  </a:lnTo>
                  <a:lnTo>
                    <a:pt x="11342776" y="11475911"/>
                  </a:lnTo>
                  <a:lnTo>
                    <a:pt x="11352809" y="11434826"/>
                  </a:lnTo>
                  <a:close/>
                </a:path>
              </a:pathLst>
            </a:custGeom>
            <a:solidFill>
              <a:srgbClr val="48484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534277" y="11565190"/>
              <a:ext cx="340360" cy="353060"/>
            </a:xfrm>
            <a:custGeom>
              <a:avLst/>
              <a:gdLst/>
              <a:ahLst/>
              <a:cxnLst/>
              <a:rect l="l" t="t" r="r" b="b"/>
              <a:pathLst>
                <a:path w="340359" h="353059">
                  <a:moveTo>
                    <a:pt x="262698" y="287064"/>
                  </a:moveTo>
                  <a:lnTo>
                    <a:pt x="242225" y="322203"/>
                  </a:lnTo>
                  <a:lnTo>
                    <a:pt x="215156" y="350847"/>
                  </a:lnTo>
                  <a:lnTo>
                    <a:pt x="201047" y="352790"/>
                  </a:lnTo>
                  <a:lnTo>
                    <a:pt x="187166" y="348845"/>
                  </a:lnTo>
                  <a:lnTo>
                    <a:pt x="173789" y="341886"/>
                  </a:lnTo>
                  <a:lnTo>
                    <a:pt x="161191" y="334787"/>
                  </a:lnTo>
                  <a:lnTo>
                    <a:pt x="157109" y="332691"/>
                  </a:lnTo>
                  <a:lnTo>
                    <a:pt x="154871" y="329649"/>
                  </a:lnTo>
                  <a:lnTo>
                    <a:pt x="153579" y="326355"/>
                  </a:lnTo>
                  <a:lnTo>
                    <a:pt x="116153" y="296683"/>
                  </a:lnTo>
                  <a:lnTo>
                    <a:pt x="77642" y="260660"/>
                  </a:lnTo>
                  <a:lnTo>
                    <a:pt x="42485" y="219835"/>
                  </a:lnTo>
                  <a:lnTo>
                    <a:pt x="15124" y="175753"/>
                  </a:lnTo>
                  <a:lnTo>
                    <a:pt x="0" y="129963"/>
                  </a:lnTo>
                  <a:lnTo>
                    <a:pt x="1552" y="84012"/>
                  </a:lnTo>
                  <a:lnTo>
                    <a:pt x="19338" y="45998"/>
                  </a:lnTo>
                  <a:lnTo>
                    <a:pt x="45536" y="29307"/>
                  </a:lnTo>
                  <a:lnTo>
                    <a:pt x="76980" y="29575"/>
                  </a:lnTo>
                  <a:lnTo>
                    <a:pt x="110506" y="42437"/>
                  </a:lnTo>
                  <a:lnTo>
                    <a:pt x="142949" y="63527"/>
                  </a:lnTo>
                  <a:lnTo>
                    <a:pt x="171144" y="88480"/>
                  </a:lnTo>
                  <a:lnTo>
                    <a:pt x="185583" y="58342"/>
                  </a:lnTo>
                  <a:lnTo>
                    <a:pt x="204687" y="30859"/>
                  </a:lnTo>
                  <a:lnTo>
                    <a:pt x="228714" y="10066"/>
                  </a:lnTo>
                  <a:lnTo>
                    <a:pt x="257922" y="0"/>
                  </a:lnTo>
                  <a:lnTo>
                    <a:pt x="291641" y="5326"/>
                  </a:lnTo>
                  <a:lnTo>
                    <a:pt x="317389" y="25465"/>
                  </a:lnTo>
                  <a:lnTo>
                    <a:pt x="333956" y="54865"/>
                  </a:lnTo>
                  <a:lnTo>
                    <a:pt x="340130" y="87975"/>
                  </a:lnTo>
                  <a:lnTo>
                    <a:pt x="333375" y="139751"/>
                  </a:lnTo>
                  <a:lnTo>
                    <a:pt x="314789" y="192186"/>
                  </a:lnTo>
                  <a:lnTo>
                    <a:pt x="289515" y="242287"/>
                  </a:lnTo>
                  <a:lnTo>
                    <a:pt x="262698" y="287064"/>
                  </a:lnTo>
                  <a:close/>
                </a:path>
              </a:pathLst>
            </a:custGeom>
            <a:ln w="20701">
              <a:solidFill>
                <a:srgbClr val="484848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9650807" y="418612"/>
              <a:ext cx="335915" cy="359410"/>
            </a:xfrm>
            <a:custGeom>
              <a:avLst/>
              <a:gdLst/>
              <a:ahLst/>
              <a:cxnLst/>
              <a:rect l="l" t="t" r="r" b="b"/>
              <a:pathLst>
                <a:path w="335915" h="359409">
                  <a:moveTo>
                    <a:pt x="121048" y="341811"/>
                  </a:moveTo>
                  <a:lnTo>
                    <a:pt x="103702" y="347629"/>
                  </a:lnTo>
                  <a:lnTo>
                    <a:pt x="82427" y="354547"/>
                  </a:lnTo>
                  <a:lnTo>
                    <a:pt x="60992" y="359158"/>
                  </a:lnTo>
                  <a:lnTo>
                    <a:pt x="43167" y="358052"/>
                  </a:lnTo>
                  <a:lnTo>
                    <a:pt x="31319" y="350153"/>
                  </a:lnTo>
                  <a:lnTo>
                    <a:pt x="23543" y="337999"/>
                  </a:lnTo>
                  <a:lnTo>
                    <a:pt x="18140" y="323920"/>
                  </a:lnTo>
                  <a:lnTo>
                    <a:pt x="13411" y="310250"/>
                  </a:lnTo>
                  <a:lnTo>
                    <a:pt x="11741" y="305979"/>
                  </a:lnTo>
                  <a:lnTo>
                    <a:pt x="12095" y="302220"/>
                  </a:lnTo>
                  <a:lnTo>
                    <a:pt x="13301" y="298894"/>
                  </a:lnTo>
                  <a:lnTo>
                    <a:pt x="4953" y="251869"/>
                  </a:lnTo>
                  <a:lnTo>
                    <a:pt x="0" y="199370"/>
                  </a:lnTo>
                  <a:lnTo>
                    <a:pt x="741" y="145497"/>
                  </a:lnTo>
                  <a:lnTo>
                    <a:pt x="9476" y="94355"/>
                  </a:lnTo>
                  <a:lnTo>
                    <a:pt x="28504" y="50045"/>
                  </a:lnTo>
                  <a:lnTo>
                    <a:pt x="60126" y="16669"/>
                  </a:lnTo>
                  <a:lnTo>
                    <a:pt x="98641" y="0"/>
                  </a:lnTo>
                  <a:lnTo>
                    <a:pt x="129318" y="4870"/>
                  </a:lnTo>
                  <a:lnTo>
                    <a:pt x="152682" y="25915"/>
                  </a:lnTo>
                  <a:lnTo>
                    <a:pt x="169257" y="57769"/>
                  </a:lnTo>
                  <a:lnTo>
                    <a:pt x="179568" y="95065"/>
                  </a:lnTo>
                  <a:lnTo>
                    <a:pt x="184138" y="132439"/>
                  </a:lnTo>
                  <a:lnTo>
                    <a:pt x="214928" y="119445"/>
                  </a:lnTo>
                  <a:lnTo>
                    <a:pt x="247450" y="111531"/>
                  </a:lnTo>
                  <a:lnTo>
                    <a:pt x="279222" y="111890"/>
                  </a:lnTo>
                  <a:lnTo>
                    <a:pt x="307765" y="123715"/>
                  </a:lnTo>
                  <a:lnTo>
                    <a:pt x="329480" y="150056"/>
                  </a:lnTo>
                  <a:lnTo>
                    <a:pt x="335409" y="182204"/>
                  </a:lnTo>
                  <a:lnTo>
                    <a:pt x="328323" y="215198"/>
                  </a:lnTo>
                  <a:lnTo>
                    <a:pt x="310996" y="244079"/>
                  </a:lnTo>
                  <a:lnTo>
                    <a:pt x="271618" y="278366"/>
                  </a:lnTo>
                  <a:lnTo>
                    <a:pt x="222943" y="305303"/>
                  </a:lnTo>
                  <a:lnTo>
                    <a:pt x="170808" y="326061"/>
                  </a:lnTo>
                  <a:lnTo>
                    <a:pt x="121048" y="341811"/>
                  </a:lnTo>
                  <a:close/>
                </a:path>
              </a:pathLst>
            </a:custGeom>
            <a:ln w="20701">
              <a:solidFill>
                <a:srgbClr val="484848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11495533" y="8722550"/>
              <a:ext cx="335915" cy="358775"/>
            </a:xfrm>
            <a:custGeom>
              <a:avLst/>
              <a:gdLst/>
              <a:ahLst/>
              <a:cxnLst/>
              <a:rect l="l" t="t" r="r" b="b"/>
              <a:pathLst>
                <a:path w="335915" h="358775">
                  <a:moveTo>
                    <a:pt x="118362" y="342169"/>
                  </a:moveTo>
                  <a:lnTo>
                    <a:pt x="100908" y="347660"/>
                  </a:lnTo>
                  <a:lnTo>
                    <a:pt x="79506" y="354179"/>
                  </a:lnTo>
                  <a:lnTo>
                    <a:pt x="57989" y="358389"/>
                  </a:lnTo>
                  <a:lnTo>
                    <a:pt x="40189" y="356952"/>
                  </a:lnTo>
                  <a:lnTo>
                    <a:pt x="28491" y="348831"/>
                  </a:lnTo>
                  <a:lnTo>
                    <a:pt x="20945" y="336531"/>
                  </a:lnTo>
                  <a:lnTo>
                    <a:pt x="15809" y="322354"/>
                  </a:lnTo>
                  <a:lnTo>
                    <a:pt x="11340" y="308599"/>
                  </a:lnTo>
                  <a:lnTo>
                    <a:pt x="9748" y="304296"/>
                  </a:lnTo>
                  <a:lnTo>
                    <a:pt x="10165" y="300545"/>
                  </a:lnTo>
                  <a:lnTo>
                    <a:pt x="11442" y="297243"/>
                  </a:lnTo>
                  <a:lnTo>
                    <a:pt x="3971" y="250070"/>
                  </a:lnTo>
                  <a:lnTo>
                    <a:pt x="0" y="197486"/>
                  </a:lnTo>
                  <a:lnTo>
                    <a:pt x="1748" y="143637"/>
                  </a:lnTo>
                  <a:lnTo>
                    <a:pt x="11440" y="92667"/>
                  </a:lnTo>
                  <a:lnTo>
                    <a:pt x="31296" y="48722"/>
                  </a:lnTo>
                  <a:lnTo>
                    <a:pt x="63539" y="15947"/>
                  </a:lnTo>
                  <a:lnTo>
                    <a:pt x="102360" y="0"/>
                  </a:lnTo>
                  <a:lnTo>
                    <a:pt x="132941" y="5442"/>
                  </a:lnTo>
                  <a:lnTo>
                    <a:pt x="155908" y="26920"/>
                  </a:lnTo>
                  <a:lnTo>
                    <a:pt x="171885" y="59077"/>
                  </a:lnTo>
                  <a:lnTo>
                    <a:pt x="181497" y="96559"/>
                  </a:lnTo>
                  <a:lnTo>
                    <a:pt x="185368" y="134010"/>
                  </a:lnTo>
                  <a:lnTo>
                    <a:pt x="216392" y="121597"/>
                  </a:lnTo>
                  <a:lnTo>
                    <a:pt x="249054" y="114295"/>
                  </a:lnTo>
                  <a:lnTo>
                    <a:pt x="280814" y="115250"/>
                  </a:lnTo>
                  <a:lnTo>
                    <a:pt x="309129" y="127611"/>
                  </a:lnTo>
                  <a:lnTo>
                    <a:pt x="330347" y="154353"/>
                  </a:lnTo>
                  <a:lnTo>
                    <a:pt x="335673" y="186604"/>
                  </a:lnTo>
                  <a:lnTo>
                    <a:pt x="327971" y="219460"/>
                  </a:lnTo>
                  <a:lnTo>
                    <a:pt x="310106" y="248015"/>
                  </a:lnTo>
                  <a:lnTo>
                    <a:pt x="270092" y="281554"/>
                  </a:lnTo>
                  <a:lnTo>
                    <a:pt x="220921" y="307574"/>
                  </a:lnTo>
                  <a:lnTo>
                    <a:pt x="168408" y="327353"/>
                  </a:lnTo>
                  <a:lnTo>
                    <a:pt x="118362" y="342169"/>
                  </a:lnTo>
                  <a:close/>
                </a:path>
              </a:pathLst>
            </a:custGeom>
            <a:ln w="20701">
              <a:solidFill>
                <a:srgbClr val="484848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" name="object 11"/>
          <p:cNvSpPr/>
          <p:nvPr/>
        </p:nvSpPr>
        <p:spPr>
          <a:xfrm>
            <a:off x="6016960" y="19325353"/>
            <a:ext cx="300355" cy="304800"/>
          </a:xfrm>
          <a:custGeom>
            <a:avLst/>
            <a:gdLst/>
            <a:ahLst/>
            <a:cxnLst/>
            <a:rect l="l" t="t" r="r" b="b"/>
            <a:pathLst>
              <a:path w="300354" h="304800">
                <a:moveTo>
                  <a:pt x="65745" y="0"/>
                </a:moveTo>
                <a:lnTo>
                  <a:pt x="36636" y="7005"/>
                </a:lnTo>
                <a:lnTo>
                  <a:pt x="15526" y="26406"/>
                </a:lnTo>
                <a:lnTo>
                  <a:pt x="3089" y="53267"/>
                </a:lnTo>
                <a:lnTo>
                  <a:pt x="0" y="82648"/>
                </a:lnTo>
                <a:lnTo>
                  <a:pt x="9511" y="127445"/>
                </a:lnTo>
                <a:lnTo>
                  <a:pt x="29412" y="171996"/>
                </a:lnTo>
                <a:lnTo>
                  <a:pt x="54997" y="214043"/>
                </a:lnTo>
                <a:lnTo>
                  <a:pt x="81561" y="251326"/>
                </a:lnTo>
                <a:lnTo>
                  <a:pt x="90647" y="264554"/>
                </a:lnTo>
                <a:lnTo>
                  <a:pt x="101908" y="280623"/>
                </a:lnTo>
                <a:lnTo>
                  <a:pt x="114498" y="295159"/>
                </a:lnTo>
                <a:lnTo>
                  <a:pt x="127574" y="303786"/>
                </a:lnTo>
                <a:lnTo>
                  <a:pt x="140044" y="304502"/>
                </a:lnTo>
                <a:lnTo>
                  <a:pt x="151904" y="300086"/>
                </a:lnTo>
                <a:lnTo>
                  <a:pt x="163115" y="293070"/>
                </a:lnTo>
                <a:lnTo>
                  <a:pt x="173634" y="285984"/>
                </a:lnTo>
                <a:lnTo>
                  <a:pt x="177062" y="283872"/>
                </a:lnTo>
                <a:lnTo>
                  <a:pt x="178796" y="281051"/>
                </a:lnTo>
                <a:lnTo>
                  <a:pt x="179702" y="278088"/>
                </a:lnTo>
                <a:lnTo>
                  <a:pt x="210360" y="249535"/>
                </a:lnTo>
                <a:lnTo>
                  <a:pt x="241525" y="215356"/>
                </a:lnTo>
                <a:lnTo>
                  <a:pt x="269423" y="177212"/>
                </a:lnTo>
                <a:lnTo>
                  <a:pt x="290277" y="136764"/>
                </a:lnTo>
                <a:lnTo>
                  <a:pt x="300313" y="95674"/>
                </a:lnTo>
                <a:lnTo>
                  <a:pt x="295756" y="55603"/>
                </a:lnTo>
                <a:lnTo>
                  <a:pt x="273133" y="19642"/>
                </a:lnTo>
                <a:lnTo>
                  <a:pt x="242770" y="10209"/>
                </a:lnTo>
                <a:lnTo>
                  <a:pt x="208921" y="20329"/>
                </a:lnTo>
                <a:lnTo>
                  <a:pt x="175841" y="43023"/>
                </a:lnTo>
                <a:lnTo>
                  <a:pt x="147787" y="71316"/>
                </a:lnTo>
                <a:lnTo>
                  <a:pt x="133062" y="45972"/>
                </a:lnTo>
                <a:lnTo>
                  <a:pt x="114443" y="23273"/>
                </a:lnTo>
                <a:lnTo>
                  <a:pt x="91986" y="6767"/>
                </a:lnTo>
                <a:lnTo>
                  <a:pt x="65745" y="0"/>
                </a:lnTo>
                <a:close/>
              </a:path>
            </a:pathLst>
          </a:custGeom>
          <a:solidFill>
            <a:srgbClr val="48484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2250053" y="19222067"/>
            <a:ext cx="339090" cy="354965"/>
          </a:xfrm>
          <a:custGeom>
            <a:avLst/>
            <a:gdLst/>
            <a:ahLst/>
            <a:cxnLst/>
            <a:rect l="l" t="t" r="r" b="b"/>
            <a:pathLst>
              <a:path w="339089" h="354965">
                <a:moveTo>
                  <a:pt x="267827" y="286741"/>
                </a:moveTo>
                <a:lnTo>
                  <a:pt x="248547" y="322545"/>
                </a:lnTo>
                <a:lnTo>
                  <a:pt x="222452" y="352084"/>
                </a:lnTo>
                <a:lnTo>
                  <a:pt x="208418" y="354501"/>
                </a:lnTo>
                <a:lnTo>
                  <a:pt x="194413" y="351025"/>
                </a:lnTo>
                <a:lnTo>
                  <a:pt x="180808" y="344519"/>
                </a:lnTo>
                <a:lnTo>
                  <a:pt x="167975" y="337844"/>
                </a:lnTo>
                <a:lnTo>
                  <a:pt x="163830" y="335890"/>
                </a:lnTo>
                <a:lnTo>
                  <a:pt x="161498" y="332919"/>
                </a:lnTo>
                <a:lnTo>
                  <a:pt x="160095" y="329680"/>
                </a:lnTo>
                <a:lnTo>
                  <a:pt x="121692" y="301277"/>
                </a:lnTo>
                <a:lnTo>
                  <a:pt x="81991" y="266566"/>
                </a:lnTo>
                <a:lnTo>
                  <a:pt x="45482" y="226944"/>
                </a:lnTo>
                <a:lnTo>
                  <a:pt x="16655" y="183806"/>
                </a:lnTo>
                <a:lnTo>
                  <a:pt x="0" y="138549"/>
                </a:lnTo>
                <a:lnTo>
                  <a:pt x="6" y="92570"/>
                </a:lnTo>
                <a:lnTo>
                  <a:pt x="16506" y="53982"/>
                </a:lnTo>
                <a:lnTo>
                  <a:pt x="42129" y="36423"/>
                </a:lnTo>
                <a:lnTo>
                  <a:pt x="73565" y="35636"/>
                </a:lnTo>
                <a:lnTo>
                  <a:pt x="107504" y="47365"/>
                </a:lnTo>
                <a:lnTo>
                  <a:pt x="140637" y="67351"/>
                </a:lnTo>
                <a:lnTo>
                  <a:pt x="169654" y="91340"/>
                </a:lnTo>
                <a:lnTo>
                  <a:pt x="183074" y="60737"/>
                </a:lnTo>
                <a:lnTo>
                  <a:pt x="201244" y="32629"/>
                </a:lnTo>
                <a:lnTo>
                  <a:pt x="224559" y="11041"/>
                </a:lnTo>
                <a:lnTo>
                  <a:pt x="253414" y="0"/>
                </a:lnTo>
                <a:lnTo>
                  <a:pt x="287292" y="4193"/>
                </a:lnTo>
                <a:lnTo>
                  <a:pt x="313702" y="23456"/>
                </a:lnTo>
                <a:lnTo>
                  <a:pt x="331247" y="52284"/>
                </a:lnTo>
                <a:lnTo>
                  <a:pt x="338529" y="85170"/>
                </a:lnTo>
                <a:lnTo>
                  <a:pt x="333517" y="137139"/>
                </a:lnTo>
                <a:lnTo>
                  <a:pt x="316701" y="190166"/>
                </a:lnTo>
                <a:lnTo>
                  <a:pt x="293123" y="241088"/>
                </a:lnTo>
                <a:lnTo>
                  <a:pt x="267827" y="286741"/>
                </a:lnTo>
                <a:close/>
              </a:path>
            </a:pathLst>
          </a:custGeom>
          <a:ln w="20701">
            <a:solidFill>
              <a:srgbClr val="484848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13" name="object 13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7520704" y="13812983"/>
            <a:ext cx="4137542" cy="5652101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95843" y="13812980"/>
            <a:ext cx="4137544" cy="5270500"/>
          </a:xfrm>
          <a:prstGeom prst="rect">
            <a:avLst/>
          </a:prstGeom>
        </p:spPr>
      </p:pic>
      <p:sp>
        <p:nvSpPr>
          <p:cNvPr id="15" name="object 5"/>
          <p:cNvSpPr txBox="1"/>
          <p:nvPr/>
        </p:nvSpPr>
        <p:spPr>
          <a:xfrm>
            <a:off x="2047875" y="14549755"/>
            <a:ext cx="7938770" cy="21602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823595" algn="ctr">
              <a:lnSpc>
                <a:spcPct val="100000"/>
              </a:lnSpc>
              <a:spcBef>
                <a:spcPts val="3500"/>
              </a:spcBef>
            </a:pPr>
            <a:r>
              <a:rPr sz="4200" spc="-210" dirty="0">
                <a:solidFill>
                  <a:srgbClr val="484848"/>
                </a:solidFill>
                <a:latin typeface="Trebuchet MS" panose="020B0603020202020204"/>
                <a:cs typeface="Trebuchet MS" panose="020B0603020202020204"/>
              </a:rPr>
              <a:t>4:00</a:t>
            </a:r>
            <a:r>
              <a:rPr sz="4200" spc="-355" dirty="0">
                <a:solidFill>
                  <a:srgbClr val="484848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4200" spc="70" dirty="0">
                <a:solidFill>
                  <a:srgbClr val="484848"/>
                </a:solidFill>
                <a:latin typeface="Trebuchet MS" panose="020B0603020202020204"/>
                <a:cs typeface="Trebuchet MS" panose="020B0603020202020204"/>
              </a:rPr>
              <a:t>PM</a:t>
            </a:r>
            <a:endParaRPr sz="4200">
              <a:latin typeface="Trebuchet MS" panose="020B0603020202020204"/>
              <a:cs typeface="Trebuchet MS" panose="020B0603020202020204"/>
            </a:endParaRPr>
          </a:p>
          <a:p>
            <a:pPr marL="764540" algn="ctr">
              <a:lnSpc>
                <a:spcPct val="100000"/>
              </a:lnSpc>
              <a:spcBef>
                <a:spcPts val="925"/>
              </a:spcBef>
            </a:pPr>
            <a:r>
              <a:rPr sz="4200" spc="-75" dirty="0">
                <a:solidFill>
                  <a:srgbClr val="484848"/>
                </a:solidFill>
                <a:latin typeface="Trebuchet MS" panose="020B0603020202020204"/>
                <a:cs typeface="Trebuchet MS" panose="020B0603020202020204"/>
              </a:rPr>
              <a:t>15</a:t>
            </a:r>
            <a:r>
              <a:rPr sz="4200" spc="-335" dirty="0">
                <a:solidFill>
                  <a:srgbClr val="484848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4200" spc="-110" dirty="0">
                <a:solidFill>
                  <a:srgbClr val="484848"/>
                </a:solidFill>
                <a:latin typeface="Trebuchet MS" panose="020B0603020202020204"/>
                <a:cs typeface="Trebuchet MS" panose="020B0603020202020204"/>
              </a:rPr>
              <a:t>December</a:t>
            </a:r>
            <a:r>
              <a:rPr sz="4200" spc="-335" dirty="0">
                <a:solidFill>
                  <a:srgbClr val="484848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4200" spc="-20" dirty="0">
                <a:solidFill>
                  <a:srgbClr val="484848"/>
                </a:solidFill>
                <a:latin typeface="Trebuchet MS" panose="020B0603020202020204"/>
                <a:cs typeface="Trebuchet MS" panose="020B0603020202020204"/>
              </a:rPr>
              <a:t>2020</a:t>
            </a:r>
            <a:endParaRPr sz="4200">
              <a:latin typeface="Trebuchet MS" panose="020B0603020202020204"/>
              <a:cs typeface="Trebuchet MS" panose="020B0603020202020204"/>
            </a:endParaRPr>
          </a:p>
          <a:p>
            <a:pPr marL="805180" algn="ctr">
              <a:lnSpc>
                <a:spcPct val="100000"/>
              </a:lnSpc>
              <a:spcBef>
                <a:spcPts val="1960"/>
              </a:spcBef>
            </a:pPr>
            <a:r>
              <a:rPr sz="3150" spc="-125" dirty="0">
                <a:solidFill>
                  <a:srgbClr val="484848"/>
                </a:solidFill>
                <a:latin typeface="Trebuchet MS" panose="020B0603020202020204"/>
                <a:cs typeface="Trebuchet MS" panose="020B0603020202020204"/>
              </a:rPr>
              <a:t>White</a:t>
            </a:r>
            <a:r>
              <a:rPr sz="3150" spc="-245" dirty="0">
                <a:solidFill>
                  <a:srgbClr val="484848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3150" spc="-145" dirty="0">
                <a:solidFill>
                  <a:srgbClr val="484848"/>
                </a:solidFill>
                <a:latin typeface="Trebuchet MS" panose="020B0603020202020204"/>
                <a:cs typeface="Trebuchet MS" panose="020B0603020202020204"/>
              </a:rPr>
              <a:t>Church,</a:t>
            </a:r>
            <a:r>
              <a:rPr sz="3150" spc="-245" dirty="0">
                <a:solidFill>
                  <a:srgbClr val="484848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3150" spc="-140" dirty="0">
                <a:solidFill>
                  <a:srgbClr val="484848"/>
                </a:solidFill>
                <a:latin typeface="Trebuchet MS" panose="020B0603020202020204"/>
                <a:cs typeface="Trebuchet MS" panose="020B0603020202020204"/>
              </a:rPr>
              <a:t>Your</a:t>
            </a:r>
            <a:r>
              <a:rPr sz="3150" spc="-245" dirty="0">
                <a:solidFill>
                  <a:srgbClr val="484848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3150" spc="-10" dirty="0">
                <a:solidFill>
                  <a:srgbClr val="484848"/>
                </a:solidFill>
                <a:latin typeface="Trebuchet MS" panose="020B0603020202020204"/>
                <a:cs typeface="Trebuchet MS" panose="020B0603020202020204"/>
              </a:rPr>
              <a:t>Street</a:t>
            </a:r>
            <a:endParaRPr sz="3150">
              <a:latin typeface="Trebuchet MS" panose="020B0603020202020204"/>
              <a:cs typeface="Trebuchet MS" panose="020B0603020202020204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95</Words>
  <Application>WPS 演示</Application>
  <PresentationFormat>On-screen Show (4:3)</PresentationFormat>
  <Paragraphs>13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1" baseType="lpstr">
      <vt:lpstr>Arial</vt:lpstr>
      <vt:lpstr>宋体</vt:lpstr>
      <vt:lpstr>Wingdings</vt:lpstr>
      <vt:lpstr>Palatino Linotype</vt:lpstr>
      <vt:lpstr>Trebuchet MS</vt:lpstr>
      <vt:lpstr>微软雅黑</vt:lpstr>
      <vt:lpstr>Arial Unicode MS</vt:lpstr>
      <vt:lpstr>Calibri</vt:lpstr>
      <vt:lpstr>Great Vibes</vt:lpstr>
      <vt:lpstr>Office Theme</vt:lpstr>
      <vt:lpstr>Mary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Mary</dc:title>
  <dc:creator/>
  <cp:lastModifiedBy>平面设计师.张倩/金畅</cp:lastModifiedBy>
  <cp:revision>1</cp:revision>
  <dcterms:created xsi:type="dcterms:W3CDTF">2026-04-16T10:49:08Z</dcterms:created>
  <dcterms:modified xsi:type="dcterms:W3CDTF">2026-04-16T10:49:09Z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2026-04-07T08:00:00Z</vt:filetime>
  </property>
  <property fmtid="{D5CDD505-2E9C-101B-9397-08002B2CF9AE}" pid="3" name="Creator">
    <vt:lpwstr>Adobe Illustrator 27.0 (Windows)</vt:lpwstr>
  </property>
  <property fmtid="{D5CDD505-2E9C-101B-9397-08002B2CF9AE}" pid="4" name="LastSaved">
    <vt:filetime>2026-04-16T08:00:00Z</vt:filetime>
  </property>
  <property fmtid="{D5CDD505-2E9C-101B-9397-08002B2CF9AE}" pid="5" name="Producer">
    <vt:lpwstr>Adobe PDF library 16.07</vt:lpwstr>
  </property>
  <property fmtid="{D5CDD505-2E9C-101B-9397-08002B2CF9AE}" pid="6" name="KSOProductBuildVer">
    <vt:lpwstr>2052-12.1.0.25225</vt:lpwstr>
  </property>
  <property fmtid="{D5CDD505-2E9C-101B-9397-08002B2CF9AE}" pid="7" name="ICV">
    <vt:lpwstr>A9F56D79F5B04DA89A33628078F20960_12</vt:lpwstr>
  </property>
</Properties>
</file>