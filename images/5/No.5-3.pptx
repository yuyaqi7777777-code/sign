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9799935" cy="32399605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204" userDrawn="1">
          <p15:clr>
            <a:srgbClr val="A4A3A4"/>
          </p15:clr>
        </p15:guide>
        <p15:guide id="2" pos="623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10204"/>
        <p:guide pos="6236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946870" y="4320000"/>
            <a:ext cx="15914056" cy="12143623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1299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946870" y="16820788"/>
            <a:ext cx="15914056" cy="6956221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5195" spc="200"/>
            </a:lvl1pPr>
            <a:lvl2pPr marL="989965" indent="0" algn="ctr">
              <a:buNone/>
              <a:defRPr sz="4330"/>
            </a:lvl2pPr>
            <a:lvl3pPr marL="1979930" indent="0" algn="ctr">
              <a:buNone/>
              <a:defRPr sz="3900"/>
            </a:lvl3pPr>
            <a:lvl4pPr marL="2969895" indent="0" algn="ctr">
              <a:buNone/>
              <a:defRPr sz="3465"/>
            </a:lvl4pPr>
            <a:lvl5pPr marL="3959860" indent="0" algn="ctr">
              <a:buNone/>
              <a:defRPr sz="3465"/>
            </a:lvl5pPr>
            <a:lvl6pPr marL="4949825" indent="0" algn="ctr">
              <a:buNone/>
              <a:defRPr sz="3465"/>
            </a:lvl6pPr>
            <a:lvl7pPr marL="5939790" indent="0" algn="ctr">
              <a:buNone/>
              <a:defRPr sz="3465"/>
            </a:lvl7pPr>
            <a:lvl8pPr marL="6929755" indent="0" algn="ctr">
              <a:buNone/>
              <a:defRPr sz="3465"/>
            </a:lvl8pPr>
            <a:lvl9pPr marL="7919720" indent="0" algn="ctr">
              <a:buNone/>
              <a:defRPr sz="3465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988051" y="2874331"/>
            <a:ext cx="17814154" cy="333354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988051" y="7041260"/>
            <a:ext cx="17814154" cy="22484411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3233091" y="18181418"/>
            <a:ext cx="12616654" cy="3622677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953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3233091" y="21804096"/>
            <a:ext cx="12616654" cy="4098898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39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989965" indent="0">
              <a:buNone/>
              <a:defRPr sz="3465">
                <a:solidFill>
                  <a:schemeClr val="tx1">
                    <a:tint val="75000"/>
                  </a:schemeClr>
                </a:solidFill>
              </a:defRPr>
            </a:lvl2pPr>
            <a:lvl3pPr marL="1979930" indent="0">
              <a:buNone/>
              <a:defRPr sz="3465">
                <a:solidFill>
                  <a:schemeClr val="tx1">
                    <a:tint val="75000"/>
                  </a:schemeClr>
                </a:solidFill>
              </a:defRPr>
            </a:lvl3pPr>
            <a:lvl4pPr marL="2969895" indent="0">
              <a:buNone/>
              <a:defRPr sz="3465">
                <a:solidFill>
                  <a:schemeClr val="tx1">
                    <a:tint val="75000"/>
                  </a:schemeClr>
                </a:solidFill>
              </a:defRPr>
            </a:lvl4pPr>
            <a:lvl5pPr marL="3959860" indent="0">
              <a:buNone/>
              <a:defRPr sz="3465">
                <a:solidFill>
                  <a:schemeClr val="tx1">
                    <a:tint val="75000"/>
                  </a:schemeClr>
                </a:solidFill>
              </a:defRPr>
            </a:lvl5pPr>
            <a:lvl6pPr marL="4949825" indent="0">
              <a:buNone/>
              <a:defRPr sz="3465">
                <a:solidFill>
                  <a:schemeClr val="tx1">
                    <a:tint val="75000"/>
                  </a:schemeClr>
                </a:solidFill>
              </a:defRPr>
            </a:lvl6pPr>
            <a:lvl7pPr marL="5939790" indent="0">
              <a:buNone/>
              <a:defRPr sz="3465">
                <a:solidFill>
                  <a:schemeClr val="tx1">
                    <a:tint val="75000"/>
                  </a:schemeClr>
                </a:solidFill>
              </a:defRPr>
            </a:lvl7pPr>
            <a:lvl8pPr marL="6929755" indent="0">
              <a:buNone/>
              <a:defRPr sz="3465">
                <a:solidFill>
                  <a:schemeClr val="tx1">
                    <a:tint val="75000"/>
                  </a:schemeClr>
                </a:solidFill>
              </a:defRPr>
            </a:lvl8pPr>
            <a:lvl9pPr marL="7919720" indent="0">
              <a:buNone/>
              <a:defRPr sz="346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988051" y="2874331"/>
            <a:ext cx="17814154" cy="333354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988051" y="7092284"/>
            <a:ext cx="8407205" cy="22433387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10412540" y="7092284"/>
            <a:ext cx="8407205" cy="22433387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988051" y="2874331"/>
            <a:ext cx="17814154" cy="333354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988051" y="6752126"/>
            <a:ext cx="8676142" cy="1802835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433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989965" indent="0">
              <a:buNone/>
              <a:defRPr sz="4330" b="1"/>
            </a:lvl2pPr>
            <a:lvl3pPr marL="1979930" indent="0">
              <a:buNone/>
              <a:defRPr sz="3900" b="1"/>
            </a:lvl3pPr>
            <a:lvl4pPr marL="2969895" indent="0">
              <a:buNone/>
              <a:defRPr sz="3465" b="1"/>
            </a:lvl4pPr>
            <a:lvl5pPr marL="3959860" indent="0">
              <a:buNone/>
              <a:defRPr sz="3465" b="1"/>
            </a:lvl5pPr>
            <a:lvl6pPr marL="4949825" indent="0">
              <a:buNone/>
              <a:defRPr sz="3465" b="1"/>
            </a:lvl6pPr>
            <a:lvl7pPr marL="5939790" indent="0">
              <a:buNone/>
              <a:defRPr sz="3465" b="1"/>
            </a:lvl7pPr>
            <a:lvl8pPr marL="6929755" indent="0">
              <a:buNone/>
              <a:defRPr sz="3465" b="1"/>
            </a:lvl8pPr>
            <a:lvl9pPr marL="7919720" indent="0">
              <a:buNone/>
              <a:defRPr sz="3465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988051" y="8759056"/>
            <a:ext cx="8676142" cy="20766615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10126957" y="6716830"/>
            <a:ext cx="8676142" cy="1802835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433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989965" indent="0">
              <a:buNone/>
              <a:defRPr sz="4330" b="1"/>
            </a:lvl2pPr>
            <a:lvl3pPr marL="1979930" indent="0">
              <a:buNone/>
              <a:defRPr sz="3900" b="1"/>
            </a:lvl3pPr>
            <a:lvl4pPr marL="2969895" indent="0">
              <a:buNone/>
              <a:defRPr sz="3465" b="1"/>
            </a:lvl4pPr>
            <a:lvl5pPr marL="3959860" indent="0">
              <a:buNone/>
              <a:defRPr sz="3465" b="1"/>
            </a:lvl5pPr>
            <a:lvl6pPr marL="4949825" indent="0">
              <a:buNone/>
              <a:defRPr sz="3465" b="1"/>
            </a:lvl6pPr>
            <a:lvl7pPr marL="5939790" indent="0">
              <a:buNone/>
              <a:defRPr sz="3465" b="1"/>
            </a:lvl7pPr>
            <a:lvl8pPr marL="6929755" indent="0">
              <a:buNone/>
              <a:defRPr sz="3465" b="1"/>
            </a:lvl8pPr>
            <a:lvl9pPr marL="7919720" indent="0">
              <a:buNone/>
              <a:defRPr sz="3465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10126957" y="8759056"/>
            <a:ext cx="8676142" cy="20766615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988051" y="2874331"/>
            <a:ext cx="17814154" cy="333354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988051" y="7347402"/>
            <a:ext cx="8498600" cy="2177008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3465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10313150" y="7347402"/>
            <a:ext cx="8489055" cy="2177008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3465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6621477" y="4320000"/>
            <a:ext cx="1695473" cy="23760001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6065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1485000" y="4320000"/>
            <a:ext cx="14890926" cy="23760001"/>
          </a:xfrm>
        </p:spPr>
        <p:txBody>
          <a:bodyPr vert="eaVert" lIns="46800" tIns="46800" rIns="46800" bIns="46800"/>
          <a:lstStyle>
            <a:lvl1pPr marL="495300" indent="-495300">
              <a:spcAft>
                <a:spcPts val="1000"/>
              </a:spcAft>
              <a:defRPr spc="300"/>
            </a:lvl1pPr>
            <a:lvl2pPr marL="1485265" indent="-495300">
              <a:defRPr spc="300"/>
            </a:lvl2pPr>
            <a:lvl3pPr marL="2475230" indent="-495300">
              <a:defRPr spc="300"/>
            </a:lvl3pPr>
            <a:lvl4pPr marL="3465195" indent="-495300">
              <a:defRPr spc="300"/>
            </a:lvl4pPr>
            <a:lvl5pPr marL="4455160" indent="-4953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988051" y="3656693"/>
            <a:ext cx="17820001" cy="2590299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946870" y="11735434"/>
            <a:ext cx="15914056" cy="4813229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1299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946870" y="16820788"/>
            <a:ext cx="15914056" cy="2228032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5195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988051" y="2874331"/>
            <a:ext cx="17814154" cy="3333544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988051" y="7041260"/>
            <a:ext cx="17814154" cy="22484411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993898" y="29831813"/>
            <a:ext cx="4384843" cy="14966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16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6684449" y="29831813"/>
            <a:ext cx="6431103" cy="14966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216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14417363" y="29831813"/>
            <a:ext cx="4384843" cy="14966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216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1979930" rtl="0" eaLnBrk="1" fontAlgn="auto" latinLnBrk="0" hangingPunct="1">
        <a:lnSpc>
          <a:spcPct val="100000"/>
        </a:lnSpc>
        <a:spcBef>
          <a:spcPct val="0"/>
        </a:spcBef>
        <a:buNone/>
        <a:defRPr sz="7795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495300" indent="-495300" algn="l" defTabSz="197993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●"/>
        <a:defRPr sz="39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1485265" indent="-495300" algn="l" defTabSz="1979930" rtl="0" eaLnBrk="1" fontAlgn="auto" latinLnBrk="0" hangingPunct="1">
        <a:lnSpc>
          <a:spcPct val="120000"/>
        </a:lnSpc>
        <a:spcBef>
          <a:spcPct val="1000"/>
        </a:spcBef>
        <a:spcAft>
          <a:spcPts val="600"/>
        </a:spcAft>
        <a:buFont typeface="Arial" panose="020B0604020202020204" pitchFamily="34" charset="0"/>
        <a:buChar char="●"/>
        <a:tabLst>
          <a:tab pos="3485515" algn="l"/>
          <a:tab pos="3485515" algn="l"/>
          <a:tab pos="3485515" algn="l"/>
          <a:tab pos="3485515" algn="l"/>
        </a:tabLst>
        <a:defRPr sz="346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2475230" indent="-495300" algn="l" defTabSz="1979930" rtl="0" eaLnBrk="1" fontAlgn="auto" latinLnBrk="0" hangingPunct="1">
        <a:lnSpc>
          <a:spcPct val="120000"/>
        </a:lnSpc>
        <a:spcBef>
          <a:spcPct val="1000"/>
        </a:spcBef>
        <a:spcAft>
          <a:spcPts val="600"/>
        </a:spcAft>
        <a:buFont typeface="Arial" panose="020B0604020202020204" pitchFamily="34" charset="0"/>
        <a:buChar char="●"/>
        <a:defRPr sz="346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3465195" indent="-495300" algn="l" defTabSz="1979930" rtl="0" eaLnBrk="1" fontAlgn="auto" latinLnBrk="0" hangingPunct="1">
        <a:lnSpc>
          <a:spcPct val="120000"/>
        </a:lnSpc>
        <a:spcBef>
          <a:spcPct val="1000"/>
        </a:spcBef>
        <a:spcAft>
          <a:spcPts val="300"/>
        </a:spcAft>
        <a:buFont typeface="Wingdings" panose="05000000000000000000" charset="0"/>
        <a:buChar char=""/>
        <a:defRPr sz="303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4455160" indent="-495300" algn="l" defTabSz="1979930" rtl="0" eaLnBrk="1" fontAlgn="auto" latinLnBrk="0" hangingPunct="1">
        <a:lnSpc>
          <a:spcPct val="120000"/>
        </a:lnSpc>
        <a:spcBef>
          <a:spcPct val="1000"/>
        </a:spcBef>
        <a:spcAft>
          <a:spcPts val="300"/>
        </a:spcAft>
        <a:buFont typeface="Arial" panose="020B0604020202020204" pitchFamily="34" charset="0"/>
        <a:buChar char="•"/>
        <a:defRPr sz="303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5445125" indent="-495300" algn="l" defTabSz="1979930" rtl="0" eaLnBrk="1" latinLnBrk="0" hangingPunct="1">
        <a:lnSpc>
          <a:spcPct val="90000"/>
        </a:lnSpc>
        <a:spcBef>
          <a:spcPts val="1085"/>
        </a:spcBef>
        <a:buFont typeface="Arial" panose="020B0604020202020204" pitchFamily="34" charset="0"/>
        <a:buChar char="•"/>
        <a:defRPr sz="3900" kern="1200">
          <a:solidFill>
            <a:schemeClr val="tx1"/>
          </a:solidFill>
          <a:latin typeface="+mn-lt"/>
          <a:ea typeface="+mn-ea"/>
          <a:cs typeface="+mn-cs"/>
        </a:defRPr>
      </a:lvl6pPr>
      <a:lvl7pPr marL="6435090" indent="-495300" algn="l" defTabSz="1979930" rtl="0" eaLnBrk="1" latinLnBrk="0" hangingPunct="1">
        <a:lnSpc>
          <a:spcPct val="90000"/>
        </a:lnSpc>
        <a:spcBef>
          <a:spcPts val="1085"/>
        </a:spcBef>
        <a:buFont typeface="Arial" panose="020B0604020202020204" pitchFamily="34" charset="0"/>
        <a:buChar char="•"/>
        <a:defRPr sz="3900" kern="1200">
          <a:solidFill>
            <a:schemeClr val="tx1"/>
          </a:solidFill>
          <a:latin typeface="+mn-lt"/>
          <a:ea typeface="+mn-ea"/>
          <a:cs typeface="+mn-cs"/>
        </a:defRPr>
      </a:lvl7pPr>
      <a:lvl8pPr marL="7425055" indent="-495300" algn="l" defTabSz="1979930" rtl="0" eaLnBrk="1" latinLnBrk="0" hangingPunct="1">
        <a:lnSpc>
          <a:spcPct val="90000"/>
        </a:lnSpc>
        <a:spcBef>
          <a:spcPts val="1085"/>
        </a:spcBef>
        <a:buFont typeface="Arial" panose="020B0604020202020204" pitchFamily="34" charset="0"/>
        <a:buChar char="•"/>
        <a:defRPr sz="3900" kern="1200">
          <a:solidFill>
            <a:schemeClr val="tx1"/>
          </a:solidFill>
          <a:latin typeface="+mn-lt"/>
          <a:ea typeface="+mn-ea"/>
          <a:cs typeface="+mn-cs"/>
        </a:defRPr>
      </a:lvl8pPr>
      <a:lvl9pPr marL="8415020" indent="-495300" algn="l" defTabSz="1979930" rtl="0" eaLnBrk="1" latinLnBrk="0" hangingPunct="1">
        <a:lnSpc>
          <a:spcPct val="90000"/>
        </a:lnSpc>
        <a:spcBef>
          <a:spcPts val="1085"/>
        </a:spcBef>
        <a:buFont typeface="Arial" panose="020B0604020202020204" pitchFamily="34" charset="0"/>
        <a:buChar char="•"/>
        <a:defRPr sz="3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979930" rtl="0" eaLnBrk="1" latinLnBrk="0" hangingPunct="1">
        <a:defRPr sz="3900" kern="1200">
          <a:solidFill>
            <a:schemeClr val="tx1"/>
          </a:solidFill>
          <a:latin typeface="+mn-lt"/>
          <a:ea typeface="+mn-ea"/>
          <a:cs typeface="+mn-cs"/>
        </a:defRPr>
      </a:lvl1pPr>
      <a:lvl2pPr marL="989965" algn="l" defTabSz="1979930" rtl="0" eaLnBrk="1" latinLnBrk="0" hangingPunct="1">
        <a:defRPr sz="3900" kern="1200">
          <a:solidFill>
            <a:schemeClr val="tx1"/>
          </a:solidFill>
          <a:latin typeface="+mn-lt"/>
          <a:ea typeface="+mn-ea"/>
          <a:cs typeface="+mn-cs"/>
        </a:defRPr>
      </a:lvl2pPr>
      <a:lvl3pPr marL="1979930" algn="l" defTabSz="1979930" rtl="0" eaLnBrk="1" latinLnBrk="0" hangingPunct="1">
        <a:defRPr sz="3900" kern="1200">
          <a:solidFill>
            <a:schemeClr val="tx1"/>
          </a:solidFill>
          <a:latin typeface="+mn-lt"/>
          <a:ea typeface="+mn-ea"/>
          <a:cs typeface="+mn-cs"/>
        </a:defRPr>
      </a:lvl3pPr>
      <a:lvl4pPr marL="2969895" algn="l" defTabSz="1979930" rtl="0" eaLnBrk="1" latinLnBrk="0" hangingPunct="1">
        <a:defRPr sz="3900" kern="1200">
          <a:solidFill>
            <a:schemeClr val="tx1"/>
          </a:solidFill>
          <a:latin typeface="+mn-lt"/>
          <a:ea typeface="+mn-ea"/>
          <a:cs typeface="+mn-cs"/>
        </a:defRPr>
      </a:lvl4pPr>
      <a:lvl5pPr marL="3959860" algn="l" defTabSz="1979930" rtl="0" eaLnBrk="1" latinLnBrk="0" hangingPunct="1">
        <a:defRPr sz="3900" kern="1200">
          <a:solidFill>
            <a:schemeClr val="tx1"/>
          </a:solidFill>
          <a:latin typeface="+mn-lt"/>
          <a:ea typeface="+mn-ea"/>
          <a:cs typeface="+mn-cs"/>
        </a:defRPr>
      </a:lvl5pPr>
      <a:lvl6pPr marL="4949825" algn="l" defTabSz="1979930" rtl="0" eaLnBrk="1" latinLnBrk="0" hangingPunct="1">
        <a:defRPr sz="3900" kern="1200">
          <a:solidFill>
            <a:schemeClr val="tx1"/>
          </a:solidFill>
          <a:latin typeface="+mn-lt"/>
          <a:ea typeface="+mn-ea"/>
          <a:cs typeface="+mn-cs"/>
        </a:defRPr>
      </a:lvl6pPr>
      <a:lvl7pPr marL="5939790" algn="l" defTabSz="1979930" rtl="0" eaLnBrk="1" latinLnBrk="0" hangingPunct="1">
        <a:defRPr sz="3900" kern="1200">
          <a:solidFill>
            <a:schemeClr val="tx1"/>
          </a:solidFill>
          <a:latin typeface="+mn-lt"/>
          <a:ea typeface="+mn-ea"/>
          <a:cs typeface="+mn-cs"/>
        </a:defRPr>
      </a:lvl7pPr>
      <a:lvl8pPr marL="6929755" algn="l" defTabSz="1979930" rtl="0" eaLnBrk="1" latinLnBrk="0" hangingPunct="1">
        <a:defRPr sz="3900" kern="1200">
          <a:solidFill>
            <a:schemeClr val="tx1"/>
          </a:solidFill>
          <a:latin typeface="+mn-lt"/>
          <a:ea typeface="+mn-ea"/>
          <a:cs typeface="+mn-cs"/>
        </a:defRPr>
      </a:lvl8pPr>
      <a:lvl9pPr marL="7919720" algn="l" defTabSz="1979930" rtl="0" eaLnBrk="1" latinLnBrk="0" hangingPunct="1">
        <a:defRPr sz="3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3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资源 9@500x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445"/>
            <a:ext cx="19799935" cy="3239008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3244215" y="5488940"/>
            <a:ext cx="13014960" cy="3776345"/>
          </a:xfrm>
          <a:prstGeom prst="rect">
            <a:avLst/>
          </a:prstGeom>
          <a:noFill/>
        </p:spPr>
        <p:txBody>
          <a:bodyPr wrap="square" rtlCol="0" anchor="t" anchorCtr="0">
            <a:noAutofit/>
          </a:bodyPr>
          <a:p>
            <a:pPr algn="ctr"/>
            <a:r>
              <a:rPr lang="en-US" altLang="zh-CN" sz="32000">
                <a:solidFill>
                  <a:schemeClr val="bg1"/>
                </a:solidFill>
                <a:latin typeface="MiSans Thin" panose="00000200000000000000" charset="-122"/>
                <a:ea typeface="MiSans Thin" panose="00000200000000000000" charset="-122"/>
              </a:rPr>
              <a:t>MUSIC</a:t>
            </a:r>
            <a:endParaRPr lang="en-US" altLang="zh-CN" sz="32000">
              <a:solidFill>
                <a:schemeClr val="bg1"/>
              </a:solidFill>
              <a:latin typeface="MiSans Thin" panose="00000200000000000000" charset="-122"/>
              <a:ea typeface="MiSans Thin" panose="00000200000000000000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976563" y="9026525"/>
            <a:ext cx="13550265" cy="52311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4300">
                <a:solidFill>
                  <a:schemeClr val="bg1"/>
                </a:solidFill>
                <a:latin typeface="Bakbak One Regular" charset="0"/>
                <a:cs typeface="Bakbak One Regular" charset="0"/>
              </a:rPr>
              <a:t>MUSIC</a:t>
            </a:r>
            <a:endParaRPr lang="en-US" altLang="zh-CN" sz="35000">
              <a:solidFill>
                <a:schemeClr val="bg1"/>
              </a:solidFill>
              <a:latin typeface="Bakbak One Regular" charset="0"/>
              <a:cs typeface="Bakbak One Regular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988685" y="16000730"/>
            <a:ext cx="7526020" cy="9944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6600">
                <a:solidFill>
                  <a:schemeClr val="bg1"/>
                </a:solidFill>
                <a:latin typeface="Inter Medium" panose="02000503000000020004" charset="0"/>
                <a:cs typeface="Inter Medium" panose="02000503000000020004" charset="0"/>
              </a:rPr>
              <a:t>YOUR TEXT HERE</a:t>
            </a:r>
            <a:endParaRPr lang="en-US" altLang="zh-CN" sz="6600">
              <a:solidFill>
                <a:schemeClr val="bg1"/>
              </a:solidFill>
              <a:latin typeface="Inter Medium" panose="02000503000000020004" charset="0"/>
              <a:cs typeface="Inter Medium" panose="02000503000000020004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155825" y="18426430"/>
            <a:ext cx="15191740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4000">
                <a:solidFill>
                  <a:schemeClr val="bg1"/>
                </a:solidFill>
                <a:latin typeface="Inter Light" panose="02000503000000020004" charset="0"/>
                <a:cs typeface="Inter Light" panose="02000503000000020004" charset="0"/>
              </a:rPr>
              <a:t>Lorem ipsum dolor sit amet, consectetuer adipiscing elit, sed diam nonummy nibh euismod tincidunt ut laoreet dolore magna </a:t>
            </a:r>
            <a:r>
              <a:rPr lang="en-US" altLang="zh-CN" sz="4000">
                <a:solidFill>
                  <a:schemeClr val="bg1"/>
                </a:solidFill>
                <a:latin typeface="Inter Light" panose="02000503000000020004" charset="0"/>
                <a:cs typeface="Inter Light" panose="02000503000000020004" charset="0"/>
              </a:rPr>
              <a:t>aliquam erat volutpat.</a:t>
            </a:r>
            <a:endParaRPr lang="en-US" altLang="zh-CN" sz="4000">
              <a:solidFill>
                <a:schemeClr val="bg1"/>
              </a:solidFill>
              <a:latin typeface="Inter Light" panose="02000503000000020004" charset="0"/>
              <a:cs typeface="Inter Light" panose="0200050300000002000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706178" y="23329265"/>
            <a:ext cx="12091035" cy="20656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5000" kern="3000" spc="1200">
                <a:solidFill>
                  <a:schemeClr val="bg1"/>
                </a:solidFill>
                <a:uFillTx/>
                <a:latin typeface="MiSans Normal" panose="00000500000000000000" charset="-122"/>
                <a:ea typeface="MiSans Normal" panose="00000500000000000000" charset="-122"/>
                <a:cs typeface="Inter Medium" panose="02000503000000020004" charset="0"/>
              </a:rPr>
              <a:t>MARCH 10</a:t>
            </a:r>
            <a:endParaRPr lang="en-US" altLang="zh-CN" sz="15000" kern="3000" spc="1200">
              <a:solidFill>
                <a:schemeClr val="bg1"/>
              </a:solidFill>
              <a:uFillTx/>
              <a:latin typeface="MiSans Normal" panose="00000500000000000000" charset="-122"/>
              <a:ea typeface="MiSans Normal" panose="00000500000000000000" charset="-122"/>
              <a:cs typeface="Inter Medium" panose="0200050300000002000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329363" y="25847675"/>
            <a:ext cx="6844665" cy="15392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8800" spc="1200">
                <a:solidFill>
                  <a:schemeClr val="bg1"/>
                </a:solidFill>
                <a:uFillTx/>
                <a:latin typeface="MiSans Normal" panose="00000500000000000000" charset="-122"/>
                <a:ea typeface="MiSans Normal" panose="00000500000000000000" charset="-122"/>
              </a:rPr>
              <a:t>9:00 p.m.</a:t>
            </a:r>
            <a:endParaRPr lang="en-US" altLang="zh-CN" sz="8800" spc="1200">
              <a:solidFill>
                <a:schemeClr val="bg1"/>
              </a:solidFill>
              <a:uFillTx/>
              <a:latin typeface="MiSans Normal" panose="00000500000000000000" charset="-122"/>
              <a:ea typeface="MiSans Normal" panose="00000500000000000000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353560" y="29711015"/>
            <a:ext cx="1109281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4800" kern="1000">
                <a:solidFill>
                  <a:schemeClr val="bg1"/>
                </a:solidFill>
                <a:uFillTx/>
                <a:latin typeface="MiSans Normal" panose="00000500000000000000" charset="-122"/>
                <a:ea typeface="MiSans Normal" panose="00000500000000000000" charset="-122"/>
              </a:rPr>
              <a:t>WWW.MUSICFESTIVAL.COM</a:t>
            </a:r>
            <a:endParaRPr lang="en-US" altLang="zh-CN" sz="4800" kern="1000">
              <a:solidFill>
                <a:schemeClr val="bg1"/>
              </a:solidFill>
              <a:uFillTx/>
              <a:latin typeface="MiSans Normal" panose="00000500000000000000" charset="-122"/>
              <a:ea typeface="MiSans Normal" panose="00000500000000000000" charset="-122"/>
            </a:endParaRPr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206</Words>
  <Application>WPS 演示</Application>
  <PresentationFormat>宽屏</PresentationFormat>
  <Paragraphs>14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6" baseType="lpstr">
      <vt:lpstr>Arial</vt:lpstr>
      <vt:lpstr>宋体</vt:lpstr>
      <vt:lpstr>Wingdings</vt:lpstr>
      <vt:lpstr>Wingdings</vt:lpstr>
      <vt:lpstr>MiSans Thin</vt:lpstr>
      <vt:lpstr>Bakbak One Regular</vt:lpstr>
      <vt:lpstr>Inter Medium</vt:lpstr>
      <vt:lpstr>Inter Light</vt:lpstr>
      <vt:lpstr>MiSans Normal</vt:lpstr>
      <vt:lpstr>Segoe Print</vt:lpstr>
      <vt:lpstr>DejaVu Math TeX Gyre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陌上花开</cp:lastModifiedBy>
  <cp:revision>161</cp:revision>
  <dcterms:created xsi:type="dcterms:W3CDTF">2019-06-19T02:08:00Z</dcterms:created>
  <dcterms:modified xsi:type="dcterms:W3CDTF">2026-04-22T09:38:42Z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1CDFEAAE47B645C7B6936849441C0665_13</vt:lpwstr>
  </property>
</Properties>
</file>