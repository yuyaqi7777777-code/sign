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阿里妈妈方圆体 VF Medium" charset="-122"/>
      <p:regular r:id="rId11"/>
    </p:embeddedFont>
    <p:embeddedFont>
      <p:font typeface="阿里妈妈灵动体 VF" panose="02000004000200060003" charset="0"/>
      <p:italic r:id="rId12"/>
    </p:embeddedFont>
    <p:embeddedFont>
      <p:font typeface="阿里妈妈方圆体 VF" charset="-122"/>
      <p:regular r:id="rId13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6442" y="548342"/>
            <a:ext cx="11041380" cy="19044920"/>
          </a:xfrm>
          <a:custGeom>
            <a:avLst/>
            <a:gdLst/>
            <a:ahLst/>
            <a:cxnLst/>
            <a:rect l="l" t="t" r="r" b="b"/>
            <a:pathLst>
              <a:path w="11041380" h="19044920">
                <a:moveTo>
                  <a:pt x="64122" y="19044742"/>
                </a:moveTo>
                <a:lnTo>
                  <a:pt x="0" y="0"/>
                </a:lnTo>
                <a:lnTo>
                  <a:pt x="10977144" y="0"/>
                </a:lnTo>
                <a:lnTo>
                  <a:pt x="11041266" y="19044742"/>
                </a:lnTo>
                <a:lnTo>
                  <a:pt x="64122" y="19044742"/>
                </a:lnTo>
                <a:close/>
              </a:path>
            </a:pathLst>
          </a:custGeom>
          <a:ln w="63042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1733" y="3812108"/>
            <a:ext cx="9451340" cy="436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1733" y="3812108"/>
            <a:ext cx="9451340" cy="436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350" b="0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websit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3030" y="2374265"/>
            <a:ext cx="6847840" cy="526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50" u="none" strike="noStrike" kern="0" cap="none" spc="-100" normalizeH="0" dirty="0">
                <a:solidFill>
                  <a:srgbClr val="5F5F5F"/>
                </a:solidFill>
                <a:uFillTx/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Y</a:t>
            </a:r>
            <a:r>
              <a:rPr sz="3300" u="none" strike="noStrike" kern="0" cap="none" spc="-100" normalizeH="0" dirty="0">
                <a:solidFill>
                  <a:srgbClr val="5F5F5F"/>
                </a:solidFill>
                <a:uFillTx/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OU ARE INVITED TO OUR</a:t>
            </a:r>
            <a:endParaRPr sz="3300" u="none" strike="noStrike" kern="0" cap="none" spc="-100" normalizeH="0" dirty="0">
              <a:solidFill>
                <a:srgbClr val="5F5F5F"/>
              </a:solidFill>
              <a:uFillTx/>
              <a:latin typeface="阿里妈妈方圆体 VF Medium" charset="-122"/>
              <a:ea typeface="阿里妈妈方圆体 VF Medium" charset="-122"/>
              <a:cs typeface="Trebuchet MS" panose="020B0603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91733" y="3812108"/>
            <a:ext cx="9451340" cy="4362450"/>
          </a:xfrm>
          <a:prstGeom prst="rect">
            <a:avLst/>
          </a:prstGeom>
        </p:spPr>
        <p:txBody>
          <a:bodyPr vert="horz" wrap="square" lIns="0" tIns="651510" rIns="0" bIns="0" rtlCol="0">
            <a:spAutoFit/>
          </a:bodyPr>
          <a:lstStyle/>
          <a:p>
            <a:pPr marL="12700" marR="5080">
              <a:lnSpc>
                <a:spcPct val="74000"/>
              </a:lnSpc>
              <a:spcBef>
                <a:spcPts val="5130"/>
              </a:spcBef>
            </a:pPr>
            <a:r>
              <a:rPr sz="16300" spc="-100" dirty="0">
                <a:solidFill>
                  <a:schemeClr val="tx1"/>
                </a:solidFill>
                <a:uFillTx/>
                <a:latin typeface="阿里妈妈方圆体 VF" charset="-122"/>
                <a:ea typeface="阿里妈妈方圆体 VF" charset="-122"/>
                <a:cs typeface="阿里妈妈灵动体 VF" panose="02000004000200060003" charset="0"/>
              </a:rPr>
              <a:t>Grand Opening</a:t>
            </a:r>
            <a:endParaRPr sz="16300" spc="-100" dirty="0">
              <a:solidFill>
                <a:schemeClr val="tx1"/>
              </a:solidFill>
              <a:uFillTx/>
              <a:latin typeface="阿里妈妈方圆体 VF" charset="-122"/>
              <a:ea typeface="阿里妈妈方圆体 VF" charset="-122"/>
              <a:cs typeface="阿里妈妈灵动体 VF" panose="02000004000200060003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1741" y="13420411"/>
            <a:ext cx="7509509" cy="245173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350" spc="-17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123,</a:t>
            </a:r>
            <a:r>
              <a:rPr sz="3350" spc="-26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3350" spc="-254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STREET, </a:t>
            </a:r>
            <a:r>
              <a:rPr sz="3350" spc="-275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CITY,</a:t>
            </a:r>
            <a:r>
              <a:rPr sz="3350" spc="-26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3350" spc="-2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1234</a:t>
            </a:r>
            <a:endParaRPr sz="3350">
              <a:latin typeface="阿里妈妈方圆体 VF Medium" charset="-122"/>
              <a:ea typeface="阿里妈妈方圆体 VF Medium" charset="-122"/>
              <a:cs typeface="Trebuchet MS" panose="020B0603020202020204"/>
            </a:endParaRPr>
          </a:p>
          <a:p>
            <a:pPr marL="12700" marR="5080">
              <a:lnSpc>
                <a:spcPts val="6240"/>
              </a:lnSpc>
              <a:spcBef>
                <a:spcPts val="1675"/>
              </a:spcBef>
            </a:pPr>
            <a:r>
              <a:rPr sz="5400" u="none" strike="noStrike" kern="0" cap="none" spc="-100" normalizeH="0" dirty="0">
                <a:latin typeface="阿里妈妈方圆体 VF" charset="-122"/>
                <a:ea typeface="阿里妈妈方圆体 VF" charset="-122"/>
                <a:cs typeface="Trebuchet MS" panose="020B0603020202020204"/>
              </a:rPr>
              <a:t>Saturday, March </a:t>
            </a:r>
            <a:r>
              <a:rPr sz="5400" u="none" strike="noStrike" kern="0" cap="none" spc="-100" normalizeH="0" dirty="0">
                <a:latin typeface="阿里妈妈方圆体 VF" charset="-122"/>
                <a:ea typeface="阿里妈妈方圆体 VF" charset="-122"/>
                <a:cs typeface="Trebuchet MS" panose="020B0603020202020204"/>
              </a:rPr>
              <a:t>5th Party Start at </a:t>
            </a:r>
            <a:r>
              <a:rPr lang="en-US" altLang="" sz="5400" u="none" strike="noStrike" kern="0" cap="none" spc="-100" normalizeH="0" dirty="0">
                <a:latin typeface="阿里妈妈方圆体 VF" charset="-122"/>
                <a:ea typeface="阿里妈妈方圆体 VF" charset="-122"/>
                <a:cs typeface="Trebuchet MS" panose="020B0603020202020204"/>
              </a:rPr>
              <a:t>6</a:t>
            </a:r>
            <a:r>
              <a:rPr sz="5400" u="none" strike="noStrike" kern="0" cap="none" spc="-100" normalizeH="0" dirty="0">
                <a:latin typeface="阿里妈妈方圆体 VF" charset="-122"/>
                <a:ea typeface="阿里妈妈方圆体 VF" charset="-122"/>
                <a:cs typeface="Trebuchet MS" panose="020B0603020202020204"/>
              </a:rPr>
              <a:t>pm</a:t>
            </a:r>
            <a:endParaRPr sz="5400" u="none" strike="noStrike" kern="0" cap="none" spc="-100" normalizeH="0">
              <a:latin typeface="阿里妈妈方圆体 VF" charset="-122"/>
              <a:ea typeface="阿里妈妈方圆体 VF" charset="-122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895" y="16392525"/>
            <a:ext cx="8103870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u="none" strike="noStrike" kern="0" cap="none" spc="-100" normalizeH="0" dirty="0">
                <a:solidFill>
                  <a:srgbClr val="3C3C3C"/>
                </a:solidFill>
                <a:uFillTx/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The origins of the first constellations date back to prehistoric times. Their purpose was to tell stories of their beliefs or mythology.</a:t>
            </a:r>
            <a:endParaRPr sz="2400" u="none" strike="noStrike" kern="0" cap="none" spc="-100" normalizeH="0" dirty="0">
              <a:solidFill>
                <a:srgbClr val="3C3C3C"/>
              </a:solidFill>
              <a:uFillTx/>
              <a:latin typeface="阿里妈妈方圆体 VF Medium" charset="-122"/>
              <a:ea typeface="阿里妈妈方圆体 VF Medium" charset="-122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1895" y="18420080"/>
            <a:ext cx="3857625" cy="391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8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Hope</a:t>
            </a:r>
            <a:r>
              <a:rPr sz="2450" b="1" spc="-305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2450" b="1" spc="-254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To</a:t>
            </a:r>
            <a:r>
              <a:rPr sz="2450" b="1" spc="-19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2450" b="1" spc="-14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See</a:t>
            </a:r>
            <a:r>
              <a:rPr sz="2450" b="1" spc="-315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2450" b="1" spc="-175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You</a:t>
            </a:r>
            <a:r>
              <a:rPr sz="2450" b="1" spc="-19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 </a:t>
            </a:r>
            <a:r>
              <a:rPr sz="2450" b="1" spc="-70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</a:rPr>
              <a:t>Soon!</a:t>
            </a:r>
            <a:endParaRPr sz="2450">
              <a:latin typeface="阿里妈妈方圆体 VF Medium" charset="-122"/>
              <a:ea typeface="阿里妈妈方圆体 VF Medium" charset="-122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5340" y="18420080"/>
            <a:ext cx="2738755" cy="391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155" dirty="0">
                <a:solidFill>
                  <a:srgbClr val="3C3C3C"/>
                </a:solidFill>
                <a:latin typeface="阿里妈妈方圆体 VF Medium" charset="-122"/>
                <a:ea typeface="阿里妈妈方圆体 VF Medium" charset="-122"/>
                <a:cs typeface="Trebuchet MS" panose="020B0603020202020204"/>
                <a:hlinkClick r:id="rId1"/>
              </a:rPr>
              <a:t>www.website.com</a:t>
            </a:r>
            <a:endParaRPr sz="2450">
              <a:latin typeface="阿里妈妈方圆体 VF Medium" charset="-122"/>
              <a:ea typeface="阿里妈妈方圆体 VF Medium" charset="-122"/>
              <a:cs typeface="Trebuchet MS" panose="020B0603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95587" y="1482939"/>
            <a:ext cx="9559925" cy="11379200"/>
            <a:chOff x="1395587" y="1482939"/>
            <a:chExt cx="9559925" cy="11379200"/>
          </a:xfrm>
        </p:grpSpPr>
        <p:sp>
          <p:nvSpPr>
            <p:cNvPr id="9" name="object 9"/>
            <p:cNvSpPr/>
            <p:nvPr/>
          </p:nvSpPr>
          <p:spPr>
            <a:xfrm>
              <a:off x="1398551" y="3480528"/>
              <a:ext cx="9368790" cy="0"/>
            </a:xfrm>
            <a:custGeom>
              <a:avLst/>
              <a:gdLst/>
              <a:ahLst/>
              <a:cxnLst/>
              <a:rect l="l" t="t" r="r" b="b"/>
              <a:pathLst>
                <a:path w="9368790">
                  <a:moveTo>
                    <a:pt x="0" y="0"/>
                  </a:moveTo>
                  <a:lnTo>
                    <a:pt x="9368732" y="0"/>
                  </a:lnTo>
                </a:path>
              </a:pathLst>
            </a:custGeom>
            <a:ln w="6304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50938" y="12687810"/>
              <a:ext cx="9313545" cy="0"/>
            </a:xfrm>
            <a:custGeom>
              <a:avLst/>
              <a:gdLst/>
              <a:ahLst/>
              <a:cxnLst/>
              <a:rect l="l" t="t" r="r" b="b"/>
              <a:pathLst>
                <a:path w="9313545">
                  <a:moveTo>
                    <a:pt x="0" y="0"/>
                  </a:moveTo>
                  <a:lnTo>
                    <a:pt x="9313381" y="0"/>
                  </a:lnTo>
                </a:path>
              </a:pathLst>
            </a:custGeom>
            <a:ln w="6304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40065" y="9311191"/>
              <a:ext cx="9124315" cy="0"/>
            </a:xfrm>
            <a:custGeom>
              <a:avLst/>
              <a:gdLst/>
              <a:ahLst/>
              <a:cxnLst/>
              <a:rect l="l" t="t" r="r" b="b"/>
              <a:pathLst>
                <a:path w="9124315">
                  <a:moveTo>
                    <a:pt x="0" y="0"/>
                  </a:moveTo>
                  <a:lnTo>
                    <a:pt x="9124253" y="0"/>
                  </a:lnTo>
                </a:path>
              </a:pathLst>
            </a:custGeom>
            <a:ln w="6304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50935" y="9311191"/>
              <a:ext cx="9313545" cy="3376929"/>
            </a:xfrm>
            <a:custGeom>
              <a:avLst/>
              <a:gdLst/>
              <a:ahLst/>
              <a:cxnLst/>
              <a:rect l="l" t="t" r="r" b="b"/>
              <a:pathLst>
                <a:path w="9313545" h="3376929">
                  <a:moveTo>
                    <a:pt x="9313381" y="0"/>
                  </a:moveTo>
                  <a:lnTo>
                    <a:pt x="0" y="3376620"/>
                  </a:lnTo>
                </a:path>
              </a:pathLst>
            </a:custGeom>
            <a:ln w="6304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40951" y="2517906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40951" y="2517906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05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518723" y="2520532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18723" y="2520532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05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96496" y="2523157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996496" y="2523157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12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474268" y="2525782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474268" y="2525782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12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952040" y="2528409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952040" y="2528409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12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429813" y="2531035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429813" y="2531035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12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907585" y="2533661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907585" y="2533661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05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385356" y="2536287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0" y="167401"/>
                  </a:lnTo>
                  <a:lnTo>
                    <a:pt x="375733" y="347616"/>
                  </a:lnTo>
                  <a:lnTo>
                    <a:pt x="381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385356" y="2536287"/>
              <a:ext cx="381635" cy="347980"/>
            </a:xfrm>
            <a:custGeom>
              <a:avLst/>
              <a:gdLst/>
              <a:ahLst/>
              <a:cxnLst/>
              <a:rect l="l" t="t" r="r" b="b"/>
              <a:pathLst>
                <a:path w="381634" h="347980">
                  <a:moveTo>
                    <a:pt x="381612" y="0"/>
                  </a:moveTo>
                  <a:lnTo>
                    <a:pt x="378672" y="173808"/>
                  </a:lnTo>
                  <a:lnTo>
                    <a:pt x="375733" y="347616"/>
                  </a:lnTo>
                  <a:lnTo>
                    <a:pt x="187866" y="257505"/>
                  </a:lnTo>
                  <a:lnTo>
                    <a:pt x="0" y="167401"/>
                  </a:lnTo>
                  <a:lnTo>
                    <a:pt x="190806" y="83704"/>
                  </a:lnTo>
                  <a:lnTo>
                    <a:pt x="381612" y="0"/>
                  </a:lnTo>
                  <a:close/>
                </a:path>
              </a:pathLst>
            </a:custGeom>
            <a:ln w="23633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95577" y="1482940"/>
              <a:ext cx="9559925" cy="11379200"/>
            </a:xfrm>
            <a:custGeom>
              <a:avLst/>
              <a:gdLst/>
              <a:ahLst/>
              <a:cxnLst/>
              <a:rect l="l" t="t" r="r" b="b"/>
              <a:pathLst>
                <a:path w="9559925" h="11379200">
                  <a:moveTo>
                    <a:pt x="162115" y="0"/>
                  </a:moveTo>
                  <a:lnTo>
                    <a:pt x="2971" y="0"/>
                  </a:lnTo>
                  <a:lnTo>
                    <a:pt x="2971" y="449757"/>
                  </a:lnTo>
                  <a:lnTo>
                    <a:pt x="162115" y="449757"/>
                  </a:lnTo>
                  <a:lnTo>
                    <a:pt x="162115" y="0"/>
                  </a:lnTo>
                  <a:close/>
                </a:path>
                <a:path w="9559925" h="11379200">
                  <a:moveTo>
                    <a:pt x="381622" y="7654442"/>
                  </a:moveTo>
                  <a:lnTo>
                    <a:pt x="0" y="7821854"/>
                  </a:lnTo>
                  <a:lnTo>
                    <a:pt x="375742" y="8002067"/>
                  </a:lnTo>
                  <a:lnTo>
                    <a:pt x="381622" y="7654442"/>
                  </a:lnTo>
                  <a:close/>
                </a:path>
                <a:path w="9559925" h="11379200">
                  <a:moveTo>
                    <a:pt x="445795" y="0"/>
                  </a:moveTo>
                  <a:lnTo>
                    <a:pt x="286664" y="0"/>
                  </a:lnTo>
                  <a:lnTo>
                    <a:pt x="286664" y="449757"/>
                  </a:lnTo>
                  <a:lnTo>
                    <a:pt x="445795" y="449757"/>
                  </a:lnTo>
                  <a:lnTo>
                    <a:pt x="445795" y="0"/>
                  </a:lnTo>
                  <a:close/>
                </a:path>
                <a:path w="9559925" h="11379200">
                  <a:moveTo>
                    <a:pt x="729488" y="0"/>
                  </a:moveTo>
                  <a:lnTo>
                    <a:pt x="570344" y="0"/>
                  </a:lnTo>
                  <a:lnTo>
                    <a:pt x="570344" y="449757"/>
                  </a:lnTo>
                  <a:lnTo>
                    <a:pt x="729488" y="449757"/>
                  </a:lnTo>
                  <a:lnTo>
                    <a:pt x="729488" y="0"/>
                  </a:lnTo>
                  <a:close/>
                </a:path>
                <a:path w="9559925" h="11379200">
                  <a:moveTo>
                    <a:pt x="1013180" y="0"/>
                  </a:moveTo>
                  <a:lnTo>
                    <a:pt x="854036" y="0"/>
                  </a:lnTo>
                  <a:lnTo>
                    <a:pt x="854036" y="449757"/>
                  </a:lnTo>
                  <a:lnTo>
                    <a:pt x="1013180" y="449757"/>
                  </a:lnTo>
                  <a:lnTo>
                    <a:pt x="1013180" y="0"/>
                  </a:lnTo>
                  <a:close/>
                </a:path>
                <a:path w="9559925" h="11379200">
                  <a:moveTo>
                    <a:pt x="1296873" y="0"/>
                  </a:moveTo>
                  <a:lnTo>
                    <a:pt x="1137729" y="0"/>
                  </a:lnTo>
                  <a:lnTo>
                    <a:pt x="1137729" y="449757"/>
                  </a:lnTo>
                  <a:lnTo>
                    <a:pt x="1296873" y="449757"/>
                  </a:lnTo>
                  <a:lnTo>
                    <a:pt x="1296873" y="0"/>
                  </a:lnTo>
                  <a:close/>
                </a:path>
                <a:path w="9559925" h="11379200">
                  <a:moveTo>
                    <a:pt x="1580565" y="0"/>
                  </a:moveTo>
                  <a:lnTo>
                    <a:pt x="1421422" y="0"/>
                  </a:lnTo>
                  <a:lnTo>
                    <a:pt x="1421422" y="449757"/>
                  </a:lnTo>
                  <a:lnTo>
                    <a:pt x="1580565" y="449757"/>
                  </a:lnTo>
                  <a:lnTo>
                    <a:pt x="1580565" y="0"/>
                  </a:lnTo>
                  <a:close/>
                </a:path>
                <a:path w="9559925" h="11379200">
                  <a:moveTo>
                    <a:pt x="1864258" y="0"/>
                  </a:moveTo>
                  <a:lnTo>
                    <a:pt x="1705114" y="0"/>
                  </a:lnTo>
                  <a:lnTo>
                    <a:pt x="1705114" y="449757"/>
                  </a:lnTo>
                  <a:lnTo>
                    <a:pt x="1864258" y="449757"/>
                  </a:lnTo>
                  <a:lnTo>
                    <a:pt x="1864258" y="0"/>
                  </a:lnTo>
                  <a:close/>
                </a:path>
                <a:path w="9559925" h="11379200">
                  <a:moveTo>
                    <a:pt x="2147951" y="0"/>
                  </a:moveTo>
                  <a:lnTo>
                    <a:pt x="1988807" y="0"/>
                  </a:lnTo>
                  <a:lnTo>
                    <a:pt x="1988807" y="449757"/>
                  </a:lnTo>
                  <a:lnTo>
                    <a:pt x="2147951" y="449757"/>
                  </a:lnTo>
                  <a:lnTo>
                    <a:pt x="2147951" y="0"/>
                  </a:lnTo>
                  <a:close/>
                </a:path>
                <a:path w="9559925" h="11379200">
                  <a:moveTo>
                    <a:pt x="2431643" y="0"/>
                  </a:moveTo>
                  <a:lnTo>
                    <a:pt x="2272500" y="0"/>
                  </a:lnTo>
                  <a:lnTo>
                    <a:pt x="2272500" y="449757"/>
                  </a:lnTo>
                  <a:lnTo>
                    <a:pt x="2431643" y="449757"/>
                  </a:lnTo>
                  <a:lnTo>
                    <a:pt x="2431643" y="0"/>
                  </a:lnTo>
                  <a:close/>
                </a:path>
                <a:path w="9559925" h="11379200">
                  <a:moveTo>
                    <a:pt x="2715336" y="0"/>
                  </a:moveTo>
                  <a:lnTo>
                    <a:pt x="2556192" y="0"/>
                  </a:lnTo>
                  <a:lnTo>
                    <a:pt x="2556192" y="449757"/>
                  </a:lnTo>
                  <a:lnTo>
                    <a:pt x="2715336" y="449757"/>
                  </a:lnTo>
                  <a:lnTo>
                    <a:pt x="2715336" y="0"/>
                  </a:lnTo>
                  <a:close/>
                </a:path>
                <a:path w="9559925" h="11379200">
                  <a:moveTo>
                    <a:pt x="2999028" y="0"/>
                  </a:moveTo>
                  <a:lnTo>
                    <a:pt x="2839885" y="0"/>
                  </a:lnTo>
                  <a:lnTo>
                    <a:pt x="2839885" y="449757"/>
                  </a:lnTo>
                  <a:lnTo>
                    <a:pt x="2999028" y="449757"/>
                  </a:lnTo>
                  <a:lnTo>
                    <a:pt x="2999028" y="0"/>
                  </a:lnTo>
                  <a:close/>
                </a:path>
                <a:path w="9559925" h="11379200">
                  <a:moveTo>
                    <a:pt x="3282708" y="0"/>
                  </a:moveTo>
                  <a:lnTo>
                    <a:pt x="3123577" y="0"/>
                  </a:lnTo>
                  <a:lnTo>
                    <a:pt x="3123577" y="449757"/>
                  </a:lnTo>
                  <a:lnTo>
                    <a:pt x="3282708" y="449757"/>
                  </a:lnTo>
                  <a:lnTo>
                    <a:pt x="3282708" y="0"/>
                  </a:lnTo>
                  <a:close/>
                </a:path>
                <a:path w="9559925" h="11379200">
                  <a:moveTo>
                    <a:pt x="3566401" y="0"/>
                  </a:moveTo>
                  <a:lnTo>
                    <a:pt x="3407257" y="0"/>
                  </a:lnTo>
                  <a:lnTo>
                    <a:pt x="3407257" y="449757"/>
                  </a:lnTo>
                  <a:lnTo>
                    <a:pt x="3566401" y="449757"/>
                  </a:lnTo>
                  <a:lnTo>
                    <a:pt x="3566401" y="0"/>
                  </a:lnTo>
                  <a:close/>
                </a:path>
                <a:path w="9559925" h="11379200">
                  <a:moveTo>
                    <a:pt x="3850094" y="0"/>
                  </a:moveTo>
                  <a:lnTo>
                    <a:pt x="3690950" y="0"/>
                  </a:lnTo>
                  <a:lnTo>
                    <a:pt x="3690950" y="449757"/>
                  </a:lnTo>
                  <a:lnTo>
                    <a:pt x="3850094" y="449757"/>
                  </a:lnTo>
                  <a:lnTo>
                    <a:pt x="3850094" y="0"/>
                  </a:lnTo>
                  <a:close/>
                </a:path>
                <a:path w="9559925" h="11379200">
                  <a:moveTo>
                    <a:pt x="4133786" y="0"/>
                  </a:moveTo>
                  <a:lnTo>
                    <a:pt x="3974642" y="0"/>
                  </a:lnTo>
                  <a:lnTo>
                    <a:pt x="3974642" y="449757"/>
                  </a:lnTo>
                  <a:lnTo>
                    <a:pt x="4133786" y="449757"/>
                  </a:lnTo>
                  <a:lnTo>
                    <a:pt x="4133786" y="0"/>
                  </a:lnTo>
                  <a:close/>
                </a:path>
                <a:path w="9559925" h="11379200">
                  <a:moveTo>
                    <a:pt x="9559544" y="11198466"/>
                  </a:moveTo>
                  <a:lnTo>
                    <a:pt x="9177922" y="11031068"/>
                  </a:lnTo>
                  <a:lnTo>
                    <a:pt x="9183802" y="11378679"/>
                  </a:lnTo>
                  <a:lnTo>
                    <a:pt x="9559544" y="11198466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C3C3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WPS 演示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0" baseType="lpstr">
      <vt:lpstr>Arial</vt:lpstr>
      <vt:lpstr>宋体</vt:lpstr>
      <vt:lpstr>Wingdings</vt:lpstr>
      <vt:lpstr>Trebuchet MS</vt:lpstr>
      <vt:lpstr>微软雅黑</vt:lpstr>
      <vt:lpstr>Arial Unicode MS</vt:lpstr>
      <vt:lpstr>Calibri</vt:lpstr>
      <vt:lpstr>Alimama Agile VF</vt:lpstr>
      <vt:lpstr>朗太書体</vt:lpstr>
      <vt:lpstr>Alimama Agile</vt:lpstr>
      <vt:lpstr>优设标题黑</vt:lpstr>
      <vt:lpstr>和风书道昭和飞龙体-闪</vt:lpstr>
      <vt:lpstr>寒蝉端黑宋 Condensed Medium</vt:lpstr>
      <vt:lpstr>寒蝉端黑宋 Medium</vt:lpstr>
      <vt:lpstr>Alimama DongFangDaKai</vt:lpstr>
      <vt:lpstr>华康钢笔体W2(P)</vt:lpstr>
      <vt:lpstr>华文琥珀</vt:lpstr>
      <vt:lpstr>字酷堂清楷体</vt:lpstr>
      <vt:lpstr>寒蝉端黑宋 Compact</vt:lpstr>
      <vt:lpstr>方正姚体</vt:lpstr>
      <vt:lpstr>Alimama ShuHeiTi Bold</vt:lpstr>
      <vt:lpstr>Alimama Agile </vt:lpstr>
      <vt:lpstr>HarmonyOS Sans SC Thin</vt:lpstr>
      <vt:lpstr>华康俪金黑W8</vt:lpstr>
      <vt:lpstr>字由文艺黑</vt:lpstr>
      <vt:lpstr>寒蝉端黑宋 Bold</vt:lpstr>
      <vt:lpstr>寒蝉端黑宋Pro</vt:lpstr>
      <vt:lpstr>寒蝉端黑宋 ExtraLight</vt:lpstr>
      <vt:lpstr>阿里巴巴普惠体 B</vt:lpstr>
      <vt:lpstr>阿里妈妈刀隶体</vt:lpstr>
      <vt:lpstr>阿里妈妈方圆体 VF Medium</vt:lpstr>
      <vt:lpstr>仿宋</vt:lpstr>
      <vt:lpstr>仓耳与墨 W04</vt:lpstr>
      <vt:lpstr>中國龍行書體</vt:lpstr>
      <vt:lpstr>阿里妈妈灵动体 VF</vt:lpstr>
      <vt:lpstr>阿里妈妈方圆体 VF</vt:lpstr>
      <vt:lpstr>阿里妈妈方圆体 VF Thin</vt:lpstr>
      <vt:lpstr>钉钉进步体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</dc:title>
  <dc:creator/>
  <cp:lastModifiedBy>平面设计师.张倩/金畅</cp:lastModifiedBy>
  <cp:revision>2</cp:revision>
  <dcterms:created xsi:type="dcterms:W3CDTF">2026-04-16T10:33:32Z</dcterms:created>
  <dcterms:modified xsi:type="dcterms:W3CDTF">2026-04-16T10:34:16Z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2026-04-16T08:00:00Z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2026-04-16T08:00:00Z</vt:filetime>
  </property>
  <property fmtid="{D5CDD505-2E9C-101B-9397-08002B2CF9AE}" pid="5" name="Producer">
    <vt:lpwstr>Adobe PDF library 16.07</vt:lpwstr>
  </property>
  <property fmtid="{D5CDD505-2E9C-101B-9397-08002B2CF9AE}" pid="6" name="KSOProductBuildVer">
    <vt:lpwstr>2052-12.1.0.25225</vt:lpwstr>
  </property>
  <property fmtid="{D5CDD505-2E9C-101B-9397-08002B2CF9AE}" pid="7" name="ICV">
    <vt:lpwstr>985D5DEC9246457E94D1E29C1946681D_12</vt:lpwstr>
  </property>
</Properties>
</file>