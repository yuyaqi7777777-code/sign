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</p:sldIdLst>
  <p:sldSz cx="12280900" cy="20104100"/>
  <p:notesSz cx="12280900" cy="20104100"/>
  <p:embeddedFontLst>
    <p:embeddedFont>
      <p:font typeface="Trebuchet MS" panose="020B0603020202020204"/>
      <p:regular r:id="rId7"/>
      <p:bold r:id="rId8"/>
      <p:italic r:id="rId9"/>
      <p:boldItalic r:id="rId10"/>
    </p:embeddedFont>
    <p:embeddedFont>
      <p:font typeface="Myriad Pro" panose="020B0503030403020204" charset="0"/>
      <p:regular r:id="rId11"/>
      <p:bold r:id="rId12"/>
      <p:italic r:id="rId13"/>
      <p:boldItalic r:id="rId14"/>
    </p:embeddedFont>
    <p:embeddedFont>
      <p:font typeface="Swis721 BlkCn BT" panose="020B0806030502040204" charset="0"/>
      <p:regular r:id="rId15"/>
    </p:embeddedFont>
    <p:embeddedFont>
      <p:font typeface="Aileron Heavy" panose="00000A00000000000000" charset="0"/>
      <p:bold r:id="rId16"/>
    </p:embeddedFont>
    <p:embeddedFont>
      <p:font typeface="Aileron SemiBold" panose="00000700000000000000" charset="0"/>
      <p:bold r:id="rId17"/>
    </p:embeddedFont>
  </p:embeddedFont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3.fntdata"/><Relationship Id="rId8" Type="http://schemas.openxmlformats.org/officeDocument/2006/relationships/font" Target="fonts/font2.fntdata"/><Relationship Id="rId7" Type="http://schemas.openxmlformats.org/officeDocument/2006/relationships/font" Target="fonts/font1.fntdata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font" Target="fonts/font11.fntdata"/><Relationship Id="rId16" Type="http://schemas.openxmlformats.org/officeDocument/2006/relationships/font" Target="fonts/font10.fntdata"/><Relationship Id="rId15" Type="http://schemas.openxmlformats.org/officeDocument/2006/relationships/font" Target="fonts/font9.fntdata"/><Relationship Id="rId14" Type="http://schemas.openxmlformats.org/officeDocument/2006/relationships/font" Target="fonts/font8.fntdata"/><Relationship Id="rId13" Type="http://schemas.openxmlformats.org/officeDocument/2006/relationships/font" Target="fonts/font7.fntdata"/><Relationship Id="rId12" Type="http://schemas.openxmlformats.org/officeDocument/2006/relationships/font" Target="fonts/font6.fntdata"/><Relationship Id="rId11" Type="http://schemas.openxmlformats.org/officeDocument/2006/relationships/font" Target="fonts/font5.fntdata"/><Relationship Id="rId10" Type="http://schemas.openxmlformats.org/officeDocument/2006/relationships/font" Target="fonts/font4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21543" y="6232271"/>
            <a:ext cx="1044416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600" b="1" i="0">
                <a:solidFill>
                  <a:srgbClr val="4295A4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43087" y="11258296"/>
            <a:ext cx="860107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450" b="1" i="0">
                <a:solidFill>
                  <a:srgbClr val="4295A4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600" b="1" i="0">
                <a:solidFill>
                  <a:srgbClr val="4295A4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450" b="1" i="0">
                <a:solidFill>
                  <a:srgbClr val="4295A4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600" b="1" i="0">
                <a:solidFill>
                  <a:srgbClr val="4295A4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4362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27933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600" b="1" i="0">
                <a:solidFill>
                  <a:srgbClr val="4295A4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9"/>
            <a:ext cx="12285980" cy="20104735"/>
          </a:xfrm>
          <a:custGeom>
            <a:avLst/>
            <a:gdLst/>
            <a:ahLst/>
            <a:cxnLst/>
            <a:rect l="l" t="t" r="r" b="b"/>
            <a:pathLst>
              <a:path w="12285980" h="20104735">
                <a:moveTo>
                  <a:pt x="12285844" y="0"/>
                </a:moveTo>
                <a:lnTo>
                  <a:pt x="0" y="0"/>
                </a:lnTo>
                <a:lnTo>
                  <a:pt x="0" y="20104109"/>
                </a:lnTo>
                <a:lnTo>
                  <a:pt x="12285844" y="20104109"/>
                </a:lnTo>
                <a:lnTo>
                  <a:pt x="12285844" y="0"/>
                </a:lnTo>
                <a:close/>
              </a:path>
            </a:pathLst>
          </a:custGeom>
          <a:solidFill>
            <a:srgbClr val="FFFAF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10010"/>
            <a:ext cx="12285844" cy="2009408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3959" y="4279810"/>
            <a:ext cx="9106535" cy="37884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600" b="1" i="0">
                <a:solidFill>
                  <a:srgbClr val="4295A4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31451" y="9044217"/>
            <a:ext cx="4954905" cy="84086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450" b="1" i="0">
                <a:solidFill>
                  <a:srgbClr val="4295A4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77665" y="18696814"/>
            <a:ext cx="39319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4362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46820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90087" y="479707"/>
            <a:ext cx="1907539" cy="23907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83590">
              <a:lnSpc>
                <a:spcPts val="9260"/>
              </a:lnSpc>
              <a:spcBef>
                <a:spcPts val="125"/>
              </a:spcBef>
            </a:pPr>
            <a:r>
              <a:rPr sz="8500" spc="-70" dirty="0">
                <a:solidFill>
                  <a:srgbClr val="4295A4"/>
                </a:solidFill>
                <a:latin typeface="Trebuchet MS" panose="020B0603020202020204"/>
                <a:cs typeface="Trebuchet MS" panose="020B0603020202020204"/>
              </a:rPr>
              <a:t>15</a:t>
            </a:r>
            <a:endParaRPr sz="85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ts val="9260"/>
              </a:lnSpc>
            </a:pPr>
            <a:r>
              <a:rPr sz="8500" spc="-25" dirty="0">
                <a:solidFill>
                  <a:srgbClr val="4295A4"/>
                </a:solidFill>
                <a:latin typeface="Myriad Pro" panose="020B0503030403020204" charset="0"/>
                <a:cs typeface="Myriad Pro" panose="020B0503030403020204" charset="0"/>
              </a:rPr>
              <a:t>DEC</a:t>
            </a:r>
            <a:endParaRPr sz="8500">
              <a:latin typeface="Myriad Pro" panose="020B0503030403020204" charset="0"/>
              <a:cs typeface="Myriad Pro" panose="020B050303040302020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08773" y="1061658"/>
            <a:ext cx="10633710" cy="17726025"/>
            <a:chOff x="608773" y="1061658"/>
            <a:chExt cx="10633710" cy="17726025"/>
          </a:xfrm>
        </p:grpSpPr>
        <p:sp>
          <p:nvSpPr>
            <p:cNvPr id="4" name="object 4"/>
            <p:cNvSpPr/>
            <p:nvPr/>
          </p:nvSpPr>
          <p:spPr>
            <a:xfrm>
              <a:off x="608761" y="3084003"/>
              <a:ext cx="8891905" cy="13091794"/>
            </a:xfrm>
            <a:custGeom>
              <a:avLst/>
              <a:gdLst/>
              <a:ahLst/>
              <a:cxnLst/>
              <a:rect l="l" t="t" r="r" b="b"/>
              <a:pathLst>
                <a:path w="8891905" h="13091794">
                  <a:moveTo>
                    <a:pt x="457314" y="12695619"/>
                  </a:moveTo>
                  <a:lnTo>
                    <a:pt x="228663" y="12695619"/>
                  </a:lnTo>
                  <a:lnTo>
                    <a:pt x="0" y="12695619"/>
                  </a:lnTo>
                  <a:lnTo>
                    <a:pt x="228663" y="13091668"/>
                  </a:lnTo>
                  <a:lnTo>
                    <a:pt x="457314" y="12695619"/>
                  </a:lnTo>
                  <a:close/>
                </a:path>
                <a:path w="8891905" h="13091794">
                  <a:moveTo>
                    <a:pt x="457314" y="11903532"/>
                  </a:moveTo>
                  <a:lnTo>
                    <a:pt x="228663" y="11903532"/>
                  </a:lnTo>
                  <a:lnTo>
                    <a:pt x="0" y="11903532"/>
                  </a:lnTo>
                  <a:lnTo>
                    <a:pt x="228650" y="12299569"/>
                  </a:lnTo>
                  <a:lnTo>
                    <a:pt x="0" y="12299569"/>
                  </a:lnTo>
                  <a:lnTo>
                    <a:pt x="228663" y="12695619"/>
                  </a:lnTo>
                  <a:lnTo>
                    <a:pt x="457314" y="12299569"/>
                  </a:lnTo>
                  <a:lnTo>
                    <a:pt x="228663" y="12299569"/>
                  </a:lnTo>
                  <a:lnTo>
                    <a:pt x="457314" y="11903532"/>
                  </a:lnTo>
                  <a:close/>
                </a:path>
                <a:path w="8891905" h="13091794">
                  <a:moveTo>
                    <a:pt x="457314" y="11507483"/>
                  </a:moveTo>
                  <a:lnTo>
                    <a:pt x="0" y="11507483"/>
                  </a:lnTo>
                  <a:lnTo>
                    <a:pt x="228663" y="11903532"/>
                  </a:lnTo>
                  <a:lnTo>
                    <a:pt x="457314" y="11507483"/>
                  </a:lnTo>
                  <a:close/>
                </a:path>
                <a:path w="8891905" h="13091794">
                  <a:moveTo>
                    <a:pt x="7307440" y="304863"/>
                  </a:moveTo>
                  <a:lnTo>
                    <a:pt x="6779387" y="0"/>
                  </a:lnTo>
                  <a:lnTo>
                    <a:pt x="6779387" y="609739"/>
                  </a:lnTo>
                  <a:lnTo>
                    <a:pt x="7307440" y="304863"/>
                  </a:lnTo>
                  <a:close/>
                </a:path>
                <a:path w="8891905" h="13091794">
                  <a:moveTo>
                    <a:pt x="7835506" y="304863"/>
                  </a:moveTo>
                  <a:lnTo>
                    <a:pt x="7307440" y="0"/>
                  </a:lnTo>
                  <a:lnTo>
                    <a:pt x="7307440" y="304863"/>
                  </a:lnTo>
                  <a:lnTo>
                    <a:pt x="7307440" y="609739"/>
                  </a:lnTo>
                  <a:lnTo>
                    <a:pt x="7835506" y="304863"/>
                  </a:lnTo>
                  <a:close/>
                </a:path>
                <a:path w="8891905" h="13091794">
                  <a:moveTo>
                    <a:pt x="8363559" y="304863"/>
                  </a:moveTo>
                  <a:lnTo>
                    <a:pt x="7835506" y="0"/>
                  </a:lnTo>
                  <a:lnTo>
                    <a:pt x="7835506" y="304863"/>
                  </a:lnTo>
                  <a:lnTo>
                    <a:pt x="7835506" y="609739"/>
                  </a:lnTo>
                  <a:lnTo>
                    <a:pt x="8363559" y="304863"/>
                  </a:lnTo>
                  <a:close/>
                </a:path>
                <a:path w="8891905" h="13091794">
                  <a:moveTo>
                    <a:pt x="8891626" y="304863"/>
                  </a:moveTo>
                  <a:lnTo>
                    <a:pt x="8363559" y="0"/>
                  </a:lnTo>
                  <a:lnTo>
                    <a:pt x="8363559" y="304863"/>
                  </a:lnTo>
                  <a:lnTo>
                    <a:pt x="8363559" y="609739"/>
                  </a:lnTo>
                  <a:lnTo>
                    <a:pt x="8891626" y="304863"/>
                  </a:lnTo>
                  <a:close/>
                </a:path>
              </a:pathLst>
            </a:custGeom>
            <a:solidFill>
              <a:srgbClr val="4295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786114" y="9543339"/>
              <a:ext cx="0" cy="381635"/>
            </a:xfrm>
            <a:custGeom>
              <a:avLst/>
              <a:gdLst/>
              <a:ahLst/>
              <a:cxnLst/>
              <a:rect l="l" t="t" r="r" b="b"/>
              <a:pathLst>
                <a:path h="381634">
                  <a:moveTo>
                    <a:pt x="0" y="0"/>
                  </a:moveTo>
                  <a:lnTo>
                    <a:pt x="0" y="381328"/>
                  </a:lnTo>
                </a:path>
              </a:pathLst>
            </a:custGeom>
            <a:ln w="22340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99756" y="9567874"/>
              <a:ext cx="99060" cy="368935"/>
            </a:xfrm>
            <a:custGeom>
              <a:avLst/>
              <a:gdLst/>
              <a:ahLst/>
              <a:cxnLst/>
              <a:rect l="l" t="t" r="r" b="b"/>
              <a:pathLst>
                <a:path w="99060" h="368934">
                  <a:moveTo>
                    <a:pt x="0" y="0"/>
                  </a:moveTo>
                  <a:lnTo>
                    <a:pt x="98693" y="368333"/>
                  </a:lnTo>
                </a:path>
              </a:pathLst>
            </a:custGeom>
            <a:ln w="22340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26098" y="9639805"/>
              <a:ext cx="191135" cy="330835"/>
            </a:xfrm>
            <a:custGeom>
              <a:avLst/>
              <a:gdLst/>
              <a:ahLst/>
              <a:cxnLst/>
              <a:rect l="l" t="t" r="r" b="b"/>
              <a:pathLst>
                <a:path w="191134" h="330834">
                  <a:moveTo>
                    <a:pt x="0" y="0"/>
                  </a:moveTo>
                  <a:lnTo>
                    <a:pt x="190664" y="330240"/>
                  </a:lnTo>
                </a:path>
              </a:pathLst>
            </a:custGeom>
            <a:ln w="22340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276975" y="9754231"/>
              <a:ext cx="269875" cy="269875"/>
            </a:xfrm>
            <a:custGeom>
              <a:avLst/>
              <a:gdLst/>
              <a:ahLst/>
              <a:cxnLst/>
              <a:rect l="l" t="t" r="r" b="b"/>
              <a:pathLst>
                <a:path w="269875" h="269875">
                  <a:moveTo>
                    <a:pt x="0" y="0"/>
                  </a:moveTo>
                  <a:lnTo>
                    <a:pt x="269640" y="269640"/>
                  </a:lnTo>
                </a:path>
              </a:pathLst>
            </a:custGeom>
            <a:ln w="22340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162549" y="9903354"/>
              <a:ext cx="330835" cy="191135"/>
            </a:xfrm>
            <a:custGeom>
              <a:avLst/>
              <a:gdLst/>
              <a:ahLst/>
              <a:cxnLst/>
              <a:rect l="l" t="t" r="r" b="b"/>
              <a:pathLst>
                <a:path w="330834" h="191134">
                  <a:moveTo>
                    <a:pt x="0" y="0"/>
                  </a:moveTo>
                  <a:lnTo>
                    <a:pt x="330240" y="190664"/>
                  </a:lnTo>
                </a:path>
              </a:pathLst>
            </a:custGeom>
            <a:ln w="22340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90618" y="10077011"/>
              <a:ext cx="368935" cy="99060"/>
            </a:xfrm>
            <a:custGeom>
              <a:avLst/>
              <a:gdLst/>
              <a:ahLst/>
              <a:cxnLst/>
              <a:rect l="l" t="t" r="r" b="b"/>
              <a:pathLst>
                <a:path w="368934" h="99059">
                  <a:moveTo>
                    <a:pt x="0" y="0"/>
                  </a:moveTo>
                  <a:lnTo>
                    <a:pt x="368333" y="98693"/>
                  </a:lnTo>
                </a:path>
              </a:pathLst>
            </a:custGeom>
            <a:ln w="22340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66084" y="10263369"/>
              <a:ext cx="381635" cy="0"/>
            </a:xfrm>
            <a:custGeom>
              <a:avLst/>
              <a:gdLst/>
              <a:ahLst/>
              <a:cxnLst/>
              <a:rect l="l" t="t" r="r" b="b"/>
              <a:pathLst>
                <a:path w="381634">
                  <a:moveTo>
                    <a:pt x="0" y="0"/>
                  </a:moveTo>
                  <a:lnTo>
                    <a:pt x="381328" y="0"/>
                  </a:lnTo>
                </a:path>
              </a:pathLst>
            </a:custGeom>
            <a:ln w="22340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90618" y="10351033"/>
              <a:ext cx="368935" cy="99060"/>
            </a:xfrm>
            <a:custGeom>
              <a:avLst/>
              <a:gdLst/>
              <a:ahLst/>
              <a:cxnLst/>
              <a:rect l="l" t="t" r="r" b="b"/>
              <a:pathLst>
                <a:path w="368934" h="99059">
                  <a:moveTo>
                    <a:pt x="0" y="98693"/>
                  </a:moveTo>
                  <a:lnTo>
                    <a:pt x="368333" y="0"/>
                  </a:lnTo>
                </a:path>
              </a:pathLst>
            </a:custGeom>
            <a:ln w="22340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162549" y="10432720"/>
              <a:ext cx="330835" cy="191135"/>
            </a:xfrm>
            <a:custGeom>
              <a:avLst/>
              <a:gdLst/>
              <a:ahLst/>
              <a:cxnLst/>
              <a:rect l="l" t="t" r="r" b="b"/>
              <a:pathLst>
                <a:path w="330834" h="191134">
                  <a:moveTo>
                    <a:pt x="0" y="190664"/>
                  </a:moveTo>
                  <a:lnTo>
                    <a:pt x="330240" y="0"/>
                  </a:lnTo>
                </a:path>
              </a:pathLst>
            </a:custGeom>
            <a:ln w="22340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276975" y="10502866"/>
              <a:ext cx="269875" cy="269875"/>
            </a:xfrm>
            <a:custGeom>
              <a:avLst/>
              <a:gdLst/>
              <a:ahLst/>
              <a:cxnLst/>
              <a:rect l="l" t="t" r="r" b="b"/>
              <a:pathLst>
                <a:path w="269875" h="269875">
                  <a:moveTo>
                    <a:pt x="0" y="269640"/>
                  </a:moveTo>
                  <a:lnTo>
                    <a:pt x="269640" y="0"/>
                  </a:lnTo>
                </a:path>
              </a:pathLst>
            </a:custGeom>
            <a:ln w="22340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426098" y="10556693"/>
              <a:ext cx="191135" cy="330835"/>
            </a:xfrm>
            <a:custGeom>
              <a:avLst/>
              <a:gdLst/>
              <a:ahLst/>
              <a:cxnLst/>
              <a:rect l="l" t="t" r="r" b="b"/>
              <a:pathLst>
                <a:path w="191134" h="330834">
                  <a:moveTo>
                    <a:pt x="0" y="330240"/>
                  </a:moveTo>
                  <a:lnTo>
                    <a:pt x="190664" y="0"/>
                  </a:lnTo>
                </a:path>
              </a:pathLst>
            </a:custGeom>
            <a:ln w="22340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599756" y="10590531"/>
              <a:ext cx="99060" cy="368935"/>
            </a:xfrm>
            <a:custGeom>
              <a:avLst/>
              <a:gdLst/>
              <a:ahLst/>
              <a:cxnLst/>
              <a:rect l="l" t="t" r="r" b="b"/>
              <a:pathLst>
                <a:path w="99060" h="368934">
                  <a:moveTo>
                    <a:pt x="0" y="368333"/>
                  </a:moveTo>
                  <a:lnTo>
                    <a:pt x="98693" y="0"/>
                  </a:lnTo>
                </a:path>
              </a:pathLst>
            </a:custGeom>
            <a:ln w="22340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786114" y="10602070"/>
              <a:ext cx="0" cy="381635"/>
            </a:xfrm>
            <a:custGeom>
              <a:avLst/>
              <a:gdLst/>
              <a:ahLst/>
              <a:cxnLst/>
              <a:rect l="l" t="t" r="r" b="b"/>
              <a:pathLst>
                <a:path h="381634">
                  <a:moveTo>
                    <a:pt x="0" y="381328"/>
                  </a:moveTo>
                  <a:lnTo>
                    <a:pt x="0" y="0"/>
                  </a:lnTo>
                </a:path>
              </a:pathLst>
            </a:custGeom>
            <a:ln w="22340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873778" y="10590531"/>
              <a:ext cx="99060" cy="368935"/>
            </a:xfrm>
            <a:custGeom>
              <a:avLst/>
              <a:gdLst/>
              <a:ahLst/>
              <a:cxnLst/>
              <a:rect l="l" t="t" r="r" b="b"/>
              <a:pathLst>
                <a:path w="99060" h="368934">
                  <a:moveTo>
                    <a:pt x="98693" y="368333"/>
                  </a:moveTo>
                  <a:lnTo>
                    <a:pt x="0" y="0"/>
                  </a:lnTo>
                </a:path>
              </a:pathLst>
            </a:custGeom>
            <a:ln w="22340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955464" y="10556693"/>
              <a:ext cx="191135" cy="330835"/>
            </a:xfrm>
            <a:custGeom>
              <a:avLst/>
              <a:gdLst/>
              <a:ahLst/>
              <a:cxnLst/>
              <a:rect l="l" t="t" r="r" b="b"/>
              <a:pathLst>
                <a:path w="191135" h="330834">
                  <a:moveTo>
                    <a:pt x="190664" y="330240"/>
                  </a:moveTo>
                  <a:lnTo>
                    <a:pt x="0" y="0"/>
                  </a:lnTo>
                </a:path>
              </a:pathLst>
            </a:custGeom>
            <a:ln w="22340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025611" y="10502866"/>
              <a:ext cx="269875" cy="269875"/>
            </a:xfrm>
            <a:custGeom>
              <a:avLst/>
              <a:gdLst/>
              <a:ahLst/>
              <a:cxnLst/>
              <a:rect l="l" t="t" r="r" b="b"/>
              <a:pathLst>
                <a:path w="269875" h="269875">
                  <a:moveTo>
                    <a:pt x="269640" y="269640"/>
                  </a:moveTo>
                  <a:lnTo>
                    <a:pt x="0" y="0"/>
                  </a:lnTo>
                </a:path>
              </a:pathLst>
            </a:custGeom>
            <a:ln w="22340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079437" y="10432720"/>
              <a:ext cx="330835" cy="191135"/>
            </a:xfrm>
            <a:custGeom>
              <a:avLst/>
              <a:gdLst/>
              <a:ahLst/>
              <a:cxnLst/>
              <a:rect l="l" t="t" r="r" b="b"/>
              <a:pathLst>
                <a:path w="330835" h="191134">
                  <a:moveTo>
                    <a:pt x="330240" y="190664"/>
                  </a:moveTo>
                  <a:lnTo>
                    <a:pt x="0" y="0"/>
                  </a:lnTo>
                </a:path>
              </a:pathLst>
            </a:custGeom>
            <a:ln w="22340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113274" y="10351033"/>
              <a:ext cx="368935" cy="99060"/>
            </a:xfrm>
            <a:custGeom>
              <a:avLst/>
              <a:gdLst/>
              <a:ahLst/>
              <a:cxnLst/>
              <a:rect l="l" t="t" r="r" b="b"/>
              <a:pathLst>
                <a:path w="368935" h="99059">
                  <a:moveTo>
                    <a:pt x="368333" y="98693"/>
                  </a:moveTo>
                  <a:lnTo>
                    <a:pt x="0" y="0"/>
                  </a:lnTo>
                </a:path>
              </a:pathLst>
            </a:custGeom>
            <a:ln w="22340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124814" y="10263369"/>
              <a:ext cx="381635" cy="0"/>
            </a:xfrm>
            <a:custGeom>
              <a:avLst/>
              <a:gdLst/>
              <a:ahLst/>
              <a:cxnLst/>
              <a:rect l="l" t="t" r="r" b="b"/>
              <a:pathLst>
                <a:path w="381635">
                  <a:moveTo>
                    <a:pt x="381328" y="0"/>
                  </a:moveTo>
                  <a:lnTo>
                    <a:pt x="0" y="0"/>
                  </a:lnTo>
                </a:path>
              </a:pathLst>
            </a:custGeom>
            <a:ln w="22340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113274" y="10077011"/>
              <a:ext cx="368935" cy="99060"/>
            </a:xfrm>
            <a:custGeom>
              <a:avLst/>
              <a:gdLst/>
              <a:ahLst/>
              <a:cxnLst/>
              <a:rect l="l" t="t" r="r" b="b"/>
              <a:pathLst>
                <a:path w="368935" h="99059">
                  <a:moveTo>
                    <a:pt x="368333" y="0"/>
                  </a:moveTo>
                  <a:lnTo>
                    <a:pt x="0" y="98693"/>
                  </a:lnTo>
                </a:path>
              </a:pathLst>
            </a:custGeom>
            <a:ln w="22340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079437" y="9903354"/>
              <a:ext cx="330835" cy="191135"/>
            </a:xfrm>
            <a:custGeom>
              <a:avLst/>
              <a:gdLst/>
              <a:ahLst/>
              <a:cxnLst/>
              <a:rect l="l" t="t" r="r" b="b"/>
              <a:pathLst>
                <a:path w="330835" h="191134">
                  <a:moveTo>
                    <a:pt x="330240" y="0"/>
                  </a:moveTo>
                  <a:lnTo>
                    <a:pt x="0" y="190664"/>
                  </a:lnTo>
                </a:path>
              </a:pathLst>
            </a:custGeom>
            <a:ln w="22340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025611" y="9754231"/>
              <a:ext cx="269875" cy="269875"/>
            </a:xfrm>
            <a:custGeom>
              <a:avLst/>
              <a:gdLst/>
              <a:ahLst/>
              <a:cxnLst/>
              <a:rect l="l" t="t" r="r" b="b"/>
              <a:pathLst>
                <a:path w="269875" h="269875">
                  <a:moveTo>
                    <a:pt x="269640" y="0"/>
                  </a:moveTo>
                  <a:lnTo>
                    <a:pt x="0" y="269640"/>
                  </a:lnTo>
                </a:path>
              </a:pathLst>
            </a:custGeom>
            <a:ln w="22340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955464" y="9639805"/>
              <a:ext cx="191135" cy="330835"/>
            </a:xfrm>
            <a:custGeom>
              <a:avLst/>
              <a:gdLst/>
              <a:ahLst/>
              <a:cxnLst/>
              <a:rect l="l" t="t" r="r" b="b"/>
              <a:pathLst>
                <a:path w="191135" h="330834">
                  <a:moveTo>
                    <a:pt x="190664" y="0"/>
                  </a:moveTo>
                  <a:lnTo>
                    <a:pt x="0" y="330240"/>
                  </a:lnTo>
                </a:path>
              </a:pathLst>
            </a:custGeom>
            <a:ln w="22340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873778" y="9567874"/>
              <a:ext cx="99060" cy="368935"/>
            </a:xfrm>
            <a:custGeom>
              <a:avLst/>
              <a:gdLst/>
              <a:ahLst/>
              <a:cxnLst/>
              <a:rect l="l" t="t" r="r" b="b"/>
              <a:pathLst>
                <a:path w="99060" h="368934">
                  <a:moveTo>
                    <a:pt x="98693" y="0"/>
                  </a:moveTo>
                  <a:lnTo>
                    <a:pt x="0" y="368333"/>
                  </a:lnTo>
                </a:path>
              </a:pathLst>
            </a:custGeom>
            <a:ln w="22340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0436097" y="17641886"/>
              <a:ext cx="0" cy="300990"/>
            </a:xfrm>
            <a:custGeom>
              <a:avLst/>
              <a:gdLst/>
              <a:ahLst/>
              <a:cxnLst/>
              <a:rect l="l" t="t" r="r" b="b"/>
              <a:pathLst>
                <a:path h="300990">
                  <a:moveTo>
                    <a:pt x="0" y="0"/>
                  </a:moveTo>
                  <a:lnTo>
                    <a:pt x="0" y="300894"/>
                  </a:lnTo>
                </a:path>
              </a:pathLst>
            </a:custGeom>
            <a:ln w="17628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0289049" y="17661246"/>
              <a:ext cx="78105" cy="290830"/>
            </a:xfrm>
            <a:custGeom>
              <a:avLst/>
              <a:gdLst/>
              <a:ahLst/>
              <a:cxnLst/>
              <a:rect l="l" t="t" r="r" b="b"/>
              <a:pathLst>
                <a:path w="78104" h="290830">
                  <a:moveTo>
                    <a:pt x="0" y="0"/>
                  </a:moveTo>
                  <a:lnTo>
                    <a:pt x="77873" y="290641"/>
                  </a:lnTo>
                </a:path>
              </a:pathLst>
            </a:custGeom>
            <a:ln w="17628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0152024" y="17718004"/>
              <a:ext cx="150495" cy="260985"/>
            </a:xfrm>
            <a:custGeom>
              <a:avLst/>
              <a:gdLst/>
              <a:ahLst/>
              <a:cxnLst/>
              <a:rect l="l" t="t" r="r" b="b"/>
              <a:pathLst>
                <a:path w="150495" h="260984">
                  <a:moveTo>
                    <a:pt x="0" y="0"/>
                  </a:moveTo>
                  <a:lnTo>
                    <a:pt x="150443" y="260578"/>
                  </a:lnTo>
                </a:path>
              </a:pathLst>
            </a:custGeom>
            <a:ln w="17628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0034357" y="17808291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59" h="213359">
                  <a:moveTo>
                    <a:pt x="0" y="0"/>
                  </a:moveTo>
                  <a:lnTo>
                    <a:pt x="212760" y="212760"/>
                  </a:lnTo>
                </a:path>
              </a:pathLst>
            </a:custGeom>
            <a:ln w="17628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9944068" y="17925959"/>
              <a:ext cx="260985" cy="150495"/>
            </a:xfrm>
            <a:custGeom>
              <a:avLst/>
              <a:gdLst/>
              <a:ahLst/>
              <a:cxnLst/>
              <a:rect l="l" t="t" r="r" b="b"/>
              <a:pathLst>
                <a:path w="260984" h="150494">
                  <a:moveTo>
                    <a:pt x="0" y="0"/>
                  </a:moveTo>
                  <a:lnTo>
                    <a:pt x="260578" y="150443"/>
                  </a:lnTo>
                </a:path>
              </a:pathLst>
            </a:custGeom>
            <a:ln w="17628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9887310" y="18062986"/>
              <a:ext cx="290830" cy="78105"/>
            </a:xfrm>
            <a:custGeom>
              <a:avLst/>
              <a:gdLst/>
              <a:ahLst/>
              <a:cxnLst/>
              <a:rect l="l" t="t" r="r" b="b"/>
              <a:pathLst>
                <a:path w="290829" h="78105">
                  <a:moveTo>
                    <a:pt x="0" y="0"/>
                  </a:moveTo>
                  <a:lnTo>
                    <a:pt x="290641" y="77873"/>
                  </a:lnTo>
                </a:path>
              </a:pathLst>
            </a:custGeom>
            <a:ln w="17628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9867951" y="18210033"/>
              <a:ext cx="300990" cy="0"/>
            </a:xfrm>
            <a:custGeom>
              <a:avLst/>
              <a:gdLst/>
              <a:ahLst/>
              <a:cxnLst/>
              <a:rect l="l" t="t" r="r" b="b"/>
              <a:pathLst>
                <a:path w="300990">
                  <a:moveTo>
                    <a:pt x="0" y="0"/>
                  </a:moveTo>
                  <a:lnTo>
                    <a:pt x="300894" y="0"/>
                  </a:lnTo>
                </a:path>
              </a:pathLst>
            </a:custGeom>
            <a:ln w="17628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9887310" y="18279205"/>
              <a:ext cx="290830" cy="78105"/>
            </a:xfrm>
            <a:custGeom>
              <a:avLst/>
              <a:gdLst/>
              <a:ahLst/>
              <a:cxnLst/>
              <a:rect l="l" t="t" r="r" b="b"/>
              <a:pathLst>
                <a:path w="290829" h="78105">
                  <a:moveTo>
                    <a:pt x="0" y="77873"/>
                  </a:moveTo>
                  <a:lnTo>
                    <a:pt x="290641" y="0"/>
                  </a:lnTo>
                </a:path>
              </a:pathLst>
            </a:custGeom>
            <a:ln w="17628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9944068" y="18343662"/>
              <a:ext cx="260985" cy="150495"/>
            </a:xfrm>
            <a:custGeom>
              <a:avLst/>
              <a:gdLst/>
              <a:ahLst/>
              <a:cxnLst/>
              <a:rect l="l" t="t" r="r" b="b"/>
              <a:pathLst>
                <a:path w="260984" h="150494">
                  <a:moveTo>
                    <a:pt x="0" y="150443"/>
                  </a:moveTo>
                  <a:lnTo>
                    <a:pt x="260578" y="0"/>
                  </a:lnTo>
                </a:path>
              </a:pathLst>
            </a:custGeom>
            <a:ln w="17628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0034357" y="18399012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59" h="213359">
                  <a:moveTo>
                    <a:pt x="0" y="212760"/>
                  </a:moveTo>
                  <a:lnTo>
                    <a:pt x="212760" y="0"/>
                  </a:lnTo>
                </a:path>
              </a:pathLst>
            </a:custGeom>
            <a:ln w="17628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0152024" y="18441482"/>
              <a:ext cx="150495" cy="260985"/>
            </a:xfrm>
            <a:custGeom>
              <a:avLst/>
              <a:gdLst/>
              <a:ahLst/>
              <a:cxnLst/>
              <a:rect l="l" t="t" r="r" b="b"/>
              <a:pathLst>
                <a:path w="150495" h="260984">
                  <a:moveTo>
                    <a:pt x="0" y="260578"/>
                  </a:moveTo>
                  <a:lnTo>
                    <a:pt x="150443" y="0"/>
                  </a:lnTo>
                </a:path>
              </a:pathLst>
            </a:custGeom>
            <a:ln w="17628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0289049" y="18468177"/>
              <a:ext cx="78105" cy="290830"/>
            </a:xfrm>
            <a:custGeom>
              <a:avLst/>
              <a:gdLst/>
              <a:ahLst/>
              <a:cxnLst/>
              <a:rect l="l" t="t" r="r" b="b"/>
              <a:pathLst>
                <a:path w="78104" h="290830">
                  <a:moveTo>
                    <a:pt x="0" y="290641"/>
                  </a:moveTo>
                  <a:lnTo>
                    <a:pt x="77873" y="0"/>
                  </a:lnTo>
                </a:path>
              </a:pathLst>
            </a:custGeom>
            <a:ln w="17628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0436097" y="18477283"/>
              <a:ext cx="0" cy="300990"/>
            </a:xfrm>
            <a:custGeom>
              <a:avLst/>
              <a:gdLst/>
              <a:ahLst/>
              <a:cxnLst/>
              <a:rect l="l" t="t" r="r" b="b"/>
              <a:pathLst>
                <a:path h="300990">
                  <a:moveTo>
                    <a:pt x="0" y="300894"/>
                  </a:moveTo>
                  <a:lnTo>
                    <a:pt x="0" y="0"/>
                  </a:lnTo>
                </a:path>
              </a:pathLst>
            </a:custGeom>
            <a:ln w="17628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0505271" y="18468177"/>
              <a:ext cx="78105" cy="290830"/>
            </a:xfrm>
            <a:custGeom>
              <a:avLst/>
              <a:gdLst/>
              <a:ahLst/>
              <a:cxnLst/>
              <a:rect l="l" t="t" r="r" b="b"/>
              <a:pathLst>
                <a:path w="78104" h="290830">
                  <a:moveTo>
                    <a:pt x="77873" y="290641"/>
                  </a:moveTo>
                  <a:lnTo>
                    <a:pt x="0" y="0"/>
                  </a:lnTo>
                </a:path>
              </a:pathLst>
            </a:custGeom>
            <a:ln w="17628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0569727" y="18441482"/>
              <a:ext cx="150495" cy="260985"/>
            </a:xfrm>
            <a:custGeom>
              <a:avLst/>
              <a:gdLst/>
              <a:ahLst/>
              <a:cxnLst/>
              <a:rect l="l" t="t" r="r" b="b"/>
              <a:pathLst>
                <a:path w="150495" h="260984">
                  <a:moveTo>
                    <a:pt x="150443" y="260578"/>
                  </a:moveTo>
                  <a:lnTo>
                    <a:pt x="0" y="0"/>
                  </a:lnTo>
                </a:path>
              </a:pathLst>
            </a:custGeom>
            <a:ln w="17628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0625076" y="18399012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59" h="213359">
                  <a:moveTo>
                    <a:pt x="212760" y="212760"/>
                  </a:moveTo>
                  <a:lnTo>
                    <a:pt x="0" y="0"/>
                  </a:lnTo>
                </a:path>
              </a:pathLst>
            </a:custGeom>
            <a:ln w="17628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0667547" y="18343662"/>
              <a:ext cx="260985" cy="150495"/>
            </a:xfrm>
            <a:custGeom>
              <a:avLst/>
              <a:gdLst/>
              <a:ahLst/>
              <a:cxnLst/>
              <a:rect l="l" t="t" r="r" b="b"/>
              <a:pathLst>
                <a:path w="260984" h="150494">
                  <a:moveTo>
                    <a:pt x="260578" y="150443"/>
                  </a:moveTo>
                  <a:lnTo>
                    <a:pt x="0" y="0"/>
                  </a:lnTo>
                </a:path>
              </a:pathLst>
            </a:custGeom>
            <a:ln w="17628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10694242" y="18279205"/>
              <a:ext cx="290830" cy="78105"/>
            </a:xfrm>
            <a:custGeom>
              <a:avLst/>
              <a:gdLst/>
              <a:ahLst/>
              <a:cxnLst/>
              <a:rect l="l" t="t" r="r" b="b"/>
              <a:pathLst>
                <a:path w="290829" h="78105">
                  <a:moveTo>
                    <a:pt x="290641" y="77873"/>
                  </a:moveTo>
                  <a:lnTo>
                    <a:pt x="0" y="0"/>
                  </a:lnTo>
                </a:path>
              </a:pathLst>
            </a:custGeom>
            <a:ln w="17628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0703349" y="18210033"/>
              <a:ext cx="300990" cy="0"/>
            </a:xfrm>
            <a:custGeom>
              <a:avLst/>
              <a:gdLst/>
              <a:ahLst/>
              <a:cxnLst/>
              <a:rect l="l" t="t" r="r" b="b"/>
              <a:pathLst>
                <a:path w="300990">
                  <a:moveTo>
                    <a:pt x="300894" y="0"/>
                  </a:moveTo>
                  <a:lnTo>
                    <a:pt x="0" y="0"/>
                  </a:lnTo>
                </a:path>
              </a:pathLst>
            </a:custGeom>
            <a:ln w="17628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0694242" y="18062986"/>
              <a:ext cx="290830" cy="78105"/>
            </a:xfrm>
            <a:custGeom>
              <a:avLst/>
              <a:gdLst/>
              <a:ahLst/>
              <a:cxnLst/>
              <a:rect l="l" t="t" r="r" b="b"/>
              <a:pathLst>
                <a:path w="290829" h="78105">
                  <a:moveTo>
                    <a:pt x="290641" y="0"/>
                  </a:moveTo>
                  <a:lnTo>
                    <a:pt x="0" y="77873"/>
                  </a:lnTo>
                </a:path>
              </a:pathLst>
            </a:custGeom>
            <a:ln w="17628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10667547" y="17925959"/>
              <a:ext cx="260985" cy="150495"/>
            </a:xfrm>
            <a:custGeom>
              <a:avLst/>
              <a:gdLst/>
              <a:ahLst/>
              <a:cxnLst/>
              <a:rect l="l" t="t" r="r" b="b"/>
              <a:pathLst>
                <a:path w="260984" h="150494">
                  <a:moveTo>
                    <a:pt x="260578" y="0"/>
                  </a:moveTo>
                  <a:lnTo>
                    <a:pt x="0" y="150443"/>
                  </a:lnTo>
                </a:path>
              </a:pathLst>
            </a:custGeom>
            <a:ln w="17628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10625076" y="17808291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59" h="213359">
                  <a:moveTo>
                    <a:pt x="212760" y="0"/>
                  </a:moveTo>
                  <a:lnTo>
                    <a:pt x="0" y="212760"/>
                  </a:lnTo>
                </a:path>
              </a:pathLst>
            </a:custGeom>
            <a:ln w="17628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0569727" y="17718004"/>
              <a:ext cx="150495" cy="260985"/>
            </a:xfrm>
            <a:custGeom>
              <a:avLst/>
              <a:gdLst/>
              <a:ahLst/>
              <a:cxnLst/>
              <a:rect l="l" t="t" r="r" b="b"/>
              <a:pathLst>
                <a:path w="150495" h="260984">
                  <a:moveTo>
                    <a:pt x="150443" y="0"/>
                  </a:moveTo>
                  <a:lnTo>
                    <a:pt x="0" y="260578"/>
                  </a:lnTo>
                </a:path>
              </a:pathLst>
            </a:custGeom>
            <a:ln w="17628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10505271" y="17661246"/>
              <a:ext cx="78105" cy="290830"/>
            </a:xfrm>
            <a:custGeom>
              <a:avLst/>
              <a:gdLst/>
              <a:ahLst/>
              <a:cxnLst/>
              <a:rect l="l" t="t" r="r" b="b"/>
              <a:pathLst>
                <a:path w="78104" h="290830">
                  <a:moveTo>
                    <a:pt x="77873" y="0"/>
                  </a:moveTo>
                  <a:lnTo>
                    <a:pt x="0" y="290641"/>
                  </a:lnTo>
                </a:path>
              </a:pathLst>
            </a:custGeom>
            <a:ln w="17628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190951" y="1061658"/>
              <a:ext cx="3047799" cy="246282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20840" y="10602079"/>
              <a:ext cx="1021231" cy="3201416"/>
            </a:xfrm>
            <a:prstGeom prst="rect">
              <a:avLst/>
            </a:prstGeom>
          </p:spPr>
        </p:pic>
      </p:grpSp>
      <p:sp>
        <p:nvSpPr>
          <p:cNvPr id="55" name="object 55"/>
          <p:cNvSpPr txBox="1">
            <a:spLocks noGrp="1"/>
          </p:cNvSpPr>
          <p:nvPr>
            <p:ph type="title"/>
          </p:nvPr>
        </p:nvSpPr>
        <p:spPr>
          <a:xfrm>
            <a:off x="983959" y="4279810"/>
            <a:ext cx="9106535" cy="3799840"/>
          </a:xfrm>
          <a:prstGeom prst="rect">
            <a:avLst/>
          </a:prstGeom>
        </p:spPr>
        <p:txBody>
          <a:bodyPr vert="horz" wrap="square" lIns="0" tIns="391160" rIns="0" bIns="0" rtlCol="0">
            <a:spAutoFit/>
          </a:bodyPr>
          <a:lstStyle/>
          <a:p>
            <a:pPr marL="12700" marR="5080">
              <a:lnSpc>
                <a:spcPts val="13290"/>
              </a:lnSpc>
              <a:spcBef>
                <a:spcPts val="3080"/>
              </a:spcBef>
            </a:pPr>
            <a:r>
              <a:rPr spc="120" dirty="0">
                <a:latin typeface="Swis721 BlkCn BT" panose="020B0806030502040204" charset="0"/>
                <a:cs typeface="Swis721 BlkCn BT" panose="020B0806030502040204" charset="0"/>
              </a:rPr>
              <a:t>Business </a:t>
            </a:r>
            <a:r>
              <a:rPr spc="-190" dirty="0">
                <a:latin typeface="Swis721 BlkCn BT" panose="020B0806030502040204" charset="0"/>
                <a:cs typeface="Swis721 BlkCn BT" panose="020B0806030502040204" charset="0"/>
              </a:rPr>
              <a:t>Conference</a:t>
            </a:r>
            <a:endParaRPr spc="-190" dirty="0">
              <a:latin typeface="Swis721 BlkCn BT" panose="020B0806030502040204" charset="0"/>
              <a:cs typeface="Swis721 BlkCn BT" panose="020B0806030502040204" charset="0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-6513" y="4753789"/>
            <a:ext cx="10920095" cy="15356840"/>
            <a:chOff x="-6513" y="4753789"/>
            <a:chExt cx="10920095" cy="15356840"/>
          </a:xfrm>
        </p:grpSpPr>
        <p:pic>
          <p:nvPicPr>
            <p:cNvPr id="57" name="object 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6513" y="17337285"/>
              <a:ext cx="4075061" cy="2773327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8388284" y="4764412"/>
              <a:ext cx="2514600" cy="2514600"/>
            </a:xfrm>
            <a:custGeom>
              <a:avLst/>
              <a:gdLst/>
              <a:ahLst/>
              <a:cxnLst/>
              <a:rect l="l" t="t" r="r" b="b"/>
              <a:pathLst>
                <a:path w="2514600" h="2514600">
                  <a:moveTo>
                    <a:pt x="2514584" y="1257288"/>
                  </a:moveTo>
                  <a:lnTo>
                    <a:pt x="2513676" y="1305514"/>
                  </a:lnTo>
                  <a:lnTo>
                    <a:pt x="2510974" y="1353282"/>
                  </a:lnTo>
                  <a:lnTo>
                    <a:pt x="2506511" y="1400557"/>
                  </a:lnTo>
                  <a:lnTo>
                    <a:pt x="2500319" y="1447309"/>
                  </a:lnTo>
                  <a:lnTo>
                    <a:pt x="2492430" y="1493503"/>
                  </a:lnTo>
                  <a:lnTo>
                    <a:pt x="2482877" y="1539108"/>
                  </a:lnTo>
                  <a:lnTo>
                    <a:pt x="2471693" y="1584091"/>
                  </a:lnTo>
                  <a:lnTo>
                    <a:pt x="2458910" y="1628419"/>
                  </a:lnTo>
                  <a:lnTo>
                    <a:pt x="2444562" y="1672061"/>
                  </a:lnTo>
                  <a:lnTo>
                    <a:pt x="2428679" y="1714982"/>
                  </a:lnTo>
                  <a:lnTo>
                    <a:pt x="2411296" y="1757152"/>
                  </a:lnTo>
                  <a:lnTo>
                    <a:pt x="2392444" y="1798536"/>
                  </a:lnTo>
                  <a:lnTo>
                    <a:pt x="2372156" y="1839104"/>
                  </a:lnTo>
                  <a:lnTo>
                    <a:pt x="2350464" y="1878821"/>
                  </a:lnTo>
                  <a:lnTo>
                    <a:pt x="2327402" y="1917656"/>
                  </a:lnTo>
                  <a:lnTo>
                    <a:pt x="2303002" y="1955576"/>
                  </a:lnTo>
                  <a:lnTo>
                    <a:pt x="2277296" y="1992549"/>
                  </a:lnTo>
                  <a:lnTo>
                    <a:pt x="2250317" y="2028541"/>
                  </a:lnTo>
                  <a:lnTo>
                    <a:pt x="2222097" y="2063520"/>
                  </a:lnTo>
                  <a:lnTo>
                    <a:pt x="2192669" y="2097455"/>
                  </a:lnTo>
                  <a:lnTo>
                    <a:pt x="2162066" y="2130311"/>
                  </a:lnTo>
                  <a:lnTo>
                    <a:pt x="2130319" y="2162058"/>
                  </a:lnTo>
                  <a:lnTo>
                    <a:pt x="2097463" y="2192661"/>
                  </a:lnTo>
                  <a:lnTo>
                    <a:pt x="2063528" y="2222089"/>
                  </a:lnTo>
                  <a:lnTo>
                    <a:pt x="2028549" y="2250309"/>
                  </a:lnTo>
                  <a:lnTo>
                    <a:pt x="1992556" y="2277288"/>
                  </a:lnTo>
                  <a:lnTo>
                    <a:pt x="1955584" y="2302994"/>
                  </a:lnTo>
                  <a:lnTo>
                    <a:pt x="1917664" y="2327394"/>
                  </a:lnTo>
                  <a:lnTo>
                    <a:pt x="1878829" y="2350456"/>
                  </a:lnTo>
                  <a:lnTo>
                    <a:pt x="1839112" y="2372148"/>
                  </a:lnTo>
                  <a:lnTo>
                    <a:pt x="1798544" y="2392436"/>
                  </a:lnTo>
                  <a:lnTo>
                    <a:pt x="1757160" y="2411288"/>
                  </a:lnTo>
                  <a:lnTo>
                    <a:pt x="1714990" y="2428671"/>
                  </a:lnTo>
                  <a:lnTo>
                    <a:pt x="1672068" y="2444554"/>
                  </a:lnTo>
                  <a:lnTo>
                    <a:pt x="1628427" y="2458903"/>
                  </a:lnTo>
                  <a:lnTo>
                    <a:pt x="1584099" y="2471685"/>
                  </a:lnTo>
                  <a:lnTo>
                    <a:pt x="1539116" y="2482869"/>
                  </a:lnTo>
                  <a:lnTo>
                    <a:pt x="1493511" y="2492422"/>
                  </a:lnTo>
                  <a:lnTo>
                    <a:pt x="1447316" y="2500311"/>
                  </a:lnTo>
                  <a:lnTo>
                    <a:pt x="1400565" y="2506503"/>
                  </a:lnTo>
                  <a:lnTo>
                    <a:pt x="1353290" y="2510967"/>
                  </a:lnTo>
                  <a:lnTo>
                    <a:pt x="1305522" y="2513669"/>
                  </a:lnTo>
                  <a:lnTo>
                    <a:pt x="1257296" y="2514576"/>
                  </a:lnTo>
                  <a:lnTo>
                    <a:pt x="1209069" y="2513669"/>
                  </a:lnTo>
                  <a:lnTo>
                    <a:pt x="1161301" y="2510967"/>
                  </a:lnTo>
                  <a:lnTo>
                    <a:pt x="1114025" y="2506503"/>
                  </a:lnTo>
                  <a:lnTo>
                    <a:pt x="1067273" y="2500311"/>
                  </a:lnTo>
                  <a:lnTo>
                    <a:pt x="1021078" y="2492422"/>
                  </a:lnTo>
                  <a:lnTo>
                    <a:pt x="975473" y="2482869"/>
                  </a:lnTo>
                  <a:lnTo>
                    <a:pt x="930490" y="2471685"/>
                  </a:lnTo>
                  <a:lnTo>
                    <a:pt x="886161" y="2458903"/>
                  </a:lnTo>
                  <a:lnTo>
                    <a:pt x="842519" y="2444554"/>
                  </a:lnTo>
                  <a:lnTo>
                    <a:pt x="799597" y="2428671"/>
                  </a:lnTo>
                  <a:lnTo>
                    <a:pt x="757427" y="2411288"/>
                  </a:lnTo>
                  <a:lnTo>
                    <a:pt x="716043" y="2392436"/>
                  </a:lnTo>
                  <a:lnTo>
                    <a:pt x="675475" y="2372148"/>
                  </a:lnTo>
                  <a:lnTo>
                    <a:pt x="635757" y="2350456"/>
                  </a:lnTo>
                  <a:lnTo>
                    <a:pt x="596922" y="2327394"/>
                  </a:lnTo>
                  <a:lnTo>
                    <a:pt x="559002" y="2302994"/>
                  </a:lnTo>
                  <a:lnTo>
                    <a:pt x="522029" y="2277288"/>
                  </a:lnTo>
                  <a:lnTo>
                    <a:pt x="486037" y="2250309"/>
                  </a:lnTo>
                  <a:lnTo>
                    <a:pt x="451057" y="2222089"/>
                  </a:lnTo>
                  <a:lnTo>
                    <a:pt x="417122" y="2192661"/>
                  </a:lnTo>
                  <a:lnTo>
                    <a:pt x="384266" y="2162058"/>
                  </a:lnTo>
                  <a:lnTo>
                    <a:pt x="352519" y="2130311"/>
                  </a:lnTo>
                  <a:lnTo>
                    <a:pt x="321916" y="2097455"/>
                  </a:lnTo>
                  <a:lnTo>
                    <a:pt x="292488" y="2063520"/>
                  </a:lnTo>
                  <a:lnTo>
                    <a:pt x="264268" y="2028541"/>
                  </a:lnTo>
                  <a:lnTo>
                    <a:pt x="237289" y="1992549"/>
                  </a:lnTo>
                  <a:lnTo>
                    <a:pt x="211582" y="1955576"/>
                  </a:lnTo>
                  <a:lnTo>
                    <a:pt x="187182" y="1917656"/>
                  </a:lnTo>
                  <a:lnTo>
                    <a:pt x="164120" y="1878821"/>
                  </a:lnTo>
                  <a:lnTo>
                    <a:pt x="142428" y="1839104"/>
                  </a:lnTo>
                  <a:lnTo>
                    <a:pt x="122140" y="1798536"/>
                  </a:lnTo>
                  <a:lnTo>
                    <a:pt x="103288" y="1757152"/>
                  </a:lnTo>
                  <a:lnTo>
                    <a:pt x="85905" y="1714982"/>
                  </a:lnTo>
                  <a:lnTo>
                    <a:pt x="70022" y="1672061"/>
                  </a:lnTo>
                  <a:lnTo>
                    <a:pt x="55673" y="1628419"/>
                  </a:lnTo>
                  <a:lnTo>
                    <a:pt x="42891" y="1584091"/>
                  </a:lnTo>
                  <a:lnTo>
                    <a:pt x="31707" y="1539108"/>
                  </a:lnTo>
                  <a:lnTo>
                    <a:pt x="22154" y="1493503"/>
                  </a:lnTo>
                  <a:lnTo>
                    <a:pt x="14265" y="1447309"/>
                  </a:lnTo>
                  <a:lnTo>
                    <a:pt x="8073" y="1400557"/>
                  </a:lnTo>
                  <a:lnTo>
                    <a:pt x="3609" y="1353282"/>
                  </a:lnTo>
                  <a:lnTo>
                    <a:pt x="907" y="1305514"/>
                  </a:lnTo>
                  <a:lnTo>
                    <a:pt x="0" y="1257288"/>
                  </a:lnTo>
                  <a:lnTo>
                    <a:pt x="907" y="1209061"/>
                  </a:lnTo>
                  <a:lnTo>
                    <a:pt x="3609" y="1161294"/>
                  </a:lnTo>
                  <a:lnTo>
                    <a:pt x="8073" y="1114019"/>
                  </a:lnTo>
                  <a:lnTo>
                    <a:pt x="14265" y="1067267"/>
                  </a:lnTo>
                  <a:lnTo>
                    <a:pt x="22154" y="1021073"/>
                  </a:lnTo>
                  <a:lnTo>
                    <a:pt x="31707" y="975468"/>
                  </a:lnTo>
                  <a:lnTo>
                    <a:pt x="42891" y="930485"/>
                  </a:lnTo>
                  <a:lnTo>
                    <a:pt x="55673" y="886157"/>
                  </a:lnTo>
                  <a:lnTo>
                    <a:pt x="70022" y="842515"/>
                  </a:lnTo>
                  <a:lnTo>
                    <a:pt x="85905" y="799594"/>
                  </a:lnTo>
                  <a:lnTo>
                    <a:pt x="103288" y="757424"/>
                  </a:lnTo>
                  <a:lnTo>
                    <a:pt x="122140" y="716040"/>
                  </a:lnTo>
                  <a:lnTo>
                    <a:pt x="142428" y="675472"/>
                  </a:lnTo>
                  <a:lnTo>
                    <a:pt x="164120" y="635755"/>
                  </a:lnTo>
                  <a:lnTo>
                    <a:pt x="187182" y="596920"/>
                  </a:lnTo>
                  <a:lnTo>
                    <a:pt x="211582" y="559000"/>
                  </a:lnTo>
                  <a:lnTo>
                    <a:pt x="237289" y="522027"/>
                  </a:lnTo>
                  <a:lnTo>
                    <a:pt x="264268" y="486035"/>
                  </a:lnTo>
                  <a:lnTo>
                    <a:pt x="292488" y="451055"/>
                  </a:lnTo>
                  <a:lnTo>
                    <a:pt x="321916" y="417121"/>
                  </a:lnTo>
                  <a:lnTo>
                    <a:pt x="352519" y="384264"/>
                  </a:lnTo>
                  <a:lnTo>
                    <a:pt x="384266" y="352518"/>
                  </a:lnTo>
                  <a:lnTo>
                    <a:pt x="417122" y="321915"/>
                  </a:lnTo>
                  <a:lnTo>
                    <a:pt x="451057" y="292487"/>
                  </a:lnTo>
                  <a:lnTo>
                    <a:pt x="486037" y="264267"/>
                  </a:lnTo>
                  <a:lnTo>
                    <a:pt x="522029" y="237288"/>
                  </a:lnTo>
                  <a:lnTo>
                    <a:pt x="559002" y="211582"/>
                  </a:lnTo>
                  <a:lnTo>
                    <a:pt x="596922" y="187182"/>
                  </a:lnTo>
                  <a:lnTo>
                    <a:pt x="635757" y="164119"/>
                  </a:lnTo>
                  <a:lnTo>
                    <a:pt x="675475" y="142428"/>
                  </a:lnTo>
                  <a:lnTo>
                    <a:pt x="716043" y="122140"/>
                  </a:lnTo>
                  <a:lnTo>
                    <a:pt x="757427" y="103288"/>
                  </a:lnTo>
                  <a:lnTo>
                    <a:pt x="799597" y="85905"/>
                  </a:lnTo>
                  <a:lnTo>
                    <a:pt x="842519" y="70022"/>
                  </a:lnTo>
                  <a:lnTo>
                    <a:pt x="886161" y="55673"/>
                  </a:lnTo>
                  <a:lnTo>
                    <a:pt x="930490" y="42891"/>
                  </a:lnTo>
                  <a:lnTo>
                    <a:pt x="975473" y="31707"/>
                  </a:lnTo>
                  <a:lnTo>
                    <a:pt x="1021078" y="22154"/>
                  </a:lnTo>
                  <a:lnTo>
                    <a:pt x="1067273" y="14265"/>
                  </a:lnTo>
                  <a:lnTo>
                    <a:pt x="1114025" y="8073"/>
                  </a:lnTo>
                  <a:lnTo>
                    <a:pt x="1161301" y="3609"/>
                  </a:lnTo>
                  <a:lnTo>
                    <a:pt x="1209069" y="907"/>
                  </a:lnTo>
                  <a:lnTo>
                    <a:pt x="1257296" y="0"/>
                  </a:lnTo>
                  <a:lnTo>
                    <a:pt x="1305522" y="907"/>
                  </a:lnTo>
                  <a:lnTo>
                    <a:pt x="1353290" y="3609"/>
                  </a:lnTo>
                  <a:lnTo>
                    <a:pt x="1400565" y="8073"/>
                  </a:lnTo>
                  <a:lnTo>
                    <a:pt x="1447316" y="14265"/>
                  </a:lnTo>
                  <a:lnTo>
                    <a:pt x="1493511" y="22154"/>
                  </a:lnTo>
                  <a:lnTo>
                    <a:pt x="1539116" y="31707"/>
                  </a:lnTo>
                  <a:lnTo>
                    <a:pt x="1584099" y="42891"/>
                  </a:lnTo>
                  <a:lnTo>
                    <a:pt x="1628427" y="55673"/>
                  </a:lnTo>
                  <a:lnTo>
                    <a:pt x="1672068" y="70022"/>
                  </a:lnTo>
                  <a:lnTo>
                    <a:pt x="1714990" y="85905"/>
                  </a:lnTo>
                  <a:lnTo>
                    <a:pt x="1757160" y="103288"/>
                  </a:lnTo>
                  <a:lnTo>
                    <a:pt x="1798544" y="122140"/>
                  </a:lnTo>
                  <a:lnTo>
                    <a:pt x="1839112" y="142428"/>
                  </a:lnTo>
                  <a:lnTo>
                    <a:pt x="1878829" y="164119"/>
                  </a:lnTo>
                  <a:lnTo>
                    <a:pt x="1917664" y="187182"/>
                  </a:lnTo>
                  <a:lnTo>
                    <a:pt x="1955584" y="211582"/>
                  </a:lnTo>
                  <a:lnTo>
                    <a:pt x="1992556" y="237288"/>
                  </a:lnTo>
                  <a:lnTo>
                    <a:pt x="2028549" y="264267"/>
                  </a:lnTo>
                  <a:lnTo>
                    <a:pt x="2063528" y="292487"/>
                  </a:lnTo>
                  <a:lnTo>
                    <a:pt x="2097463" y="321915"/>
                  </a:lnTo>
                  <a:lnTo>
                    <a:pt x="2130319" y="352518"/>
                  </a:lnTo>
                  <a:lnTo>
                    <a:pt x="2162066" y="384264"/>
                  </a:lnTo>
                  <a:lnTo>
                    <a:pt x="2192669" y="417121"/>
                  </a:lnTo>
                  <a:lnTo>
                    <a:pt x="2222097" y="451055"/>
                  </a:lnTo>
                  <a:lnTo>
                    <a:pt x="2250317" y="486035"/>
                  </a:lnTo>
                  <a:lnTo>
                    <a:pt x="2277296" y="522027"/>
                  </a:lnTo>
                  <a:lnTo>
                    <a:pt x="2303002" y="559000"/>
                  </a:lnTo>
                  <a:lnTo>
                    <a:pt x="2327402" y="596920"/>
                  </a:lnTo>
                  <a:lnTo>
                    <a:pt x="2350464" y="635755"/>
                  </a:lnTo>
                  <a:lnTo>
                    <a:pt x="2372156" y="675472"/>
                  </a:lnTo>
                  <a:lnTo>
                    <a:pt x="2392444" y="716040"/>
                  </a:lnTo>
                  <a:lnTo>
                    <a:pt x="2411296" y="757424"/>
                  </a:lnTo>
                  <a:lnTo>
                    <a:pt x="2428679" y="799594"/>
                  </a:lnTo>
                  <a:lnTo>
                    <a:pt x="2444562" y="842515"/>
                  </a:lnTo>
                  <a:lnTo>
                    <a:pt x="2458910" y="886157"/>
                  </a:lnTo>
                  <a:lnTo>
                    <a:pt x="2471693" y="930485"/>
                  </a:lnTo>
                  <a:lnTo>
                    <a:pt x="2482877" y="975468"/>
                  </a:lnTo>
                  <a:lnTo>
                    <a:pt x="2492430" y="1021073"/>
                  </a:lnTo>
                  <a:lnTo>
                    <a:pt x="2500319" y="1067267"/>
                  </a:lnTo>
                  <a:lnTo>
                    <a:pt x="2506511" y="1114019"/>
                  </a:lnTo>
                  <a:lnTo>
                    <a:pt x="2510974" y="1161294"/>
                  </a:lnTo>
                  <a:lnTo>
                    <a:pt x="2513676" y="1209061"/>
                  </a:lnTo>
                  <a:lnTo>
                    <a:pt x="2514584" y="1257288"/>
                  </a:lnTo>
                  <a:close/>
                </a:path>
              </a:pathLst>
            </a:custGeom>
            <a:ln w="21245">
              <a:solidFill>
                <a:srgbClr val="4295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10436373" y="5054282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157046" y="0"/>
                  </a:moveTo>
                  <a:lnTo>
                    <a:pt x="107406" y="8006"/>
                  </a:lnTo>
                  <a:lnTo>
                    <a:pt x="64295" y="30302"/>
                  </a:lnTo>
                  <a:lnTo>
                    <a:pt x="30299" y="64300"/>
                  </a:lnTo>
                  <a:lnTo>
                    <a:pt x="8005" y="107413"/>
                  </a:lnTo>
                  <a:lnTo>
                    <a:pt x="0" y="157054"/>
                  </a:lnTo>
                  <a:lnTo>
                    <a:pt x="8005" y="206695"/>
                  </a:lnTo>
                  <a:lnTo>
                    <a:pt x="30299" y="249809"/>
                  </a:lnTo>
                  <a:lnTo>
                    <a:pt x="64295" y="283806"/>
                  </a:lnTo>
                  <a:lnTo>
                    <a:pt x="107406" y="306102"/>
                  </a:lnTo>
                  <a:lnTo>
                    <a:pt x="157046" y="314109"/>
                  </a:lnTo>
                  <a:lnTo>
                    <a:pt x="206688" y="306102"/>
                  </a:lnTo>
                  <a:lnTo>
                    <a:pt x="249801" y="283806"/>
                  </a:lnTo>
                  <a:lnTo>
                    <a:pt x="283798" y="249809"/>
                  </a:lnTo>
                  <a:lnTo>
                    <a:pt x="306094" y="206695"/>
                  </a:lnTo>
                  <a:lnTo>
                    <a:pt x="314101" y="157054"/>
                  </a:lnTo>
                  <a:lnTo>
                    <a:pt x="306094" y="107413"/>
                  </a:lnTo>
                  <a:lnTo>
                    <a:pt x="283798" y="64300"/>
                  </a:lnTo>
                  <a:lnTo>
                    <a:pt x="249801" y="30302"/>
                  </a:lnTo>
                  <a:lnTo>
                    <a:pt x="206688" y="8006"/>
                  </a:lnTo>
                  <a:lnTo>
                    <a:pt x="157046" y="0"/>
                  </a:lnTo>
                  <a:close/>
                </a:path>
              </a:pathLst>
            </a:custGeom>
            <a:solidFill>
              <a:srgbClr val="4295A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>
            <a:spLocks noGrp="1"/>
          </p:cNvSpPr>
          <p:nvPr>
            <p:ph type="body" idx="1"/>
          </p:nvPr>
        </p:nvSpPr>
        <p:spPr>
          <a:xfrm>
            <a:off x="3431451" y="9044217"/>
            <a:ext cx="4954905" cy="856488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27940" algn="ctr">
              <a:lnSpc>
                <a:spcPct val="100000"/>
              </a:lnSpc>
              <a:spcBef>
                <a:spcPts val="1510"/>
              </a:spcBef>
            </a:pPr>
            <a:r>
              <a:rPr dirty="0">
                <a:latin typeface="Aileron Heavy" panose="00000A00000000000000" charset="0"/>
                <a:cs typeface="Aileron Heavy" panose="00000A00000000000000" charset="0"/>
              </a:rPr>
              <a:t>MON-</a:t>
            </a:r>
            <a:r>
              <a:rPr spc="-25" dirty="0">
                <a:latin typeface="Aileron Heavy" panose="00000A00000000000000" charset="0"/>
                <a:cs typeface="Aileron Heavy" panose="00000A00000000000000" charset="0"/>
              </a:rPr>
              <a:t>FRI</a:t>
            </a:r>
            <a:endParaRPr spc="-25" dirty="0">
              <a:latin typeface="Aileron Heavy" panose="00000A00000000000000" charset="0"/>
              <a:cs typeface="Aileron Heavy" panose="00000A00000000000000" charset="0"/>
            </a:endParaRPr>
          </a:p>
          <a:p>
            <a:pPr marL="90805" algn="ctr">
              <a:lnSpc>
                <a:spcPct val="100000"/>
              </a:lnSpc>
              <a:spcBef>
                <a:spcPts val="890"/>
              </a:spcBef>
            </a:pPr>
            <a:r>
              <a:rPr sz="4650" spc="204" dirty="0">
                <a:latin typeface="Aileron SemiBold" panose="00000700000000000000" charset="0"/>
                <a:cs typeface="Aileron SemiBold" panose="00000700000000000000" charset="0"/>
              </a:rPr>
              <a:t>8</a:t>
            </a:r>
            <a:r>
              <a:rPr sz="4650" spc="-20" dirty="0">
                <a:latin typeface="Aileron SemiBold" panose="00000700000000000000" charset="0"/>
                <a:cs typeface="Aileron SemiBold" panose="00000700000000000000" charset="0"/>
              </a:rPr>
              <a:t> </a:t>
            </a:r>
            <a:r>
              <a:rPr sz="4650" spc="55" dirty="0">
                <a:latin typeface="Aileron SemiBold" panose="00000700000000000000" charset="0"/>
                <a:cs typeface="Aileron SemiBold" panose="00000700000000000000" charset="0"/>
              </a:rPr>
              <a:t>AM</a:t>
            </a:r>
            <a:r>
              <a:rPr sz="4650" spc="-15" dirty="0">
                <a:latin typeface="Aileron SemiBold" panose="00000700000000000000" charset="0"/>
                <a:cs typeface="Aileron SemiBold" panose="00000700000000000000" charset="0"/>
              </a:rPr>
              <a:t> </a:t>
            </a:r>
            <a:r>
              <a:rPr sz="4650" dirty="0">
                <a:latin typeface="Aileron SemiBold" panose="00000700000000000000" charset="0"/>
                <a:cs typeface="Aileron SemiBold" panose="00000700000000000000" charset="0"/>
              </a:rPr>
              <a:t>-</a:t>
            </a:r>
            <a:r>
              <a:rPr sz="4650" spc="-15" dirty="0">
                <a:latin typeface="Aileron SemiBold" panose="00000700000000000000" charset="0"/>
                <a:cs typeface="Aileron SemiBold" panose="00000700000000000000" charset="0"/>
              </a:rPr>
              <a:t> </a:t>
            </a:r>
            <a:r>
              <a:rPr sz="4650" spc="204" dirty="0">
                <a:latin typeface="Aileron SemiBold" panose="00000700000000000000" charset="0"/>
                <a:cs typeface="Aileron SemiBold" panose="00000700000000000000" charset="0"/>
              </a:rPr>
              <a:t>6</a:t>
            </a:r>
            <a:r>
              <a:rPr sz="4650" spc="-20" dirty="0">
                <a:latin typeface="Aileron SemiBold" panose="00000700000000000000" charset="0"/>
                <a:cs typeface="Aileron SemiBold" panose="00000700000000000000" charset="0"/>
              </a:rPr>
              <a:t> </a:t>
            </a:r>
            <a:r>
              <a:rPr sz="4650" spc="125" dirty="0">
                <a:latin typeface="Aileron SemiBold" panose="00000700000000000000" charset="0"/>
                <a:cs typeface="Aileron SemiBold" panose="00000700000000000000" charset="0"/>
              </a:rPr>
              <a:t>PM</a:t>
            </a:r>
            <a:endParaRPr sz="4650">
              <a:latin typeface="Aileron SemiBold" panose="00000700000000000000" charset="0"/>
              <a:cs typeface="Aileron SemiBold" panose="00000700000000000000" charset="0"/>
            </a:endParaRPr>
          </a:p>
          <a:p>
            <a:pPr>
              <a:lnSpc>
                <a:spcPct val="100000"/>
              </a:lnSpc>
              <a:spcBef>
                <a:spcPts val="3215"/>
              </a:spcBef>
            </a:pPr>
            <a:endParaRPr sz="4650">
              <a:latin typeface="Aileron Heavy" panose="00000A00000000000000" charset="0"/>
              <a:cs typeface="Aileron Heavy" panose="00000A00000000000000" charset="0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pc="-250" dirty="0">
                <a:latin typeface="Aileron Heavy" panose="00000A00000000000000" charset="0"/>
                <a:cs typeface="Aileron Heavy" panose="00000A00000000000000" charset="0"/>
              </a:rPr>
              <a:t>S</a:t>
            </a:r>
            <a:r>
              <a:rPr spc="-735" dirty="0">
                <a:latin typeface="Aileron Heavy" panose="00000A00000000000000" charset="0"/>
                <a:cs typeface="Aileron Heavy" panose="00000A00000000000000" charset="0"/>
              </a:rPr>
              <a:t>A</a:t>
            </a:r>
            <a:r>
              <a:rPr spc="-170" dirty="0">
                <a:latin typeface="Aileron Heavy" panose="00000A00000000000000" charset="0"/>
                <a:cs typeface="Aileron Heavy" panose="00000A00000000000000" charset="0"/>
              </a:rPr>
              <a:t>TUR</a:t>
            </a:r>
            <a:r>
              <a:rPr spc="-330" dirty="0">
                <a:latin typeface="Aileron Heavy" panose="00000A00000000000000" charset="0"/>
                <a:cs typeface="Aileron Heavy" panose="00000A00000000000000" charset="0"/>
              </a:rPr>
              <a:t>D</a:t>
            </a:r>
            <a:r>
              <a:rPr spc="-900" dirty="0">
                <a:latin typeface="Aileron Heavy" panose="00000A00000000000000" charset="0"/>
                <a:cs typeface="Aileron Heavy" panose="00000A00000000000000" charset="0"/>
              </a:rPr>
              <a:t>A</a:t>
            </a:r>
            <a:r>
              <a:rPr spc="-170" dirty="0">
                <a:latin typeface="Aileron Heavy" panose="00000A00000000000000" charset="0"/>
                <a:cs typeface="Aileron Heavy" panose="00000A00000000000000" charset="0"/>
              </a:rPr>
              <a:t>Y</a:t>
            </a:r>
            <a:endParaRPr spc="-170" dirty="0">
              <a:latin typeface="Aileron Heavy" panose="00000A00000000000000" charset="0"/>
              <a:cs typeface="Aileron Heavy" panose="00000A00000000000000" charset="0"/>
            </a:endParaRPr>
          </a:p>
          <a:p>
            <a:pPr marL="90805" algn="ctr">
              <a:lnSpc>
                <a:spcPct val="100000"/>
              </a:lnSpc>
              <a:spcBef>
                <a:spcPts val="885"/>
              </a:spcBef>
            </a:pPr>
            <a:r>
              <a:rPr sz="4650" spc="204" dirty="0">
                <a:latin typeface="Aileron SemiBold" panose="00000700000000000000" charset="0"/>
                <a:cs typeface="Aileron SemiBold" panose="00000700000000000000" charset="0"/>
              </a:rPr>
              <a:t>8</a:t>
            </a:r>
            <a:r>
              <a:rPr sz="4650" spc="-20" dirty="0">
                <a:latin typeface="Aileron SemiBold" panose="00000700000000000000" charset="0"/>
                <a:cs typeface="Aileron SemiBold" panose="00000700000000000000" charset="0"/>
              </a:rPr>
              <a:t> </a:t>
            </a:r>
            <a:r>
              <a:rPr sz="4650" spc="55" dirty="0">
                <a:latin typeface="Aileron SemiBold" panose="00000700000000000000" charset="0"/>
                <a:cs typeface="Aileron SemiBold" panose="00000700000000000000" charset="0"/>
              </a:rPr>
              <a:t>AM</a:t>
            </a:r>
            <a:r>
              <a:rPr sz="4650" spc="-15" dirty="0">
                <a:latin typeface="Aileron SemiBold" panose="00000700000000000000" charset="0"/>
                <a:cs typeface="Aileron SemiBold" panose="00000700000000000000" charset="0"/>
              </a:rPr>
              <a:t> </a:t>
            </a:r>
            <a:r>
              <a:rPr sz="4650" dirty="0">
                <a:latin typeface="Aileron SemiBold" panose="00000700000000000000" charset="0"/>
                <a:cs typeface="Aileron SemiBold" panose="00000700000000000000" charset="0"/>
              </a:rPr>
              <a:t>-</a:t>
            </a:r>
            <a:r>
              <a:rPr sz="4650" spc="-15" dirty="0">
                <a:latin typeface="Aileron SemiBold" panose="00000700000000000000" charset="0"/>
                <a:cs typeface="Aileron SemiBold" panose="00000700000000000000" charset="0"/>
              </a:rPr>
              <a:t> </a:t>
            </a:r>
            <a:r>
              <a:rPr sz="4650" spc="204" dirty="0">
                <a:latin typeface="Aileron SemiBold" panose="00000700000000000000" charset="0"/>
                <a:cs typeface="Aileron SemiBold" panose="00000700000000000000" charset="0"/>
              </a:rPr>
              <a:t>2</a:t>
            </a:r>
            <a:r>
              <a:rPr sz="4650" spc="-20" dirty="0">
                <a:latin typeface="Aileron SemiBold" panose="00000700000000000000" charset="0"/>
                <a:cs typeface="Aileron SemiBold" panose="00000700000000000000" charset="0"/>
              </a:rPr>
              <a:t> </a:t>
            </a:r>
            <a:r>
              <a:rPr sz="4650" spc="125" dirty="0">
                <a:latin typeface="Aileron SemiBold" panose="00000700000000000000" charset="0"/>
                <a:cs typeface="Aileron SemiBold" panose="00000700000000000000" charset="0"/>
              </a:rPr>
              <a:t>PM</a:t>
            </a:r>
            <a:endParaRPr sz="4650">
              <a:latin typeface="Aileron SemiBold" panose="00000700000000000000" charset="0"/>
              <a:cs typeface="Aileron SemiBold" panose="00000700000000000000" charset="0"/>
            </a:endParaRPr>
          </a:p>
          <a:p>
            <a:pPr>
              <a:lnSpc>
                <a:spcPct val="100000"/>
              </a:lnSpc>
            </a:pPr>
            <a:endParaRPr sz="4650">
              <a:latin typeface="Aileron Heavy" panose="00000A00000000000000" charset="0"/>
              <a:cs typeface="Aileron Heavy" panose="00000A00000000000000" charset="0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4650">
              <a:latin typeface="Aileron Heavy" panose="00000A00000000000000" charset="0"/>
              <a:cs typeface="Aileron Heavy" panose="00000A00000000000000" charset="0"/>
            </a:endParaRPr>
          </a:p>
          <a:p>
            <a:pPr algn="ctr">
              <a:lnSpc>
                <a:spcPts val="8705"/>
              </a:lnSpc>
              <a:spcBef>
                <a:spcPts val="5"/>
              </a:spcBef>
            </a:pPr>
            <a:r>
              <a:rPr spc="120" dirty="0">
                <a:latin typeface="Aileron Heavy" panose="00000A00000000000000" charset="0"/>
                <a:cs typeface="Aileron Heavy" panose="00000A00000000000000" charset="0"/>
              </a:rPr>
              <a:t>SUN</a:t>
            </a:r>
            <a:r>
              <a:rPr spc="-40" dirty="0">
                <a:latin typeface="Aileron Heavy" panose="00000A00000000000000" charset="0"/>
                <a:cs typeface="Aileron Heavy" panose="00000A00000000000000" charset="0"/>
              </a:rPr>
              <a:t>D</a:t>
            </a:r>
            <a:r>
              <a:rPr spc="-610" dirty="0">
                <a:latin typeface="Aileron Heavy" panose="00000A00000000000000" charset="0"/>
                <a:cs typeface="Aileron Heavy" panose="00000A00000000000000" charset="0"/>
              </a:rPr>
              <a:t>A</a:t>
            </a:r>
            <a:r>
              <a:rPr spc="120" dirty="0">
                <a:latin typeface="Aileron Heavy" panose="00000A00000000000000" charset="0"/>
                <a:cs typeface="Aileron Heavy" panose="00000A00000000000000" charset="0"/>
              </a:rPr>
              <a:t>Y</a:t>
            </a:r>
            <a:endParaRPr spc="120" dirty="0">
              <a:latin typeface="Aileron Heavy" panose="00000A00000000000000" charset="0"/>
              <a:cs typeface="Aileron Heavy" panose="00000A00000000000000" charset="0"/>
            </a:endParaRPr>
          </a:p>
          <a:p>
            <a:pPr marL="90805" algn="ctr">
              <a:lnSpc>
                <a:spcPts val="5345"/>
              </a:lnSpc>
            </a:pPr>
            <a:r>
              <a:rPr sz="4650" spc="204" dirty="0">
                <a:latin typeface="Aileron SemiBold" panose="00000700000000000000" charset="0"/>
                <a:cs typeface="Aileron SemiBold" panose="00000700000000000000" charset="0"/>
              </a:rPr>
              <a:t>8</a:t>
            </a:r>
            <a:r>
              <a:rPr sz="4650" spc="-20" dirty="0">
                <a:latin typeface="Aileron SemiBold" panose="00000700000000000000" charset="0"/>
                <a:cs typeface="Aileron SemiBold" panose="00000700000000000000" charset="0"/>
              </a:rPr>
              <a:t> </a:t>
            </a:r>
            <a:r>
              <a:rPr sz="4650" spc="55" dirty="0">
                <a:latin typeface="Aileron SemiBold" panose="00000700000000000000" charset="0"/>
                <a:cs typeface="Aileron SemiBold" panose="00000700000000000000" charset="0"/>
              </a:rPr>
              <a:t>AM</a:t>
            </a:r>
            <a:r>
              <a:rPr sz="4650" spc="-15" dirty="0">
                <a:latin typeface="Aileron SemiBold" panose="00000700000000000000" charset="0"/>
                <a:cs typeface="Aileron SemiBold" panose="00000700000000000000" charset="0"/>
              </a:rPr>
              <a:t> </a:t>
            </a:r>
            <a:r>
              <a:rPr sz="4650" dirty="0">
                <a:latin typeface="Aileron SemiBold" panose="00000700000000000000" charset="0"/>
                <a:cs typeface="Aileron SemiBold" panose="00000700000000000000" charset="0"/>
              </a:rPr>
              <a:t>-</a:t>
            </a:r>
            <a:r>
              <a:rPr sz="4650" spc="-15" dirty="0">
                <a:latin typeface="Aileron SemiBold" panose="00000700000000000000" charset="0"/>
                <a:cs typeface="Aileron SemiBold" panose="00000700000000000000" charset="0"/>
              </a:rPr>
              <a:t> </a:t>
            </a:r>
            <a:r>
              <a:rPr sz="4650" spc="204" dirty="0">
                <a:latin typeface="Aileron SemiBold" panose="00000700000000000000" charset="0"/>
                <a:cs typeface="Aileron SemiBold" panose="00000700000000000000" charset="0"/>
              </a:rPr>
              <a:t>6</a:t>
            </a:r>
            <a:r>
              <a:rPr sz="4650" spc="-20" dirty="0">
                <a:latin typeface="Aileron SemiBold" panose="00000700000000000000" charset="0"/>
                <a:cs typeface="Aileron SemiBold" panose="00000700000000000000" charset="0"/>
              </a:rPr>
              <a:t> </a:t>
            </a:r>
            <a:r>
              <a:rPr sz="4650" spc="125" dirty="0">
                <a:latin typeface="Aileron SemiBold" panose="00000700000000000000" charset="0"/>
                <a:cs typeface="Aileron SemiBold" panose="00000700000000000000" charset="0"/>
              </a:rPr>
              <a:t>PM</a:t>
            </a:r>
            <a:endParaRPr sz="4650">
              <a:latin typeface="Aileron SemiBold" panose="00000700000000000000" charset="0"/>
              <a:cs typeface="Aileron SemiBold" panose="00000700000000000000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WPS 演示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Trebuchet MS</vt:lpstr>
      <vt:lpstr>Arial</vt:lpstr>
      <vt:lpstr>Myriad Pro</vt:lpstr>
      <vt:lpstr>Swis721 BlkCn BT</vt:lpstr>
      <vt:lpstr>Aileron Heavy</vt:lpstr>
      <vt:lpstr>Aileron SemiBold</vt:lpstr>
      <vt:lpstr>微软雅黑</vt:lpstr>
      <vt:lpstr>Arial Unicode MS</vt:lpstr>
      <vt:lpstr>Calibri</vt:lpstr>
      <vt:lpstr>Office Theme</vt:lpstr>
      <vt:lpstr>Business Conference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Conference</dc:title>
  <dc:creator/>
  <cp:lastModifiedBy>Werty～</cp:lastModifiedBy>
  <cp:revision>3</cp:revision>
  <dcterms:created xsi:type="dcterms:W3CDTF">2026-04-16T08:20:00Z</dcterms:created>
  <dcterms:modified xsi:type="dcterms:W3CDTF">2026-04-16T08:50:34Z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2026-04-16T16:00:00Z</vt:filetime>
  </property>
  <property fmtid="{D5CDD505-2E9C-101B-9397-08002B2CF9AE}" pid="3" name="Creator">
    <vt:lpwstr>Adobe Illustrator 27.0 (Windows)</vt:lpwstr>
  </property>
  <property fmtid="{D5CDD505-2E9C-101B-9397-08002B2CF9AE}" pid="4" name="LastSaved">
    <vt:filetime>2026-04-16T16:00:00Z</vt:filetime>
  </property>
  <property fmtid="{D5CDD505-2E9C-101B-9397-08002B2CF9AE}" pid="5" name="Producer">
    <vt:lpwstr>Adobe PDF library 16.07</vt:lpwstr>
  </property>
  <property fmtid="{D5CDD505-2E9C-101B-9397-08002B2CF9AE}" pid="6" name="ICV">
    <vt:lpwstr>ECCA36649AE64B9F8E0DAC12F77C6562_12</vt:lpwstr>
  </property>
  <property fmtid="{D5CDD505-2E9C-101B-9397-08002B2CF9AE}" pid="7" name="KSOProductBuildVer">
    <vt:lpwstr>2052-12.1.0.25865</vt:lpwstr>
  </property>
</Properties>
</file>